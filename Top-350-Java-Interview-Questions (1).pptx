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4.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12.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13.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21.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22.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23.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24.xml" ContentType="application/vnd.openxmlformats-officedocument.presentationml.notesSlide+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notesSlides/notesSlide25.xml" ContentType="application/vnd.openxmlformats-officedocument.presentationml.notesSlide+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notesSlides/notesSlide30.xml" ContentType="application/vnd.openxmlformats-officedocument.presentationml.notesSlide+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notesSlides/notesSlide31.xml" ContentType="application/vnd.openxmlformats-officedocument.presentationml.notesSlide+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ink/ink1.xml" ContentType="application/inkml+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notesSlides/notesSlide55.xml" ContentType="application/vnd.openxmlformats-officedocument.presentationml.notesSlide+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diagrams/data27.xml" ContentType="application/vnd.openxmlformats-officedocument.drawingml.diagramData+xml"/>
  <Override PartName="/ppt/diagrams/layout27.xml" ContentType="application/vnd.openxmlformats-officedocument.drawingml.diagramLayout+xml"/>
  <Override PartName="/ppt/diagrams/quickStyle27.xml" ContentType="application/vnd.openxmlformats-officedocument.drawingml.diagramStyle+xml"/>
  <Override PartName="/ppt/diagrams/colors27.xml" ContentType="application/vnd.openxmlformats-officedocument.drawingml.diagramColors+xml"/>
  <Override PartName="/ppt/diagrams/drawing27.xml" ContentType="application/vnd.ms-office.drawingml.diagramDrawing+xml"/>
  <Override PartName="/ppt/diagrams/data28.xml" ContentType="application/vnd.openxmlformats-officedocument.drawingml.diagramData+xml"/>
  <Override PartName="/ppt/diagrams/layout28.xml" ContentType="application/vnd.openxmlformats-officedocument.drawingml.diagramLayout+xml"/>
  <Override PartName="/ppt/diagrams/quickStyle28.xml" ContentType="application/vnd.openxmlformats-officedocument.drawingml.diagramStyle+xml"/>
  <Override PartName="/ppt/diagrams/colors28.xml" ContentType="application/vnd.openxmlformats-officedocument.drawingml.diagramColors+xml"/>
  <Override PartName="/ppt/diagrams/drawing28.xml" ContentType="application/vnd.ms-office.drawingml.diagramDrawing+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diagrams/data29.xml" ContentType="application/vnd.openxmlformats-officedocument.drawingml.diagramData+xml"/>
  <Override PartName="/ppt/diagrams/layout29.xml" ContentType="application/vnd.openxmlformats-officedocument.drawingml.diagramLayout+xml"/>
  <Override PartName="/ppt/diagrams/quickStyle29.xml" ContentType="application/vnd.openxmlformats-officedocument.drawingml.diagramStyle+xml"/>
  <Override PartName="/ppt/diagrams/colors29.xml" ContentType="application/vnd.openxmlformats-officedocument.drawingml.diagramColors+xml"/>
  <Override PartName="/ppt/diagrams/drawing29.xml" ContentType="application/vnd.ms-office.drawingml.diagramDrawing+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diagrams/data30.xml" ContentType="application/vnd.openxmlformats-officedocument.drawingml.diagramData+xml"/>
  <Override PartName="/ppt/diagrams/layout30.xml" ContentType="application/vnd.openxmlformats-officedocument.drawingml.diagramLayout+xml"/>
  <Override PartName="/ppt/diagrams/quickStyle30.xml" ContentType="application/vnd.openxmlformats-officedocument.drawingml.diagramStyle+xml"/>
  <Override PartName="/ppt/diagrams/colors30.xml" ContentType="application/vnd.openxmlformats-officedocument.drawingml.diagramColors+xml"/>
  <Override PartName="/ppt/diagrams/drawing30.xml" ContentType="application/vnd.ms-office.drawingml.diagramDrawing+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diagrams/data31.xml" ContentType="application/vnd.openxmlformats-officedocument.drawingml.diagramData+xml"/>
  <Override PartName="/ppt/diagrams/layout31.xml" ContentType="application/vnd.openxmlformats-officedocument.drawingml.diagramLayout+xml"/>
  <Override PartName="/ppt/diagrams/quickStyle31.xml" ContentType="application/vnd.openxmlformats-officedocument.drawingml.diagramStyle+xml"/>
  <Override PartName="/ppt/diagrams/colors31.xml" ContentType="application/vnd.openxmlformats-officedocument.drawingml.diagramColors+xml"/>
  <Override PartName="/ppt/diagrams/drawing31.xml" ContentType="application/vnd.ms-office.drawingml.diagramDrawing+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diagrams/data32.xml" ContentType="application/vnd.openxmlformats-officedocument.drawingml.diagramData+xml"/>
  <Override PartName="/ppt/diagrams/layout32.xml" ContentType="application/vnd.openxmlformats-officedocument.drawingml.diagramLayout+xml"/>
  <Override PartName="/ppt/diagrams/quickStyle32.xml" ContentType="application/vnd.openxmlformats-officedocument.drawingml.diagramStyle+xml"/>
  <Override PartName="/ppt/diagrams/colors32.xml" ContentType="application/vnd.openxmlformats-officedocument.drawingml.diagramColors+xml"/>
  <Override PartName="/ppt/diagrams/drawing32.xml" ContentType="application/vnd.ms-office.drawingml.diagramDrawing+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diagrams/data33.xml" ContentType="application/vnd.openxmlformats-officedocument.drawingml.diagramData+xml"/>
  <Override PartName="/ppt/diagrams/layout33.xml" ContentType="application/vnd.openxmlformats-officedocument.drawingml.diagramLayout+xml"/>
  <Override PartName="/ppt/diagrams/quickStyle33.xml" ContentType="application/vnd.openxmlformats-officedocument.drawingml.diagramStyle+xml"/>
  <Override PartName="/ppt/diagrams/colors33.xml" ContentType="application/vnd.openxmlformats-officedocument.drawingml.diagramColors+xml"/>
  <Override PartName="/ppt/diagrams/drawing33.xml" ContentType="application/vnd.ms-office.drawingml.diagramDrawing+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ink/ink2.xml" ContentType="application/inkml+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diagrams/data34.xml" ContentType="application/vnd.openxmlformats-officedocument.drawingml.diagramData+xml"/>
  <Override PartName="/ppt/diagrams/layout34.xml" ContentType="application/vnd.openxmlformats-officedocument.drawingml.diagramLayout+xml"/>
  <Override PartName="/ppt/diagrams/quickStyle34.xml" ContentType="application/vnd.openxmlformats-officedocument.drawingml.diagramStyle+xml"/>
  <Override PartName="/ppt/diagrams/colors34.xml" ContentType="application/vnd.openxmlformats-officedocument.drawingml.diagramColors+xml"/>
  <Override PartName="/ppt/diagrams/drawing34.xml" ContentType="application/vnd.ms-office.drawingml.diagramDrawing+xml"/>
  <Override PartName="/ppt/diagrams/data35.xml" ContentType="application/vnd.openxmlformats-officedocument.drawingml.diagramData+xml"/>
  <Override PartName="/ppt/diagrams/layout35.xml" ContentType="application/vnd.openxmlformats-officedocument.drawingml.diagramLayout+xml"/>
  <Override PartName="/ppt/diagrams/quickStyle35.xml" ContentType="application/vnd.openxmlformats-officedocument.drawingml.diagramStyle+xml"/>
  <Override PartName="/ppt/diagrams/colors35.xml" ContentType="application/vnd.openxmlformats-officedocument.drawingml.diagramColors+xml"/>
  <Override PartName="/ppt/diagrams/drawing35.xml" ContentType="application/vnd.ms-office.drawingml.diagramDrawing+xml"/>
  <Override PartName="/ppt/notesSlides/notesSlide106.xml" ContentType="application/vnd.openxmlformats-officedocument.presentationml.notesSlide+xml"/>
  <Override PartName="/ppt/diagrams/data36.xml" ContentType="application/vnd.openxmlformats-officedocument.drawingml.diagramData+xml"/>
  <Override PartName="/ppt/diagrams/layout36.xml" ContentType="application/vnd.openxmlformats-officedocument.drawingml.diagramLayout+xml"/>
  <Override PartName="/ppt/diagrams/quickStyle36.xml" ContentType="application/vnd.openxmlformats-officedocument.drawingml.diagramStyle+xml"/>
  <Override PartName="/ppt/diagrams/colors36.xml" ContentType="application/vnd.openxmlformats-officedocument.drawingml.diagramColors+xml"/>
  <Override PartName="/ppt/diagrams/drawing36.xml" ContentType="application/vnd.ms-office.drawingml.diagramDrawing+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diagrams/data37.xml" ContentType="application/vnd.openxmlformats-officedocument.drawingml.diagramData+xml"/>
  <Override PartName="/ppt/diagrams/layout37.xml" ContentType="application/vnd.openxmlformats-officedocument.drawingml.diagramLayout+xml"/>
  <Override PartName="/ppt/diagrams/quickStyle37.xml" ContentType="application/vnd.openxmlformats-officedocument.drawingml.diagramStyle+xml"/>
  <Override PartName="/ppt/diagrams/colors37.xml" ContentType="application/vnd.openxmlformats-officedocument.drawingml.diagramColors+xml"/>
  <Override PartName="/ppt/diagrams/drawing37.xml" ContentType="application/vnd.ms-office.drawingml.diagramDrawing+xml"/>
  <Override PartName="/ppt/notesSlides/notesSlide110.xml" ContentType="application/vnd.openxmlformats-officedocument.presentationml.notesSlide+xml"/>
  <Override PartName="/ppt/diagrams/data38.xml" ContentType="application/vnd.openxmlformats-officedocument.drawingml.diagramData+xml"/>
  <Override PartName="/ppt/diagrams/layout38.xml" ContentType="application/vnd.openxmlformats-officedocument.drawingml.diagramLayout+xml"/>
  <Override PartName="/ppt/diagrams/quickStyle38.xml" ContentType="application/vnd.openxmlformats-officedocument.drawingml.diagramStyle+xml"/>
  <Override PartName="/ppt/diagrams/colors38.xml" ContentType="application/vnd.openxmlformats-officedocument.drawingml.diagramColors+xml"/>
  <Override PartName="/ppt/diagrams/drawing38.xml" ContentType="application/vnd.ms-office.drawingml.diagramDrawing+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diagrams/data39.xml" ContentType="application/vnd.openxmlformats-officedocument.drawingml.diagramData+xml"/>
  <Override PartName="/ppt/diagrams/layout39.xml" ContentType="application/vnd.openxmlformats-officedocument.drawingml.diagramLayout+xml"/>
  <Override PartName="/ppt/diagrams/quickStyle39.xml" ContentType="application/vnd.openxmlformats-officedocument.drawingml.diagramStyle+xml"/>
  <Override PartName="/ppt/diagrams/colors39.xml" ContentType="application/vnd.openxmlformats-officedocument.drawingml.diagramColors+xml"/>
  <Override PartName="/ppt/diagrams/drawing39.xml" ContentType="application/vnd.ms-office.drawingml.diagramDrawing+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diagrams/data40.xml" ContentType="application/vnd.openxmlformats-officedocument.drawingml.diagramData+xml"/>
  <Override PartName="/ppt/diagrams/layout40.xml" ContentType="application/vnd.openxmlformats-officedocument.drawingml.diagramLayout+xml"/>
  <Override PartName="/ppt/diagrams/quickStyle40.xml" ContentType="application/vnd.openxmlformats-officedocument.drawingml.diagramStyle+xml"/>
  <Override PartName="/ppt/diagrams/colors40.xml" ContentType="application/vnd.openxmlformats-officedocument.drawingml.diagramColors+xml"/>
  <Override PartName="/ppt/diagrams/drawing40.xml" ContentType="application/vnd.ms-office.drawingml.diagramDrawing+xml"/>
  <Override PartName="/ppt/notesSlides/notesSlide122.xml" ContentType="application/vnd.openxmlformats-officedocument.presentationml.notesSlide+xml"/>
  <Override PartName="/ppt/diagrams/data41.xml" ContentType="application/vnd.openxmlformats-officedocument.drawingml.diagramData+xml"/>
  <Override PartName="/ppt/diagrams/layout41.xml" ContentType="application/vnd.openxmlformats-officedocument.drawingml.diagramLayout+xml"/>
  <Override PartName="/ppt/diagrams/quickStyle41.xml" ContentType="application/vnd.openxmlformats-officedocument.drawingml.diagramStyle+xml"/>
  <Override PartName="/ppt/diagrams/colors41.xml" ContentType="application/vnd.openxmlformats-officedocument.drawingml.diagramColors+xml"/>
  <Override PartName="/ppt/diagrams/drawing41.xml" ContentType="application/vnd.ms-office.drawingml.diagramDrawing+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diagrams/data42.xml" ContentType="application/vnd.openxmlformats-officedocument.drawingml.diagramData+xml"/>
  <Override PartName="/ppt/diagrams/layout42.xml" ContentType="application/vnd.openxmlformats-officedocument.drawingml.diagramLayout+xml"/>
  <Override PartName="/ppt/diagrams/quickStyle42.xml" ContentType="application/vnd.openxmlformats-officedocument.drawingml.diagramStyle+xml"/>
  <Override PartName="/ppt/diagrams/colors42.xml" ContentType="application/vnd.openxmlformats-officedocument.drawingml.diagramColors+xml"/>
  <Override PartName="/ppt/diagrams/drawing42.xml" ContentType="application/vnd.ms-office.drawingml.diagramDrawing+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diagrams/data43.xml" ContentType="application/vnd.openxmlformats-officedocument.drawingml.diagramData+xml"/>
  <Override PartName="/ppt/diagrams/layout43.xml" ContentType="application/vnd.openxmlformats-officedocument.drawingml.diagramLayout+xml"/>
  <Override PartName="/ppt/diagrams/quickStyle43.xml" ContentType="application/vnd.openxmlformats-officedocument.drawingml.diagramStyle+xml"/>
  <Override PartName="/ppt/diagrams/colors43.xml" ContentType="application/vnd.openxmlformats-officedocument.drawingml.diagramColors+xml"/>
  <Override PartName="/ppt/diagrams/drawing43.xml" ContentType="application/vnd.ms-office.drawingml.diagramDrawing+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diagrams/data44.xml" ContentType="application/vnd.openxmlformats-officedocument.drawingml.diagramData+xml"/>
  <Override PartName="/ppt/diagrams/layout44.xml" ContentType="application/vnd.openxmlformats-officedocument.drawingml.diagramLayout+xml"/>
  <Override PartName="/ppt/diagrams/quickStyle44.xml" ContentType="application/vnd.openxmlformats-officedocument.drawingml.diagramStyle+xml"/>
  <Override PartName="/ppt/diagrams/colors44.xml" ContentType="application/vnd.openxmlformats-officedocument.drawingml.diagramColors+xml"/>
  <Override PartName="/ppt/diagrams/drawing44.xml" ContentType="application/vnd.ms-office.drawingml.diagramDrawing+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diagrams/data45.xml" ContentType="application/vnd.openxmlformats-officedocument.drawingml.diagramData+xml"/>
  <Override PartName="/ppt/diagrams/layout45.xml" ContentType="application/vnd.openxmlformats-officedocument.drawingml.diagramLayout+xml"/>
  <Override PartName="/ppt/diagrams/quickStyle45.xml" ContentType="application/vnd.openxmlformats-officedocument.drawingml.diagramStyle+xml"/>
  <Override PartName="/ppt/diagrams/colors45.xml" ContentType="application/vnd.openxmlformats-officedocument.drawingml.diagramColors+xml"/>
  <Override PartName="/ppt/diagrams/drawing45.xml" ContentType="application/vnd.ms-office.drawingml.diagramDrawing+xml"/>
  <Override PartName="/ppt/notesSlides/notesSlide169.xml" ContentType="application/vnd.openxmlformats-officedocument.presentationml.notesSlide+xml"/>
  <Override PartName="/ppt/diagrams/data46.xml" ContentType="application/vnd.openxmlformats-officedocument.drawingml.diagramData+xml"/>
  <Override PartName="/ppt/diagrams/layout46.xml" ContentType="application/vnd.openxmlformats-officedocument.drawingml.diagramLayout+xml"/>
  <Override PartName="/ppt/diagrams/quickStyle46.xml" ContentType="application/vnd.openxmlformats-officedocument.drawingml.diagramStyle+xml"/>
  <Override PartName="/ppt/diagrams/colors46.xml" ContentType="application/vnd.openxmlformats-officedocument.drawingml.diagramColors+xml"/>
  <Override PartName="/ppt/diagrams/drawing46.xml" ContentType="application/vnd.ms-office.drawingml.diagramDrawing+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diagrams/data47.xml" ContentType="application/vnd.openxmlformats-officedocument.drawingml.diagramData+xml"/>
  <Override PartName="/ppt/diagrams/layout47.xml" ContentType="application/vnd.openxmlformats-officedocument.drawingml.diagramLayout+xml"/>
  <Override PartName="/ppt/diagrams/quickStyle47.xml" ContentType="application/vnd.openxmlformats-officedocument.drawingml.diagramStyle+xml"/>
  <Override PartName="/ppt/diagrams/colors47.xml" ContentType="application/vnd.openxmlformats-officedocument.drawingml.diagramColors+xml"/>
  <Override PartName="/ppt/diagrams/drawing47.xml" ContentType="application/vnd.ms-office.drawingml.diagramDrawing+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diagrams/data48.xml" ContentType="application/vnd.openxmlformats-officedocument.drawingml.diagramData+xml"/>
  <Override PartName="/ppt/diagrams/layout48.xml" ContentType="application/vnd.openxmlformats-officedocument.drawingml.diagramLayout+xml"/>
  <Override PartName="/ppt/diagrams/quickStyle48.xml" ContentType="application/vnd.openxmlformats-officedocument.drawingml.diagramStyle+xml"/>
  <Override PartName="/ppt/diagrams/colors48.xml" ContentType="application/vnd.openxmlformats-officedocument.drawingml.diagramColors+xml"/>
  <Override PartName="/ppt/diagrams/drawing48.xml" ContentType="application/vnd.ms-office.drawingml.diagramDrawing+xml"/>
  <Override PartName="/ppt/diagrams/data49.xml" ContentType="application/vnd.openxmlformats-officedocument.drawingml.diagramData+xml"/>
  <Override PartName="/ppt/diagrams/layout49.xml" ContentType="application/vnd.openxmlformats-officedocument.drawingml.diagramLayout+xml"/>
  <Override PartName="/ppt/diagrams/quickStyle49.xml" ContentType="application/vnd.openxmlformats-officedocument.drawingml.diagramStyle+xml"/>
  <Override PartName="/ppt/diagrams/colors49.xml" ContentType="application/vnd.openxmlformats-officedocument.drawingml.diagramColors+xml"/>
  <Override PartName="/ppt/diagrams/drawing49.xml" ContentType="application/vnd.ms-office.drawingml.diagramDrawing+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diagrams/data50.xml" ContentType="application/vnd.openxmlformats-officedocument.drawingml.diagramData+xml"/>
  <Override PartName="/ppt/diagrams/layout50.xml" ContentType="application/vnd.openxmlformats-officedocument.drawingml.diagramLayout+xml"/>
  <Override PartName="/ppt/diagrams/quickStyle50.xml" ContentType="application/vnd.openxmlformats-officedocument.drawingml.diagramStyle+xml"/>
  <Override PartName="/ppt/diagrams/colors50.xml" ContentType="application/vnd.openxmlformats-officedocument.drawingml.diagramColors+xml"/>
  <Override PartName="/ppt/diagrams/drawing50.xml" ContentType="application/vnd.ms-office.drawingml.diagramDrawing+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diagrams/data51.xml" ContentType="application/vnd.openxmlformats-officedocument.drawingml.diagramData+xml"/>
  <Override PartName="/ppt/diagrams/layout51.xml" ContentType="application/vnd.openxmlformats-officedocument.drawingml.diagramLayout+xml"/>
  <Override PartName="/ppt/diagrams/quickStyle51.xml" ContentType="application/vnd.openxmlformats-officedocument.drawingml.diagramStyle+xml"/>
  <Override PartName="/ppt/diagrams/colors51.xml" ContentType="application/vnd.openxmlformats-officedocument.drawingml.diagramColors+xml"/>
  <Override PartName="/ppt/diagrams/drawing51.xml" ContentType="application/vnd.ms-office.drawingml.diagramDrawing+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diagrams/data52.xml" ContentType="application/vnd.openxmlformats-officedocument.drawingml.diagramData+xml"/>
  <Override PartName="/ppt/diagrams/layout52.xml" ContentType="application/vnd.openxmlformats-officedocument.drawingml.diagramLayout+xml"/>
  <Override PartName="/ppt/diagrams/quickStyle52.xml" ContentType="application/vnd.openxmlformats-officedocument.drawingml.diagramStyle+xml"/>
  <Override PartName="/ppt/diagrams/colors52.xml" ContentType="application/vnd.openxmlformats-officedocument.drawingml.diagramColors+xml"/>
  <Override PartName="/ppt/diagrams/drawing52.xml" ContentType="application/vnd.ms-office.drawingml.diagramDrawing+xml"/>
  <Override PartName="/ppt/diagrams/data53.xml" ContentType="application/vnd.openxmlformats-officedocument.drawingml.diagramData+xml"/>
  <Override PartName="/ppt/diagrams/layout53.xml" ContentType="application/vnd.openxmlformats-officedocument.drawingml.diagramLayout+xml"/>
  <Override PartName="/ppt/diagrams/quickStyle53.xml" ContentType="application/vnd.openxmlformats-officedocument.drawingml.diagramStyle+xml"/>
  <Override PartName="/ppt/diagrams/colors53.xml" ContentType="application/vnd.openxmlformats-officedocument.drawingml.diagramColors+xml"/>
  <Override PartName="/ppt/diagrams/drawing53.xml" ContentType="application/vnd.ms-office.drawingml.diagramDrawing+xml"/>
  <Override PartName="/ppt/notesSlides/notesSlide209.xml" ContentType="application/vnd.openxmlformats-officedocument.presentationml.notesSlide+xml"/>
  <Override PartName="/ppt/diagrams/data54.xml" ContentType="application/vnd.openxmlformats-officedocument.drawingml.diagramData+xml"/>
  <Override PartName="/ppt/diagrams/layout54.xml" ContentType="application/vnd.openxmlformats-officedocument.drawingml.diagramLayout+xml"/>
  <Override PartName="/ppt/diagrams/quickStyle54.xml" ContentType="application/vnd.openxmlformats-officedocument.drawingml.diagramStyle+xml"/>
  <Override PartName="/ppt/diagrams/colors54.xml" ContentType="application/vnd.openxmlformats-officedocument.drawingml.diagramColors+xml"/>
  <Override PartName="/ppt/diagrams/drawing54.xml" ContentType="application/vnd.ms-office.drawingml.diagramDrawing+xml"/>
  <Override PartName="/ppt/notesSlides/notesSlide210.xml" ContentType="application/vnd.openxmlformats-officedocument.presentationml.notesSlide+xml"/>
  <Override PartName="/ppt/diagrams/data55.xml" ContentType="application/vnd.openxmlformats-officedocument.drawingml.diagramData+xml"/>
  <Override PartName="/ppt/diagrams/layout55.xml" ContentType="application/vnd.openxmlformats-officedocument.drawingml.diagramLayout+xml"/>
  <Override PartName="/ppt/diagrams/quickStyle55.xml" ContentType="application/vnd.openxmlformats-officedocument.drawingml.diagramStyle+xml"/>
  <Override PartName="/ppt/diagrams/colors55.xml" ContentType="application/vnd.openxmlformats-officedocument.drawingml.diagramColors+xml"/>
  <Override PartName="/ppt/diagrams/drawing55.xml" ContentType="application/vnd.ms-office.drawingml.diagramDrawing+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diagrams/data56.xml" ContentType="application/vnd.openxmlformats-officedocument.drawingml.diagramData+xml"/>
  <Override PartName="/ppt/diagrams/layout56.xml" ContentType="application/vnd.openxmlformats-officedocument.drawingml.diagramLayout+xml"/>
  <Override PartName="/ppt/diagrams/quickStyle56.xml" ContentType="application/vnd.openxmlformats-officedocument.drawingml.diagramStyle+xml"/>
  <Override PartName="/ppt/diagrams/colors56.xml" ContentType="application/vnd.openxmlformats-officedocument.drawingml.diagramColors+xml"/>
  <Override PartName="/ppt/diagrams/drawing56.xml" ContentType="application/vnd.ms-office.drawingml.diagramDrawing+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diagrams/data57.xml" ContentType="application/vnd.openxmlformats-officedocument.drawingml.diagramData+xml"/>
  <Override PartName="/ppt/diagrams/layout57.xml" ContentType="application/vnd.openxmlformats-officedocument.drawingml.diagramLayout+xml"/>
  <Override PartName="/ppt/diagrams/quickStyle57.xml" ContentType="application/vnd.openxmlformats-officedocument.drawingml.diagramStyle+xml"/>
  <Override PartName="/ppt/diagrams/colors57.xml" ContentType="application/vnd.openxmlformats-officedocument.drawingml.diagramColors+xml"/>
  <Override PartName="/ppt/diagrams/drawing57.xml" ContentType="application/vnd.ms-office.drawingml.diagramDrawing+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diagrams/data58.xml" ContentType="application/vnd.openxmlformats-officedocument.drawingml.diagramData+xml"/>
  <Override PartName="/ppt/diagrams/layout58.xml" ContentType="application/vnd.openxmlformats-officedocument.drawingml.diagramLayout+xml"/>
  <Override PartName="/ppt/diagrams/quickStyle58.xml" ContentType="application/vnd.openxmlformats-officedocument.drawingml.diagramStyle+xml"/>
  <Override PartName="/ppt/diagrams/colors58.xml" ContentType="application/vnd.openxmlformats-officedocument.drawingml.diagramColors+xml"/>
  <Override PartName="/ppt/diagrams/drawing58.xml" ContentType="application/vnd.ms-office.drawingml.diagramDrawing+xml"/>
  <Override PartName="/ppt/notesSlides/notesSlide248.xml" ContentType="application/vnd.openxmlformats-officedocument.presentationml.notesSlide+xml"/>
  <Override PartName="/ppt/diagrams/data59.xml" ContentType="application/vnd.openxmlformats-officedocument.drawingml.diagramData+xml"/>
  <Override PartName="/ppt/diagrams/layout59.xml" ContentType="application/vnd.openxmlformats-officedocument.drawingml.diagramLayout+xml"/>
  <Override PartName="/ppt/diagrams/quickStyle59.xml" ContentType="application/vnd.openxmlformats-officedocument.drawingml.diagramStyle+xml"/>
  <Override PartName="/ppt/diagrams/colors59.xml" ContentType="application/vnd.openxmlformats-officedocument.drawingml.diagramColors+xml"/>
  <Override PartName="/ppt/diagrams/drawing59.xml" ContentType="application/vnd.ms-office.drawingml.diagramDrawing+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diagrams/data60.xml" ContentType="application/vnd.openxmlformats-officedocument.drawingml.diagramData+xml"/>
  <Override PartName="/ppt/diagrams/layout60.xml" ContentType="application/vnd.openxmlformats-officedocument.drawingml.diagramLayout+xml"/>
  <Override PartName="/ppt/diagrams/quickStyle60.xml" ContentType="application/vnd.openxmlformats-officedocument.drawingml.diagramStyle+xml"/>
  <Override PartName="/ppt/diagrams/colors60.xml" ContentType="application/vnd.openxmlformats-officedocument.drawingml.diagramColors+xml"/>
  <Override PartName="/ppt/diagrams/drawing60.xml" ContentType="application/vnd.ms-office.drawingml.diagramDrawing+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diagrams/data61.xml" ContentType="application/vnd.openxmlformats-officedocument.drawingml.diagramData+xml"/>
  <Override PartName="/ppt/diagrams/layout61.xml" ContentType="application/vnd.openxmlformats-officedocument.drawingml.diagramLayout+xml"/>
  <Override PartName="/ppt/diagrams/quickStyle61.xml" ContentType="application/vnd.openxmlformats-officedocument.drawingml.diagramStyle+xml"/>
  <Override PartName="/ppt/diagrams/colors61.xml" ContentType="application/vnd.openxmlformats-officedocument.drawingml.diagramColors+xml"/>
  <Override PartName="/ppt/diagrams/drawing61.xml" ContentType="application/vnd.ms-office.drawingml.diagramDrawing+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diagrams/data62.xml" ContentType="application/vnd.openxmlformats-officedocument.drawingml.diagramData+xml"/>
  <Override PartName="/ppt/diagrams/layout62.xml" ContentType="application/vnd.openxmlformats-officedocument.drawingml.diagramLayout+xml"/>
  <Override PartName="/ppt/diagrams/quickStyle62.xml" ContentType="application/vnd.openxmlformats-officedocument.drawingml.diagramStyle+xml"/>
  <Override PartName="/ppt/diagrams/colors62.xml" ContentType="application/vnd.openxmlformats-officedocument.drawingml.diagramColors+xml"/>
  <Override PartName="/ppt/diagrams/drawing62.xml" ContentType="application/vnd.ms-office.drawingml.diagramDrawing+xml"/>
  <Override PartName="/ppt/notesSlides/notesSlide258.xml" ContentType="application/vnd.openxmlformats-officedocument.presentationml.notesSlide+xml"/>
  <Override PartName="/ppt/diagrams/data63.xml" ContentType="application/vnd.openxmlformats-officedocument.drawingml.diagramData+xml"/>
  <Override PartName="/ppt/diagrams/layout63.xml" ContentType="application/vnd.openxmlformats-officedocument.drawingml.diagramLayout+xml"/>
  <Override PartName="/ppt/diagrams/quickStyle63.xml" ContentType="application/vnd.openxmlformats-officedocument.drawingml.diagramStyle+xml"/>
  <Override PartName="/ppt/diagrams/colors63.xml" ContentType="application/vnd.openxmlformats-officedocument.drawingml.diagramColors+xml"/>
  <Override PartName="/ppt/diagrams/drawing63.xml" ContentType="application/vnd.ms-office.drawingml.diagramDrawing+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diagrams/data64.xml" ContentType="application/vnd.openxmlformats-officedocument.drawingml.diagramData+xml"/>
  <Override PartName="/ppt/diagrams/layout64.xml" ContentType="application/vnd.openxmlformats-officedocument.drawingml.diagramLayout+xml"/>
  <Override PartName="/ppt/diagrams/quickStyle64.xml" ContentType="application/vnd.openxmlformats-officedocument.drawingml.diagramStyle+xml"/>
  <Override PartName="/ppt/diagrams/colors64.xml" ContentType="application/vnd.openxmlformats-officedocument.drawingml.diagramColors+xml"/>
  <Override PartName="/ppt/diagrams/drawing64.xml" ContentType="application/vnd.ms-office.drawingml.diagramDrawing+xml"/>
  <Override PartName="/ppt/notesSlides/notesSlide263.xml" ContentType="application/vnd.openxmlformats-officedocument.presentationml.notesSlide+xml"/>
  <Override PartName="/ppt/diagrams/data65.xml" ContentType="application/vnd.openxmlformats-officedocument.drawingml.diagramData+xml"/>
  <Override PartName="/ppt/diagrams/layout65.xml" ContentType="application/vnd.openxmlformats-officedocument.drawingml.diagramLayout+xml"/>
  <Override PartName="/ppt/diagrams/quickStyle65.xml" ContentType="application/vnd.openxmlformats-officedocument.drawingml.diagramStyle+xml"/>
  <Override PartName="/ppt/diagrams/colors65.xml" ContentType="application/vnd.openxmlformats-officedocument.drawingml.diagramColors+xml"/>
  <Override PartName="/ppt/diagrams/drawing65.xml" ContentType="application/vnd.ms-office.drawingml.diagramDrawing+xml"/>
  <Override PartName="/ppt/notesSlides/notesSlide264.xml" ContentType="application/vnd.openxmlformats-officedocument.presentationml.notesSlide+xml"/>
  <Override PartName="/ppt/diagrams/data66.xml" ContentType="application/vnd.openxmlformats-officedocument.drawingml.diagramData+xml"/>
  <Override PartName="/ppt/diagrams/layout66.xml" ContentType="application/vnd.openxmlformats-officedocument.drawingml.diagramLayout+xml"/>
  <Override PartName="/ppt/diagrams/quickStyle66.xml" ContentType="application/vnd.openxmlformats-officedocument.drawingml.diagramStyle+xml"/>
  <Override PartName="/ppt/diagrams/colors66.xml" ContentType="application/vnd.openxmlformats-officedocument.drawingml.diagramColors+xml"/>
  <Override PartName="/ppt/diagrams/drawing66.xml" ContentType="application/vnd.ms-office.drawingml.diagramDrawing+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diagrams/data67.xml" ContentType="application/vnd.openxmlformats-officedocument.drawingml.diagramData+xml"/>
  <Override PartName="/ppt/diagrams/layout67.xml" ContentType="application/vnd.openxmlformats-officedocument.drawingml.diagramLayout+xml"/>
  <Override PartName="/ppt/diagrams/quickStyle67.xml" ContentType="application/vnd.openxmlformats-officedocument.drawingml.diagramStyle+xml"/>
  <Override PartName="/ppt/diagrams/colors67.xml" ContentType="application/vnd.openxmlformats-officedocument.drawingml.diagramColors+xml"/>
  <Override PartName="/ppt/diagrams/drawing67.xml" ContentType="application/vnd.ms-office.drawingml.diagramDrawing+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diagrams/data68.xml" ContentType="application/vnd.openxmlformats-officedocument.drawingml.diagramData+xml"/>
  <Override PartName="/ppt/diagrams/layout68.xml" ContentType="application/vnd.openxmlformats-officedocument.drawingml.diagramLayout+xml"/>
  <Override PartName="/ppt/diagrams/quickStyle68.xml" ContentType="application/vnd.openxmlformats-officedocument.drawingml.diagramStyle+xml"/>
  <Override PartName="/ppt/diagrams/colors68.xml" ContentType="application/vnd.openxmlformats-officedocument.drawingml.diagramColors+xml"/>
  <Override PartName="/ppt/diagrams/drawing68.xml" ContentType="application/vnd.ms-office.drawingml.diagramDrawing+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diagrams/data69.xml" ContentType="application/vnd.openxmlformats-officedocument.drawingml.diagramData+xml"/>
  <Override PartName="/ppt/diagrams/layout69.xml" ContentType="application/vnd.openxmlformats-officedocument.drawingml.diagramLayout+xml"/>
  <Override PartName="/ppt/diagrams/quickStyle69.xml" ContentType="application/vnd.openxmlformats-officedocument.drawingml.diagramStyle+xml"/>
  <Override PartName="/ppt/diagrams/colors69.xml" ContentType="application/vnd.openxmlformats-officedocument.drawingml.diagramColors+xml"/>
  <Override PartName="/ppt/diagrams/drawing69.xml" ContentType="application/vnd.ms-office.drawingml.diagramDrawing+xml"/>
  <Override PartName="/ppt/notesSlides/notesSlide295.xml" ContentType="application/vnd.openxmlformats-officedocument.presentationml.notesSlide+xml"/>
  <Override PartName="/ppt/diagrams/data70.xml" ContentType="application/vnd.openxmlformats-officedocument.drawingml.diagramData+xml"/>
  <Override PartName="/ppt/diagrams/layout70.xml" ContentType="application/vnd.openxmlformats-officedocument.drawingml.diagramLayout+xml"/>
  <Override PartName="/ppt/diagrams/quickStyle70.xml" ContentType="application/vnd.openxmlformats-officedocument.drawingml.diagramStyle+xml"/>
  <Override PartName="/ppt/diagrams/colors70.xml" ContentType="application/vnd.openxmlformats-officedocument.drawingml.diagramColors+xml"/>
  <Override PartName="/ppt/diagrams/drawing70.xml" ContentType="application/vnd.ms-office.drawingml.diagramDrawing+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diagrams/data71.xml" ContentType="application/vnd.openxmlformats-officedocument.drawingml.diagramData+xml"/>
  <Override PartName="/ppt/diagrams/layout71.xml" ContentType="application/vnd.openxmlformats-officedocument.drawingml.diagramLayout+xml"/>
  <Override PartName="/ppt/diagrams/quickStyle71.xml" ContentType="application/vnd.openxmlformats-officedocument.drawingml.diagramStyle+xml"/>
  <Override PartName="/ppt/diagrams/colors71.xml" ContentType="application/vnd.openxmlformats-officedocument.drawingml.diagramColors+xml"/>
  <Override PartName="/ppt/diagrams/drawing71.xml" ContentType="application/vnd.ms-office.drawingml.diagramDrawing+xml"/>
  <Override PartName="/ppt/notesSlides/notesSlide304.xml" ContentType="application/vnd.openxmlformats-officedocument.presentationml.notesSlide+xml"/>
  <Override PartName="/ppt/diagrams/data72.xml" ContentType="application/vnd.openxmlformats-officedocument.drawingml.diagramData+xml"/>
  <Override PartName="/ppt/diagrams/layout72.xml" ContentType="application/vnd.openxmlformats-officedocument.drawingml.diagramLayout+xml"/>
  <Override PartName="/ppt/diagrams/quickStyle72.xml" ContentType="application/vnd.openxmlformats-officedocument.drawingml.diagramStyle+xml"/>
  <Override PartName="/ppt/diagrams/colors72.xml" ContentType="application/vnd.openxmlformats-officedocument.drawingml.diagramColors+xml"/>
  <Override PartName="/ppt/diagrams/drawing72.xml" ContentType="application/vnd.ms-office.drawingml.diagramDrawing+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diagrams/data73.xml" ContentType="application/vnd.openxmlformats-officedocument.drawingml.diagramData+xml"/>
  <Override PartName="/ppt/diagrams/layout73.xml" ContentType="application/vnd.openxmlformats-officedocument.drawingml.diagramLayout+xml"/>
  <Override PartName="/ppt/diagrams/quickStyle73.xml" ContentType="application/vnd.openxmlformats-officedocument.drawingml.diagramStyle+xml"/>
  <Override PartName="/ppt/diagrams/colors73.xml" ContentType="application/vnd.openxmlformats-officedocument.drawingml.diagramColors+xml"/>
  <Override PartName="/ppt/diagrams/drawing73.xml" ContentType="application/vnd.ms-office.drawingml.diagramDrawing+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diagrams/data74.xml" ContentType="application/vnd.openxmlformats-officedocument.drawingml.diagramData+xml"/>
  <Override PartName="/ppt/diagrams/layout74.xml" ContentType="application/vnd.openxmlformats-officedocument.drawingml.diagramLayout+xml"/>
  <Override PartName="/ppt/diagrams/quickStyle74.xml" ContentType="application/vnd.openxmlformats-officedocument.drawingml.diagramStyle+xml"/>
  <Override PartName="/ppt/diagrams/colors74.xml" ContentType="application/vnd.openxmlformats-officedocument.drawingml.diagramColors+xml"/>
  <Override PartName="/ppt/diagrams/drawing74.xml" ContentType="application/vnd.ms-office.drawingml.diagramDrawing+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diagrams/data75.xml" ContentType="application/vnd.openxmlformats-officedocument.drawingml.diagramData+xml"/>
  <Override PartName="/ppt/diagrams/layout75.xml" ContentType="application/vnd.openxmlformats-officedocument.drawingml.diagramLayout+xml"/>
  <Override PartName="/ppt/diagrams/quickStyle75.xml" ContentType="application/vnd.openxmlformats-officedocument.drawingml.diagramStyle+xml"/>
  <Override PartName="/ppt/diagrams/colors75.xml" ContentType="application/vnd.openxmlformats-officedocument.drawingml.diagramColors+xml"/>
  <Override PartName="/ppt/diagrams/drawing75.xml" ContentType="application/vnd.ms-office.drawingml.diagramDrawing+xml"/>
  <Override PartName="/ppt/notesSlides/notesSlide325.xml" ContentType="application/vnd.openxmlformats-officedocument.presentationml.notesSlide+xml"/>
  <Override PartName="/ppt/diagrams/data76.xml" ContentType="application/vnd.openxmlformats-officedocument.drawingml.diagramData+xml"/>
  <Override PartName="/ppt/diagrams/layout76.xml" ContentType="application/vnd.openxmlformats-officedocument.drawingml.diagramLayout+xml"/>
  <Override PartName="/ppt/diagrams/quickStyle76.xml" ContentType="application/vnd.openxmlformats-officedocument.drawingml.diagramStyle+xml"/>
  <Override PartName="/ppt/diagrams/colors76.xml" ContentType="application/vnd.openxmlformats-officedocument.drawingml.diagramColors+xml"/>
  <Override PartName="/ppt/diagrams/drawing76.xml" ContentType="application/vnd.ms-office.drawingml.diagramDrawing+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diagrams/data77.xml" ContentType="application/vnd.openxmlformats-officedocument.drawingml.diagramData+xml"/>
  <Override PartName="/ppt/diagrams/layout77.xml" ContentType="application/vnd.openxmlformats-officedocument.drawingml.diagramLayout+xml"/>
  <Override PartName="/ppt/diagrams/quickStyle77.xml" ContentType="application/vnd.openxmlformats-officedocument.drawingml.diagramStyle+xml"/>
  <Override PartName="/ppt/diagrams/colors77.xml" ContentType="application/vnd.openxmlformats-officedocument.drawingml.diagramColors+xml"/>
  <Override PartName="/ppt/diagrams/drawing77.xml" ContentType="application/vnd.ms-office.drawingml.diagramDrawing+xml"/>
  <Override PartName="/ppt/notesSlides/notesSlide330.xml" ContentType="application/vnd.openxmlformats-officedocument.presentationml.notesSlide+xml"/>
  <Override PartName="/ppt/diagrams/data78.xml" ContentType="application/vnd.openxmlformats-officedocument.drawingml.diagramData+xml"/>
  <Override PartName="/ppt/diagrams/layout78.xml" ContentType="application/vnd.openxmlformats-officedocument.drawingml.diagramLayout+xml"/>
  <Override PartName="/ppt/diagrams/quickStyle78.xml" ContentType="application/vnd.openxmlformats-officedocument.drawingml.diagramStyle+xml"/>
  <Override PartName="/ppt/diagrams/colors78.xml" ContentType="application/vnd.openxmlformats-officedocument.drawingml.diagramColors+xml"/>
  <Override PartName="/ppt/diagrams/drawing78.xml" ContentType="application/vnd.ms-office.drawingml.diagramDrawing+xml"/>
  <Override PartName="/ppt/notesSlides/notesSlide331.xml" ContentType="application/vnd.openxmlformats-officedocument.presentationml.notesSlide+xml"/>
  <Override PartName="/ppt/diagrams/data79.xml" ContentType="application/vnd.openxmlformats-officedocument.drawingml.diagramData+xml"/>
  <Override PartName="/ppt/diagrams/layout79.xml" ContentType="application/vnd.openxmlformats-officedocument.drawingml.diagramLayout+xml"/>
  <Override PartName="/ppt/diagrams/quickStyle79.xml" ContentType="application/vnd.openxmlformats-officedocument.drawingml.diagramStyle+xml"/>
  <Override PartName="/ppt/diagrams/colors79.xml" ContentType="application/vnd.openxmlformats-officedocument.drawingml.diagramColors+xml"/>
  <Override PartName="/ppt/diagrams/drawing79.xml" ContentType="application/vnd.ms-office.drawingml.diagramDrawing+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diagrams/data80.xml" ContentType="application/vnd.openxmlformats-officedocument.drawingml.diagramData+xml"/>
  <Override PartName="/ppt/diagrams/layout80.xml" ContentType="application/vnd.openxmlformats-officedocument.drawingml.diagramLayout+xml"/>
  <Override PartName="/ppt/diagrams/quickStyle80.xml" ContentType="application/vnd.openxmlformats-officedocument.drawingml.diagramStyle+xml"/>
  <Override PartName="/ppt/diagrams/colors80.xml" ContentType="application/vnd.openxmlformats-officedocument.drawingml.diagramColors+xml"/>
  <Override PartName="/ppt/diagrams/drawing80.xml" ContentType="application/vnd.ms-office.drawingml.diagramDrawing+xml"/>
  <Override PartName="/ppt/diagrams/data81.xml" ContentType="application/vnd.openxmlformats-officedocument.drawingml.diagramData+xml"/>
  <Override PartName="/ppt/diagrams/layout81.xml" ContentType="application/vnd.openxmlformats-officedocument.drawingml.diagramLayout+xml"/>
  <Override PartName="/ppt/diagrams/quickStyle81.xml" ContentType="application/vnd.openxmlformats-officedocument.drawingml.diagramStyle+xml"/>
  <Override PartName="/ppt/diagrams/colors81.xml" ContentType="application/vnd.openxmlformats-officedocument.drawingml.diagramColors+xml"/>
  <Override PartName="/ppt/diagrams/drawing81.xml" ContentType="application/vnd.ms-office.drawingml.diagramDrawing+xml"/>
  <Override PartName="/ppt/notesSlides/notesSlide338.xml" ContentType="application/vnd.openxmlformats-officedocument.presentationml.notesSlide+xml"/>
  <Override PartName="/ppt/diagrams/data82.xml" ContentType="application/vnd.openxmlformats-officedocument.drawingml.diagramData+xml"/>
  <Override PartName="/ppt/diagrams/layout82.xml" ContentType="application/vnd.openxmlformats-officedocument.drawingml.diagramLayout+xml"/>
  <Override PartName="/ppt/diagrams/quickStyle82.xml" ContentType="application/vnd.openxmlformats-officedocument.drawingml.diagramStyle+xml"/>
  <Override PartName="/ppt/diagrams/colors82.xml" ContentType="application/vnd.openxmlformats-officedocument.drawingml.diagramColors+xml"/>
  <Override PartName="/ppt/diagrams/drawing82.xml" ContentType="application/vnd.ms-office.drawingml.diagramDrawing+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diagrams/data83.xml" ContentType="application/vnd.openxmlformats-officedocument.drawingml.diagramData+xml"/>
  <Override PartName="/ppt/diagrams/layout83.xml" ContentType="application/vnd.openxmlformats-officedocument.drawingml.diagramLayout+xml"/>
  <Override PartName="/ppt/diagrams/quickStyle83.xml" ContentType="application/vnd.openxmlformats-officedocument.drawingml.diagramStyle+xml"/>
  <Override PartName="/ppt/diagrams/colors83.xml" ContentType="application/vnd.openxmlformats-officedocument.drawingml.diagramColors+xml"/>
  <Override PartName="/ppt/diagrams/drawing83.xml" ContentType="application/vnd.ms-office.drawingml.diagramDrawing+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diagrams/data84.xml" ContentType="application/vnd.openxmlformats-officedocument.drawingml.diagramData+xml"/>
  <Override PartName="/ppt/diagrams/layout84.xml" ContentType="application/vnd.openxmlformats-officedocument.drawingml.diagramLayout+xml"/>
  <Override PartName="/ppt/diagrams/quickStyle84.xml" ContentType="application/vnd.openxmlformats-officedocument.drawingml.diagramStyle+xml"/>
  <Override PartName="/ppt/diagrams/colors84.xml" ContentType="application/vnd.openxmlformats-officedocument.drawingml.diagramColors+xml"/>
  <Override PartName="/ppt/diagrams/drawing84.xml" ContentType="application/vnd.ms-office.drawingml.diagramDrawing+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diagrams/data85.xml" ContentType="application/vnd.openxmlformats-officedocument.drawingml.diagramData+xml"/>
  <Override PartName="/ppt/diagrams/layout85.xml" ContentType="application/vnd.openxmlformats-officedocument.drawingml.diagramLayout+xml"/>
  <Override PartName="/ppt/diagrams/quickStyle85.xml" ContentType="application/vnd.openxmlformats-officedocument.drawingml.diagramStyle+xml"/>
  <Override PartName="/ppt/diagrams/colors85.xml" ContentType="application/vnd.openxmlformats-officedocument.drawingml.diagramColors+xml"/>
  <Override PartName="/ppt/diagrams/drawing85.xml" ContentType="application/vnd.ms-office.drawingml.diagramDrawing+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diagrams/data86.xml" ContentType="application/vnd.openxmlformats-officedocument.drawingml.diagramData+xml"/>
  <Override PartName="/ppt/diagrams/layout86.xml" ContentType="application/vnd.openxmlformats-officedocument.drawingml.diagramLayout+xml"/>
  <Override PartName="/ppt/diagrams/quickStyle86.xml" ContentType="application/vnd.openxmlformats-officedocument.drawingml.diagramStyle+xml"/>
  <Override PartName="/ppt/diagrams/colors86.xml" ContentType="application/vnd.openxmlformats-officedocument.drawingml.diagramColors+xml"/>
  <Override PartName="/ppt/diagrams/drawing86.xml" ContentType="application/vnd.ms-office.drawingml.diagramDrawing+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diagrams/data87.xml" ContentType="application/vnd.openxmlformats-officedocument.drawingml.diagramData+xml"/>
  <Override PartName="/ppt/diagrams/layout87.xml" ContentType="application/vnd.openxmlformats-officedocument.drawingml.diagramLayout+xml"/>
  <Override PartName="/ppt/diagrams/quickStyle87.xml" ContentType="application/vnd.openxmlformats-officedocument.drawingml.diagramStyle+xml"/>
  <Override PartName="/ppt/diagrams/colors87.xml" ContentType="application/vnd.openxmlformats-officedocument.drawingml.diagramColors+xml"/>
  <Override PartName="/ppt/diagrams/drawing87.xml" ContentType="application/vnd.ms-office.drawingml.diagramDrawing+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1"/>
    <p:sldMasterId id="2147483684" r:id="rId2"/>
    <p:sldMasterId id="2147483696" r:id="rId3"/>
  </p:sldMasterIdLst>
  <p:notesMasterIdLst>
    <p:notesMasterId r:id="rId467"/>
  </p:notesMasterIdLst>
  <p:sldIdLst>
    <p:sldId id="1293" r:id="rId4"/>
    <p:sldId id="1294" r:id="rId5"/>
    <p:sldId id="1462" r:id="rId6"/>
    <p:sldId id="1467" r:id="rId7"/>
    <p:sldId id="1468" r:id="rId8"/>
    <p:sldId id="1470" r:id="rId9"/>
    <p:sldId id="1298" r:id="rId10"/>
    <p:sldId id="581" r:id="rId11"/>
    <p:sldId id="396" r:id="rId12"/>
    <p:sldId id="590" r:id="rId13"/>
    <p:sldId id="592" r:id="rId14"/>
    <p:sldId id="320" r:id="rId15"/>
    <p:sldId id="591" r:id="rId16"/>
    <p:sldId id="398" r:id="rId17"/>
    <p:sldId id="397" r:id="rId18"/>
    <p:sldId id="1299" r:id="rId19"/>
    <p:sldId id="402" r:id="rId20"/>
    <p:sldId id="408" r:id="rId21"/>
    <p:sldId id="409" r:id="rId22"/>
    <p:sldId id="403" r:id="rId23"/>
    <p:sldId id="1300" r:id="rId24"/>
    <p:sldId id="413" r:id="rId25"/>
    <p:sldId id="417" r:id="rId26"/>
    <p:sldId id="418" r:id="rId27"/>
    <p:sldId id="419" r:id="rId28"/>
    <p:sldId id="420" r:id="rId29"/>
    <p:sldId id="421" r:id="rId30"/>
    <p:sldId id="422" r:id="rId31"/>
    <p:sldId id="423" r:id="rId32"/>
    <p:sldId id="1301" r:id="rId33"/>
    <p:sldId id="414" r:id="rId34"/>
    <p:sldId id="542" r:id="rId35"/>
    <p:sldId id="629" r:id="rId36"/>
    <p:sldId id="415" r:id="rId37"/>
    <p:sldId id="416" r:id="rId38"/>
    <p:sldId id="1302" r:id="rId39"/>
    <p:sldId id="630" r:id="rId40"/>
    <p:sldId id="631" r:id="rId41"/>
    <p:sldId id="632" r:id="rId42"/>
    <p:sldId id="426" r:id="rId43"/>
    <p:sldId id="427" r:id="rId44"/>
    <p:sldId id="1310" r:id="rId45"/>
    <p:sldId id="467" r:id="rId46"/>
    <p:sldId id="568" r:id="rId47"/>
    <p:sldId id="468" r:id="rId48"/>
    <p:sldId id="469" r:id="rId49"/>
    <p:sldId id="465" r:id="rId50"/>
    <p:sldId id="1311" r:id="rId51"/>
    <p:sldId id="473" r:id="rId52"/>
    <p:sldId id="472" r:id="rId53"/>
    <p:sldId id="474" r:id="rId54"/>
    <p:sldId id="602" r:id="rId55"/>
    <p:sldId id="1303" r:id="rId56"/>
    <p:sldId id="429" r:id="rId57"/>
    <p:sldId id="430" r:id="rId58"/>
    <p:sldId id="544" r:id="rId59"/>
    <p:sldId id="565" r:id="rId60"/>
    <p:sldId id="435" r:id="rId61"/>
    <p:sldId id="1304" r:id="rId62"/>
    <p:sldId id="593" r:id="rId63"/>
    <p:sldId id="594" r:id="rId64"/>
    <p:sldId id="595" r:id="rId65"/>
    <p:sldId id="434" r:id="rId66"/>
    <p:sldId id="596" r:id="rId67"/>
    <p:sldId id="597" r:id="rId68"/>
    <p:sldId id="582" r:id="rId69"/>
    <p:sldId id="432" r:id="rId70"/>
    <p:sldId id="1305" r:id="rId71"/>
    <p:sldId id="545" r:id="rId72"/>
    <p:sldId id="433" r:id="rId73"/>
    <p:sldId id="547" r:id="rId74"/>
    <p:sldId id="548" r:id="rId75"/>
    <p:sldId id="550" r:id="rId76"/>
    <p:sldId id="551" r:id="rId77"/>
    <p:sldId id="549" r:id="rId78"/>
    <p:sldId id="1306" r:id="rId79"/>
    <p:sldId id="437" r:id="rId80"/>
    <p:sldId id="583" r:id="rId81"/>
    <p:sldId id="555" r:id="rId82"/>
    <p:sldId id="557" r:id="rId83"/>
    <p:sldId id="439" r:id="rId84"/>
    <p:sldId id="440" r:id="rId85"/>
    <p:sldId id="438" r:id="rId86"/>
    <p:sldId id="598" r:id="rId87"/>
    <p:sldId id="441" r:id="rId88"/>
    <p:sldId id="560" r:id="rId89"/>
    <p:sldId id="442" r:id="rId90"/>
    <p:sldId id="559" r:id="rId91"/>
    <p:sldId id="526" r:id="rId92"/>
    <p:sldId id="1307" r:id="rId93"/>
    <p:sldId id="599" r:id="rId94"/>
    <p:sldId id="436" r:id="rId95"/>
    <p:sldId id="600" r:id="rId96"/>
    <p:sldId id="561" r:id="rId97"/>
    <p:sldId id="584" r:id="rId98"/>
    <p:sldId id="1308" r:id="rId99"/>
    <p:sldId id="444" r:id="rId100"/>
    <p:sldId id="585" r:id="rId101"/>
    <p:sldId id="563" r:id="rId102"/>
    <p:sldId id="446" r:id="rId103"/>
    <p:sldId id="448" r:id="rId104"/>
    <p:sldId id="564" r:id="rId105"/>
    <p:sldId id="449" r:id="rId106"/>
    <p:sldId id="451" r:id="rId107"/>
    <p:sldId id="452" r:id="rId108"/>
    <p:sldId id="453" r:id="rId109"/>
    <p:sldId id="450" r:id="rId110"/>
    <p:sldId id="455" r:id="rId111"/>
    <p:sldId id="1309" r:id="rId112"/>
    <p:sldId id="601" r:id="rId113"/>
    <p:sldId id="454" r:id="rId114"/>
    <p:sldId id="457" r:id="rId115"/>
    <p:sldId id="566" r:id="rId116"/>
    <p:sldId id="459" r:id="rId117"/>
    <p:sldId id="458" r:id="rId118"/>
    <p:sldId id="586" r:id="rId119"/>
    <p:sldId id="461" r:id="rId120"/>
    <p:sldId id="462" r:id="rId121"/>
    <p:sldId id="463" r:id="rId122"/>
    <p:sldId id="1325" r:id="rId123"/>
    <p:sldId id="571" r:id="rId124"/>
    <p:sldId id="587" r:id="rId125"/>
    <p:sldId id="481" r:id="rId126"/>
    <p:sldId id="479" r:id="rId127"/>
    <p:sldId id="588" r:id="rId128"/>
    <p:sldId id="480" r:id="rId129"/>
    <p:sldId id="1326" r:id="rId130"/>
    <p:sldId id="482" r:id="rId131"/>
    <p:sldId id="485" r:id="rId132"/>
    <p:sldId id="486" r:id="rId133"/>
    <p:sldId id="570" r:id="rId134"/>
    <p:sldId id="572" r:id="rId135"/>
    <p:sldId id="573" r:id="rId136"/>
    <p:sldId id="1327" r:id="rId137"/>
    <p:sldId id="490" r:id="rId138"/>
    <p:sldId id="489" r:id="rId139"/>
    <p:sldId id="589" r:id="rId140"/>
    <p:sldId id="575" r:id="rId141"/>
    <p:sldId id="491" r:id="rId142"/>
    <p:sldId id="576" r:id="rId143"/>
    <p:sldId id="493" r:id="rId144"/>
    <p:sldId id="494" r:id="rId145"/>
    <p:sldId id="577" r:id="rId146"/>
    <p:sldId id="495" r:id="rId147"/>
    <p:sldId id="496" r:id="rId148"/>
    <p:sldId id="579" r:id="rId149"/>
    <p:sldId id="578" r:id="rId150"/>
    <p:sldId id="497" r:id="rId151"/>
    <p:sldId id="498" r:id="rId152"/>
    <p:sldId id="1328" r:id="rId153"/>
    <p:sldId id="499" r:id="rId154"/>
    <p:sldId id="500" r:id="rId155"/>
    <p:sldId id="603" r:id="rId156"/>
    <p:sldId id="604" r:id="rId157"/>
    <p:sldId id="502" r:id="rId158"/>
    <p:sldId id="605" r:id="rId159"/>
    <p:sldId id="504" r:id="rId160"/>
    <p:sldId id="606" r:id="rId161"/>
    <p:sldId id="505" r:id="rId162"/>
    <p:sldId id="506" r:id="rId163"/>
    <p:sldId id="607" r:id="rId164"/>
    <p:sldId id="608" r:id="rId165"/>
    <p:sldId id="574" r:id="rId166"/>
    <p:sldId id="1329" r:id="rId167"/>
    <p:sldId id="510" r:id="rId168"/>
    <p:sldId id="609" r:id="rId169"/>
    <p:sldId id="512" r:id="rId170"/>
    <p:sldId id="610" r:id="rId171"/>
    <p:sldId id="1330" r:id="rId172"/>
    <p:sldId id="511" r:id="rId173"/>
    <p:sldId id="513" r:id="rId174"/>
    <p:sldId id="611" r:id="rId175"/>
    <p:sldId id="612" r:id="rId176"/>
    <p:sldId id="613" r:id="rId177"/>
    <p:sldId id="614" r:id="rId178"/>
    <p:sldId id="518" r:id="rId179"/>
    <p:sldId id="514" r:id="rId180"/>
    <p:sldId id="1331" r:id="rId181"/>
    <p:sldId id="516" r:id="rId182"/>
    <p:sldId id="615" r:id="rId183"/>
    <p:sldId id="616" r:id="rId184"/>
    <p:sldId id="521" r:id="rId185"/>
    <p:sldId id="522" r:id="rId186"/>
    <p:sldId id="617" r:id="rId187"/>
    <p:sldId id="1332" r:id="rId188"/>
    <p:sldId id="523" r:id="rId189"/>
    <p:sldId id="524" r:id="rId190"/>
    <p:sldId id="618" r:id="rId191"/>
    <p:sldId id="520" r:id="rId192"/>
    <p:sldId id="619" r:id="rId193"/>
    <p:sldId id="620" r:id="rId194"/>
    <p:sldId id="1333" r:id="rId195"/>
    <p:sldId id="530" r:id="rId196"/>
    <p:sldId id="622" r:id="rId197"/>
    <p:sldId id="527" r:id="rId198"/>
    <p:sldId id="623" r:id="rId199"/>
    <p:sldId id="1334" r:id="rId200"/>
    <p:sldId id="532" r:id="rId201"/>
    <p:sldId id="534" r:id="rId202"/>
    <p:sldId id="535" r:id="rId203"/>
    <p:sldId id="624" r:id="rId204"/>
    <p:sldId id="625" r:id="rId205"/>
    <p:sldId id="1335" r:id="rId206"/>
    <p:sldId id="536" r:id="rId207"/>
    <p:sldId id="626" r:id="rId208"/>
    <p:sldId id="537" r:id="rId209"/>
    <p:sldId id="627" r:id="rId210"/>
    <p:sldId id="538" r:id="rId211"/>
    <p:sldId id="628" r:id="rId212"/>
    <p:sldId id="1353" r:id="rId213"/>
    <p:sldId id="1354" r:id="rId214"/>
    <p:sldId id="1355" r:id="rId215"/>
    <p:sldId id="1356" r:id="rId216"/>
    <p:sldId id="1357" r:id="rId217"/>
    <p:sldId id="1358" r:id="rId218"/>
    <p:sldId id="1359" r:id="rId219"/>
    <p:sldId id="1360" r:id="rId220"/>
    <p:sldId id="652" r:id="rId221"/>
    <p:sldId id="1364" r:id="rId222"/>
    <p:sldId id="648" r:id="rId223"/>
    <p:sldId id="653" r:id="rId224"/>
    <p:sldId id="655" r:id="rId225"/>
    <p:sldId id="1339" r:id="rId226"/>
    <p:sldId id="657" r:id="rId227"/>
    <p:sldId id="1337" r:id="rId228"/>
    <p:sldId id="639" r:id="rId229"/>
    <p:sldId id="540" r:id="rId230"/>
    <p:sldId id="1338" r:id="rId231"/>
    <p:sldId id="640" r:id="rId232"/>
    <p:sldId id="1365" r:id="rId233"/>
    <p:sldId id="641" r:id="rId234"/>
    <p:sldId id="646" r:id="rId235"/>
    <p:sldId id="642" r:id="rId236"/>
    <p:sldId id="644" r:id="rId237"/>
    <p:sldId id="645" r:id="rId238"/>
    <p:sldId id="643" r:id="rId239"/>
    <p:sldId id="1362" r:id="rId240"/>
    <p:sldId id="662" r:id="rId241"/>
    <p:sldId id="663" r:id="rId242"/>
    <p:sldId id="664" r:id="rId243"/>
    <p:sldId id="665" r:id="rId244"/>
    <p:sldId id="666" r:id="rId245"/>
    <p:sldId id="552" r:id="rId246"/>
    <p:sldId id="667" r:id="rId247"/>
    <p:sldId id="1363" r:id="rId248"/>
    <p:sldId id="556" r:id="rId249"/>
    <p:sldId id="654" r:id="rId250"/>
    <p:sldId id="658" r:id="rId251"/>
    <p:sldId id="659" r:id="rId252"/>
    <p:sldId id="1361" r:id="rId253"/>
    <p:sldId id="1366" r:id="rId254"/>
    <p:sldId id="1367" r:id="rId255"/>
    <p:sldId id="1368" r:id="rId256"/>
    <p:sldId id="1369" r:id="rId257"/>
    <p:sldId id="1370" r:id="rId258"/>
    <p:sldId id="1371" r:id="rId259"/>
    <p:sldId id="1372" r:id="rId260"/>
    <p:sldId id="1373" r:id="rId261"/>
    <p:sldId id="1374" r:id="rId262"/>
    <p:sldId id="1375" r:id="rId263"/>
    <p:sldId id="1376" r:id="rId264"/>
    <p:sldId id="1377" r:id="rId265"/>
    <p:sldId id="1378" r:id="rId266"/>
    <p:sldId id="1379" r:id="rId267"/>
    <p:sldId id="1380" r:id="rId268"/>
    <p:sldId id="1381" r:id="rId269"/>
    <p:sldId id="1382" r:id="rId270"/>
    <p:sldId id="1383" r:id="rId271"/>
    <p:sldId id="1384" r:id="rId272"/>
    <p:sldId id="1385" r:id="rId273"/>
    <p:sldId id="1386" r:id="rId274"/>
    <p:sldId id="1387" r:id="rId275"/>
    <p:sldId id="558" r:id="rId276"/>
    <p:sldId id="1388" r:id="rId277"/>
    <p:sldId id="1389" r:id="rId278"/>
    <p:sldId id="1390" r:id="rId279"/>
    <p:sldId id="1391" r:id="rId280"/>
    <p:sldId id="1392" r:id="rId281"/>
    <p:sldId id="1393" r:id="rId282"/>
    <p:sldId id="1394" r:id="rId283"/>
    <p:sldId id="1395" r:id="rId284"/>
    <p:sldId id="1396" r:id="rId285"/>
    <p:sldId id="1397" r:id="rId286"/>
    <p:sldId id="1398" r:id="rId287"/>
    <p:sldId id="1399" r:id="rId288"/>
    <p:sldId id="1400" r:id="rId289"/>
    <p:sldId id="1401" r:id="rId290"/>
    <p:sldId id="553" r:id="rId291"/>
    <p:sldId id="1402" r:id="rId292"/>
    <p:sldId id="1403" r:id="rId293"/>
    <p:sldId id="1404" r:id="rId294"/>
    <p:sldId id="1405" r:id="rId295"/>
    <p:sldId id="1406" r:id="rId296"/>
    <p:sldId id="1407" r:id="rId297"/>
    <p:sldId id="1408" r:id="rId298"/>
    <p:sldId id="1409" r:id="rId299"/>
    <p:sldId id="1410" r:id="rId300"/>
    <p:sldId id="1411" r:id="rId301"/>
    <p:sldId id="1412" r:id="rId302"/>
    <p:sldId id="1413" r:id="rId303"/>
    <p:sldId id="1414" r:id="rId304"/>
    <p:sldId id="1415" r:id="rId305"/>
    <p:sldId id="1416" r:id="rId306"/>
    <p:sldId id="1417" r:id="rId307"/>
    <p:sldId id="1418" r:id="rId308"/>
    <p:sldId id="1419" r:id="rId309"/>
    <p:sldId id="621" r:id="rId310"/>
    <p:sldId id="1420" r:id="rId311"/>
    <p:sldId id="1421" r:id="rId312"/>
    <p:sldId id="1422" r:id="rId313"/>
    <p:sldId id="1423" r:id="rId314"/>
    <p:sldId id="1424" r:id="rId315"/>
    <p:sldId id="1425" r:id="rId316"/>
    <p:sldId id="1426" r:id="rId317"/>
    <p:sldId id="1427" r:id="rId318"/>
    <p:sldId id="1428" r:id="rId319"/>
    <p:sldId id="1429" r:id="rId320"/>
    <p:sldId id="1430" r:id="rId321"/>
    <p:sldId id="1431" r:id="rId322"/>
    <p:sldId id="1432" r:id="rId323"/>
    <p:sldId id="1433" r:id="rId324"/>
    <p:sldId id="1434" r:id="rId325"/>
    <p:sldId id="633" r:id="rId326"/>
    <p:sldId id="634" r:id="rId327"/>
    <p:sldId id="635" r:id="rId328"/>
    <p:sldId id="636" r:id="rId329"/>
    <p:sldId id="637" r:id="rId330"/>
    <p:sldId id="638" r:id="rId331"/>
    <p:sldId id="1435" r:id="rId332"/>
    <p:sldId id="1436" r:id="rId333"/>
    <p:sldId id="401" r:id="rId334"/>
    <p:sldId id="1437" r:id="rId335"/>
    <p:sldId id="1438" r:id="rId336"/>
    <p:sldId id="411" r:id="rId337"/>
    <p:sldId id="412" r:id="rId338"/>
    <p:sldId id="1439" r:id="rId339"/>
    <p:sldId id="1440" r:id="rId340"/>
    <p:sldId id="405" r:id="rId341"/>
    <p:sldId id="443" r:id="rId342"/>
    <p:sldId id="1441" r:id="rId343"/>
    <p:sldId id="1442" r:id="rId344"/>
    <p:sldId id="1443" r:id="rId345"/>
    <p:sldId id="1444" r:id="rId346"/>
    <p:sldId id="1445" r:id="rId347"/>
    <p:sldId id="810" r:id="rId348"/>
    <p:sldId id="1047" r:id="rId349"/>
    <p:sldId id="1049" r:id="rId350"/>
    <p:sldId id="1446" r:id="rId351"/>
    <p:sldId id="1336" r:id="rId352"/>
    <p:sldId id="1083" r:id="rId353"/>
    <p:sldId id="1179" r:id="rId354"/>
    <p:sldId id="1180" r:id="rId355"/>
    <p:sldId id="1181" r:id="rId356"/>
    <p:sldId id="1352" r:id="rId357"/>
    <p:sldId id="1340" r:id="rId358"/>
    <p:sldId id="668" r:id="rId359"/>
    <p:sldId id="669" r:id="rId360"/>
    <p:sldId id="670" r:id="rId361"/>
    <p:sldId id="671" r:id="rId362"/>
    <p:sldId id="672" r:id="rId363"/>
    <p:sldId id="673" r:id="rId364"/>
    <p:sldId id="674" r:id="rId365"/>
    <p:sldId id="675" r:id="rId366"/>
    <p:sldId id="676" r:id="rId367"/>
    <p:sldId id="677" r:id="rId368"/>
    <p:sldId id="1341" r:id="rId369"/>
    <p:sldId id="678" r:id="rId370"/>
    <p:sldId id="554" r:id="rId371"/>
    <p:sldId id="679" r:id="rId372"/>
    <p:sldId id="680" r:id="rId373"/>
    <p:sldId id="681" r:id="rId374"/>
    <p:sldId id="682" r:id="rId375"/>
    <p:sldId id="1342" r:id="rId376"/>
    <p:sldId id="684" r:id="rId377"/>
    <p:sldId id="685" r:id="rId378"/>
    <p:sldId id="686" r:id="rId379"/>
    <p:sldId id="687" r:id="rId380"/>
    <p:sldId id="567" r:id="rId381"/>
    <p:sldId id="688" r:id="rId382"/>
    <p:sldId id="689" r:id="rId383"/>
    <p:sldId id="690" r:id="rId384"/>
    <p:sldId id="1343" r:id="rId385"/>
    <p:sldId id="692" r:id="rId386"/>
    <p:sldId id="693" r:id="rId387"/>
    <p:sldId id="694" r:id="rId388"/>
    <p:sldId id="695" r:id="rId389"/>
    <p:sldId id="696" r:id="rId390"/>
    <p:sldId id="697" r:id="rId391"/>
    <p:sldId id="1344" r:id="rId392"/>
    <p:sldId id="699" r:id="rId393"/>
    <p:sldId id="700" r:id="rId394"/>
    <p:sldId id="701" r:id="rId395"/>
    <p:sldId id="702" r:id="rId396"/>
    <p:sldId id="703" r:id="rId397"/>
    <p:sldId id="704" r:id="rId398"/>
    <p:sldId id="1345" r:id="rId399"/>
    <p:sldId id="706" r:id="rId400"/>
    <p:sldId id="707" r:id="rId401"/>
    <p:sldId id="708" r:id="rId402"/>
    <p:sldId id="709" r:id="rId403"/>
    <p:sldId id="710" r:id="rId404"/>
    <p:sldId id="711" r:id="rId405"/>
    <p:sldId id="1346" r:id="rId406"/>
    <p:sldId id="713" r:id="rId407"/>
    <p:sldId id="714" r:id="rId408"/>
    <p:sldId id="715" r:id="rId409"/>
    <p:sldId id="716" r:id="rId410"/>
    <p:sldId id="717" r:id="rId411"/>
    <p:sldId id="1347" r:id="rId412"/>
    <p:sldId id="719" r:id="rId413"/>
    <p:sldId id="720" r:id="rId414"/>
    <p:sldId id="721" r:id="rId415"/>
    <p:sldId id="722" r:id="rId416"/>
    <p:sldId id="1348" r:id="rId417"/>
    <p:sldId id="724" r:id="rId418"/>
    <p:sldId id="725" r:id="rId419"/>
    <p:sldId id="726" r:id="rId420"/>
    <p:sldId id="727" r:id="rId421"/>
    <p:sldId id="728" r:id="rId422"/>
    <p:sldId id="729" r:id="rId423"/>
    <p:sldId id="730" r:id="rId424"/>
    <p:sldId id="731" r:id="rId425"/>
    <p:sldId id="732" r:id="rId426"/>
    <p:sldId id="733" r:id="rId427"/>
    <p:sldId id="1447" r:id="rId428"/>
    <p:sldId id="1448" r:id="rId429"/>
    <p:sldId id="1052" r:id="rId430"/>
    <p:sldId id="1053" r:id="rId431"/>
    <p:sldId id="1055" r:id="rId432"/>
    <p:sldId id="1057" r:id="rId433"/>
    <p:sldId id="1058" r:id="rId434"/>
    <p:sldId id="1059" r:id="rId435"/>
    <p:sldId id="1449" r:id="rId436"/>
    <p:sldId id="1061" r:id="rId437"/>
    <p:sldId id="1062" r:id="rId438"/>
    <p:sldId id="1063" r:id="rId439"/>
    <p:sldId id="1066" r:id="rId440"/>
    <p:sldId id="1067" r:id="rId441"/>
    <p:sldId id="1068" r:id="rId442"/>
    <p:sldId id="1069" r:id="rId443"/>
    <p:sldId id="1070" r:id="rId444"/>
    <p:sldId id="1071" r:id="rId445"/>
    <p:sldId id="1072" r:id="rId446"/>
    <p:sldId id="1073" r:id="rId447"/>
    <p:sldId id="1450" r:id="rId448"/>
    <p:sldId id="1076" r:id="rId449"/>
    <p:sldId id="1077" r:id="rId450"/>
    <p:sldId id="1079" r:id="rId451"/>
    <p:sldId id="1081" r:id="rId452"/>
    <p:sldId id="1451" r:id="rId453"/>
    <p:sldId id="1452" r:id="rId454"/>
    <p:sldId id="1453" r:id="rId455"/>
    <p:sldId id="1454" r:id="rId456"/>
    <p:sldId id="1082" r:id="rId457"/>
    <p:sldId id="1455" r:id="rId458"/>
    <p:sldId id="1456" r:id="rId459"/>
    <p:sldId id="1457" r:id="rId460"/>
    <p:sldId id="647" r:id="rId461"/>
    <p:sldId id="650" r:id="rId462"/>
    <p:sldId id="651" r:id="rId463"/>
    <p:sldId id="1458" r:id="rId464"/>
    <p:sldId id="1459" r:id="rId465"/>
    <p:sldId id="1295" r:id="rId46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C4B1156A-380E-4F78-BDF5-A606A8083BF9}" styleName="Medium Style 4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w="12700" cmpd="sng">
              <a:solidFill>
                <a:schemeClr val="accent4"/>
              </a:solidFill>
            </a:ln>
          </a:insideV>
        </a:tcBdr>
        <a:fill>
          <a:solidFill>
            <a:schemeClr val="accent4">
              <a:tint val="20000"/>
            </a:schemeClr>
          </a:solidFill>
        </a:fill>
      </a:tcStyle>
    </a:wholeTbl>
    <a:band1H>
      <a:tcStyle>
        <a:tcBdr/>
        <a:fill>
          <a:solidFill>
            <a:schemeClr val="accent4">
              <a:tint val="40000"/>
            </a:schemeClr>
          </a:solidFill>
        </a:fill>
      </a:tcStyle>
    </a:band1H>
    <a:band1V>
      <a:tcStyle>
        <a:tcBdr/>
        <a:fill>
          <a:solidFill>
            <a:schemeClr val="accent4">
              <a:tint val="40000"/>
            </a:schemeClr>
          </a:solidFill>
        </a:fill>
      </a:tcStyle>
    </a:band1V>
    <a:lastCol>
      <a:tcTxStyle b="on"/>
      <a:tcStyle>
        <a:tcBdr/>
      </a:tcStyle>
    </a:lastCol>
    <a:firstCol>
      <a:tcTxStyle b="on"/>
      <a:tcStyle>
        <a:tcBdr/>
      </a:tcStyle>
    </a:firstCol>
    <a:lastRow>
      <a:tcTxStyle b="on"/>
      <a:tcStyle>
        <a:tcBdr>
          <a:top>
            <a:ln w="25400" cmpd="sng">
              <a:solidFill>
                <a:schemeClr val="accent4"/>
              </a:solidFill>
            </a:ln>
          </a:top>
        </a:tcBdr>
        <a:fill>
          <a:solidFill>
            <a:schemeClr val="accent4">
              <a:tint val="20000"/>
            </a:schemeClr>
          </a:solidFill>
        </a:fill>
      </a:tcStyle>
    </a:lastRow>
    <a:firstRow>
      <a:tcTxStyle b="on"/>
      <a:tcStyle>
        <a:tcBdr/>
        <a:fill>
          <a:solidFill>
            <a:schemeClr val="accent4">
              <a:tint val="20000"/>
            </a:schemeClr>
          </a:solidFill>
        </a:fill>
      </a:tcStyle>
    </a:firstRow>
  </a:tblStyle>
  <a:tblStyle styleId="{0505E3EF-67EA-436B-97B2-0124C06EBD24}" styleName="Medium Style 4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88862" autoAdjust="0"/>
  </p:normalViewPr>
  <p:slideViewPr>
    <p:cSldViewPr snapToGrid="0" showGuides="1">
      <p:cViewPr varScale="1">
        <p:scale>
          <a:sx n="98" d="100"/>
          <a:sy n="98" d="100"/>
        </p:scale>
        <p:origin x="822" y="102"/>
      </p:cViewPr>
      <p:guideLst/>
    </p:cSldViewPr>
  </p:slideViewPr>
  <p:outlineViewPr>
    <p:cViewPr>
      <p:scale>
        <a:sx n="33" d="100"/>
        <a:sy n="33" d="100"/>
      </p:scale>
      <p:origin x="0" y="0"/>
    </p:cViewPr>
  </p:outlineViewPr>
  <p:notesTextViewPr>
    <p:cViewPr>
      <p:scale>
        <a:sx n="1" d="1"/>
        <a:sy n="1" d="1"/>
      </p:scale>
      <p:origin x="0" y="0"/>
    </p:cViewPr>
  </p:notesTextViewPr>
  <p:sorterViewPr>
    <p:cViewPr>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4.xml"/><Relationship Id="rId299" Type="http://schemas.openxmlformats.org/officeDocument/2006/relationships/slide" Target="slides/slide296.xml"/><Relationship Id="rId21" Type="http://schemas.openxmlformats.org/officeDocument/2006/relationships/slide" Target="slides/slide18.xml"/><Relationship Id="rId63" Type="http://schemas.openxmlformats.org/officeDocument/2006/relationships/slide" Target="slides/slide60.xml"/><Relationship Id="rId159" Type="http://schemas.openxmlformats.org/officeDocument/2006/relationships/slide" Target="slides/slide156.xml"/><Relationship Id="rId324" Type="http://schemas.openxmlformats.org/officeDocument/2006/relationships/slide" Target="slides/slide321.xml"/><Relationship Id="rId366" Type="http://schemas.openxmlformats.org/officeDocument/2006/relationships/slide" Target="slides/slide363.xml"/><Relationship Id="rId170" Type="http://schemas.openxmlformats.org/officeDocument/2006/relationships/slide" Target="slides/slide167.xml"/><Relationship Id="rId226" Type="http://schemas.openxmlformats.org/officeDocument/2006/relationships/slide" Target="slides/slide223.xml"/><Relationship Id="rId433" Type="http://schemas.openxmlformats.org/officeDocument/2006/relationships/slide" Target="slides/slide430.xml"/><Relationship Id="rId268" Type="http://schemas.openxmlformats.org/officeDocument/2006/relationships/slide" Target="slides/slide265.xml"/><Relationship Id="rId32" Type="http://schemas.openxmlformats.org/officeDocument/2006/relationships/slide" Target="slides/slide29.xml"/><Relationship Id="rId74" Type="http://schemas.openxmlformats.org/officeDocument/2006/relationships/slide" Target="slides/slide71.xml"/><Relationship Id="rId128" Type="http://schemas.openxmlformats.org/officeDocument/2006/relationships/slide" Target="slides/slide125.xml"/><Relationship Id="rId335" Type="http://schemas.openxmlformats.org/officeDocument/2006/relationships/slide" Target="slides/slide332.xml"/><Relationship Id="rId377" Type="http://schemas.openxmlformats.org/officeDocument/2006/relationships/slide" Target="slides/slide374.xml"/><Relationship Id="rId5" Type="http://schemas.openxmlformats.org/officeDocument/2006/relationships/slide" Target="slides/slide2.xml"/><Relationship Id="rId181" Type="http://schemas.openxmlformats.org/officeDocument/2006/relationships/slide" Target="slides/slide178.xml"/><Relationship Id="rId237" Type="http://schemas.openxmlformats.org/officeDocument/2006/relationships/slide" Target="slides/slide234.xml"/><Relationship Id="rId402" Type="http://schemas.openxmlformats.org/officeDocument/2006/relationships/slide" Target="slides/slide399.xml"/><Relationship Id="rId279" Type="http://schemas.openxmlformats.org/officeDocument/2006/relationships/slide" Target="slides/slide276.xml"/><Relationship Id="rId444" Type="http://schemas.openxmlformats.org/officeDocument/2006/relationships/slide" Target="slides/slide441.xml"/><Relationship Id="rId43" Type="http://schemas.openxmlformats.org/officeDocument/2006/relationships/slide" Target="slides/slide40.xml"/><Relationship Id="rId139" Type="http://schemas.openxmlformats.org/officeDocument/2006/relationships/slide" Target="slides/slide136.xml"/><Relationship Id="rId290" Type="http://schemas.openxmlformats.org/officeDocument/2006/relationships/slide" Target="slides/slide287.xml"/><Relationship Id="rId304" Type="http://schemas.openxmlformats.org/officeDocument/2006/relationships/slide" Target="slides/slide301.xml"/><Relationship Id="rId346" Type="http://schemas.openxmlformats.org/officeDocument/2006/relationships/slide" Target="slides/slide343.xml"/><Relationship Id="rId388" Type="http://schemas.openxmlformats.org/officeDocument/2006/relationships/slide" Target="slides/slide385.xml"/><Relationship Id="rId85" Type="http://schemas.openxmlformats.org/officeDocument/2006/relationships/slide" Target="slides/slide82.xml"/><Relationship Id="rId150" Type="http://schemas.openxmlformats.org/officeDocument/2006/relationships/slide" Target="slides/slide147.xml"/><Relationship Id="rId192" Type="http://schemas.openxmlformats.org/officeDocument/2006/relationships/slide" Target="slides/slide189.xml"/><Relationship Id="rId206" Type="http://schemas.openxmlformats.org/officeDocument/2006/relationships/slide" Target="slides/slide203.xml"/><Relationship Id="rId413" Type="http://schemas.openxmlformats.org/officeDocument/2006/relationships/slide" Target="slides/slide410.xml"/><Relationship Id="rId248" Type="http://schemas.openxmlformats.org/officeDocument/2006/relationships/slide" Target="slides/slide245.xml"/><Relationship Id="rId455" Type="http://schemas.openxmlformats.org/officeDocument/2006/relationships/slide" Target="slides/slide452.xml"/><Relationship Id="rId12" Type="http://schemas.openxmlformats.org/officeDocument/2006/relationships/slide" Target="slides/slide9.xml"/><Relationship Id="rId108" Type="http://schemas.openxmlformats.org/officeDocument/2006/relationships/slide" Target="slides/slide105.xml"/><Relationship Id="rId315" Type="http://schemas.openxmlformats.org/officeDocument/2006/relationships/slide" Target="slides/slide312.xml"/><Relationship Id="rId357" Type="http://schemas.openxmlformats.org/officeDocument/2006/relationships/slide" Target="slides/slide354.xml"/><Relationship Id="rId54" Type="http://schemas.openxmlformats.org/officeDocument/2006/relationships/slide" Target="slides/slide51.xml"/><Relationship Id="rId96" Type="http://schemas.openxmlformats.org/officeDocument/2006/relationships/slide" Target="slides/slide93.xml"/><Relationship Id="rId161" Type="http://schemas.openxmlformats.org/officeDocument/2006/relationships/slide" Target="slides/slide158.xml"/><Relationship Id="rId217" Type="http://schemas.openxmlformats.org/officeDocument/2006/relationships/slide" Target="slides/slide214.xml"/><Relationship Id="rId399" Type="http://schemas.openxmlformats.org/officeDocument/2006/relationships/slide" Target="slides/slide396.xml"/><Relationship Id="rId259" Type="http://schemas.openxmlformats.org/officeDocument/2006/relationships/slide" Target="slides/slide256.xml"/><Relationship Id="rId424" Type="http://schemas.openxmlformats.org/officeDocument/2006/relationships/slide" Target="slides/slide421.xml"/><Relationship Id="rId466" Type="http://schemas.openxmlformats.org/officeDocument/2006/relationships/slide" Target="slides/slide463.xml"/><Relationship Id="rId23" Type="http://schemas.openxmlformats.org/officeDocument/2006/relationships/slide" Target="slides/slide20.xml"/><Relationship Id="rId119" Type="http://schemas.openxmlformats.org/officeDocument/2006/relationships/slide" Target="slides/slide116.xml"/><Relationship Id="rId270" Type="http://schemas.openxmlformats.org/officeDocument/2006/relationships/slide" Target="slides/slide267.xml"/><Relationship Id="rId326" Type="http://schemas.openxmlformats.org/officeDocument/2006/relationships/slide" Target="slides/slide323.xml"/><Relationship Id="rId65" Type="http://schemas.openxmlformats.org/officeDocument/2006/relationships/slide" Target="slides/slide62.xml"/><Relationship Id="rId130" Type="http://schemas.openxmlformats.org/officeDocument/2006/relationships/slide" Target="slides/slide127.xml"/><Relationship Id="rId368" Type="http://schemas.openxmlformats.org/officeDocument/2006/relationships/slide" Target="slides/slide365.xml"/><Relationship Id="rId172" Type="http://schemas.openxmlformats.org/officeDocument/2006/relationships/slide" Target="slides/slide169.xml"/><Relationship Id="rId228" Type="http://schemas.openxmlformats.org/officeDocument/2006/relationships/slide" Target="slides/slide225.xml"/><Relationship Id="rId435" Type="http://schemas.openxmlformats.org/officeDocument/2006/relationships/slide" Target="slides/slide432.xml"/><Relationship Id="rId281" Type="http://schemas.openxmlformats.org/officeDocument/2006/relationships/slide" Target="slides/slide278.xml"/><Relationship Id="rId337" Type="http://schemas.openxmlformats.org/officeDocument/2006/relationships/slide" Target="slides/slide334.xml"/><Relationship Id="rId34" Type="http://schemas.openxmlformats.org/officeDocument/2006/relationships/slide" Target="slides/slide31.xml"/><Relationship Id="rId76" Type="http://schemas.openxmlformats.org/officeDocument/2006/relationships/slide" Target="slides/slide73.xml"/><Relationship Id="rId141" Type="http://schemas.openxmlformats.org/officeDocument/2006/relationships/slide" Target="slides/slide138.xml"/><Relationship Id="rId379" Type="http://schemas.openxmlformats.org/officeDocument/2006/relationships/slide" Target="slides/slide376.xml"/><Relationship Id="rId7" Type="http://schemas.openxmlformats.org/officeDocument/2006/relationships/slide" Target="slides/slide4.xml"/><Relationship Id="rId183" Type="http://schemas.openxmlformats.org/officeDocument/2006/relationships/slide" Target="slides/slide180.xml"/><Relationship Id="rId239" Type="http://schemas.openxmlformats.org/officeDocument/2006/relationships/slide" Target="slides/slide236.xml"/><Relationship Id="rId390" Type="http://schemas.openxmlformats.org/officeDocument/2006/relationships/slide" Target="slides/slide387.xml"/><Relationship Id="rId404" Type="http://schemas.openxmlformats.org/officeDocument/2006/relationships/slide" Target="slides/slide401.xml"/><Relationship Id="rId446" Type="http://schemas.openxmlformats.org/officeDocument/2006/relationships/slide" Target="slides/slide443.xml"/><Relationship Id="rId250" Type="http://schemas.openxmlformats.org/officeDocument/2006/relationships/slide" Target="slides/slide247.xml"/><Relationship Id="rId292" Type="http://schemas.openxmlformats.org/officeDocument/2006/relationships/slide" Target="slides/slide289.xml"/><Relationship Id="rId306" Type="http://schemas.openxmlformats.org/officeDocument/2006/relationships/slide" Target="slides/slide303.xml"/><Relationship Id="rId45" Type="http://schemas.openxmlformats.org/officeDocument/2006/relationships/slide" Target="slides/slide42.xml"/><Relationship Id="rId87" Type="http://schemas.openxmlformats.org/officeDocument/2006/relationships/slide" Target="slides/slide84.xml"/><Relationship Id="rId110" Type="http://schemas.openxmlformats.org/officeDocument/2006/relationships/slide" Target="slides/slide107.xml"/><Relationship Id="rId348" Type="http://schemas.openxmlformats.org/officeDocument/2006/relationships/slide" Target="slides/slide345.xml"/><Relationship Id="rId152" Type="http://schemas.openxmlformats.org/officeDocument/2006/relationships/slide" Target="slides/slide149.xml"/><Relationship Id="rId194" Type="http://schemas.openxmlformats.org/officeDocument/2006/relationships/slide" Target="slides/slide191.xml"/><Relationship Id="rId208" Type="http://schemas.openxmlformats.org/officeDocument/2006/relationships/slide" Target="slides/slide205.xml"/><Relationship Id="rId415" Type="http://schemas.openxmlformats.org/officeDocument/2006/relationships/slide" Target="slides/slide412.xml"/><Relationship Id="rId457" Type="http://schemas.openxmlformats.org/officeDocument/2006/relationships/slide" Target="slides/slide454.xml"/><Relationship Id="rId261" Type="http://schemas.openxmlformats.org/officeDocument/2006/relationships/slide" Target="slides/slide258.xml"/><Relationship Id="rId14" Type="http://schemas.openxmlformats.org/officeDocument/2006/relationships/slide" Target="slides/slide11.xml"/><Relationship Id="rId56" Type="http://schemas.openxmlformats.org/officeDocument/2006/relationships/slide" Target="slides/slide53.xml"/><Relationship Id="rId317" Type="http://schemas.openxmlformats.org/officeDocument/2006/relationships/slide" Target="slides/slide314.xml"/><Relationship Id="rId359" Type="http://schemas.openxmlformats.org/officeDocument/2006/relationships/slide" Target="slides/slide356.xml"/><Relationship Id="rId98" Type="http://schemas.openxmlformats.org/officeDocument/2006/relationships/slide" Target="slides/slide95.xml"/><Relationship Id="rId121" Type="http://schemas.openxmlformats.org/officeDocument/2006/relationships/slide" Target="slides/slide118.xml"/><Relationship Id="rId163" Type="http://schemas.openxmlformats.org/officeDocument/2006/relationships/slide" Target="slides/slide160.xml"/><Relationship Id="rId219" Type="http://schemas.openxmlformats.org/officeDocument/2006/relationships/slide" Target="slides/slide216.xml"/><Relationship Id="rId370" Type="http://schemas.openxmlformats.org/officeDocument/2006/relationships/slide" Target="slides/slide367.xml"/><Relationship Id="rId426" Type="http://schemas.openxmlformats.org/officeDocument/2006/relationships/slide" Target="slides/slide423.xml"/><Relationship Id="rId230" Type="http://schemas.openxmlformats.org/officeDocument/2006/relationships/slide" Target="slides/slide227.xml"/><Relationship Id="rId468" Type="http://schemas.openxmlformats.org/officeDocument/2006/relationships/presProps" Target="presProps.xml"/><Relationship Id="rId25" Type="http://schemas.openxmlformats.org/officeDocument/2006/relationships/slide" Target="slides/slide22.xml"/><Relationship Id="rId67" Type="http://schemas.openxmlformats.org/officeDocument/2006/relationships/slide" Target="slides/slide64.xml"/><Relationship Id="rId272" Type="http://schemas.openxmlformats.org/officeDocument/2006/relationships/slide" Target="slides/slide269.xml"/><Relationship Id="rId328" Type="http://schemas.openxmlformats.org/officeDocument/2006/relationships/slide" Target="slides/slide325.xml"/><Relationship Id="rId132" Type="http://schemas.openxmlformats.org/officeDocument/2006/relationships/slide" Target="slides/slide129.xml"/><Relationship Id="rId174" Type="http://schemas.openxmlformats.org/officeDocument/2006/relationships/slide" Target="slides/slide171.xml"/><Relationship Id="rId381" Type="http://schemas.openxmlformats.org/officeDocument/2006/relationships/slide" Target="slides/slide378.xml"/><Relationship Id="rId241" Type="http://schemas.openxmlformats.org/officeDocument/2006/relationships/slide" Target="slides/slide238.xml"/><Relationship Id="rId437" Type="http://schemas.openxmlformats.org/officeDocument/2006/relationships/slide" Target="slides/slide434.xml"/><Relationship Id="rId36" Type="http://schemas.openxmlformats.org/officeDocument/2006/relationships/slide" Target="slides/slide33.xml"/><Relationship Id="rId283" Type="http://schemas.openxmlformats.org/officeDocument/2006/relationships/slide" Target="slides/slide280.xml"/><Relationship Id="rId339" Type="http://schemas.openxmlformats.org/officeDocument/2006/relationships/slide" Target="slides/slide336.xml"/><Relationship Id="rId78" Type="http://schemas.openxmlformats.org/officeDocument/2006/relationships/slide" Target="slides/slide75.xml"/><Relationship Id="rId101" Type="http://schemas.openxmlformats.org/officeDocument/2006/relationships/slide" Target="slides/slide98.xml"/><Relationship Id="rId143" Type="http://schemas.openxmlformats.org/officeDocument/2006/relationships/slide" Target="slides/slide140.xml"/><Relationship Id="rId185" Type="http://schemas.openxmlformats.org/officeDocument/2006/relationships/slide" Target="slides/slide182.xml"/><Relationship Id="rId350" Type="http://schemas.openxmlformats.org/officeDocument/2006/relationships/slide" Target="slides/slide347.xml"/><Relationship Id="rId406" Type="http://schemas.openxmlformats.org/officeDocument/2006/relationships/slide" Target="slides/slide403.xml"/><Relationship Id="rId9" Type="http://schemas.openxmlformats.org/officeDocument/2006/relationships/slide" Target="slides/slide6.xml"/><Relationship Id="rId210" Type="http://schemas.openxmlformats.org/officeDocument/2006/relationships/slide" Target="slides/slide207.xml"/><Relationship Id="rId392" Type="http://schemas.openxmlformats.org/officeDocument/2006/relationships/slide" Target="slides/slide389.xml"/><Relationship Id="rId448" Type="http://schemas.openxmlformats.org/officeDocument/2006/relationships/slide" Target="slides/slide445.xml"/><Relationship Id="rId252" Type="http://schemas.openxmlformats.org/officeDocument/2006/relationships/slide" Target="slides/slide249.xml"/><Relationship Id="rId294" Type="http://schemas.openxmlformats.org/officeDocument/2006/relationships/slide" Target="slides/slide291.xml"/><Relationship Id="rId308" Type="http://schemas.openxmlformats.org/officeDocument/2006/relationships/slide" Target="slides/slide305.xml"/><Relationship Id="rId47" Type="http://schemas.openxmlformats.org/officeDocument/2006/relationships/slide" Target="slides/slide44.xml"/><Relationship Id="rId89" Type="http://schemas.openxmlformats.org/officeDocument/2006/relationships/slide" Target="slides/slide86.xml"/><Relationship Id="rId112" Type="http://schemas.openxmlformats.org/officeDocument/2006/relationships/slide" Target="slides/slide109.xml"/><Relationship Id="rId154" Type="http://schemas.openxmlformats.org/officeDocument/2006/relationships/slide" Target="slides/slide151.xml"/><Relationship Id="rId361" Type="http://schemas.openxmlformats.org/officeDocument/2006/relationships/slide" Target="slides/slide358.xml"/><Relationship Id="rId196" Type="http://schemas.openxmlformats.org/officeDocument/2006/relationships/slide" Target="slides/slide193.xml"/><Relationship Id="rId417" Type="http://schemas.openxmlformats.org/officeDocument/2006/relationships/slide" Target="slides/slide414.xml"/><Relationship Id="rId459" Type="http://schemas.openxmlformats.org/officeDocument/2006/relationships/slide" Target="slides/slide456.xml"/><Relationship Id="rId16" Type="http://schemas.openxmlformats.org/officeDocument/2006/relationships/slide" Target="slides/slide13.xml"/><Relationship Id="rId221" Type="http://schemas.openxmlformats.org/officeDocument/2006/relationships/slide" Target="slides/slide218.xml"/><Relationship Id="rId263" Type="http://schemas.openxmlformats.org/officeDocument/2006/relationships/slide" Target="slides/slide260.xml"/><Relationship Id="rId319" Type="http://schemas.openxmlformats.org/officeDocument/2006/relationships/slide" Target="slides/slide316.xml"/><Relationship Id="rId470" Type="http://schemas.openxmlformats.org/officeDocument/2006/relationships/theme" Target="theme/theme1.xml"/><Relationship Id="rId58" Type="http://schemas.openxmlformats.org/officeDocument/2006/relationships/slide" Target="slides/slide55.xml"/><Relationship Id="rId123" Type="http://schemas.openxmlformats.org/officeDocument/2006/relationships/slide" Target="slides/slide120.xml"/><Relationship Id="rId330" Type="http://schemas.openxmlformats.org/officeDocument/2006/relationships/slide" Target="slides/slide327.xml"/><Relationship Id="rId165" Type="http://schemas.openxmlformats.org/officeDocument/2006/relationships/slide" Target="slides/slide162.xml"/><Relationship Id="rId372" Type="http://schemas.openxmlformats.org/officeDocument/2006/relationships/slide" Target="slides/slide369.xml"/><Relationship Id="rId428" Type="http://schemas.openxmlformats.org/officeDocument/2006/relationships/slide" Target="slides/slide425.xml"/><Relationship Id="rId232" Type="http://schemas.openxmlformats.org/officeDocument/2006/relationships/slide" Target="slides/slide229.xml"/><Relationship Id="rId274" Type="http://schemas.openxmlformats.org/officeDocument/2006/relationships/slide" Target="slides/slide271.xml"/><Relationship Id="rId27" Type="http://schemas.openxmlformats.org/officeDocument/2006/relationships/slide" Target="slides/slide24.xml"/><Relationship Id="rId69" Type="http://schemas.openxmlformats.org/officeDocument/2006/relationships/slide" Target="slides/slide66.xml"/><Relationship Id="rId134" Type="http://schemas.openxmlformats.org/officeDocument/2006/relationships/slide" Target="slides/slide131.xml"/><Relationship Id="rId80" Type="http://schemas.openxmlformats.org/officeDocument/2006/relationships/slide" Target="slides/slide77.xml"/><Relationship Id="rId176" Type="http://schemas.openxmlformats.org/officeDocument/2006/relationships/slide" Target="slides/slide173.xml"/><Relationship Id="rId341" Type="http://schemas.openxmlformats.org/officeDocument/2006/relationships/slide" Target="slides/slide338.xml"/><Relationship Id="rId383" Type="http://schemas.openxmlformats.org/officeDocument/2006/relationships/slide" Target="slides/slide380.xml"/><Relationship Id="rId439" Type="http://schemas.openxmlformats.org/officeDocument/2006/relationships/slide" Target="slides/slide436.xml"/><Relationship Id="rId201" Type="http://schemas.openxmlformats.org/officeDocument/2006/relationships/slide" Target="slides/slide198.xml"/><Relationship Id="rId243" Type="http://schemas.openxmlformats.org/officeDocument/2006/relationships/slide" Target="slides/slide240.xml"/><Relationship Id="rId285" Type="http://schemas.openxmlformats.org/officeDocument/2006/relationships/slide" Target="slides/slide282.xml"/><Relationship Id="rId450" Type="http://schemas.openxmlformats.org/officeDocument/2006/relationships/slide" Target="slides/slide447.xml"/><Relationship Id="rId38" Type="http://schemas.openxmlformats.org/officeDocument/2006/relationships/slide" Target="slides/slide35.xml"/><Relationship Id="rId103" Type="http://schemas.openxmlformats.org/officeDocument/2006/relationships/slide" Target="slides/slide100.xml"/><Relationship Id="rId310" Type="http://schemas.openxmlformats.org/officeDocument/2006/relationships/slide" Target="slides/slide307.xml"/><Relationship Id="rId91" Type="http://schemas.openxmlformats.org/officeDocument/2006/relationships/slide" Target="slides/slide88.xml"/><Relationship Id="rId145" Type="http://schemas.openxmlformats.org/officeDocument/2006/relationships/slide" Target="slides/slide142.xml"/><Relationship Id="rId187" Type="http://schemas.openxmlformats.org/officeDocument/2006/relationships/slide" Target="slides/slide184.xml"/><Relationship Id="rId352" Type="http://schemas.openxmlformats.org/officeDocument/2006/relationships/slide" Target="slides/slide349.xml"/><Relationship Id="rId394" Type="http://schemas.openxmlformats.org/officeDocument/2006/relationships/slide" Target="slides/slide391.xml"/><Relationship Id="rId408" Type="http://schemas.openxmlformats.org/officeDocument/2006/relationships/slide" Target="slides/slide405.xml"/><Relationship Id="rId212" Type="http://schemas.openxmlformats.org/officeDocument/2006/relationships/slide" Target="slides/slide209.xml"/><Relationship Id="rId254" Type="http://schemas.openxmlformats.org/officeDocument/2006/relationships/slide" Target="slides/slide251.xml"/><Relationship Id="rId49" Type="http://schemas.openxmlformats.org/officeDocument/2006/relationships/slide" Target="slides/slide46.xml"/><Relationship Id="rId114" Type="http://schemas.openxmlformats.org/officeDocument/2006/relationships/slide" Target="slides/slide111.xml"/><Relationship Id="rId296" Type="http://schemas.openxmlformats.org/officeDocument/2006/relationships/slide" Target="slides/slide293.xml"/><Relationship Id="rId461" Type="http://schemas.openxmlformats.org/officeDocument/2006/relationships/slide" Target="slides/slide458.xml"/><Relationship Id="rId60" Type="http://schemas.openxmlformats.org/officeDocument/2006/relationships/slide" Target="slides/slide57.xml"/><Relationship Id="rId156" Type="http://schemas.openxmlformats.org/officeDocument/2006/relationships/slide" Target="slides/slide153.xml"/><Relationship Id="rId198" Type="http://schemas.openxmlformats.org/officeDocument/2006/relationships/slide" Target="slides/slide195.xml"/><Relationship Id="rId321" Type="http://schemas.openxmlformats.org/officeDocument/2006/relationships/slide" Target="slides/slide318.xml"/><Relationship Id="rId363" Type="http://schemas.openxmlformats.org/officeDocument/2006/relationships/slide" Target="slides/slide360.xml"/><Relationship Id="rId419" Type="http://schemas.openxmlformats.org/officeDocument/2006/relationships/slide" Target="slides/slide416.xml"/><Relationship Id="rId223" Type="http://schemas.openxmlformats.org/officeDocument/2006/relationships/slide" Target="slides/slide220.xml"/><Relationship Id="rId430" Type="http://schemas.openxmlformats.org/officeDocument/2006/relationships/slide" Target="slides/slide427.xml"/><Relationship Id="rId18" Type="http://schemas.openxmlformats.org/officeDocument/2006/relationships/slide" Target="slides/slide15.xml"/><Relationship Id="rId265" Type="http://schemas.openxmlformats.org/officeDocument/2006/relationships/slide" Target="slides/slide262.xml"/><Relationship Id="rId125" Type="http://schemas.openxmlformats.org/officeDocument/2006/relationships/slide" Target="slides/slide122.xml"/><Relationship Id="rId167" Type="http://schemas.openxmlformats.org/officeDocument/2006/relationships/slide" Target="slides/slide164.xml"/><Relationship Id="rId332" Type="http://schemas.openxmlformats.org/officeDocument/2006/relationships/slide" Target="slides/slide329.xml"/><Relationship Id="rId374" Type="http://schemas.openxmlformats.org/officeDocument/2006/relationships/slide" Target="slides/slide371.xml"/><Relationship Id="rId71" Type="http://schemas.openxmlformats.org/officeDocument/2006/relationships/slide" Target="slides/slide68.xml"/><Relationship Id="rId234" Type="http://schemas.openxmlformats.org/officeDocument/2006/relationships/slide" Target="slides/slide231.xml"/><Relationship Id="rId2" Type="http://schemas.openxmlformats.org/officeDocument/2006/relationships/slideMaster" Target="slideMasters/slideMaster2.xml"/><Relationship Id="rId29" Type="http://schemas.openxmlformats.org/officeDocument/2006/relationships/slide" Target="slides/slide26.xml"/><Relationship Id="rId276" Type="http://schemas.openxmlformats.org/officeDocument/2006/relationships/slide" Target="slides/slide273.xml"/><Relationship Id="rId441" Type="http://schemas.openxmlformats.org/officeDocument/2006/relationships/slide" Target="slides/slide438.xml"/><Relationship Id="rId40" Type="http://schemas.openxmlformats.org/officeDocument/2006/relationships/slide" Target="slides/slide37.xml"/><Relationship Id="rId136" Type="http://schemas.openxmlformats.org/officeDocument/2006/relationships/slide" Target="slides/slide133.xml"/><Relationship Id="rId178" Type="http://schemas.openxmlformats.org/officeDocument/2006/relationships/slide" Target="slides/slide175.xml"/><Relationship Id="rId301" Type="http://schemas.openxmlformats.org/officeDocument/2006/relationships/slide" Target="slides/slide298.xml"/><Relationship Id="rId343" Type="http://schemas.openxmlformats.org/officeDocument/2006/relationships/slide" Target="slides/slide340.xml"/><Relationship Id="rId82" Type="http://schemas.openxmlformats.org/officeDocument/2006/relationships/slide" Target="slides/slide79.xml"/><Relationship Id="rId203" Type="http://schemas.openxmlformats.org/officeDocument/2006/relationships/slide" Target="slides/slide200.xml"/><Relationship Id="rId385" Type="http://schemas.openxmlformats.org/officeDocument/2006/relationships/slide" Target="slides/slide382.xml"/><Relationship Id="rId19" Type="http://schemas.openxmlformats.org/officeDocument/2006/relationships/slide" Target="slides/slide16.xml"/><Relationship Id="rId224" Type="http://schemas.openxmlformats.org/officeDocument/2006/relationships/slide" Target="slides/slide221.xml"/><Relationship Id="rId245" Type="http://schemas.openxmlformats.org/officeDocument/2006/relationships/slide" Target="slides/slide242.xml"/><Relationship Id="rId266" Type="http://schemas.openxmlformats.org/officeDocument/2006/relationships/slide" Target="slides/slide263.xml"/><Relationship Id="rId287" Type="http://schemas.openxmlformats.org/officeDocument/2006/relationships/slide" Target="slides/slide284.xml"/><Relationship Id="rId410" Type="http://schemas.openxmlformats.org/officeDocument/2006/relationships/slide" Target="slides/slide407.xml"/><Relationship Id="rId431" Type="http://schemas.openxmlformats.org/officeDocument/2006/relationships/slide" Target="slides/slide428.xml"/><Relationship Id="rId452" Type="http://schemas.openxmlformats.org/officeDocument/2006/relationships/slide" Target="slides/slide449.xml"/><Relationship Id="rId30" Type="http://schemas.openxmlformats.org/officeDocument/2006/relationships/slide" Target="slides/slide27.xml"/><Relationship Id="rId105" Type="http://schemas.openxmlformats.org/officeDocument/2006/relationships/slide" Target="slides/slide102.xml"/><Relationship Id="rId126" Type="http://schemas.openxmlformats.org/officeDocument/2006/relationships/slide" Target="slides/slide123.xml"/><Relationship Id="rId147" Type="http://schemas.openxmlformats.org/officeDocument/2006/relationships/slide" Target="slides/slide144.xml"/><Relationship Id="rId168" Type="http://schemas.openxmlformats.org/officeDocument/2006/relationships/slide" Target="slides/slide165.xml"/><Relationship Id="rId312" Type="http://schemas.openxmlformats.org/officeDocument/2006/relationships/slide" Target="slides/slide309.xml"/><Relationship Id="rId333" Type="http://schemas.openxmlformats.org/officeDocument/2006/relationships/slide" Target="slides/slide330.xml"/><Relationship Id="rId354" Type="http://schemas.openxmlformats.org/officeDocument/2006/relationships/slide" Target="slides/slide351.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189" Type="http://schemas.openxmlformats.org/officeDocument/2006/relationships/slide" Target="slides/slide186.xml"/><Relationship Id="rId375" Type="http://schemas.openxmlformats.org/officeDocument/2006/relationships/slide" Target="slides/slide372.xml"/><Relationship Id="rId396" Type="http://schemas.openxmlformats.org/officeDocument/2006/relationships/slide" Target="slides/slide393.xml"/><Relationship Id="rId3" Type="http://schemas.openxmlformats.org/officeDocument/2006/relationships/slideMaster" Target="slideMasters/slideMaster3.xml"/><Relationship Id="rId214" Type="http://schemas.openxmlformats.org/officeDocument/2006/relationships/slide" Target="slides/slide211.xml"/><Relationship Id="rId235" Type="http://schemas.openxmlformats.org/officeDocument/2006/relationships/slide" Target="slides/slide232.xml"/><Relationship Id="rId256" Type="http://schemas.openxmlformats.org/officeDocument/2006/relationships/slide" Target="slides/slide253.xml"/><Relationship Id="rId277" Type="http://schemas.openxmlformats.org/officeDocument/2006/relationships/slide" Target="slides/slide274.xml"/><Relationship Id="rId298" Type="http://schemas.openxmlformats.org/officeDocument/2006/relationships/slide" Target="slides/slide295.xml"/><Relationship Id="rId400" Type="http://schemas.openxmlformats.org/officeDocument/2006/relationships/slide" Target="slides/slide397.xml"/><Relationship Id="rId421" Type="http://schemas.openxmlformats.org/officeDocument/2006/relationships/slide" Target="slides/slide418.xml"/><Relationship Id="rId442" Type="http://schemas.openxmlformats.org/officeDocument/2006/relationships/slide" Target="slides/slide439.xml"/><Relationship Id="rId463" Type="http://schemas.openxmlformats.org/officeDocument/2006/relationships/slide" Target="slides/slide460.xml"/><Relationship Id="rId116" Type="http://schemas.openxmlformats.org/officeDocument/2006/relationships/slide" Target="slides/slide113.xml"/><Relationship Id="rId137" Type="http://schemas.openxmlformats.org/officeDocument/2006/relationships/slide" Target="slides/slide134.xml"/><Relationship Id="rId158" Type="http://schemas.openxmlformats.org/officeDocument/2006/relationships/slide" Target="slides/slide155.xml"/><Relationship Id="rId302" Type="http://schemas.openxmlformats.org/officeDocument/2006/relationships/slide" Target="slides/slide299.xml"/><Relationship Id="rId323" Type="http://schemas.openxmlformats.org/officeDocument/2006/relationships/slide" Target="slides/slide320.xml"/><Relationship Id="rId344" Type="http://schemas.openxmlformats.org/officeDocument/2006/relationships/slide" Target="slides/slide341.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179" Type="http://schemas.openxmlformats.org/officeDocument/2006/relationships/slide" Target="slides/slide176.xml"/><Relationship Id="rId365" Type="http://schemas.openxmlformats.org/officeDocument/2006/relationships/slide" Target="slides/slide362.xml"/><Relationship Id="rId386" Type="http://schemas.openxmlformats.org/officeDocument/2006/relationships/slide" Target="slides/slide383.xml"/><Relationship Id="rId190" Type="http://schemas.openxmlformats.org/officeDocument/2006/relationships/slide" Target="slides/slide187.xml"/><Relationship Id="rId204" Type="http://schemas.openxmlformats.org/officeDocument/2006/relationships/slide" Target="slides/slide201.xml"/><Relationship Id="rId225" Type="http://schemas.openxmlformats.org/officeDocument/2006/relationships/slide" Target="slides/slide222.xml"/><Relationship Id="rId246" Type="http://schemas.openxmlformats.org/officeDocument/2006/relationships/slide" Target="slides/slide243.xml"/><Relationship Id="rId267" Type="http://schemas.openxmlformats.org/officeDocument/2006/relationships/slide" Target="slides/slide264.xml"/><Relationship Id="rId288" Type="http://schemas.openxmlformats.org/officeDocument/2006/relationships/slide" Target="slides/slide285.xml"/><Relationship Id="rId411" Type="http://schemas.openxmlformats.org/officeDocument/2006/relationships/slide" Target="slides/slide408.xml"/><Relationship Id="rId432" Type="http://schemas.openxmlformats.org/officeDocument/2006/relationships/slide" Target="slides/slide429.xml"/><Relationship Id="rId453" Type="http://schemas.openxmlformats.org/officeDocument/2006/relationships/slide" Target="slides/slide450.xml"/><Relationship Id="rId106" Type="http://schemas.openxmlformats.org/officeDocument/2006/relationships/slide" Target="slides/slide103.xml"/><Relationship Id="rId127" Type="http://schemas.openxmlformats.org/officeDocument/2006/relationships/slide" Target="slides/slide124.xml"/><Relationship Id="rId313" Type="http://schemas.openxmlformats.org/officeDocument/2006/relationships/slide" Target="slides/slide310.xml"/><Relationship Id="rId10" Type="http://schemas.openxmlformats.org/officeDocument/2006/relationships/slide" Target="slides/slide7.xml"/><Relationship Id="rId31" Type="http://schemas.openxmlformats.org/officeDocument/2006/relationships/slide" Target="slides/slide28.xml"/><Relationship Id="rId52" Type="http://schemas.openxmlformats.org/officeDocument/2006/relationships/slide" Target="slides/slide49.xml"/><Relationship Id="rId73" Type="http://schemas.openxmlformats.org/officeDocument/2006/relationships/slide" Target="slides/slide70.xml"/><Relationship Id="rId94" Type="http://schemas.openxmlformats.org/officeDocument/2006/relationships/slide" Target="slides/slide91.xml"/><Relationship Id="rId148" Type="http://schemas.openxmlformats.org/officeDocument/2006/relationships/slide" Target="slides/slide145.xml"/><Relationship Id="rId169" Type="http://schemas.openxmlformats.org/officeDocument/2006/relationships/slide" Target="slides/slide166.xml"/><Relationship Id="rId334" Type="http://schemas.openxmlformats.org/officeDocument/2006/relationships/slide" Target="slides/slide331.xml"/><Relationship Id="rId355" Type="http://schemas.openxmlformats.org/officeDocument/2006/relationships/slide" Target="slides/slide352.xml"/><Relationship Id="rId376" Type="http://schemas.openxmlformats.org/officeDocument/2006/relationships/slide" Target="slides/slide373.xml"/><Relationship Id="rId397" Type="http://schemas.openxmlformats.org/officeDocument/2006/relationships/slide" Target="slides/slide394.xml"/><Relationship Id="rId4" Type="http://schemas.openxmlformats.org/officeDocument/2006/relationships/slide" Target="slides/slide1.xml"/><Relationship Id="rId180" Type="http://schemas.openxmlformats.org/officeDocument/2006/relationships/slide" Target="slides/slide177.xml"/><Relationship Id="rId215" Type="http://schemas.openxmlformats.org/officeDocument/2006/relationships/slide" Target="slides/slide212.xml"/><Relationship Id="rId236" Type="http://schemas.openxmlformats.org/officeDocument/2006/relationships/slide" Target="slides/slide233.xml"/><Relationship Id="rId257" Type="http://schemas.openxmlformats.org/officeDocument/2006/relationships/slide" Target="slides/slide254.xml"/><Relationship Id="rId278" Type="http://schemas.openxmlformats.org/officeDocument/2006/relationships/slide" Target="slides/slide275.xml"/><Relationship Id="rId401" Type="http://schemas.openxmlformats.org/officeDocument/2006/relationships/slide" Target="slides/slide398.xml"/><Relationship Id="rId422" Type="http://schemas.openxmlformats.org/officeDocument/2006/relationships/slide" Target="slides/slide419.xml"/><Relationship Id="rId443" Type="http://schemas.openxmlformats.org/officeDocument/2006/relationships/slide" Target="slides/slide440.xml"/><Relationship Id="rId464" Type="http://schemas.openxmlformats.org/officeDocument/2006/relationships/slide" Target="slides/slide461.xml"/><Relationship Id="rId303" Type="http://schemas.openxmlformats.org/officeDocument/2006/relationships/slide" Target="slides/slide300.xml"/><Relationship Id="rId42" Type="http://schemas.openxmlformats.org/officeDocument/2006/relationships/slide" Target="slides/slide39.xml"/><Relationship Id="rId84" Type="http://schemas.openxmlformats.org/officeDocument/2006/relationships/slide" Target="slides/slide81.xml"/><Relationship Id="rId138" Type="http://schemas.openxmlformats.org/officeDocument/2006/relationships/slide" Target="slides/slide135.xml"/><Relationship Id="rId345" Type="http://schemas.openxmlformats.org/officeDocument/2006/relationships/slide" Target="slides/slide342.xml"/><Relationship Id="rId387" Type="http://schemas.openxmlformats.org/officeDocument/2006/relationships/slide" Target="slides/slide384.xml"/><Relationship Id="rId191" Type="http://schemas.openxmlformats.org/officeDocument/2006/relationships/slide" Target="slides/slide188.xml"/><Relationship Id="rId205" Type="http://schemas.openxmlformats.org/officeDocument/2006/relationships/slide" Target="slides/slide202.xml"/><Relationship Id="rId247" Type="http://schemas.openxmlformats.org/officeDocument/2006/relationships/slide" Target="slides/slide244.xml"/><Relationship Id="rId412" Type="http://schemas.openxmlformats.org/officeDocument/2006/relationships/slide" Target="slides/slide409.xml"/><Relationship Id="rId107" Type="http://schemas.openxmlformats.org/officeDocument/2006/relationships/slide" Target="slides/slide104.xml"/><Relationship Id="rId289" Type="http://schemas.openxmlformats.org/officeDocument/2006/relationships/slide" Target="slides/slide286.xml"/><Relationship Id="rId454" Type="http://schemas.openxmlformats.org/officeDocument/2006/relationships/slide" Target="slides/slide451.xml"/><Relationship Id="rId11" Type="http://schemas.openxmlformats.org/officeDocument/2006/relationships/slide" Target="slides/slide8.xml"/><Relationship Id="rId53" Type="http://schemas.openxmlformats.org/officeDocument/2006/relationships/slide" Target="slides/slide50.xml"/><Relationship Id="rId149" Type="http://schemas.openxmlformats.org/officeDocument/2006/relationships/slide" Target="slides/slide146.xml"/><Relationship Id="rId314" Type="http://schemas.openxmlformats.org/officeDocument/2006/relationships/slide" Target="slides/slide311.xml"/><Relationship Id="rId356" Type="http://schemas.openxmlformats.org/officeDocument/2006/relationships/slide" Target="slides/slide353.xml"/><Relationship Id="rId398" Type="http://schemas.openxmlformats.org/officeDocument/2006/relationships/slide" Target="slides/slide395.xml"/><Relationship Id="rId95" Type="http://schemas.openxmlformats.org/officeDocument/2006/relationships/slide" Target="slides/slide92.xml"/><Relationship Id="rId160" Type="http://schemas.openxmlformats.org/officeDocument/2006/relationships/slide" Target="slides/slide157.xml"/><Relationship Id="rId216" Type="http://schemas.openxmlformats.org/officeDocument/2006/relationships/slide" Target="slides/slide213.xml"/><Relationship Id="rId423" Type="http://schemas.openxmlformats.org/officeDocument/2006/relationships/slide" Target="slides/slide420.xml"/><Relationship Id="rId258" Type="http://schemas.openxmlformats.org/officeDocument/2006/relationships/slide" Target="slides/slide255.xml"/><Relationship Id="rId465" Type="http://schemas.openxmlformats.org/officeDocument/2006/relationships/slide" Target="slides/slide462.xml"/><Relationship Id="rId22" Type="http://schemas.openxmlformats.org/officeDocument/2006/relationships/slide" Target="slides/slide19.xml"/><Relationship Id="rId64" Type="http://schemas.openxmlformats.org/officeDocument/2006/relationships/slide" Target="slides/slide61.xml"/><Relationship Id="rId118" Type="http://schemas.openxmlformats.org/officeDocument/2006/relationships/slide" Target="slides/slide115.xml"/><Relationship Id="rId325" Type="http://schemas.openxmlformats.org/officeDocument/2006/relationships/slide" Target="slides/slide322.xml"/><Relationship Id="rId367" Type="http://schemas.openxmlformats.org/officeDocument/2006/relationships/slide" Target="slides/slide364.xml"/><Relationship Id="rId171" Type="http://schemas.openxmlformats.org/officeDocument/2006/relationships/slide" Target="slides/slide168.xml"/><Relationship Id="rId227" Type="http://schemas.openxmlformats.org/officeDocument/2006/relationships/slide" Target="slides/slide224.xml"/><Relationship Id="rId269" Type="http://schemas.openxmlformats.org/officeDocument/2006/relationships/slide" Target="slides/slide266.xml"/><Relationship Id="rId434" Type="http://schemas.openxmlformats.org/officeDocument/2006/relationships/slide" Target="slides/slide431.xml"/><Relationship Id="rId33" Type="http://schemas.openxmlformats.org/officeDocument/2006/relationships/slide" Target="slides/slide30.xml"/><Relationship Id="rId129" Type="http://schemas.openxmlformats.org/officeDocument/2006/relationships/slide" Target="slides/slide126.xml"/><Relationship Id="rId280" Type="http://schemas.openxmlformats.org/officeDocument/2006/relationships/slide" Target="slides/slide277.xml"/><Relationship Id="rId336" Type="http://schemas.openxmlformats.org/officeDocument/2006/relationships/slide" Target="slides/slide333.xml"/><Relationship Id="rId75" Type="http://schemas.openxmlformats.org/officeDocument/2006/relationships/slide" Target="slides/slide72.xml"/><Relationship Id="rId140" Type="http://schemas.openxmlformats.org/officeDocument/2006/relationships/slide" Target="slides/slide137.xml"/><Relationship Id="rId182" Type="http://schemas.openxmlformats.org/officeDocument/2006/relationships/slide" Target="slides/slide179.xml"/><Relationship Id="rId378" Type="http://schemas.openxmlformats.org/officeDocument/2006/relationships/slide" Target="slides/slide375.xml"/><Relationship Id="rId403" Type="http://schemas.openxmlformats.org/officeDocument/2006/relationships/slide" Target="slides/slide400.xml"/><Relationship Id="rId6" Type="http://schemas.openxmlformats.org/officeDocument/2006/relationships/slide" Target="slides/slide3.xml"/><Relationship Id="rId238" Type="http://schemas.openxmlformats.org/officeDocument/2006/relationships/slide" Target="slides/slide235.xml"/><Relationship Id="rId445" Type="http://schemas.openxmlformats.org/officeDocument/2006/relationships/slide" Target="slides/slide442.xml"/><Relationship Id="rId291" Type="http://schemas.openxmlformats.org/officeDocument/2006/relationships/slide" Target="slides/slide288.xml"/><Relationship Id="rId305" Type="http://schemas.openxmlformats.org/officeDocument/2006/relationships/slide" Target="slides/slide302.xml"/><Relationship Id="rId347" Type="http://schemas.openxmlformats.org/officeDocument/2006/relationships/slide" Target="slides/slide344.xml"/><Relationship Id="rId44" Type="http://schemas.openxmlformats.org/officeDocument/2006/relationships/slide" Target="slides/slide41.xml"/><Relationship Id="rId86" Type="http://schemas.openxmlformats.org/officeDocument/2006/relationships/slide" Target="slides/slide83.xml"/><Relationship Id="rId151" Type="http://schemas.openxmlformats.org/officeDocument/2006/relationships/slide" Target="slides/slide148.xml"/><Relationship Id="rId389" Type="http://schemas.openxmlformats.org/officeDocument/2006/relationships/slide" Target="slides/slide386.xml"/><Relationship Id="rId193" Type="http://schemas.openxmlformats.org/officeDocument/2006/relationships/slide" Target="slides/slide190.xml"/><Relationship Id="rId207" Type="http://schemas.openxmlformats.org/officeDocument/2006/relationships/slide" Target="slides/slide204.xml"/><Relationship Id="rId249" Type="http://schemas.openxmlformats.org/officeDocument/2006/relationships/slide" Target="slides/slide246.xml"/><Relationship Id="rId414" Type="http://schemas.openxmlformats.org/officeDocument/2006/relationships/slide" Target="slides/slide411.xml"/><Relationship Id="rId456" Type="http://schemas.openxmlformats.org/officeDocument/2006/relationships/slide" Target="slides/slide453.xml"/><Relationship Id="rId13" Type="http://schemas.openxmlformats.org/officeDocument/2006/relationships/slide" Target="slides/slide10.xml"/><Relationship Id="rId109" Type="http://schemas.openxmlformats.org/officeDocument/2006/relationships/slide" Target="slides/slide106.xml"/><Relationship Id="rId260" Type="http://schemas.openxmlformats.org/officeDocument/2006/relationships/slide" Target="slides/slide257.xml"/><Relationship Id="rId316" Type="http://schemas.openxmlformats.org/officeDocument/2006/relationships/slide" Target="slides/slide313.xml"/><Relationship Id="rId55" Type="http://schemas.openxmlformats.org/officeDocument/2006/relationships/slide" Target="slides/slide52.xml"/><Relationship Id="rId97" Type="http://schemas.openxmlformats.org/officeDocument/2006/relationships/slide" Target="slides/slide94.xml"/><Relationship Id="rId120" Type="http://schemas.openxmlformats.org/officeDocument/2006/relationships/slide" Target="slides/slide117.xml"/><Relationship Id="rId358" Type="http://schemas.openxmlformats.org/officeDocument/2006/relationships/slide" Target="slides/slide355.xml"/><Relationship Id="rId162" Type="http://schemas.openxmlformats.org/officeDocument/2006/relationships/slide" Target="slides/slide159.xml"/><Relationship Id="rId218" Type="http://schemas.openxmlformats.org/officeDocument/2006/relationships/slide" Target="slides/slide215.xml"/><Relationship Id="rId425" Type="http://schemas.openxmlformats.org/officeDocument/2006/relationships/slide" Target="slides/slide422.xml"/><Relationship Id="rId467" Type="http://schemas.openxmlformats.org/officeDocument/2006/relationships/notesMaster" Target="notesMasters/notesMaster1.xml"/><Relationship Id="rId271" Type="http://schemas.openxmlformats.org/officeDocument/2006/relationships/slide" Target="slides/slide268.xml"/><Relationship Id="rId24" Type="http://schemas.openxmlformats.org/officeDocument/2006/relationships/slide" Target="slides/slide21.xml"/><Relationship Id="rId66" Type="http://schemas.openxmlformats.org/officeDocument/2006/relationships/slide" Target="slides/slide63.xml"/><Relationship Id="rId131" Type="http://schemas.openxmlformats.org/officeDocument/2006/relationships/slide" Target="slides/slide128.xml"/><Relationship Id="rId327" Type="http://schemas.openxmlformats.org/officeDocument/2006/relationships/slide" Target="slides/slide324.xml"/><Relationship Id="rId369" Type="http://schemas.openxmlformats.org/officeDocument/2006/relationships/slide" Target="slides/slide366.xml"/><Relationship Id="rId173" Type="http://schemas.openxmlformats.org/officeDocument/2006/relationships/slide" Target="slides/slide170.xml"/><Relationship Id="rId229" Type="http://schemas.openxmlformats.org/officeDocument/2006/relationships/slide" Target="slides/slide226.xml"/><Relationship Id="rId380" Type="http://schemas.openxmlformats.org/officeDocument/2006/relationships/slide" Target="slides/slide377.xml"/><Relationship Id="rId436" Type="http://schemas.openxmlformats.org/officeDocument/2006/relationships/slide" Target="slides/slide433.xml"/><Relationship Id="rId240" Type="http://schemas.openxmlformats.org/officeDocument/2006/relationships/slide" Target="slides/slide237.xml"/><Relationship Id="rId35" Type="http://schemas.openxmlformats.org/officeDocument/2006/relationships/slide" Target="slides/slide32.xml"/><Relationship Id="rId77" Type="http://schemas.openxmlformats.org/officeDocument/2006/relationships/slide" Target="slides/slide74.xml"/><Relationship Id="rId100" Type="http://schemas.openxmlformats.org/officeDocument/2006/relationships/slide" Target="slides/slide97.xml"/><Relationship Id="rId282" Type="http://schemas.openxmlformats.org/officeDocument/2006/relationships/slide" Target="slides/slide279.xml"/><Relationship Id="rId338" Type="http://schemas.openxmlformats.org/officeDocument/2006/relationships/slide" Target="slides/slide335.xml"/><Relationship Id="rId8" Type="http://schemas.openxmlformats.org/officeDocument/2006/relationships/slide" Target="slides/slide5.xml"/><Relationship Id="rId142" Type="http://schemas.openxmlformats.org/officeDocument/2006/relationships/slide" Target="slides/slide139.xml"/><Relationship Id="rId184" Type="http://schemas.openxmlformats.org/officeDocument/2006/relationships/slide" Target="slides/slide181.xml"/><Relationship Id="rId391" Type="http://schemas.openxmlformats.org/officeDocument/2006/relationships/slide" Target="slides/slide388.xml"/><Relationship Id="rId405" Type="http://schemas.openxmlformats.org/officeDocument/2006/relationships/slide" Target="slides/slide402.xml"/><Relationship Id="rId447" Type="http://schemas.openxmlformats.org/officeDocument/2006/relationships/slide" Target="slides/slide444.xml"/><Relationship Id="rId251" Type="http://schemas.openxmlformats.org/officeDocument/2006/relationships/slide" Target="slides/slide248.xml"/><Relationship Id="rId46" Type="http://schemas.openxmlformats.org/officeDocument/2006/relationships/slide" Target="slides/slide43.xml"/><Relationship Id="rId293" Type="http://schemas.openxmlformats.org/officeDocument/2006/relationships/slide" Target="slides/slide290.xml"/><Relationship Id="rId307" Type="http://schemas.openxmlformats.org/officeDocument/2006/relationships/slide" Target="slides/slide304.xml"/><Relationship Id="rId349" Type="http://schemas.openxmlformats.org/officeDocument/2006/relationships/slide" Target="slides/slide346.xml"/><Relationship Id="rId88" Type="http://schemas.openxmlformats.org/officeDocument/2006/relationships/slide" Target="slides/slide85.xml"/><Relationship Id="rId111" Type="http://schemas.openxmlformats.org/officeDocument/2006/relationships/slide" Target="slides/slide108.xml"/><Relationship Id="rId153" Type="http://schemas.openxmlformats.org/officeDocument/2006/relationships/slide" Target="slides/slide150.xml"/><Relationship Id="rId195" Type="http://schemas.openxmlformats.org/officeDocument/2006/relationships/slide" Target="slides/slide192.xml"/><Relationship Id="rId209" Type="http://schemas.openxmlformats.org/officeDocument/2006/relationships/slide" Target="slides/slide206.xml"/><Relationship Id="rId360" Type="http://schemas.openxmlformats.org/officeDocument/2006/relationships/slide" Target="slides/slide357.xml"/><Relationship Id="rId416" Type="http://schemas.openxmlformats.org/officeDocument/2006/relationships/slide" Target="slides/slide413.xml"/><Relationship Id="rId220" Type="http://schemas.openxmlformats.org/officeDocument/2006/relationships/slide" Target="slides/slide217.xml"/><Relationship Id="rId458" Type="http://schemas.openxmlformats.org/officeDocument/2006/relationships/slide" Target="slides/slide455.xml"/><Relationship Id="rId15" Type="http://schemas.openxmlformats.org/officeDocument/2006/relationships/slide" Target="slides/slide12.xml"/><Relationship Id="rId57" Type="http://schemas.openxmlformats.org/officeDocument/2006/relationships/slide" Target="slides/slide54.xml"/><Relationship Id="rId262" Type="http://schemas.openxmlformats.org/officeDocument/2006/relationships/slide" Target="slides/slide259.xml"/><Relationship Id="rId318" Type="http://schemas.openxmlformats.org/officeDocument/2006/relationships/slide" Target="slides/slide315.xml"/><Relationship Id="rId99" Type="http://schemas.openxmlformats.org/officeDocument/2006/relationships/slide" Target="slides/slide96.xml"/><Relationship Id="rId122" Type="http://schemas.openxmlformats.org/officeDocument/2006/relationships/slide" Target="slides/slide119.xml"/><Relationship Id="rId164" Type="http://schemas.openxmlformats.org/officeDocument/2006/relationships/slide" Target="slides/slide161.xml"/><Relationship Id="rId371" Type="http://schemas.openxmlformats.org/officeDocument/2006/relationships/slide" Target="slides/slide368.xml"/><Relationship Id="rId427" Type="http://schemas.openxmlformats.org/officeDocument/2006/relationships/slide" Target="slides/slide424.xml"/><Relationship Id="rId469" Type="http://schemas.openxmlformats.org/officeDocument/2006/relationships/viewProps" Target="viewProps.xml"/><Relationship Id="rId26" Type="http://schemas.openxmlformats.org/officeDocument/2006/relationships/slide" Target="slides/slide23.xml"/><Relationship Id="rId231" Type="http://schemas.openxmlformats.org/officeDocument/2006/relationships/slide" Target="slides/slide228.xml"/><Relationship Id="rId273" Type="http://schemas.openxmlformats.org/officeDocument/2006/relationships/slide" Target="slides/slide270.xml"/><Relationship Id="rId329" Type="http://schemas.openxmlformats.org/officeDocument/2006/relationships/slide" Target="slides/slide326.xml"/><Relationship Id="rId68" Type="http://schemas.openxmlformats.org/officeDocument/2006/relationships/slide" Target="slides/slide65.xml"/><Relationship Id="rId133" Type="http://schemas.openxmlformats.org/officeDocument/2006/relationships/slide" Target="slides/slide130.xml"/><Relationship Id="rId175" Type="http://schemas.openxmlformats.org/officeDocument/2006/relationships/slide" Target="slides/slide172.xml"/><Relationship Id="rId340" Type="http://schemas.openxmlformats.org/officeDocument/2006/relationships/slide" Target="slides/slide337.xml"/><Relationship Id="rId200" Type="http://schemas.openxmlformats.org/officeDocument/2006/relationships/slide" Target="slides/slide197.xml"/><Relationship Id="rId382" Type="http://schemas.openxmlformats.org/officeDocument/2006/relationships/slide" Target="slides/slide379.xml"/><Relationship Id="rId438" Type="http://schemas.openxmlformats.org/officeDocument/2006/relationships/slide" Target="slides/slide435.xml"/><Relationship Id="rId242" Type="http://schemas.openxmlformats.org/officeDocument/2006/relationships/slide" Target="slides/slide239.xml"/><Relationship Id="rId284" Type="http://schemas.openxmlformats.org/officeDocument/2006/relationships/slide" Target="slides/slide281.xml"/><Relationship Id="rId37" Type="http://schemas.openxmlformats.org/officeDocument/2006/relationships/slide" Target="slides/slide34.xml"/><Relationship Id="rId79" Type="http://schemas.openxmlformats.org/officeDocument/2006/relationships/slide" Target="slides/slide76.xml"/><Relationship Id="rId102" Type="http://schemas.openxmlformats.org/officeDocument/2006/relationships/slide" Target="slides/slide99.xml"/><Relationship Id="rId144" Type="http://schemas.openxmlformats.org/officeDocument/2006/relationships/slide" Target="slides/slide141.xml"/><Relationship Id="rId90" Type="http://schemas.openxmlformats.org/officeDocument/2006/relationships/slide" Target="slides/slide87.xml"/><Relationship Id="rId186" Type="http://schemas.openxmlformats.org/officeDocument/2006/relationships/slide" Target="slides/slide183.xml"/><Relationship Id="rId351" Type="http://schemas.openxmlformats.org/officeDocument/2006/relationships/slide" Target="slides/slide348.xml"/><Relationship Id="rId393" Type="http://schemas.openxmlformats.org/officeDocument/2006/relationships/slide" Target="slides/slide390.xml"/><Relationship Id="rId407" Type="http://schemas.openxmlformats.org/officeDocument/2006/relationships/slide" Target="slides/slide404.xml"/><Relationship Id="rId449" Type="http://schemas.openxmlformats.org/officeDocument/2006/relationships/slide" Target="slides/slide446.xml"/><Relationship Id="rId211" Type="http://schemas.openxmlformats.org/officeDocument/2006/relationships/slide" Target="slides/slide208.xml"/><Relationship Id="rId253" Type="http://schemas.openxmlformats.org/officeDocument/2006/relationships/slide" Target="slides/slide250.xml"/><Relationship Id="rId295" Type="http://schemas.openxmlformats.org/officeDocument/2006/relationships/slide" Target="slides/slide292.xml"/><Relationship Id="rId309" Type="http://schemas.openxmlformats.org/officeDocument/2006/relationships/slide" Target="slides/slide306.xml"/><Relationship Id="rId460" Type="http://schemas.openxmlformats.org/officeDocument/2006/relationships/slide" Target="slides/slide457.xml"/><Relationship Id="rId48" Type="http://schemas.openxmlformats.org/officeDocument/2006/relationships/slide" Target="slides/slide45.xml"/><Relationship Id="rId113" Type="http://schemas.openxmlformats.org/officeDocument/2006/relationships/slide" Target="slides/slide110.xml"/><Relationship Id="rId320" Type="http://schemas.openxmlformats.org/officeDocument/2006/relationships/slide" Target="slides/slide317.xml"/><Relationship Id="rId155" Type="http://schemas.openxmlformats.org/officeDocument/2006/relationships/slide" Target="slides/slide152.xml"/><Relationship Id="rId197" Type="http://schemas.openxmlformats.org/officeDocument/2006/relationships/slide" Target="slides/slide194.xml"/><Relationship Id="rId362" Type="http://schemas.openxmlformats.org/officeDocument/2006/relationships/slide" Target="slides/slide359.xml"/><Relationship Id="rId418" Type="http://schemas.openxmlformats.org/officeDocument/2006/relationships/slide" Target="slides/slide415.xml"/><Relationship Id="rId222" Type="http://schemas.openxmlformats.org/officeDocument/2006/relationships/slide" Target="slides/slide219.xml"/><Relationship Id="rId264" Type="http://schemas.openxmlformats.org/officeDocument/2006/relationships/slide" Target="slides/slide261.xml"/><Relationship Id="rId471" Type="http://schemas.openxmlformats.org/officeDocument/2006/relationships/tableStyles" Target="tableStyles.xml"/><Relationship Id="rId17" Type="http://schemas.openxmlformats.org/officeDocument/2006/relationships/slide" Target="slides/slide14.xml"/><Relationship Id="rId59" Type="http://schemas.openxmlformats.org/officeDocument/2006/relationships/slide" Target="slides/slide56.xml"/><Relationship Id="rId124" Type="http://schemas.openxmlformats.org/officeDocument/2006/relationships/slide" Target="slides/slide121.xml"/><Relationship Id="rId70" Type="http://schemas.openxmlformats.org/officeDocument/2006/relationships/slide" Target="slides/slide67.xml"/><Relationship Id="rId166" Type="http://schemas.openxmlformats.org/officeDocument/2006/relationships/slide" Target="slides/slide163.xml"/><Relationship Id="rId331" Type="http://schemas.openxmlformats.org/officeDocument/2006/relationships/slide" Target="slides/slide328.xml"/><Relationship Id="rId373" Type="http://schemas.openxmlformats.org/officeDocument/2006/relationships/slide" Target="slides/slide370.xml"/><Relationship Id="rId429" Type="http://schemas.openxmlformats.org/officeDocument/2006/relationships/slide" Target="slides/slide426.xml"/><Relationship Id="rId1" Type="http://schemas.openxmlformats.org/officeDocument/2006/relationships/slideMaster" Target="slideMasters/slideMaster1.xml"/><Relationship Id="rId233" Type="http://schemas.openxmlformats.org/officeDocument/2006/relationships/slide" Target="slides/slide230.xml"/><Relationship Id="rId440" Type="http://schemas.openxmlformats.org/officeDocument/2006/relationships/slide" Target="slides/slide437.xml"/><Relationship Id="rId28" Type="http://schemas.openxmlformats.org/officeDocument/2006/relationships/slide" Target="slides/slide25.xml"/><Relationship Id="rId275" Type="http://schemas.openxmlformats.org/officeDocument/2006/relationships/slide" Target="slides/slide272.xml"/><Relationship Id="rId300" Type="http://schemas.openxmlformats.org/officeDocument/2006/relationships/slide" Target="slides/slide297.xml"/><Relationship Id="rId81" Type="http://schemas.openxmlformats.org/officeDocument/2006/relationships/slide" Target="slides/slide78.xml"/><Relationship Id="rId135" Type="http://schemas.openxmlformats.org/officeDocument/2006/relationships/slide" Target="slides/slide132.xml"/><Relationship Id="rId177" Type="http://schemas.openxmlformats.org/officeDocument/2006/relationships/slide" Target="slides/slide174.xml"/><Relationship Id="rId342" Type="http://schemas.openxmlformats.org/officeDocument/2006/relationships/slide" Target="slides/slide339.xml"/><Relationship Id="rId384" Type="http://schemas.openxmlformats.org/officeDocument/2006/relationships/slide" Target="slides/slide381.xml"/><Relationship Id="rId202" Type="http://schemas.openxmlformats.org/officeDocument/2006/relationships/slide" Target="slides/slide199.xml"/><Relationship Id="rId244" Type="http://schemas.openxmlformats.org/officeDocument/2006/relationships/slide" Target="slides/slide241.xml"/><Relationship Id="rId39" Type="http://schemas.openxmlformats.org/officeDocument/2006/relationships/slide" Target="slides/slide36.xml"/><Relationship Id="rId286" Type="http://schemas.openxmlformats.org/officeDocument/2006/relationships/slide" Target="slides/slide283.xml"/><Relationship Id="rId451" Type="http://schemas.openxmlformats.org/officeDocument/2006/relationships/slide" Target="slides/slide448.xml"/><Relationship Id="rId50" Type="http://schemas.openxmlformats.org/officeDocument/2006/relationships/slide" Target="slides/slide47.xml"/><Relationship Id="rId104" Type="http://schemas.openxmlformats.org/officeDocument/2006/relationships/slide" Target="slides/slide101.xml"/><Relationship Id="rId146" Type="http://schemas.openxmlformats.org/officeDocument/2006/relationships/slide" Target="slides/slide143.xml"/><Relationship Id="rId188" Type="http://schemas.openxmlformats.org/officeDocument/2006/relationships/slide" Target="slides/slide185.xml"/><Relationship Id="rId311" Type="http://schemas.openxmlformats.org/officeDocument/2006/relationships/slide" Target="slides/slide308.xml"/><Relationship Id="rId353" Type="http://schemas.openxmlformats.org/officeDocument/2006/relationships/slide" Target="slides/slide350.xml"/><Relationship Id="rId395" Type="http://schemas.openxmlformats.org/officeDocument/2006/relationships/slide" Target="slides/slide392.xml"/><Relationship Id="rId409" Type="http://schemas.openxmlformats.org/officeDocument/2006/relationships/slide" Target="slides/slide406.xml"/><Relationship Id="rId92" Type="http://schemas.openxmlformats.org/officeDocument/2006/relationships/slide" Target="slides/slide89.xml"/><Relationship Id="rId213" Type="http://schemas.openxmlformats.org/officeDocument/2006/relationships/slide" Target="slides/slide210.xml"/><Relationship Id="rId420" Type="http://schemas.openxmlformats.org/officeDocument/2006/relationships/slide" Target="slides/slide417.xml"/><Relationship Id="rId255" Type="http://schemas.openxmlformats.org/officeDocument/2006/relationships/slide" Target="slides/slide252.xml"/><Relationship Id="rId297" Type="http://schemas.openxmlformats.org/officeDocument/2006/relationships/slide" Target="slides/slide294.xml"/><Relationship Id="rId462" Type="http://schemas.openxmlformats.org/officeDocument/2006/relationships/slide" Target="slides/slide459.xml"/><Relationship Id="rId115" Type="http://schemas.openxmlformats.org/officeDocument/2006/relationships/slide" Target="slides/slide112.xml"/><Relationship Id="rId157" Type="http://schemas.openxmlformats.org/officeDocument/2006/relationships/slide" Target="slides/slide154.xml"/><Relationship Id="rId322" Type="http://schemas.openxmlformats.org/officeDocument/2006/relationships/slide" Target="slides/slide319.xml"/><Relationship Id="rId364" Type="http://schemas.openxmlformats.org/officeDocument/2006/relationships/slide" Target="slides/slide361.xml"/><Relationship Id="rId61" Type="http://schemas.openxmlformats.org/officeDocument/2006/relationships/slide" Target="slides/slide58.xml"/><Relationship Id="rId199" Type="http://schemas.openxmlformats.org/officeDocument/2006/relationships/slide" Target="slides/slide196.xml"/></Relationships>
</file>

<file path=ppt/diagrams/_rels/data1.xml.rels><?xml version="1.0" encoding="UTF-8" standalone="yes"?>
<Relationships xmlns="http://schemas.openxmlformats.org/package/2006/relationships"><Relationship Id="rId8" Type="http://schemas.openxmlformats.org/officeDocument/2006/relationships/slide" Target="../slides/slide308.xml"/><Relationship Id="rId3" Type="http://schemas.openxmlformats.org/officeDocument/2006/relationships/slide" Target="../slides/slide276.xml"/><Relationship Id="rId7" Type="http://schemas.openxmlformats.org/officeDocument/2006/relationships/slide" Target="../slides/slide291.xml"/><Relationship Id="rId2" Type="http://schemas.openxmlformats.org/officeDocument/2006/relationships/slide" Target="../slides/slide268.xml"/><Relationship Id="rId1" Type="http://schemas.openxmlformats.org/officeDocument/2006/relationships/slide" Target="../slides/slide262.xml"/><Relationship Id="rId6" Type="http://schemas.openxmlformats.org/officeDocument/2006/relationships/slide" Target="../slides/slide252.xml"/><Relationship Id="rId5" Type="http://schemas.openxmlformats.org/officeDocument/2006/relationships/slide" Target="../slides/slide299.xml"/><Relationship Id="rId4" Type="http://schemas.openxmlformats.org/officeDocument/2006/relationships/slide" Target="../slides/slide284.xml"/><Relationship Id="rId9" Type="http://schemas.openxmlformats.org/officeDocument/2006/relationships/slide" Target="../slides/slide320.xml"/></Relationships>
</file>

<file path=ppt/diagrams/_rels/data2.xml.rels><?xml version="1.0" encoding="UTF-8" standalone="yes"?>
<Relationships xmlns="http://schemas.openxmlformats.org/package/2006/relationships"><Relationship Id="rId8" Type="http://schemas.openxmlformats.org/officeDocument/2006/relationships/slide" Target="../slides/slide409.xml"/><Relationship Id="rId13" Type="http://schemas.openxmlformats.org/officeDocument/2006/relationships/slide" Target="../slides/slide453.xml"/><Relationship Id="rId3" Type="http://schemas.openxmlformats.org/officeDocument/2006/relationships/slide" Target="../slides/slide373.xml"/><Relationship Id="rId7" Type="http://schemas.openxmlformats.org/officeDocument/2006/relationships/slide" Target="../slides/slide403.xml"/><Relationship Id="rId12" Type="http://schemas.openxmlformats.org/officeDocument/2006/relationships/slide" Target="../slides/slide445.xml"/><Relationship Id="rId2" Type="http://schemas.openxmlformats.org/officeDocument/2006/relationships/slide" Target="../slides/slide366.xml"/><Relationship Id="rId1" Type="http://schemas.openxmlformats.org/officeDocument/2006/relationships/slide" Target="../slides/slide355.xml"/><Relationship Id="rId6" Type="http://schemas.openxmlformats.org/officeDocument/2006/relationships/slide" Target="../slides/slide396.xml"/><Relationship Id="rId11" Type="http://schemas.openxmlformats.org/officeDocument/2006/relationships/slide" Target="../slides/slide433.xml"/><Relationship Id="rId5" Type="http://schemas.openxmlformats.org/officeDocument/2006/relationships/slide" Target="../slides/slide389.xml"/><Relationship Id="rId10" Type="http://schemas.openxmlformats.org/officeDocument/2006/relationships/slide" Target="../slides/slide425.xml"/><Relationship Id="rId4" Type="http://schemas.openxmlformats.org/officeDocument/2006/relationships/slide" Target="../slides/slide382.xml"/><Relationship Id="rId9" Type="http://schemas.openxmlformats.org/officeDocument/2006/relationships/slide" Target="../slides/slide414.xml"/></Relationships>
</file>

<file path=ppt/diagrams/_rels/data6.xml.rels><?xml version="1.0" encoding="UTF-8" standalone="yes"?>
<Relationships xmlns="http://schemas.openxmlformats.org/package/2006/relationships"><Relationship Id="rId1" Type="http://schemas.openxmlformats.org/officeDocument/2006/relationships/hyperlink" Target="https://code.visualstudio.com/docs/java/java-tutorial" TargetMode="External"/></Relationships>
</file>

<file path=ppt/diagrams/_rels/data79.xml.rels><?xml version="1.0" encoding="UTF-8" standalone="yes"?>
<Relationships xmlns="http://schemas.openxmlformats.org/package/2006/relationships"><Relationship Id="rId1" Type="http://schemas.openxmlformats.org/officeDocument/2006/relationships/hyperlink" Target="http://www.abc.com/api/questions" TargetMode="External"/></Relationships>
</file>

<file path=ppt/diagrams/_rels/data85.xml.rels><?xml version="1.0" encoding="UTF-8" standalone="yes"?>
<Relationships xmlns="http://schemas.openxmlformats.org/package/2006/relationships"><Relationship Id="rId8" Type="http://schemas.openxmlformats.org/officeDocument/2006/relationships/slide" Target="../slides/slide409.xml"/><Relationship Id="rId3" Type="http://schemas.openxmlformats.org/officeDocument/2006/relationships/slide" Target="../slides/slide373.xml"/><Relationship Id="rId7" Type="http://schemas.openxmlformats.org/officeDocument/2006/relationships/slide" Target="../slides/slide403.xml"/><Relationship Id="rId2" Type="http://schemas.openxmlformats.org/officeDocument/2006/relationships/slide" Target="../slides/slide366.xml"/><Relationship Id="rId1" Type="http://schemas.openxmlformats.org/officeDocument/2006/relationships/slide" Target="../slides/slide355.xml"/><Relationship Id="rId6" Type="http://schemas.openxmlformats.org/officeDocument/2006/relationships/slide" Target="../slides/slide396.xml"/><Relationship Id="rId5" Type="http://schemas.openxmlformats.org/officeDocument/2006/relationships/slide" Target="../slides/slide389.xml"/><Relationship Id="rId4" Type="http://schemas.openxmlformats.org/officeDocument/2006/relationships/slide" Target="../slides/slide382.xml"/><Relationship Id="rId9" Type="http://schemas.openxmlformats.org/officeDocument/2006/relationships/slide" Target="../slides/slide414.xml"/></Relationships>
</file>

<file path=ppt/diagrams/_rels/drawing6.xml.rels><?xml version="1.0" encoding="UTF-8" standalone="yes"?>
<Relationships xmlns="http://schemas.openxmlformats.org/package/2006/relationships"><Relationship Id="rId1" Type="http://schemas.openxmlformats.org/officeDocument/2006/relationships/hyperlink" Target="https://code.visualstudio.com/docs/java/java-tutorial" TargetMode="External"/></Relationships>
</file>

<file path=ppt/diagrams/_rels/drawing79.xml.rels><?xml version="1.0" encoding="UTF-8" standalone="yes"?>
<Relationships xmlns="http://schemas.openxmlformats.org/package/2006/relationships"><Relationship Id="rId1" Type="http://schemas.openxmlformats.org/officeDocument/2006/relationships/hyperlink" Target="http://www.abc.com/api/questions" TargetMode="External"/></Relationships>
</file>

<file path=ppt/diagrams/colors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8.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0.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3.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4.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5.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6.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7.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8.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9.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0.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3.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4.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5.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6.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8.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9.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0.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4.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5.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6.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8.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9.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0.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1.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5.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6.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7.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B84D7EAB-C603-4C3A-B148-252F03FEBEFC}" type="doc">
      <dgm:prSet loTypeId="urn:microsoft.com/office/officeart/2005/8/layout/hList1" loCatId="list" qsTypeId="urn:microsoft.com/office/officeart/2005/8/quickstyle/simple1" qsCatId="simple" csTypeId="urn:microsoft.com/office/officeart/2005/8/colors/colorful1" csCatId="colorful" phldr="1"/>
      <dgm:spPr/>
      <dgm:t>
        <a:bodyPr/>
        <a:lstStyle/>
        <a:p>
          <a:endParaRPr lang="en-IN"/>
        </a:p>
      </dgm:t>
    </dgm:pt>
    <dgm:pt modelId="{5397FD20-6682-400D-A4AC-7B6BA021A537}">
      <dgm:prSet custT="1"/>
      <dgm:spPr/>
      <dgm:t>
        <a:bodyPr/>
        <a:lstStyle/>
        <a:p>
          <a:r>
            <a:rPr lang="en-IN" sz="2400" b="1" i="0" u="none" dirty="0"/>
            <a:t>SPRING</a:t>
          </a:r>
          <a:endParaRPr lang="en-IN" sz="2400" b="1" dirty="0"/>
        </a:p>
      </dgm:t>
    </dgm:pt>
    <dgm:pt modelId="{F8ECD2FA-197E-47BC-A506-05F003A80A48}" type="parTrans" cxnId="{E8279763-A20A-4C32-B5F8-6DFC49F088FF}">
      <dgm:prSet/>
      <dgm:spPr/>
      <dgm:t>
        <a:bodyPr/>
        <a:lstStyle/>
        <a:p>
          <a:endParaRPr lang="en-IN" sz="1800"/>
        </a:p>
      </dgm:t>
    </dgm:pt>
    <dgm:pt modelId="{E7291706-13E6-45ED-88E4-1C5EE5EADF86}" type="sibTrans" cxnId="{E8279763-A20A-4C32-B5F8-6DFC49F088FF}">
      <dgm:prSet/>
      <dgm:spPr/>
      <dgm:t>
        <a:bodyPr/>
        <a:lstStyle/>
        <a:p>
          <a:endParaRPr lang="en-IN" sz="1800"/>
        </a:p>
      </dgm:t>
    </dgm:pt>
    <dgm:pt modelId="{11438384-0CE4-40A7-8B72-A5DFCB699041}">
      <dgm:prSet custT="1"/>
      <dgm:spPr/>
      <dgm:t>
        <a:bodyPr/>
        <a:lstStyle/>
        <a:p>
          <a:pPr>
            <a:spcBef>
              <a:spcPts val="1200"/>
            </a:spcBef>
            <a:spcAft>
              <a:spcPts val="1200"/>
            </a:spcAft>
            <a:buFont typeface="+mj-lt"/>
            <a:buAutoNum type="arabicPeriod"/>
          </a:pPr>
          <a:r>
            <a:rPr lang="en-IN" sz="1600" b="0" i="0" u="none" dirty="0">
              <a:solidFill>
                <a:schemeClr val="tx1"/>
              </a:solidFill>
              <a:hlinkClick xmlns:r="http://schemas.openxmlformats.org/officeDocument/2006/relationships" r:id="rId1" action="ppaction://hlinksldjump">
                <a:extLst>
                  <a:ext uri="{A12FA001-AC4F-418D-AE19-62706E023703}">
                    <ahyp:hlinkClr xmlns:ahyp="http://schemas.microsoft.com/office/drawing/2018/hyperlinkcolor" val="tx"/>
                  </a:ext>
                </a:extLst>
              </a:hlinkClick>
            </a:rPr>
            <a:t>Components &amp; Beans</a:t>
          </a:r>
          <a:endParaRPr lang="en-IN" sz="1600" dirty="0">
            <a:solidFill>
              <a:schemeClr val="tx1"/>
            </a:solidFill>
          </a:endParaRPr>
        </a:p>
      </dgm:t>
    </dgm:pt>
    <dgm:pt modelId="{30A5DD67-277D-49DC-AD3E-F88491746610}" type="parTrans" cxnId="{2830B0AA-8547-4B7B-BBBF-3CB47DD08E8C}">
      <dgm:prSet/>
      <dgm:spPr/>
      <dgm:t>
        <a:bodyPr/>
        <a:lstStyle/>
        <a:p>
          <a:endParaRPr lang="en-IN" sz="1800"/>
        </a:p>
      </dgm:t>
    </dgm:pt>
    <dgm:pt modelId="{263BF5F3-E212-4742-B701-4953ECE456DB}" type="sibTrans" cxnId="{2830B0AA-8547-4B7B-BBBF-3CB47DD08E8C}">
      <dgm:prSet/>
      <dgm:spPr/>
      <dgm:t>
        <a:bodyPr/>
        <a:lstStyle/>
        <a:p>
          <a:endParaRPr lang="en-IN" sz="1800"/>
        </a:p>
      </dgm:t>
    </dgm:pt>
    <dgm:pt modelId="{FA127AA3-C62E-44DA-AB68-439A8136B0EB}">
      <dgm:prSet custT="1"/>
      <dgm:spPr/>
      <dgm:t>
        <a:bodyPr/>
        <a:lstStyle/>
        <a:p>
          <a:pPr>
            <a:spcBef>
              <a:spcPts val="1200"/>
            </a:spcBef>
            <a:spcAft>
              <a:spcPts val="1200"/>
            </a:spcAft>
            <a:buFont typeface="+mj-lt"/>
            <a:buAutoNum type="arabicPeriod"/>
          </a:pPr>
          <a:r>
            <a:rPr lang="en-IN" sz="1600" b="0" i="0" u="none" dirty="0">
              <a:solidFill>
                <a:schemeClr val="tx1"/>
              </a:solidFill>
              <a:hlinkClick xmlns:r="http://schemas.openxmlformats.org/officeDocument/2006/relationships" r:id="rId2" action="ppaction://hlinksldjump">
                <a:extLst>
                  <a:ext uri="{A12FA001-AC4F-418D-AE19-62706E023703}">
                    <ahyp:hlinkClr xmlns:ahyp="http://schemas.microsoft.com/office/drawing/2018/hyperlinkcolor" val="tx"/>
                  </a:ext>
                </a:extLst>
              </a:hlinkClick>
            </a:rPr>
            <a:t>Configuration &amp; Annotations</a:t>
          </a:r>
          <a:endParaRPr lang="en-IN" sz="1600" dirty="0">
            <a:solidFill>
              <a:schemeClr val="tx1"/>
            </a:solidFill>
          </a:endParaRPr>
        </a:p>
      </dgm:t>
    </dgm:pt>
    <dgm:pt modelId="{B4983866-34E2-471B-8EBF-AF28D3ECFC25}" type="parTrans" cxnId="{FB7F4DF7-A143-498B-9C93-30B408AD9581}">
      <dgm:prSet/>
      <dgm:spPr/>
      <dgm:t>
        <a:bodyPr/>
        <a:lstStyle/>
        <a:p>
          <a:endParaRPr lang="en-IN" sz="1800"/>
        </a:p>
      </dgm:t>
    </dgm:pt>
    <dgm:pt modelId="{4455EF63-0575-4607-8746-ABDD80991F08}" type="sibTrans" cxnId="{FB7F4DF7-A143-498B-9C93-30B408AD9581}">
      <dgm:prSet/>
      <dgm:spPr/>
      <dgm:t>
        <a:bodyPr/>
        <a:lstStyle/>
        <a:p>
          <a:endParaRPr lang="en-IN" sz="1800"/>
        </a:p>
      </dgm:t>
    </dgm:pt>
    <dgm:pt modelId="{CFD4D62F-A2AD-4043-9AFE-4E90A3B495C6}">
      <dgm:prSet custT="1"/>
      <dgm:spPr/>
      <dgm:t>
        <a:bodyPr/>
        <a:lstStyle/>
        <a:p>
          <a:pPr>
            <a:spcBef>
              <a:spcPts val="1200"/>
            </a:spcBef>
            <a:spcAft>
              <a:spcPts val="1200"/>
            </a:spcAft>
            <a:buFont typeface="+mj-lt"/>
            <a:buAutoNum type="arabicPeriod"/>
          </a:pPr>
          <a:r>
            <a:rPr lang="en-US" sz="1600" b="0" i="0" u="none" dirty="0">
              <a:solidFill>
                <a:schemeClr val="tx1"/>
              </a:solidFill>
              <a:hlinkClick xmlns:r="http://schemas.openxmlformats.org/officeDocument/2006/relationships" r:id="rId3" action="ppaction://hlinksldjump">
                <a:extLst>
                  <a:ext uri="{A12FA001-AC4F-418D-AE19-62706E023703}">
                    <ahyp:hlinkClr xmlns:ahyp="http://schemas.microsoft.com/office/drawing/2018/hyperlinkcolor" val="tx"/>
                  </a:ext>
                </a:extLst>
              </a:hlinkClick>
            </a:rPr>
            <a:t>Scopes of a bean</a:t>
          </a:r>
          <a:endParaRPr lang="en-US" sz="1600" dirty="0">
            <a:solidFill>
              <a:schemeClr val="tx1"/>
            </a:solidFill>
          </a:endParaRPr>
        </a:p>
      </dgm:t>
    </dgm:pt>
    <dgm:pt modelId="{4DEB03AE-6386-4F6F-8C0E-B4F11559D575}" type="parTrans" cxnId="{DC3A5079-A6E8-4A5D-9C04-905FD6A70E9D}">
      <dgm:prSet/>
      <dgm:spPr/>
      <dgm:t>
        <a:bodyPr/>
        <a:lstStyle/>
        <a:p>
          <a:endParaRPr lang="en-IN" sz="1800"/>
        </a:p>
      </dgm:t>
    </dgm:pt>
    <dgm:pt modelId="{99A0C1D7-784B-4E55-83F8-483B10391126}" type="sibTrans" cxnId="{DC3A5079-A6E8-4A5D-9C04-905FD6A70E9D}">
      <dgm:prSet/>
      <dgm:spPr/>
      <dgm:t>
        <a:bodyPr/>
        <a:lstStyle/>
        <a:p>
          <a:endParaRPr lang="en-IN" sz="1800"/>
        </a:p>
      </dgm:t>
    </dgm:pt>
    <dgm:pt modelId="{B4B671DC-58EB-4729-A84F-C94F2F141BBF}">
      <dgm:prSet custT="1"/>
      <dgm:spPr/>
      <dgm:t>
        <a:bodyPr/>
        <a:lstStyle/>
        <a:p>
          <a:pPr>
            <a:spcBef>
              <a:spcPts val="1200"/>
            </a:spcBef>
            <a:spcAft>
              <a:spcPts val="1200"/>
            </a:spcAft>
            <a:buFont typeface="+mj-lt"/>
            <a:buAutoNum type="arabicPeriod"/>
          </a:pPr>
          <a:r>
            <a:rPr lang="en-IN" sz="1600" b="0" i="0" u="none" dirty="0">
              <a:solidFill>
                <a:schemeClr val="tx1"/>
              </a:solidFill>
              <a:hlinkClick xmlns:r="http://schemas.openxmlformats.org/officeDocument/2006/relationships" r:id="rId4" action="ppaction://hlinksldjump">
                <a:extLst>
                  <a:ext uri="{A12FA001-AC4F-418D-AE19-62706E023703}">
                    <ahyp:hlinkClr xmlns:ahyp="http://schemas.microsoft.com/office/drawing/2018/hyperlinkcolor" val="tx"/>
                  </a:ext>
                </a:extLst>
              </a:hlinkClick>
            </a:rPr>
            <a:t>Others</a:t>
          </a:r>
          <a:endParaRPr lang="en-IN" sz="1600" dirty="0">
            <a:solidFill>
              <a:schemeClr val="tx1"/>
            </a:solidFill>
          </a:endParaRPr>
        </a:p>
      </dgm:t>
    </dgm:pt>
    <dgm:pt modelId="{A3C5D81F-EF52-4771-9C92-53B80E7C8EB8}" type="parTrans" cxnId="{0C0108A3-51A4-4019-A510-B90C1A575D00}">
      <dgm:prSet/>
      <dgm:spPr/>
      <dgm:t>
        <a:bodyPr/>
        <a:lstStyle/>
        <a:p>
          <a:endParaRPr lang="en-IN" sz="1800"/>
        </a:p>
      </dgm:t>
    </dgm:pt>
    <dgm:pt modelId="{313EA40D-A666-402E-B6E2-21AC7090283E}" type="sibTrans" cxnId="{0C0108A3-51A4-4019-A510-B90C1A575D00}">
      <dgm:prSet/>
      <dgm:spPr/>
      <dgm:t>
        <a:bodyPr/>
        <a:lstStyle/>
        <a:p>
          <a:endParaRPr lang="en-IN" sz="1800"/>
        </a:p>
      </dgm:t>
    </dgm:pt>
    <dgm:pt modelId="{7F31CC16-62E2-4654-8828-421AFB4552FA}">
      <dgm:prSet custT="1"/>
      <dgm:spPr/>
      <dgm:t>
        <a:bodyPr/>
        <a:lstStyle/>
        <a:p>
          <a:r>
            <a:rPr lang="en-IN" sz="2400" b="1" i="0" u="none" dirty="0"/>
            <a:t>SPRING BOOT</a:t>
          </a:r>
          <a:endParaRPr lang="en-IN" sz="2400" b="1" dirty="0"/>
        </a:p>
      </dgm:t>
    </dgm:pt>
    <dgm:pt modelId="{F176A80A-75A7-4118-9B4E-547291C75448}" type="parTrans" cxnId="{CD77503F-BD28-4372-A653-1267DE06C60D}">
      <dgm:prSet/>
      <dgm:spPr/>
      <dgm:t>
        <a:bodyPr/>
        <a:lstStyle/>
        <a:p>
          <a:endParaRPr lang="en-IN" sz="1800"/>
        </a:p>
      </dgm:t>
    </dgm:pt>
    <dgm:pt modelId="{88CA7B7E-9211-4EBA-953E-24CB33B348C3}" type="sibTrans" cxnId="{CD77503F-BD28-4372-A653-1267DE06C60D}">
      <dgm:prSet/>
      <dgm:spPr/>
      <dgm:t>
        <a:bodyPr/>
        <a:lstStyle/>
        <a:p>
          <a:endParaRPr lang="en-IN" sz="1800"/>
        </a:p>
      </dgm:t>
    </dgm:pt>
    <dgm:pt modelId="{CB5A75A6-60DC-4B44-A188-CB81908AB598}">
      <dgm:prSet custT="1"/>
      <dgm:spPr/>
      <dgm:t>
        <a:bodyPr/>
        <a:lstStyle/>
        <a:p>
          <a:pPr>
            <a:spcAft>
              <a:spcPts val="1200"/>
            </a:spcAft>
            <a:buNone/>
          </a:pPr>
          <a:r>
            <a:rPr lang="en-US" sz="1600" b="0" i="0" u="none" dirty="0">
              <a:solidFill>
                <a:schemeClr val="tx1"/>
              </a:solidFill>
              <a:hlinkClick xmlns:r="http://schemas.openxmlformats.org/officeDocument/2006/relationships" r:id="rId5" action="ppaction://hlinksldjump">
                <a:extLst>
                  <a:ext uri="{A12FA001-AC4F-418D-AE19-62706E023703}">
                    <ahyp:hlinkClr xmlns:ahyp="http://schemas.microsoft.com/office/drawing/2018/hyperlinkcolor" val="tx"/>
                  </a:ext>
                </a:extLst>
              </a:hlinkClick>
            </a:rPr>
            <a:t>7. Project structure, Configuration &amp; Actuator</a:t>
          </a:r>
          <a:endParaRPr lang="en-US" sz="1600" dirty="0">
            <a:solidFill>
              <a:schemeClr val="tx1"/>
            </a:solidFill>
          </a:endParaRPr>
        </a:p>
      </dgm:t>
    </dgm:pt>
    <dgm:pt modelId="{31620355-7CEF-4734-B787-BFD03F618002}" type="parTrans" cxnId="{7FDC21A8-4C24-46E5-B82A-9ABBB908AA9A}">
      <dgm:prSet/>
      <dgm:spPr/>
      <dgm:t>
        <a:bodyPr/>
        <a:lstStyle/>
        <a:p>
          <a:endParaRPr lang="en-IN" sz="1800"/>
        </a:p>
      </dgm:t>
    </dgm:pt>
    <dgm:pt modelId="{8F141180-D85A-4E61-AF28-A1A7D777E021}" type="sibTrans" cxnId="{7FDC21A8-4C24-46E5-B82A-9ABBB908AA9A}">
      <dgm:prSet/>
      <dgm:spPr/>
      <dgm:t>
        <a:bodyPr/>
        <a:lstStyle/>
        <a:p>
          <a:endParaRPr lang="en-IN" sz="1800"/>
        </a:p>
      </dgm:t>
    </dgm:pt>
    <dgm:pt modelId="{563CA143-03D6-4FB9-8CBD-337815123D88}">
      <dgm:prSet custT="1"/>
      <dgm:spPr/>
      <dgm:t>
        <a:bodyPr/>
        <a:lstStyle/>
        <a:p>
          <a:pPr>
            <a:spcBef>
              <a:spcPts val="1200"/>
            </a:spcBef>
            <a:spcAft>
              <a:spcPts val="1200"/>
            </a:spcAft>
            <a:buFont typeface="+mj-lt"/>
            <a:buAutoNum type="arabicPeriod"/>
          </a:pPr>
          <a:r>
            <a:rPr lang="en-IN" sz="1600" b="0" i="0" u="none" dirty="0">
              <a:solidFill>
                <a:schemeClr val="tx1"/>
              </a:solidFill>
              <a:hlinkClick xmlns:r="http://schemas.openxmlformats.org/officeDocument/2006/relationships" r:id="rId6" action="ppaction://hlinksldjump">
                <a:extLst>
                  <a:ext uri="{A12FA001-AC4F-418D-AE19-62706E023703}">
                    <ahyp:hlinkClr xmlns:ahyp="http://schemas.microsoft.com/office/drawing/2018/hyperlinkcolor" val="tx"/>
                  </a:ext>
                </a:extLst>
              </a:hlinkClick>
            </a:rPr>
            <a:t>Basics, IoC &amp; DI</a:t>
          </a:r>
          <a:endParaRPr lang="en-IN" sz="1600" dirty="0">
            <a:solidFill>
              <a:schemeClr val="tx1"/>
            </a:solidFill>
          </a:endParaRPr>
        </a:p>
      </dgm:t>
    </dgm:pt>
    <dgm:pt modelId="{748DCBD3-6932-44DC-A91F-665EAFC12BDF}" type="parTrans" cxnId="{16F6B0F1-640A-4E2E-BB3E-AD4181BBEDB7}">
      <dgm:prSet/>
      <dgm:spPr/>
      <dgm:t>
        <a:bodyPr/>
        <a:lstStyle/>
        <a:p>
          <a:endParaRPr lang="en-IN" sz="1800"/>
        </a:p>
      </dgm:t>
    </dgm:pt>
    <dgm:pt modelId="{076A045B-7B5C-4181-B4CC-992806057AB1}" type="sibTrans" cxnId="{16F6B0F1-640A-4E2E-BB3E-AD4181BBEDB7}">
      <dgm:prSet/>
      <dgm:spPr/>
      <dgm:t>
        <a:bodyPr/>
        <a:lstStyle/>
        <a:p>
          <a:endParaRPr lang="en-IN" sz="1800"/>
        </a:p>
      </dgm:t>
    </dgm:pt>
    <dgm:pt modelId="{27DC4810-17AA-4C01-B8A6-E044AA42FE22}">
      <dgm:prSet custT="1"/>
      <dgm:spPr/>
      <dgm:t>
        <a:bodyPr/>
        <a:lstStyle/>
        <a:p>
          <a:pPr>
            <a:spcAft>
              <a:spcPts val="1200"/>
            </a:spcAft>
            <a:buNone/>
          </a:pPr>
          <a:r>
            <a:rPr lang="en-IN" sz="1600" b="0" i="0" u="none" dirty="0">
              <a:solidFill>
                <a:schemeClr val="tx1"/>
              </a:solidFill>
              <a:hlinkClick xmlns:r="http://schemas.openxmlformats.org/officeDocument/2006/relationships" r:id="rId7" action="ppaction://hlinksldjump">
                <a:extLst>
                  <a:ext uri="{A12FA001-AC4F-418D-AE19-62706E023703}">
                    <ahyp:hlinkClr xmlns:ahyp="http://schemas.microsoft.com/office/drawing/2018/hyperlinkcolor" val="tx"/>
                  </a:ext>
                </a:extLst>
              </a:hlinkClick>
            </a:rPr>
            <a:t>6. Basics</a:t>
          </a:r>
          <a:endParaRPr lang="en-IN" sz="1600" dirty="0">
            <a:solidFill>
              <a:schemeClr val="tx1"/>
            </a:solidFill>
          </a:endParaRPr>
        </a:p>
      </dgm:t>
    </dgm:pt>
    <dgm:pt modelId="{CB1D09D8-1691-4C9D-829A-74D290C64544}" type="parTrans" cxnId="{C7E6F099-0CF2-4A59-9B78-6BCCF5B771B6}">
      <dgm:prSet/>
      <dgm:spPr/>
      <dgm:t>
        <a:bodyPr/>
        <a:lstStyle/>
        <a:p>
          <a:endParaRPr lang="en-IN" sz="1800"/>
        </a:p>
      </dgm:t>
    </dgm:pt>
    <dgm:pt modelId="{4C4B1EFC-EB09-4554-B588-DD557A3DA703}" type="sibTrans" cxnId="{C7E6F099-0CF2-4A59-9B78-6BCCF5B771B6}">
      <dgm:prSet/>
      <dgm:spPr/>
      <dgm:t>
        <a:bodyPr/>
        <a:lstStyle/>
        <a:p>
          <a:endParaRPr lang="en-IN" sz="1800"/>
        </a:p>
      </dgm:t>
    </dgm:pt>
    <dgm:pt modelId="{CED5D01C-62C0-41E1-B432-28BEB1E9126F}">
      <dgm:prSet custT="1"/>
      <dgm:spPr/>
      <dgm:t>
        <a:bodyPr/>
        <a:lstStyle/>
        <a:p>
          <a:r>
            <a:rPr lang="en-IN" sz="2400" b="1" i="0" u="none" dirty="0"/>
            <a:t>SPRING MVC</a:t>
          </a:r>
          <a:endParaRPr lang="en-IN" sz="2400" b="1" dirty="0"/>
        </a:p>
      </dgm:t>
    </dgm:pt>
    <dgm:pt modelId="{C35002CD-08E7-403A-99DF-E0D2882D66D2}" type="sibTrans" cxnId="{479F2973-AF14-4BA7-84D7-DD87594791AA}">
      <dgm:prSet/>
      <dgm:spPr/>
      <dgm:t>
        <a:bodyPr/>
        <a:lstStyle/>
        <a:p>
          <a:endParaRPr lang="en-IN" sz="1800"/>
        </a:p>
      </dgm:t>
    </dgm:pt>
    <dgm:pt modelId="{3B0EAF37-1414-4A4C-A864-D5EF3BF4F3AB}" type="parTrans" cxnId="{479F2973-AF14-4BA7-84D7-DD87594791AA}">
      <dgm:prSet/>
      <dgm:spPr/>
      <dgm:t>
        <a:bodyPr/>
        <a:lstStyle/>
        <a:p>
          <a:endParaRPr lang="en-IN" sz="1800"/>
        </a:p>
      </dgm:t>
    </dgm:pt>
    <dgm:pt modelId="{3AE2587F-F6DC-43F3-88AF-6DBDB9395CA6}">
      <dgm:prSet custT="1"/>
      <dgm:spPr/>
      <dgm:t>
        <a:bodyPr/>
        <a:lstStyle/>
        <a:p>
          <a:pPr>
            <a:spcAft>
              <a:spcPts val="1200"/>
            </a:spcAft>
            <a:buNone/>
          </a:pPr>
          <a:r>
            <a:rPr lang="en-IN" sz="1600" b="0" i="0" u="none" dirty="0">
              <a:solidFill>
                <a:schemeClr val="tx1"/>
              </a:solidFill>
              <a:hlinkClick xmlns:r="http://schemas.openxmlformats.org/officeDocument/2006/relationships" r:id="rId8" action="ppaction://hlinksldjump">
                <a:extLst>
                  <a:ext uri="{A12FA001-AC4F-418D-AE19-62706E023703}">
                    <ahyp:hlinkClr xmlns:ahyp="http://schemas.microsoft.com/office/drawing/2018/hyperlinkcolor" val="tx"/>
                  </a:ext>
                </a:extLst>
              </a:hlinkClick>
            </a:rPr>
            <a:t>8. Basics</a:t>
          </a:r>
          <a:endParaRPr lang="en-IN" sz="1600" dirty="0">
            <a:solidFill>
              <a:schemeClr val="tx1"/>
            </a:solidFill>
          </a:endParaRPr>
        </a:p>
      </dgm:t>
    </dgm:pt>
    <dgm:pt modelId="{9A6F4CFA-27DC-46CE-B4ED-6ED56D79C2D9}" type="sibTrans" cxnId="{96E67186-62F7-4927-ACB4-64BACF26A624}">
      <dgm:prSet/>
      <dgm:spPr/>
      <dgm:t>
        <a:bodyPr/>
        <a:lstStyle/>
        <a:p>
          <a:endParaRPr lang="en-IN" sz="1800"/>
        </a:p>
      </dgm:t>
    </dgm:pt>
    <dgm:pt modelId="{DDF21A99-223A-4502-9D6C-E5777DE16515}" type="parTrans" cxnId="{96E67186-62F7-4927-ACB4-64BACF26A624}">
      <dgm:prSet/>
      <dgm:spPr/>
      <dgm:t>
        <a:bodyPr/>
        <a:lstStyle/>
        <a:p>
          <a:endParaRPr lang="en-IN" sz="1800"/>
        </a:p>
      </dgm:t>
    </dgm:pt>
    <dgm:pt modelId="{AAFEBDE3-9BBC-47A0-A2E5-5B7482E83AA1}">
      <dgm:prSet custT="1"/>
      <dgm:spPr/>
      <dgm:t>
        <a:bodyPr/>
        <a:lstStyle/>
        <a:p>
          <a:pPr>
            <a:spcAft>
              <a:spcPts val="1200"/>
            </a:spcAft>
            <a:buNone/>
          </a:pPr>
          <a:r>
            <a:rPr lang="en-IN" sz="1600" b="0" i="0" u="none" dirty="0">
              <a:solidFill>
                <a:schemeClr val="tx1"/>
              </a:solidFill>
              <a:hlinkClick xmlns:r="http://schemas.openxmlformats.org/officeDocument/2006/relationships" r:id="rId9" action="ppaction://hlinksldjump">
                <a:extLst>
                  <a:ext uri="{A12FA001-AC4F-418D-AE19-62706E023703}">
                    <ahyp:hlinkClr xmlns:ahyp="http://schemas.microsoft.com/office/drawing/2018/hyperlinkcolor" val="tx"/>
                  </a:ext>
                </a:extLst>
              </a:hlinkClick>
            </a:rPr>
            <a:t>9. Important Annotations</a:t>
          </a:r>
          <a:endParaRPr lang="en-IN" sz="1600" dirty="0">
            <a:solidFill>
              <a:schemeClr val="tx1"/>
            </a:solidFill>
          </a:endParaRPr>
        </a:p>
      </dgm:t>
    </dgm:pt>
    <dgm:pt modelId="{B70B64CC-D56C-42CB-92A6-ACD09CAE431A}" type="sibTrans" cxnId="{47D1F839-C54F-4115-AEAD-A32E80FF2079}">
      <dgm:prSet/>
      <dgm:spPr/>
      <dgm:t>
        <a:bodyPr/>
        <a:lstStyle/>
        <a:p>
          <a:endParaRPr lang="en-IN" sz="1800"/>
        </a:p>
      </dgm:t>
    </dgm:pt>
    <dgm:pt modelId="{55910206-3E60-4BCA-9752-283ECCC6C963}" type="parTrans" cxnId="{47D1F839-C54F-4115-AEAD-A32E80FF2079}">
      <dgm:prSet/>
      <dgm:spPr/>
      <dgm:t>
        <a:bodyPr/>
        <a:lstStyle/>
        <a:p>
          <a:endParaRPr lang="en-IN" sz="1800"/>
        </a:p>
      </dgm:t>
    </dgm:pt>
    <dgm:pt modelId="{F33799EE-697F-4468-A8FC-2D24CFF6DF3A}" type="pres">
      <dgm:prSet presAssocID="{B84D7EAB-C603-4C3A-B148-252F03FEBEFC}" presName="Name0" presStyleCnt="0">
        <dgm:presLayoutVars>
          <dgm:dir/>
          <dgm:animLvl val="lvl"/>
          <dgm:resizeHandles val="exact"/>
        </dgm:presLayoutVars>
      </dgm:prSet>
      <dgm:spPr/>
    </dgm:pt>
    <dgm:pt modelId="{5E4C1FB5-B022-46C7-8DDD-E208ED4D21D7}" type="pres">
      <dgm:prSet presAssocID="{5397FD20-6682-400D-A4AC-7B6BA021A537}" presName="composite" presStyleCnt="0"/>
      <dgm:spPr/>
    </dgm:pt>
    <dgm:pt modelId="{73162C80-C094-4756-A954-058C83982E3F}" type="pres">
      <dgm:prSet presAssocID="{5397FD20-6682-400D-A4AC-7B6BA021A537}" presName="parTx" presStyleLbl="alignNode1" presStyleIdx="0" presStyleCnt="3" custScaleY="76859">
        <dgm:presLayoutVars>
          <dgm:chMax val="0"/>
          <dgm:chPref val="0"/>
          <dgm:bulletEnabled val="1"/>
        </dgm:presLayoutVars>
      </dgm:prSet>
      <dgm:spPr/>
    </dgm:pt>
    <dgm:pt modelId="{C69CB514-3E64-4725-B3F5-63C2BA598E95}" type="pres">
      <dgm:prSet presAssocID="{5397FD20-6682-400D-A4AC-7B6BA021A537}" presName="desTx" presStyleLbl="alignAccFollowNode1" presStyleIdx="0" presStyleCnt="3">
        <dgm:presLayoutVars>
          <dgm:bulletEnabled val="1"/>
        </dgm:presLayoutVars>
      </dgm:prSet>
      <dgm:spPr/>
    </dgm:pt>
    <dgm:pt modelId="{6C0750E6-96D2-4F81-8402-90E31858E818}" type="pres">
      <dgm:prSet presAssocID="{E7291706-13E6-45ED-88E4-1C5EE5EADF86}" presName="space" presStyleCnt="0"/>
      <dgm:spPr/>
    </dgm:pt>
    <dgm:pt modelId="{B108405A-9E24-4A28-B3F3-F98BFAE82299}" type="pres">
      <dgm:prSet presAssocID="{7F31CC16-62E2-4654-8828-421AFB4552FA}" presName="composite" presStyleCnt="0"/>
      <dgm:spPr/>
    </dgm:pt>
    <dgm:pt modelId="{155597AC-9E0D-4533-A476-A58BB5E844AF}" type="pres">
      <dgm:prSet presAssocID="{7F31CC16-62E2-4654-8828-421AFB4552FA}" presName="parTx" presStyleLbl="alignNode1" presStyleIdx="1" presStyleCnt="3" custScaleY="88060">
        <dgm:presLayoutVars>
          <dgm:chMax val="0"/>
          <dgm:chPref val="0"/>
          <dgm:bulletEnabled val="1"/>
        </dgm:presLayoutVars>
      </dgm:prSet>
      <dgm:spPr/>
    </dgm:pt>
    <dgm:pt modelId="{B0646888-5EB8-446E-99B5-1611106A03B6}" type="pres">
      <dgm:prSet presAssocID="{7F31CC16-62E2-4654-8828-421AFB4552FA}" presName="desTx" presStyleLbl="alignAccFollowNode1" presStyleIdx="1" presStyleCnt="3">
        <dgm:presLayoutVars>
          <dgm:bulletEnabled val="1"/>
        </dgm:presLayoutVars>
      </dgm:prSet>
      <dgm:spPr/>
    </dgm:pt>
    <dgm:pt modelId="{3C43CB42-8279-40A3-B28C-A42C55E9D248}" type="pres">
      <dgm:prSet presAssocID="{88CA7B7E-9211-4EBA-953E-24CB33B348C3}" presName="space" presStyleCnt="0"/>
      <dgm:spPr/>
    </dgm:pt>
    <dgm:pt modelId="{06D6B296-E649-4553-AF78-4D2CED9C981D}" type="pres">
      <dgm:prSet presAssocID="{CED5D01C-62C0-41E1-B432-28BEB1E9126F}" presName="composite" presStyleCnt="0"/>
      <dgm:spPr/>
    </dgm:pt>
    <dgm:pt modelId="{1279F8FC-B574-4B4F-BCF5-A043C58E8462}" type="pres">
      <dgm:prSet presAssocID="{CED5D01C-62C0-41E1-B432-28BEB1E9126F}" presName="parTx" presStyleLbl="alignNode1" presStyleIdx="2" presStyleCnt="3" custScaleY="88060">
        <dgm:presLayoutVars>
          <dgm:chMax val="0"/>
          <dgm:chPref val="0"/>
          <dgm:bulletEnabled val="1"/>
        </dgm:presLayoutVars>
      </dgm:prSet>
      <dgm:spPr/>
    </dgm:pt>
    <dgm:pt modelId="{BC461368-AD65-4E7E-8B48-78D322E66CA5}" type="pres">
      <dgm:prSet presAssocID="{CED5D01C-62C0-41E1-B432-28BEB1E9126F}" presName="desTx" presStyleLbl="alignAccFollowNode1" presStyleIdx="2" presStyleCnt="3">
        <dgm:presLayoutVars>
          <dgm:bulletEnabled val="1"/>
        </dgm:presLayoutVars>
      </dgm:prSet>
      <dgm:spPr/>
    </dgm:pt>
  </dgm:ptLst>
  <dgm:cxnLst>
    <dgm:cxn modelId="{68530525-97ED-454B-B10A-7993075555B8}" type="presOf" srcId="{B4B671DC-58EB-4729-A84F-C94F2F141BBF}" destId="{C69CB514-3E64-4725-B3F5-63C2BA598E95}" srcOrd="0" destOrd="4" presId="urn:microsoft.com/office/officeart/2005/8/layout/hList1"/>
    <dgm:cxn modelId="{47D1F839-C54F-4115-AEAD-A32E80FF2079}" srcId="{CED5D01C-62C0-41E1-B432-28BEB1E9126F}" destId="{AAFEBDE3-9BBC-47A0-A2E5-5B7482E83AA1}" srcOrd="1" destOrd="0" parTransId="{55910206-3E60-4BCA-9752-283ECCC6C963}" sibTransId="{B70B64CC-D56C-42CB-92A6-ACD09CAE431A}"/>
    <dgm:cxn modelId="{CD77503F-BD28-4372-A653-1267DE06C60D}" srcId="{B84D7EAB-C603-4C3A-B148-252F03FEBEFC}" destId="{7F31CC16-62E2-4654-8828-421AFB4552FA}" srcOrd="1" destOrd="0" parTransId="{F176A80A-75A7-4118-9B4E-547291C75448}" sibTransId="{88CA7B7E-9211-4EBA-953E-24CB33B348C3}"/>
    <dgm:cxn modelId="{28018B42-080A-4CA4-86E9-9319E3936E45}" type="presOf" srcId="{CED5D01C-62C0-41E1-B432-28BEB1E9126F}" destId="{1279F8FC-B574-4B4F-BCF5-A043C58E8462}" srcOrd="0" destOrd="0" presId="urn:microsoft.com/office/officeart/2005/8/layout/hList1"/>
    <dgm:cxn modelId="{E8279763-A20A-4C32-B5F8-6DFC49F088FF}" srcId="{B84D7EAB-C603-4C3A-B148-252F03FEBEFC}" destId="{5397FD20-6682-400D-A4AC-7B6BA021A537}" srcOrd="0" destOrd="0" parTransId="{F8ECD2FA-197E-47BC-A506-05F003A80A48}" sibTransId="{E7291706-13E6-45ED-88E4-1C5EE5EADF86}"/>
    <dgm:cxn modelId="{66E3CB70-3E1B-421D-AE44-F5324740917F}" type="presOf" srcId="{563CA143-03D6-4FB9-8CBD-337815123D88}" destId="{C69CB514-3E64-4725-B3F5-63C2BA598E95}" srcOrd="0" destOrd="0" presId="urn:microsoft.com/office/officeart/2005/8/layout/hList1"/>
    <dgm:cxn modelId="{479F2973-AF14-4BA7-84D7-DD87594791AA}" srcId="{B84D7EAB-C603-4C3A-B148-252F03FEBEFC}" destId="{CED5D01C-62C0-41E1-B432-28BEB1E9126F}" srcOrd="2" destOrd="0" parTransId="{3B0EAF37-1414-4A4C-A864-D5EF3BF4F3AB}" sibTransId="{C35002CD-08E7-403A-99DF-E0D2882D66D2}"/>
    <dgm:cxn modelId="{A1FACB75-FBF7-4E8D-B1D8-07FF74E88F62}" type="presOf" srcId="{3AE2587F-F6DC-43F3-88AF-6DBDB9395CA6}" destId="{BC461368-AD65-4E7E-8B48-78D322E66CA5}" srcOrd="0" destOrd="0" presId="urn:microsoft.com/office/officeart/2005/8/layout/hList1"/>
    <dgm:cxn modelId="{54BF4C57-DE8E-4F3C-88EF-6764668F73D5}" type="presOf" srcId="{27DC4810-17AA-4C01-B8A6-E044AA42FE22}" destId="{B0646888-5EB8-446E-99B5-1611106A03B6}" srcOrd="0" destOrd="0" presId="urn:microsoft.com/office/officeart/2005/8/layout/hList1"/>
    <dgm:cxn modelId="{DC3A5079-A6E8-4A5D-9C04-905FD6A70E9D}" srcId="{5397FD20-6682-400D-A4AC-7B6BA021A537}" destId="{CFD4D62F-A2AD-4043-9AFE-4E90A3B495C6}" srcOrd="3" destOrd="0" parTransId="{4DEB03AE-6386-4F6F-8C0E-B4F11559D575}" sibTransId="{99A0C1D7-784B-4E55-83F8-483B10391126}"/>
    <dgm:cxn modelId="{E00D4480-4063-45E0-AFB8-046AA1D1DFDC}" type="presOf" srcId="{CFD4D62F-A2AD-4043-9AFE-4E90A3B495C6}" destId="{C69CB514-3E64-4725-B3F5-63C2BA598E95}" srcOrd="0" destOrd="3" presId="urn:microsoft.com/office/officeart/2005/8/layout/hList1"/>
    <dgm:cxn modelId="{96E67186-62F7-4927-ACB4-64BACF26A624}" srcId="{CED5D01C-62C0-41E1-B432-28BEB1E9126F}" destId="{3AE2587F-F6DC-43F3-88AF-6DBDB9395CA6}" srcOrd="0" destOrd="0" parTransId="{DDF21A99-223A-4502-9D6C-E5777DE16515}" sibTransId="{9A6F4CFA-27DC-46CE-B4ED-6ED56D79C2D9}"/>
    <dgm:cxn modelId="{4D07F591-62F9-49A8-A3A4-A4A0F6773321}" type="presOf" srcId="{FA127AA3-C62E-44DA-AB68-439A8136B0EB}" destId="{C69CB514-3E64-4725-B3F5-63C2BA598E95}" srcOrd="0" destOrd="2" presId="urn:microsoft.com/office/officeart/2005/8/layout/hList1"/>
    <dgm:cxn modelId="{C7E6F099-0CF2-4A59-9B78-6BCCF5B771B6}" srcId="{7F31CC16-62E2-4654-8828-421AFB4552FA}" destId="{27DC4810-17AA-4C01-B8A6-E044AA42FE22}" srcOrd="0" destOrd="0" parTransId="{CB1D09D8-1691-4C9D-829A-74D290C64544}" sibTransId="{4C4B1EFC-EB09-4554-B588-DD557A3DA703}"/>
    <dgm:cxn modelId="{F11B9F9A-2AF7-4F0C-9AF4-656F437087DF}" type="presOf" srcId="{AAFEBDE3-9BBC-47A0-A2E5-5B7482E83AA1}" destId="{BC461368-AD65-4E7E-8B48-78D322E66CA5}" srcOrd="0" destOrd="1" presId="urn:microsoft.com/office/officeart/2005/8/layout/hList1"/>
    <dgm:cxn modelId="{0C0108A3-51A4-4019-A510-B90C1A575D00}" srcId="{5397FD20-6682-400D-A4AC-7B6BA021A537}" destId="{B4B671DC-58EB-4729-A84F-C94F2F141BBF}" srcOrd="4" destOrd="0" parTransId="{A3C5D81F-EF52-4771-9C92-53B80E7C8EB8}" sibTransId="{313EA40D-A666-402E-B6E2-21AC7090283E}"/>
    <dgm:cxn modelId="{7FDC21A8-4C24-46E5-B82A-9ABBB908AA9A}" srcId="{7F31CC16-62E2-4654-8828-421AFB4552FA}" destId="{CB5A75A6-60DC-4B44-A188-CB81908AB598}" srcOrd="1" destOrd="0" parTransId="{31620355-7CEF-4734-B787-BFD03F618002}" sibTransId="{8F141180-D85A-4E61-AF28-A1A7D777E021}"/>
    <dgm:cxn modelId="{2830B0AA-8547-4B7B-BBBF-3CB47DD08E8C}" srcId="{5397FD20-6682-400D-A4AC-7B6BA021A537}" destId="{11438384-0CE4-40A7-8B72-A5DFCB699041}" srcOrd="1" destOrd="0" parTransId="{30A5DD67-277D-49DC-AD3E-F88491746610}" sibTransId="{263BF5F3-E212-4742-B701-4953ECE456DB}"/>
    <dgm:cxn modelId="{711D4FB6-3D9D-47B2-BFC4-3731D18967F7}" type="presOf" srcId="{CB5A75A6-60DC-4B44-A188-CB81908AB598}" destId="{B0646888-5EB8-446E-99B5-1611106A03B6}" srcOrd="0" destOrd="1" presId="urn:microsoft.com/office/officeart/2005/8/layout/hList1"/>
    <dgm:cxn modelId="{75CA4FBE-E8EA-4AA7-9FEC-BA8E1178FDA8}" type="presOf" srcId="{7F31CC16-62E2-4654-8828-421AFB4552FA}" destId="{155597AC-9E0D-4533-A476-A58BB5E844AF}" srcOrd="0" destOrd="0" presId="urn:microsoft.com/office/officeart/2005/8/layout/hList1"/>
    <dgm:cxn modelId="{7A337AC1-D389-4639-BCAD-4E303614F7BC}" type="presOf" srcId="{5397FD20-6682-400D-A4AC-7B6BA021A537}" destId="{73162C80-C094-4756-A954-058C83982E3F}" srcOrd="0" destOrd="0" presId="urn:microsoft.com/office/officeart/2005/8/layout/hList1"/>
    <dgm:cxn modelId="{ABFF35C7-4D48-4F37-9AFA-94B3DD3827BB}" type="presOf" srcId="{B84D7EAB-C603-4C3A-B148-252F03FEBEFC}" destId="{F33799EE-697F-4468-A8FC-2D24CFF6DF3A}" srcOrd="0" destOrd="0" presId="urn:microsoft.com/office/officeart/2005/8/layout/hList1"/>
    <dgm:cxn modelId="{52BCD3DB-CB12-46DF-895E-649367C3E3EF}" type="presOf" srcId="{11438384-0CE4-40A7-8B72-A5DFCB699041}" destId="{C69CB514-3E64-4725-B3F5-63C2BA598E95}" srcOrd="0" destOrd="1" presId="urn:microsoft.com/office/officeart/2005/8/layout/hList1"/>
    <dgm:cxn modelId="{16F6B0F1-640A-4E2E-BB3E-AD4181BBEDB7}" srcId="{5397FD20-6682-400D-A4AC-7B6BA021A537}" destId="{563CA143-03D6-4FB9-8CBD-337815123D88}" srcOrd="0" destOrd="0" parTransId="{748DCBD3-6932-44DC-A91F-665EAFC12BDF}" sibTransId="{076A045B-7B5C-4181-B4CC-992806057AB1}"/>
    <dgm:cxn modelId="{FB7F4DF7-A143-498B-9C93-30B408AD9581}" srcId="{5397FD20-6682-400D-A4AC-7B6BA021A537}" destId="{FA127AA3-C62E-44DA-AB68-439A8136B0EB}" srcOrd="2" destOrd="0" parTransId="{B4983866-34E2-471B-8EBF-AF28D3ECFC25}" sibTransId="{4455EF63-0575-4607-8746-ABDD80991F08}"/>
    <dgm:cxn modelId="{C7009D02-1D7D-4803-AC49-B6C142455DC8}" type="presParOf" srcId="{F33799EE-697F-4468-A8FC-2D24CFF6DF3A}" destId="{5E4C1FB5-B022-46C7-8DDD-E208ED4D21D7}" srcOrd="0" destOrd="0" presId="urn:microsoft.com/office/officeart/2005/8/layout/hList1"/>
    <dgm:cxn modelId="{8688858F-354A-44BD-A298-DA2603A8A092}" type="presParOf" srcId="{5E4C1FB5-B022-46C7-8DDD-E208ED4D21D7}" destId="{73162C80-C094-4756-A954-058C83982E3F}" srcOrd="0" destOrd="0" presId="urn:microsoft.com/office/officeart/2005/8/layout/hList1"/>
    <dgm:cxn modelId="{8D876164-1ABE-4DA6-89D5-5B8BB81EC388}" type="presParOf" srcId="{5E4C1FB5-B022-46C7-8DDD-E208ED4D21D7}" destId="{C69CB514-3E64-4725-B3F5-63C2BA598E95}" srcOrd="1" destOrd="0" presId="urn:microsoft.com/office/officeart/2005/8/layout/hList1"/>
    <dgm:cxn modelId="{5CB85EE7-9DCE-4B5F-88A6-3DBD995327E4}" type="presParOf" srcId="{F33799EE-697F-4468-A8FC-2D24CFF6DF3A}" destId="{6C0750E6-96D2-4F81-8402-90E31858E818}" srcOrd="1" destOrd="0" presId="urn:microsoft.com/office/officeart/2005/8/layout/hList1"/>
    <dgm:cxn modelId="{590EA1C5-793C-44BD-8C33-39AF34B14161}" type="presParOf" srcId="{F33799EE-697F-4468-A8FC-2D24CFF6DF3A}" destId="{B108405A-9E24-4A28-B3F3-F98BFAE82299}" srcOrd="2" destOrd="0" presId="urn:microsoft.com/office/officeart/2005/8/layout/hList1"/>
    <dgm:cxn modelId="{FC0D03BD-8C1C-4BD0-B724-3E4815207C26}" type="presParOf" srcId="{B108405A-9E24-4A28-B3F3-F98BFAE82299}" destId="{155597AC-9E0D-4533-A476-A58BB5E844AF}" srcOrd="0" destOrd="0" presId="urn:microsoft.com/office/officeart/2005/8/layout/hList1"/>
    <dgm:cxn modelId="{324837A1-0C5D-4AEF-A125-6683B4A2723B}" type="presParOf" srcId="{B108405A-9E24-4A28-B3F3-F98BFAE82299}" destId="{B0646888-5EB8-446E-99B5-1611106A03B6}" srcOrd="1" destOrd="0" presId="urn:microsoft.com/office/officeart/2005/8/layout/hList1"/>
    <dgm:cxn modelId="{51599270-4B58-4A16-BA65-32BCD4BA1726}" type="presParOf" srcId="{F33799EE-697F-4468-A8FC-2D24CFF6DF3A}" destId="{3C43CB42-8279-40A3-B28C-A42C55E9D248}" srcOrd="3" destOrd="0" presId="urn:microsoft.com/office/officeart/2005/8/layout/hList1"/>
    <dgm:cxn modelId="{9747AD3B-53EF-4580-9328-CD0ADBF64561}" type="presParOf" srcId="{F33799EE-697F-4468-A8FC-2D24CFF6DF3A}" destId="{06D6B296-E649-4553-AF78-4D2CED9C981D}" srcOrd="4" destOrd="0" presId="urn:microsoft.com/office/officeart/2005/8/layout/hList1"/>
    <dgm:cxn modelId="{A3049F30-451B-416A-9402-797BA5281664}" type="presParOf" srcId="{06D6B296-E649-4553-AF78-4D2CED9C981D}" destId="{1279F8FC-B574-4B4F-BCF5-A043C58E8462}" srcOrd="0" destOrd="0" presId="urn:microsoft.com/office/officeart/2005/8/layout/hList1"/>
    <dgm:cxn modelId="{FE3B4DDF-CE70-4D0E-BF94-8BE8C8170454}" type="presParOf" srcId="{06D6B296-E649-4553-AF78-4D2CED9C981D}" destId="{BC461368-AD65-4E7E-8B48-78D322E66CA5}" srcOrd="1" destOrd="0" presId="urn:microsoft.com/office/officeart/2005/8/layout/hLis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38601DB8-7AD1-4E75-94B5-9DDC7F3EDE90}" type="doc">
      <dgm:prSet loTypeId="urn:microsoft.com/office/officeart/2005/8/layout/hList1" loCatId="list" qsTypeId="urn:microsoft.com/office/officeart/2005/8/quickstyle/simple1" qsCatId="simple" csTypeId="urn:microsoft.com/office/officeart/2005/8/colors/colorful1" csCatId="colorful" phldr="1"/>
      <dgm:spPr/>
      <dgm:t>
        <a:bodyPr/>
        <a:lstStyle/>
        <a:p>
          <a:endParaRPr lang="en-IN"/>
        </a:p>
      </dgm:t>
    </dgm:pt>
    <dgm:pt modelId="{49D1F411-07EF-41C4-97B3-753A76FAC173}">
      <dgm:prSet phldrT="[Text]" custT="1"/>
      <dgm:spPr/>
      <dgm:t>
        <a:bodyPr/>
        <a:lstStyle/>
        <a:p>
          <a:r>
            <a:rPr lang="en-US" sz="2400" b="1" dirty="0"/>
            <a:t>	MOCK INTERVIEWS JAVA</a:t>
          </a:r>
          <a:endParaRPr lang="en-IN" sz="2400" b="1" dirty="0"/>
        </a:p>
      </dgm:t>
    </dgm:pt>
    <dgm:pt modelId="{5373B9E3-4C97-486E-92BA-9BED05A00AE3}" type="sibTrans" cxnId="{F84D2952-12F6-4A75-B5C0-2F585AD7BF2A}">
      <dgm:prSet/>
      <dgm:spPr/>
      <dgm:t>
        <a:bodyPr/>
        <a:lstStyle/>
        <a:p>
          <a:endParaRPr lang="en-IN" sz="1600">
            <a:solidFill>
              <a:schemeClr val="bg1"/>
            </a:solidFill>
          </a:endParaRPr>
        </a:p>
      </dgm:t>
    </dgm:pt>
    <dgm:pt modelId="{3B7EEFA2-E03C-4388-B9D8-7D63C2D195AB}" type="parTrans" cxnId="{F84D2952-12F6-4A75-B5C0-2F585AD7BF2A}">
      <dgm:prSet/>
      <dgm:spPr/>
      <dgm:t>
        <a:bodyPr/>
        <a:lstStyle/>
        <a:p>
          <a:endParaRPr lang="en-IN" sz="1600">
            <a:solidFill>
              <a:schemeClr val="bg1"/>
            </a:solidFill>
          </a:endParaRPr>
        </a:p>
      </dgm:t>
    </dgm:pt>
    <dgm:pt modelId="{E0B3FB1A-6882-4FB5-A102-6240928E4B25}">
      <dgm:prSet phldrT="[Text]" custT="1"/>
      <dgm:spPr/>
      <dgm:t>
        <a:bodyPr/>
        <a:lstStyle/>
        <a:p>
          <a:pPr>
            <a:spcAft>
              <a:spcPts val="900"/>
            </a:spcAft>
            <a:buFont typeface="+mj-lt"/>
            <a:buNone/>
          </a:pPr>
          <a:r>
            <a:rPr lang="en-US" sz="1600">
              <a:hlinkClick xmlns:r="http://schemas.openxmlformats.org/officeDocument/2006/relationships" r:id="rId1" action="ppaction://hlinksldjump">
                <a:extLst>
                  <a:ext uri="{A12FA001-AC4F-418D-AE19-62706E023703}">
                    <ahyp:hlinkClr xmlns:ahyp="http://schemas.microsoft.com/office/drawing/2018/hyperlinkcolor" val="tx"/>
                  </a:ext>
                </a:extLst>
              </a:hlinkClick>
            </a:rPr>
            <a:t>1. Java-Basics, Variables &amp; Data types, Operators, Control statements</a:t>
          </a:r>
          <a:endParaRPr lang="en-IN" sz="1600" dirty="0"/>
        </a:p>
      </dgm:t>
    </dgm:pt>
    <dgm:pt modelId="{50101145-B96C-4DFA-A2DE-D1F56B9F9B37}" type="sibTrans" cxnId="{790EDDC8-9BCF-43FF-876D-AA397D6E079D}">
      <dgm:prSet/>
      <dgm:spPr/>
      <dgm:t>
        <a:bodyPr/>
        <a:lstStyle/>
        <a:p>
          <a:endParaRPr lang="en-IN" sz="1600">
            <a:solidFill>
              <a:schemeClr val="bg1"/>
            </a:solidFill>
          </a:endParaRPr>
        </a:p>
      </dgm:t>
    </dgm:pt>
    <dgm:pt modelId="{7E810868-1719-4FD8-9981-0C759F47450B}" type="parTrans" cxnId="{790EDDC8-9BCF-43FF-876D-AA397D6E079D}">
      <dgm:prSet/>
      <dgm:spPr/>
      <dgm:t>
        <a:bodyPr/>
        <a:lstStyle/>
        <a:p>
          <a:endParaRPr lang="en-IN" sz="1600">
            <a:solidFill>
              <a:schemeClr val="bg1"/>
            </a:solidFill>
          </a:endParaRPr>
        </a:p>
      </dgm:t>
    </dgm:pt>
    <dgm:pt modelId="{B0C188A9-73FA-43FF-9178-C3F367AAD58C}">
      <dgm:prSet custT="1"/>
      <dgm:spPr/>
      <dgm:t>
        <a:bodyPr/>
        <a:lstStyle/>
        <a:p>
          <a:pPr>
            <a:spcAft>
              <a:spcPts val="900"/>
            </a:spcAft>
            <a:buFont typeface="+mj-lt"/>
            <a:buNone/>
          </a:pPr>
          <a:r>
            <a:rPr lang="en-US" sz="1600">
              <a:hlinkClick xmlns:r="http://schemas.openxmlformats.org/officeDocument/2006/relationships" r:id="rId2" action="ppaction://hlinksldjump">
                <a:extLst>
                  <a:ext uri="{A12FA001-AC4F-418D-AE19-62706E023703}">
                    <ahyp:hlinkClr xmlns:ahyp="http://schemas.microsoft.com/office/drawing/2018/hyperlinkcolor" val="tx"/>
                  </a:ext>
                </a:extLst>
              </a:hlinkClick>
            </a:rPr>
            <a:t>2. OOPS - Classes, Objects, Access Specifiers, Getter-Setter &amp; this keyword</a:t>
          </a:r>
          <a:endParaRPr lang="en-IN" sz="1600" dirty="0"/>
        </a:p>
      </dgm:t>
    </dgm:pt>
    <dgm:pt modelId="{AA509440-32C3-460F-8D51-B6F236097A38}" type="sibTrans" cxnId="{620846A4-3330-4AE2-AAC3-DAAF9AB7029B}">
      <dgm:prSet/>
      <dgm:spPr/>
      <dgm:t>
        <a:bodyPr/>
        <a:lstStyle/>
        <a:p>
          <a:endParaRPr lang="en-IN" sz="1600">
            <a:solidFill>
              <a:schemeClr val="bg1"/>
            </a:solidFill>
          </a:endParaRPr>
        </a:p>
      </dgm:t>
    </dgm:pt>
    <dgm:pt modelId="{D6EE827E-26CE-4DD4-9B45-CD42A8E65512}" type="parTrans" cxnId="{620846A4-3330-4AE2-AAC3-DAAF9AB7029B}">
      <dgm:prSet/>
      <dgm:spPr/>
      <dgm:t>
        <a:bodyPr/>
        <a:lstStyle/>
        <a:p>
          <a:endParaRPr lang="en-IN" sz="1600">
            <a:solidFill>
              <a:schemeClr val="bg1"/>
            </a:solidFill>
          </a:endParaRPr>
        </a:p>
      </dgm:t>
    </dgm:pt>
    <dgm:pt modelId="{78463969-4BE8-4F60-8D96-625E49A84CDE}">
      <dgm:prSet custT="1"/>
      <dgm:spPr/>
      <dgm:t>
        <a:bodyPr/>
        <a:lstStyle/>
        <a:p>
          <a:pPr>
            <a:spcAft>
              <a:spcPts val="900"/>
            </a:spcAft>
            <a:buFont typeface="+mj-lt"/>
            <a:buNone/>
          </a:pPr>
          <a:r>
            <a:rPr lang="en-IN" sz="1600">
              <a:hlinkClick xmlns:r="http://schemas.openxmlformats.org/officeDocument/2006/relationships" r:id="rId3" action="ppaction://hlinksldjump">
                <a:extLst>
                  <a:ext uri="{A12FA001-AC4F-418D-AE19-62706E023703}">
                    <ahyp:hlinkClr xmlns:ahyp="http://schemas.microsoft.com/office/drawing/2018/hyperlinkcolor" val="tx"/>
                  </a:ext>
                </a:extLst>
              </a:hlinkClick>
            </a:rPr>
            <a:t>3. OOPS - Inheritance, Polymorphism, Encapsulation &amp; Abstraction</a:t>
          </a:r>
          <a:endParaRPr lang="en-IN" sz="1600" dirty="0"/>
        </a:p>
      </dgm:t>
    </dgm:pt>
    <dgm:pt modelId="{CCB8DE2F-BE69-41CA-960A-EDE625B72ACE}" type="sibTrans" cxnId="{57438199-AA8B-492B-A1A2-0CDE6A997DCE}">
      <dgm:prSet/>
      <dgm:spPr/>
      <dgm:t>
        <a:bodyPr/>
        <a:lstStyle/>
        <a:p>
          <a:endParaRPr lang="en-IN" sz="1600">
            <a:solidFill>
              <a:schemeClr val="bg1"/>
            </a:solidFill>
          </a:endParaRPr>
        </a:p>
      </dgm:t>
    </dgm:pt>
    <dgm:pt modelId="{2418F3BF-0E55-4BE0-8552-181C14DC6D7B}" type="parTrans" cxnId="{57438199-AA8B-492B-A1A2-0CDE6A997DCE}">
      <dgm:prSet/>
      <dgm:spPr/>
      <dgm:t>
        <a:bodyPr/>
        <a:lstStyle/>
        <a:p>
          <a:endParaRPr lang="en-IN" sz="1600">
            <a:solidFill>
              <a:schemeClr val="bg1"/>
            </a:solidFill>
          </a:endParaRPr>
        </a:p>
      </dgm:t>
    </dgm:pt>
    <dgm:pt modelId="{09EB9EE8-F843-499D-A048-91ED9FDCB984}">
      <dgm:prSet custT="1"/>
      <dgm:spPr/>
      <dgm:t>
        <a:bodyPr/>
        <a:lstStyle/>
        <a:p>
          <a:pPr>
            <a:spcAft>
              <a:spcPts val="900"/>
            </a:spcAft>
            <a:buFont typeface="+mj-lt"/>
            <a:buNone/>
          </a:pPr>
          <a:r>
            <a:rPr lang="en-US" sz="1600" dirty="0">
              <a:hlinkClick xmlns:r="http://schemas.openxmlformats.org/officeDocument/2006/relationships" r:id="rId4" action="ppaction://hlinksldjump">
                <a:extLst>
                  <a:ext uri="{A12FA001-AC4F-418D-AE19-62706E023703}">
                    <ahyp:hlinkClr xmlns:ahyp="http://schemas.microsoft.com/office/drawing/2018/hyperlinkcolor" val="tx"/>
                  </a:ext>
                </a:extLst>
              </a:hlinkClick>
            </a:rPr>
            <a:t>4. Abstract class &amp; Interface, Constructors</a:t>
          </a:r>
          <a:endParaRPr lang="en-IN" sz="1600" dirty="0"/>
        </a:p>
      </dgm:t>
    </dgm:pt>
    <dgm:pt modelId="{01A2D71E-824D-4BD6-AEDB-AAD945BBBE5F}" type="sibTrans" cxnId="{B8DC94EB-2F81-4556-8B49-1B0019229C21}">
      <dgm:prSet/>
      <dgm:spPr/>
      <dgm:t>
        <a:bodyPr/>
        <a:lstStyle/>
        <a:p>
          <a:endParaRPr lang="en-IN" sz="1600">
            <a:solidFill>
              <a:schemeClr val="bg1"/>
            </a:solidFill>
          </a:endParaRPr>
        </a:p>
      </dgm:t>
    </dgm:pt>
    <dgm:pt modelId="{245FA6FC-9227-43BB-8CC4-73218988FA24}" type="parTrans" cxnId="{B8DC94EB-2F81-4556-8B49-1B0019229C21}">
      <dgm:prSet/>
      <dgm:spPr/>
      <dgm:t>
        <a:bodyPr/>
        <a:lstStyle/>
        <a:p>
          <a:endParaRPr lang="en-IN" sz="1600">
            <a:solidFill>
              <a:schemeClr val="bg1"/>
            </a:solidFill>
          </a:endParaRPr>
        </a:p>
      </dgm:t>
    </dgm:pt>
    <dgm:pt modelId="{7AF78DFD-929C-4F14-B3E4-0BE7FA685011}">
      <dgm:prSet custT="1"/>
      <dgm:spPr/>
      <dgm:t>
        <a:bodyPr/>
        <a:lstStyle/>
        <a:p>
          <a:pPr>
            <a:spcAft>
              <a:spcPts val="900"/>
            </a:spcAft>
            <a:buFont typeface="+mj-lt"/>
            <a:buNone/>
          </a:pPr>
          <a:r>
            <a:rPr lang="en-IN" sz="1600" dirty="0">
              <a:hlinkClick xmlns:r="http://schemas.openxmlformats.org/officeDocument/2006/relationships" r:id="rId5" action="ppaction://hlinksldjump">
                <a:extLst>
                  <a:ext uri="{A12FA001-AC4F-418D-AE19-62706E023703}">
                    <ahyp:hlinkClr xmlns:ahyp="http://schemas.microsoft.com/office/drawing/2018/hyperlinkcolor" val="tx"/>
                  </a:ext>
                </a:extLst>
              </a:hlinkClick>
            </a:rPr>
            <a:t>5. Exception Handling</a:t>
          </a:r>
          <a:endParaRPr lang="en-IN" sz="1600" dirty="0"/>
        </a:p>
      </dgm:t>
    </dgm:pt>
    <dgm:pt modelId="{78EAE3CC-BE81-4BF2-BB37-CB80219A0AE1}" type="sibTrans" cxnId="{BF84B633-5C3A-41DA-A5A4-F6680523A11D}">
      <dgm:prSet/>
      <dgm:spPr/>
      <dgm:t>
        <a:bodyPr/>
        <a:lstStyle/>
        <a:p>
          <a:endParaRPr lang="en-IN" sz="1600">
            <a:solidFill>
              <a:schemeClr val="bg1"/>
            </a:solidFill>
          </a:endParaRPr>
        </a:p>
      </dgm:t>
    </dgm:pt>
    <dgm:pt modelId="{800AAEDA-9093-4FEF-8B5E-2CD85BF3B8AB}" type="parTrans" cxnId="{BF84B633-5C3A-41DA-A5A4-F6680523A11D}">
      <dgm:prSet/>
      <dgm:spPr/>
      <dgm:t>
        <a:bodyPr/>
        <a:lstStyle/>
        <a:p>
          <a:endParaRPr lang="en-IN" sz="1600">
            <a:solidFill>
              <a:schemeClr val="bg1"/>
            </a:solidFill>
          </a:endParaRPr>
        </a:p>
      </dgm:t>
    </dgm:pt>
    <dgm:pt modelId="{45D24B59-378C-4C77-B89A-8E5E8A07285D}">
      <dgm:prSet custT="1"/>
      <dgm:spPr/>
      <dgm:t>
        <a:bodyPr/>
        <a:lstStyle/>
        <a:p>
          <a:pPr>
            <a:spcAft>
              <a:spcPts val="900"/>
            </a:spcAft>
            <a:buFont typeface="+mj-lt"/>
            <a:buNone/>
          </a:pPr>
          <a:r>
            <a:rPr lang="en-IN" sz="1600">
              <a:hlinkClick xmlns:r="http://schemas.openxmlformats.org/officeDocument/2006/relationships" r:id="rId6" action="ppaction://hlinksldjump">
                <a:extLst>
                  <a:ext uri="{A12FA001-AC4F-418D-AE19-62706E023703}">
                    <ahyp:hlinkClr xmlns:ahyp="http://schemas.microsoft.com/office/drawing/2018/hyperlinkcolor" val="tx"/>
                  </a:ext>
                </a:extLst>
              </a:hlinkClick>
            </a:rPr>
            <a:t>6. Collections</a:t>
          </a:r>
          <a:endParaRPr lang="en-IN" sz="1600" dirty="0"/>
        </a:p>
      </dgm:t>
    </dgm:pt>
    <dgm:pt modelId="{15CA6593-78B9-4331-8EC5-C8D756F3677A}" type="sibTrans" cxnId="{299B61FB-F75F-42A6-906C-639346217BC8}">
      <dgm:prSet/>
      <dgm:spPr/>
      <dgm:t>
        <a:bodyPr/>
        <a:lstStyle/>
        <a:p>
          <a:endParaRPr lang="en-IN" sz="1600">
            <a:solidFill>
              <a:schemeClr val="bg1"/>
            </a:solidFill>
          </a:endParaRPr>
        </a:p>
      </dgm:t>
    </dgm:pt>
    <dgm:pt modelId="{4C09C9FA-B259-450C-A72B-E0967A5B0A9E}" type="parTrans" cxnId="{299B61FB-F75F-42A6-906C-639346217BC8}">
      <dgm:prSet/>
      <dgm:spPr/>
      <dgm:t>
        <a:bodyPr/>
        <a:lstStyle/>
        <a:p>
          <a:endParaRPr lang="en-IN" sz="1600">
            <a:solidFill>
              <a:schemeClr val="bg1"/>
            </a:solidFill>
          </a:endParaRPr>
        </a:p>
      </dgm:t>
    </dgm:pt>
    <dgm:pt modelId="{5CEB6DC9-FE1D-49DB-A4CD-2819FF3260E1}">
      <dgm:prSet custT="1"/>
      <dgm:spPr/>
      <dgm:t>
        <a:bodyPr/>
        <a:lstStyle/>
        <a:p>
          <a:pPr>
            <a:spcAft>
              <a:spcPts val="900"/>
            </a:spcAft>
            <a:buFont typeface="+mj-lt"/>
            <a:buNone/>
          </a:pPr>
          <a:r>
            <a:rPr lang="en-IN" sz="1600">
              <a:hlinkClick xmlns:r="http://schemas.openxmlformats.org/officeDocument/2006/relationships" r:id="rId7" action="ppaction://hlinksldjump">
                <a:extLst>
                  <a:ext uri="{A12FA001-AC4F-418D-AE19-62706E023703}">
                    <ahyp:hlinkClr xmlns:ahyp="http://schemas.microsoft.com/office/drawing/2018/hyperlinkcolor" val="tx"/>
                  </a:ext>
                </a:extLst>
              </a:hlinkClick>
            </a:rPr>
            <a:t>7. Multithreading</a:t>
          </a:r>
          <a:endParaRPr lang="en-IN" sz="1600" dirty="0"/>
        </a:p>
      </dgm:t>
    </dgm:pt>
    <dgm:pt modelId="{DA6D5400-52C6-4F84-B2CD-F3A1F081B8C4}" type="sibTrans" cxnId="{427F6B17-C192-486C-8FC3-B5EDA0F0689B}">
      <dgm:prSet/>
      <dgm:spPr/>
      <dgm:t>
        <a:bodyPr/>
        <a:lstStyle/>
        <a:p>
          <a:endParaRPr lang="en-IN" sz="1600">
            <a:solidFill>
              <a:schemeClr val="bg1"/>
            </a:solidFill>
          </a:endParaRPr>
        </a:p>
      </dgm:t>
    </dgm:pt>
    <dgm:pt modelId="{C667EFD1-9EEE-4F32-AA1A-1591E5B9E936}" type="parTrans" cxnId="{427F6B17-C192-486C-8FC3-B5EDA0F0689B}">
      <dgm:prSet/>
      <dgm:spPr/>
      <dgm:t>
        <a:bodyPr/>
        <a:lstStyle/>
        <a:p>
          <a:endParaRPr lang="en-IN" sz="1600">
            <a:solidFill>
              <a:schemeClr val="bg1"/>
            </a:solidFill>
          </a:endParaRPr>
        </a:p>
      </dgm:t>
    </dgm:pt>
    <dgm:pt modelId="{D13D5D9D-D846-4DB5-B705-4F3F6D52F567}">
      <dgm:prSet custT="1"/>
      <dgm:spPr/>
      <dgm:t>
        <a:bodyPr/>
        <a:lstStyle/>
        <a:p>
          <a:pPr>
            <a:spcAft>
              <a:spcPts val="900"/>
            </a:spcAft>
            <a:buFont typeface="+mj-lt"/>
            <a:buNone/>
          </a:pPr>
          <a:r>
            <a:rPr lang="en-IN" sz="1600">
              <a:hlinkClick xmlns:r="http://schemas.openxmlformats.org/officeDocument/2006/relationships" r:id="rId8" action="ppaction://hlinksldjump">
                <a:extLst>
                  <a:ext uri="{A12FA001-AC4F-418D-AE19-62706E023703}">
                    <ahyp:hlinkClr xmlns:ahyp="http://schemas.microsoft.com/office/drawing/2018/hyperlinkcolor" val="tx"/>
                  </a:ext>
                </a:extLst>
              </a:hlinkClick>
            </a:rPr>
            <a:t>8. Generics</a:t>
          </a:r>
          <a:endParaRPr lang="en-IN" sz="1600" dirty="0"/>
        </a:p>
      </dgm:t>
    </dgm:pt>
    <dgm:pt modelId="{EA1CCD08-3164-4829-B2E9-E4862DFF1C18}" type="sibTrans" cxnId="{3139688B-5432-477F-B412-43C37F861EBF}">
      <dgm:prSet/>
      <dgm:spPr/>
      <dgm:t>
        <a:bodyPr/>
        <a:lstStyle/>
        <a:p>
          <a:endParaRPr lang="en-IN" sz="1600">
            <a:solidFill>
              <a:schemeClr val="bg1"/>
            </a:solidFill>
          </a:endParaRPr>
        </a:p>
      </dgm:t>
    </dgm:pt>
    <dgm:pt modelId="{27301E20-A057-48CB-AF55-C75313747E93}" type="parTrans" cxnId="{3139688B-5432-477F-B412-43C37F861EBF}">
      <dgm:prSet/>
      <dgm:spPr/>
      <dgm:t>
        <a:bodyPr/>
        <a:lstStyle/>
        <a:p>
          <a:endParaRPr lang="en-IN" sz="1600">
            <a:solidFill>
              <a:schemeClr val="bg1"/>
            </a:solidFill>
          </a:endParaRPr>
        </a:p>
      </dgm:t>
    </dgm:pt>
    <dgm:pt modelId="{2B7EBDEE-E17F-4587-8F12-319656B7D569}">
      <dgm:prSet custT="1"/>
      <dgm:spPr/>
      <dgm:t>
        <a:bodyPr/>
        <a:lstStyle/>
        <a:p>
          <a:pPr>
            <a:spcAft>
              <a:spcPts val="900"/>
            </a:spcAft>
            <a:buFont typeface="+mj-lt"/>
            <a:buNone/>
          </a:pPr>
          <a:r>
            <a:rPr lang="en-IN" sz="1600" dirty="0">
              <a:hlinkClick xmlns:r="http://schemas.openxmlformats.org/officeDocument/2006/relationships" r:id="rId9" action="ppaction://hlinksldjump">
                <a:extLst>
                  <a:ext uri="{A12FA001-AC4F-418D-AE19-62706E023703}">
                    <ahyp:hlinkClr xmlns:ahyp="http://schemas.microsoft.com/office/drawing/2018/hyperlinkcolor" val="tx"/>
                  </a:ext>
                </a:extLst>
              </a:hlinkClick>
            </a:rPr>
            <a:t>9. Types of Classes </a:t>
          </a:r>
          <a:endParaRPr lang="en-IN" sz="1600" dirty="0"/>
        </a:p>
      </dgm:t>
    </dgm:pt>
    <dgm:pt modelId="{87816D23-CFEA-4514-85A4-E5C6E4704A55}" type="sibTrans" cxnId="{CF9E79B8-627C-48E8-876D-1210945C9FB8}">
      <dgm:prSet/>
      <dgm:spPr/>
      <dgm:t>
        <a:bodyPr/>
        <a:lstStyle/>
        <a:p>
          <a:endParaRPr lang="en-IN" sz="1600">
            <a:solidFill>
              <a:schemeClr val="bg1"/>
            </a:solidFill>
          </a:endParaRPr>
        </a:p>
      </dgm:t>
    </dgm:pt>
    <dgm:pt modelId="{6DE3E61B-39B8-407C-B135-88156FAFEC38}" type="parTrans" cxnId="{CF9E79B8-627C-48E8-876D-1210945C9FB8}">
      <dgm:prSet/>
      <dgm:spPr/>
      <dgm:t>
        <a:bodyPr/>
        <a:lstStyle/>
        <a:p>
          <a:endParaRPr lang="en-IN" sz="1600">
            <a:solidFill>
              <a:schemeClr val="bg1"/>
            </a:solidFill>
          </a:endParaRPr>
        </a:p>
      </dgm:t>
    </dgm:pt>
    <dgm:pt modelId="{9BC21B93-B4CE-4D12-8D68-3ECF20A36AA2}">
      <dgm:prSet custT="1"/>
      <dgm:spPr/>
      <dgm:t>
        <a:bodyPr/>
        <a:lstStyle/>
        <a:p>
          <a:pPr>
            <a:buFont typeface="+mj-lt"/>
            <a:buNone/>
          </a:pPr>
          <a:r>
            <a:rPr lang="en-US" sz="2400" b="1" dirty="0"/>
            <a:t>	MOCK INTERVIEWS SPRING</a:t>
          </a:r>
          <a:endParaRPr lang="en-IN" sz="2400" b="1" dirty="0"/>
        </a:p>
      </dgm:t>
    </dgm:pt>
    <dgm:pt modelId="{B2920788-36FA-47F4-8F79-329FB3F6D517}" type="parTrans" cxnId="{44A5979A-C9C4-474E-B0C7-A72B03217F15}">
      <dgm:prSet/>
      <dgm:spPr/>
      <dgm:t>
        <a:bodyPr/>
        <a:lstStyle/>
        <a:p>
          <a:endParaRPr lang="en-IN" sz="1600"/>
        </a:p>
      </dgm:t>
    </dgm:pt>
    <dgm:pt modelId="{C5C827CC-EE9C-4B03-B3FE-E02815D4D6CE}" type="sibTrans" cxnId="{44A5979A-C9C4-474E-B0C7-A72B03217F15}">
      <dgm:prSet/>
      <dgm:spPr/>
      <dgm:t>
        <a:bodyPr/>
        <a:lstStyle/>
        <a:p>
          <a:endParaRPr lang="en-IN" sz="1600"/>
        </a:p>
      </dgm:t>
    </dgm:pt>
    <dgm:pt modelId="{FB7AC20B-9A2A-404F-A0C1-D51D840A290C}">
      <dgm:prSet custT="1"/>
      <dgm:spPr/>
      <dgm:t>
        <a:bodyPr/>
        <a:lstStyle/>
        <a:p>
          <a:pPr>
            <a:spcAft>
              <a:spcPts val="900"/>
            </a:spcAft>
            <a:buFont typeface="+mj-lt"/>
            <a:buAutoNum type="arabicPeriod"/>
          </a:pPr>
          <a:r>
            <a:rPr lang="en-US" sz="1600" dirty="0">
              <a:solidFill>
                <a:schemeClr val="tx1"/>
              </a:solidFill>
              <a:hlinkClick xmlns:r="http://schemas.openxmlformats.org/officeDocument/2006/relationships" r:id="rId10" action="ppaction://hlinksldjump">
                <a:extLst>
                  <a:ext uri="{A12FA001-AC4F-418D-AE19-62706E023703}">
                    <ahyp:hlinkClr xmlns:ahyp="http://schemas.microsoft.com/office/drawing/2018/hyperlinkcolor" val="tx"/>
                  </a:ext>
                </a:extLst>
              </a:hlinkClick>
            </a:rPr>
            <a:t>Spring Basics, IoC, DI, Components &amp; Beans</a:t>
          </a:r>
          <a:endParaRPr lang="en-IN" sz="1600" dirty="0">
            <a:solidFill>
              <a:schemeClr val="tx1"/>
            </a:solidFill>
          </a:endParaRPr>
        </a:p>
      </dgm:t>
    </dgm:pt>
    <dgm:pt modelId="{C5C903C9-425A-4205-A7A6-7BD04EA60BBF}" type="parTrans" cxnId="{471A528E-7BE0-4F68-A441-57C70C97FC24}">
      <dgm:prSet/>
      <dgm:spPr/>
      <dgm:t>
        <a:bodyPr/>
        <a:lstStyle/>
        <a:p>
          <a:endParaRPr lang="en-IN" sz="1600"/>
        </a:p>
      </dgm:t>
    </dgm:pt>
    <dgm:pt modelId="{B8F6DEC2-3D99-4634-9035-BBF953EACC57}" type="sibTrans" cxnId="{471A528E-7BE0-4F68-A441-57C70C97FC24}">
      <dgm:prSet/>
      <dgm:spPr/>
      <dgm:t>
        <a:bodyPr/>
        <a:lstStyle/>
        <a:p>
          <a:endParaRPr lang="en-IN" sz="1600"/>
        </a:p>
      </dgm:t>
    </dgm:pt>
    <dgm:pt modelId="{A1F903A3-DC7C-4C23-9DE0-99E2D77F1914}">
      <dgm:prSet custT="1"/>
      <dgm:spPr/>
      <dgm:t>
        <a:bodyPr/>
        <a:lstStyle/>
        <a:p>
          <a:pPr>
            <a:spcAft>
              <a:spcPts val="900"/>
            </a:spcAft>
            <a:buFont typeface="+mj-lt"/>
            <a:buAutoNum type="arabicPeriod"/>
          </a:pPr>
          <a:r>
            <a:rPr lang="en-US" sz="1600" dirty="0">
              <a:solidFill>
                <a:schemeClr val="tx1"/>
              </a:solidFill>
              <a:hlinkClick xmlns:r="http://schemas.openxmlformats.org/officeDocument/2006/relationships" r:id="rId11" action="ppaction://hlinksldjump">
                <a:extLst>
                  <a:ext uri="{A12FA001-AC4F-418D-AE19-62706E023703}">
                    <ahyp:hlinkClr xmlns:ahyp="http://schemas.microsoft.com/office/drawing/2018/hyperlinkcolor" val="tx"/>
                  </a:ext>
                </a:extLst>
              </a:hlinkClick>
            </a:rPr>
            <a:t>Spring Configuration, Annotations, AOP, Scope of a Bean</a:t>
          </a:r>
          <a:endParaRPr lang="en-IN" sz="1600" dirty="0">
            <a:solidFill>
              <a:schemeClr val="tx1"/>
            </a:solidFill>
          </a:endParaRPr>
        </a:p>
      </dgm:t>
    </dgm:pt>
    <dgm:pt modelId="{B917058B-7ACA-45F2-BF02-3D83A263C2B4}" type="parTrans" cxnId="{BDBF0B82-BF54-4CD2-85BE-F274879B6B93}">
      <dgm:prSet/>
      <dgm:spPr/>
      <dgm:t>
        <a:bodyPr/>
        <a:lstStyle/>
        <a:p>
          <a:endParaRPr lang="en-IN" sz="1600"/>
        </a:p>
      </dgm:t>
    </dgm:pt>
    <dgm:pt modelId="{42B65D4F-8645-4A67-859F-D9123E0D4C90}" type="sibTrans" cxnId="{BDBF0B82-BF54-4CD2-85BE-F274879B6B93}">
      <dgm:prSet/>
      <dgm:spPr/>
      <dgm:t>
        <a:bodyPr/>
        <a:lstStyle/>
        <a:p>
          <a:endParaRPr lang="en-IN" sz="1600"/>
        </a:p>
      </dgm:t>
    </dgm:pt>
    <dgm:pt modelId="{266D8DAF-0C47-4E8F-915B-8BAE15163C91}">
      <dgm:prSet custT="1"/>
      <dgm:spPr/>
      <dgm:t>
        <a:bodyPr/>
        <a:lstStyle/>
        <a:p>
          <a:pPr>
            <a:spcAft>
              <a:spcPts val="900"/>
            </a:spcAft>
            <a:buFont typeface="+mj-lt"/>
            <a:buAutoNum type="arabicPeriod"/>
          </a:pPr>
          <a:r>
            <a:rPr lang="en-IN" sz="1600" dirty="0">
              <a:solidFill>
                <a:schemeClr val="tx1"/>
              </a:solidFill>
              <a:hlinkClick xmlns:r="http://schemas.openxmlformats.org/officeDocument/2006/relationships" r:id="rId12" action="ppaction://hlinksldjump">
                <a:extLst>
                  <a:ext uri="{A12FA001-AC4F-418D-AE19-62706E023703}">
                    <ahyp:hlinkClr xmlns:ahyp="http://schemas.microsoft.com/office/drawing/2018/hyperlinkcolor" val="tx"/>
                  </a:ext>
                </a:extLst>
              </a:hlinkClick>
            </a:rPr>
            <a:t>Spring Boot</a:t>
          </a:r>
          <a:endParaRPr lang="en-IN" sz="1600" dirty="0">
            <a:solidFill>
              <a:schemeClr val="tx1"/>
            </a:solidFill>
          </a:endParaRPr>
        </a:p>
      </dgm:t>
    </dgm:pt>
    <dgm:pt modelId="{452B097F-09BD-4241-8769-2B84FB98C818}" type="parTrans" cxnId="{C76F6008-B3B9-453D-863F-DD02EEBF454B}">
      <dgm:prSet/>
      <dgm:spPr/>
      <dgm:t>
        <a:bodyPr/>
        <a:lstStyle/>
        <a:p>
          <a:endParaRPr lang="en-IN" sz="1600"/>
        </a:p>
      </dgm:t>
    </dgm:pt>
    <dgm:pt modelId="{4E65BDDC-7395-44EF-99DC-88AD877E88A0}" type="sibTrans" cxnId="{C76F6008-B3B9-453D-863F-DD02EEBF454B}">
      <dgm:prSet/>
      <dgm:spPr/>
      <dgm:t>
        <a:bodyPr/>
        <a:lstStyle/>
        <a:p>
          <a:endParaRPr lang="en-IN" sz="1600"/>
        </a:p>
      </dgm:t>
    </dgm:pt>
    <dgm:pt modelId="{0CD74B03-18DE-4E50-846B-28FA0E893868}">
      <dgm:prSet custT="1"/>
      <dgm:spPr/>
      <dgm:t>
        <a:bodyPr/>
        <a:lstStyle/>
        <a:p>
          <a:pPr>
            <a:spcAft>
              <a:spcPts val="900"/>
            </a:spcAft>
            <a:buFont typeface="+mj-lt"/>
            <a:buAutoNum type="arabicPeriod"/>
          </a:pPr>
          <a:r>
            <a:rPr lang="en-IN" sz="1600" dirty="0">
              <a:solidFill>
                <a:schemeClr val="tx1"/>
              </a:solidFill>
              <a:hlinkClick xmlns:r="http://schemas.openxmlformats.org/officeDocument/2006/relationships" r:id="rId13" action="ppaction://hlinksldjump">
                <a:extLst>
                  <a:ext uri="{A12FA001-AC4F-418D-AE19-62706E023703}">
                    <ahyp:hlinkClr xmlns:ahyp="http://schemas.microsoft.com/office/drawing/2018/hyperlinkcolor" val="tx"/>
                  </a:ext>
                </a:extLst>
              </a:hlinkClick>
            </a:rPr>
            <a:t>Spring MVC</a:t>
          </a:r>
          <a:endParaRPr lang="en-IN" sz="1600" dirty="0">
            <a:solidFill>
              <a:schemeClr val="tx1"/>
            </a:solidFill>
          </a:endParaRPr>
        </a:p>
      </dgm:t>
    </dgm:pt>
    <dgm:pt modelId="{F6EFD797-A1B5-420E-A41D-0CA6A7B7E75C}" type="parTrans" cxnId="{60FCD70C-844A-4824-AD0F-015D44AF276A}">
      <dgm:prSet/>
      <dgm:spPr/>
      <dgm:t>
        <a:bodyPr/>
        <a:lstStyle/>
        <a:p>
          <a:endParaRPr lang="en-IN" sz="1600"/>
        </a:p>
      </dgm:t>
    </dgm:pt>
    <dgm:pt modelId="{7962F68C-313B-44A3-9E51-8201E717B23C}" type="sibTrans" cxnId="{60FCD70C-844A-4824-AD0F-015D44AF276A}">
      <dgm:prSet/>
      <dgm:spPr/>
      <dgm:t>
        <a:bodyPr/>
        <a:lstStyle/>
        <a:p>
          <a:endParaRPr lang="en-IN" sz="1600"/>
        </a:p>
      </dgm:t>
    </dgm:pt>
    <dgm:pt modelId="{8569FB44-D787-4B7A-AAF9-B361F3938331}" type="pres">
      <dgm:prSet presAssocID="{38601DB8-7AD1-4E75-94B5-9DDC7F3EDE90}" presName="Name0" presStyleCnt="0">
        <dgm:presLayoutVars>
          <dgm:dir/>
          <dgm:animLvl val="lvl"/>
          <dgm:resizeHandles val="exact"/>
        </dgm:presLayoutVars>
      </dgm:prSet>
      <dgm:spPr/>
    </dgm:pt>
    <dgm:pt modelId="{5F92AD95-2E78-408E-81AE-F3AA49236991}" type="pres">
      <dgm:prSet presAssocID="{49D1F411-07EF-41C4-97B3-753A76FAC173}" presName="composite" presStyleCnt="0"/>
      <dgm:spPr/>
    </dgm:pt>
    <dgm:pt modelId="{4FD6D4D4-1789-43C7-B26A-F7F9E0BC87CC}" type="pres">
      <dgm:prSet presAssocID="{49D1F411-07EF-41C4-97B3-753A76FAC173}" presName="parTx" presStyleLbl="alignNode1" presStyleIdx="0" presStyleCnt="2" custScaleY="100000">
        <dgm:presLayoutVars>
          <dgm:chMax val="0"/>
          <dgm:chPref val="0"/>
          <dgm:bulletEnabled val="1"/>
        </dgm:presLayoutVars>
      </dgm:prSet>
      <dgm:spPr/>
    </dgm:pt>
    <dgm:pt modelId="{47771C7B-B482-48A8-A857-5CBB66096E9B}" type="pres">
      <dgm:prSet presAssocID="{49D1F411-07EF-41C4-97B3-753A76FAC173}" presName="desTx" presStyleLbl="alignAccFollowNode1" presStyleIdx="0" presStyleCnt="2">
        <dgm:presLayoutVars>
          <dgm:bulletEnabled val="1"/>
        </dgm:presLayoutVars>
      </dgm:prSet>
      <dgm:spPr/>
    </dgm:pt>
    <dgm:pt modelId="{7D2FF749-DCED-4825-A1C0-58A822A7EEC3}" type="pres">
      <dgm:prSet presAssocID="{5373B9E3-4C97-486E-92BA-9BED05A00AE3}" presName="space" presStyleCnt="0"/>
      <dgm:spPr/>
    </dgm:pt>
    <dgm:pt modelId="{A333F512-3A0D-4890-9409-ED4951BD39DD}" type="pres">
      <dgm:prSet presAssocID="{9BC21B93-B4CE-4D12-8D68-3ECF20A36AA2}" presName="composite" presStyleCnt="0"/>
      <dgm:spPr/>
    </dgm:pt>
    <dgm:pt modelId="{6AE0915A-4A9C-41E1-BDEE-D580FB47ABC6}" type="pres">
      <dgm:prSet presAssocID="{9BC21B93-B4CE-4D12-8D68-3ECF20A36AA2}" presName="parTx" presStyleLbl="alignNode1" presStyleIdx="1" presStyleCnt="2" custScaleY="100000">
        <dgm:presLayoutVars>
          <dgm:chMax val="0"/>
          <dgm:chPref val="0"/>
          <dgm:bulletEnabled val="1"/>
        </dgm:presLayoutVars>
      </dgm:prSet>
      <dgm:spPr/>
    </dgm:pt>
    <dgm:pt modelId="{EE5306D0-AF38-4BF7-87C3-A83CEFF90C42}" type="pres">
      <dgm:prSet presAssocID="{9BC21B93-B4CE-4D12-8D68-3ECF20A36AA2}" presName="desTx" presStyleLbl="alignAccFollowNode1" presStyleIdx="1" presStyleCnt="2">
        <dgm:presLayoutVars>
          <dgm:bulletEnabled val="1"/>
        </dgm:presLayoutVars>
      </dgm:prSet>
      <dgm:spPr/>
    </dgm:pt>
  </dgm:ptLst>
  <dgm:cxnLst>
    <dgm:cxn modelId="{C76F6008-B3B9-453D-863F-DD02EEBF454B}" srcId="{9BC21B93-B4CE-4D12-8D68-3ECF20A36AA2}" destId="{266D8DAF-0C47-4E8F-915B-8BAE15163C91}" srcOrd="2" destOrd="0" parTransId="{452B097F-09BD-4241-8769-2B84FB98C818}" sibTransId="{4E65BDDC-7395-44EF-99DC-88AD877E88A0}"/>
    <dgm:cxn modelId="{60FCD70C-844A-4824-AD0F-015D44AF276A}" srcId="{9BC21B93-B4CE-4D12-8D68-3ECF20A36AA2}" destId="{0CD74B03-18DE-4E50-846B-28FA0E893868}" srcOrd="3" destOrd="0" parTransId="{F6EFD797-A1B5-420E-A41D-0CA6A7B7E75C}" sibTransId="{7962F68C-313B-44A3-9E51-8201E717B23C}"/>
    <dgm:cxn modelId="{E2025D0D-4806-413B-A1C0-165999BD2CC9}" type="presOf" srcId="{266D8DAF-0C47-4E8F-915B-8BAE15163C91}" destId="{EE5306D0-AF38-4BF7-87C3-A83CEFF90C42}" srcOrd="0" destOrd="2" presId="urn:microsoft.com/office/officeart/2005/8/layout/hList1"/>
    <dgm:cxn modelId="{134A740E-5BCD-46B8-B992-FD9A63C82D06}" type="presOf" srcId="{7AF78DFD-929C-4F14-B3E4-0BE7FA685011}" destId="{47771C7B-B482-48A8-A857-5CBB66096E9B}" srcOrd="0" destOrd="4" presId="urn:microsoft.com/office/officeart/2005/8/layout/hList1"/>
    <dgm:cxn modelId="{427F6B17-C192-486C-8FC3-B5EDA0F0689B}" srcId="{49D1F411-07EF-41C4-97B3-753A76FAC173}" destId="{5CEB6DC9-FE1D-49DB-A4CD-2819FF3260E1}" srcOrd="6" destOrd="0" parTransId="{C667EFD1-9EEE-4F32-AA1A-1591E5B9E936}" sibTransId="{DA6D5400-52C6-4F84-B2CD-F3A1F081B8C4}"/>
    <dgm:cxn modelId="{0105B81E-E0BF-4006-80A0-A7BF75386A54}" type="presOf" srcId="{FB7AC20B-9A2A-404F-A0C1-D51D840A290C}" destId="{EE5306D0-AF38-4BF7-87C3-A83CEFF90C42}" srcOrd="0" destOrd="0" presId="urn:microsoft.com/office/officeart/2005/8/layout/hList1"/>
    <dgm:cxn modelId="{6671B920-B733-44B7-9431-9DB0C65D73D3}" type="presOf" srcId="{45D24B59-378C-4C77-B89A-8E5E8A07285D}" destId="{47771C7B-B482-48A8-A857-5CBB66096E9B}" srcOrd="0" destOrd="5" presId="urn:microsoft.com/office/officeart/2005/8/layout/hList1"/>
    <dgm:cxn modelId="{3A54C731-3A12-4C8C-A2F3-9E88A13656FF}" type="presOf" srcId="{38601DB8-7AD1-4E75-94B5-9DDC7F3EDE90}" destId="{8569FB44-D787-4B7A-AAF9-B361F3938331}" srcOrd="0" destOrd="0" presId="urn:microsoft.com/office/officeart/2005/8/layout/hList1"/>
    <dgm:cxn modelId="{BF84B633-5C3A-41DA-A5A4-F6680523A11D}" srcId="{49D1F411-07EF-41C4-97B3-753A76FAC173}" destId="{7AF78DFD-929C-4F14-B3E4-0BE7FA685011}" srcOrd="4" destOrd="0" parTransId="{800AAEDA-9093-4FEF-8B5E-2CD85BF3B8AB}" sibTransId="{78EAE3CC-BE81-4BF2-BB37-CB80219A0AE1}"/>
    <dgm:cxn modelId="{CE2C0635-858A-40F8-A8C2-9C660A118BE0}" type="presOf" srcId="{B0C188A9-73FA-43FF-9178-C3F367AAD58C}" destId="{47771C7B-B482-48A8-A857-5CBB66096E9B}" srcOrd="0" destOrd="1" presId="urn:microsoft.com/office/officeart/2005/8/layout/hList1"/>
    <dgm:cxn modelId="{2892573F-3A3D-4735-A228-169C7F79FDB4}" type="presOf" srcId="{49D1F411-07EF-41C4-97B3-753A76FAC173}" destId="{4FD6D4D4-1789-43C7-B26A-F7F9E0BC87CC}" srcOrd="0" destOrd="0" presId="urn:microsoft.com/office/officeart/2005/8/layout/hList1"/>
    <dgm:cxn modelId="{3E7D0866-5A38-4FA5-91B0-8ADF1AB7AABF}" type="presOf" srcId="{09EB9EE8-F843-499D-A048-91ED9FDCB984}" destId="{47771C7B-B482-48A8-A857-5CBB66096E9B}" srcOrd="0" destOrd="3" presId="urn:microsoft.com/office/officeart/2005/8/layout/hList1"/>
    <dgm:cxn modelId="{F84D2952-12F6-4A75-B5C0-2F585AD7BF2A}" srcId="{38601DB8-7AD1-4E75-94B5-9DDC7F3EDE90}" destId="{49D1F411-07EF-41C4-97B3-753A76FAC173}" srcOrd="0" destOrd="0" parTransId="{3B7EEFA2-E03C-4388-B9D8-7D63C2D195AB}" sibTransId="{5373B9E3-4C97-486E-92BA-9BED05A00AE3}"/>
    <dgm:cxn modelId="{6B01DE52-FB76-4736-8CCA-311E04595E1B}" type="presOf" srcId="{D13D5D9D-D846-4DB5-B705-4F3F6D52F567}" destId="{47771C7B-B482-48A8-A857-5CBB66096E9B}" srcOrd="0" destOrd="7" presId="urn:microsoft.com/office/officeart/2005/8/layout/hList1"/>
    <dgm:cxn modelId="{BDBF0B82-BF54-4CD2-85BE-F274879B6B93}" srcId="{9BC21B93-B4CE-4D12-8D68-3ECF20A36AA2}" destId="{A1F903A3-DC7C-4C23-9DE0-99E2D77F1914}" srcOrd="1" destOrd="0" parTransId="{B917058B-7ACA-45F2-BF02-3D83A263C2B4}" sibTransId="{42B65D4F-8645-4A67-859F-D9123E0D4C90}"/>
    <dgm:cxn modelId="{3139688B-5432-477F-B412-43C37F861EBF}" srcId="{49D1F411-07EF-41C4-97B3-753A76FAC173}" destId="{D13D5D9D-D846-4DB5-B705-4F3F6D52F567}" srcOrd="7" destOrd="0" parTransId="{27301E20-A057-48CB-AF55-C75313747E93}" sibTransId="{EA1CCD08-3164-4829-B2E9-E4862DFF1C18}"/>
    <dgm:cxn modelId="{463E668C-B2E1-4BD3-8187-79AC673DA9B0}" type="presOf" srcId="{0CD74B03-18DE-4E50-846B-28FA0E893868}" destId="{EE5306D0-AF38-4BF7-87C3-A83CEFF90C42}" srcOrd="0" destOrd="3" presId="urn:microsoft.com/office/officeart/2005/8/layout/hList1"/>
    <dgm:cxn modelId="{471A528E-7BE0-4F68-A441-57C70C97FC24}" srcId="{9BC21B93-B4CE-4D12-8D68-3ECF20A36AA2}" destId="{FB7AC20B-9A2A-404F-A0C1-D51D840A290C}" srcOrd="0" destOrd="0" parTransId="{C5C903C9-425A-4205-A7A6-7BD04EA60BBF}" sibTransId="{B8F6DEC2-3D99-4634-9035-BBF953EACC57}"/>
    <dgm:cxn modelId="{57438199-AA8B-492B-A1A2-0CDE6A997DCE}" srcId="{49D1F411-07EF-41C4-97B3-753A76FAC173}" destId="{78463969-4BE8-4F60-8D96-625E49A84CDE}" srcOrd="2" destOrd="0" parTransId="{2418F3BF-0E55-4BE0-8552-181C14DC6D7B}" sibTransId="{CCB8DE2F-BE69-41CA-960A-EDE625B72ACE}"/>
    <dgm:cxn modelId="{44A5979A-C9C4-474E-B0C7-A72B03217F15}" srcId="{38601DB8-7AD1-4E75-94B5-9DDC7F3EDE90}" destId="{9BC21B93-B4CE-4D12-8D68-3ECF20A36AA2}" srcOrd="1" destOrd="0" parTransId="{B2920788-36FA-47F4-8F79-329FB3F6D517}" sibTransId="{C5C827CC-EE9C-4B03-B3FE-E02815D4D6CE}"/>
    <dgm:cxn modelId="{620846A4-3330-4AE2-AAC3-DAAF9AB7029B}" srcId="{49D1F411-07EF-41C4-97B3-753A76FAC173}" destId="{B0C188A9-73FA-43FF-9178-C3F367AAD58C}" srcOrd="1" destOrd="0" parTransId="{D6EE827E-26CE-4DD4-9B45-CD42A8E65512}" sibTransId="{AA509440-32C3-460F-8D51-B6F236097A38}"/>
    <dgm:cxn modelId="{6B2B5AB7-C2AA-482A-8837-7EFEFB70F6E2}" type="presOf" srcId="{A1F903A3-DC7C-4C23-9DE0-99E2D77F1914}" destId="{EE5306D0-AF38-4BF7-87C3-A83CEFF90C42}" srcOrd="0" destOrd="1" presId="urn:microsoft.com/office/officeart/2005/8/layout/hList1"/>
    <dgm:cxn modelId="{CF9E79B8-627C-48E8-876D-1210945C9FB8}" srcId="{49D1F411-07EF-41C4-97B3-753A76FAC173}" destId="{2B7EBDEE-E17F-4587-8F12-319656B7D569}" srcOrd="8" destOrd="0" parTransId="{6DE3E61B-39B8-407C-B135-88156FAFEC38}" sibTransId="{87816D23-CFEA-4514-85A4-E5C6E4704A55}"/>
    <dgm:cxn modelId="{DEF1E6BC-6E04-4E20-8CBD-99A90590411D}" type="presOf" srcId="{78463969-4BE8-4F60-8D96-625E49A84CDE}" destId="{47771C7B-B482-48A8-A857-5CBB66096E9B}" srcOrd="0" destOrd="2" presId="urn:microsoft.com/office/officeart/2005/8/layout/hList1"/>
    <dgm:cxn modelId="{790EDDC8-9BCF-43FF-876D-AA397D6E079D}" srcId="{49D1F411-07EF-41C4-97B3-753A76FAC173}" destId="{E0B3FB1A-6882-4FB5-A102-6240928E4B25}" srcOrd="0" destOrd="0" parTransId="{7E810868-1719-4FD8-9981-0C759F47450B}" sibTransId="{50101145-B96C-4DFA-A2DE-D1F56B9F9B37}"/>
    <dgm:cxn modelId="{4F0F99D5-70B4-4101-A80C-8E75F3CC864B}" type="presOf" srcId="{E0B3FB1A-6882-4FB5-A102-6240928E4B25}" destId="{47771C7B-B482-48A8-A857-5CBB66096E9B}" srcOrd="0" destOrd="0" presId="urn:microsoft.com/office/officeart/2005/8/layout/hList1"/>
    <dgm:cxn modelId="{294432E7-F3F4-4B06-9C4F-D45A1FAE91C6}" type="presOf" srcId="{5CEB6DC9-FE1D-49DB-A4CD-2819FF3260E1}" destId="{47771C7B-B482-48A8-A857-5CBB66096E9B}" srcOrd="0" destOrd="6" presId="urn:microsoft.com/office/officeart/2005/8/layout/hList1"/>
    <dgm:cxn modelId="{9BC6BDE8-DA11-40C5-ACE4-64CAC70C4369}" type="presOf" srcId="{2B7EBDEE-E17F-4587-8F12-319656B7D569}" destId="{47771C7B-B482-48A8-A857-5CBB66096E9B}" srcOrd="0" destOrd="8" presId="urn:microsoft.com/office/officeart/2005/8/layout/hList1"/>
    <dgm:cxn modelId="{5F5CEAE8-7540-4BB6-86E6-329E78BAE240}" type="presOf" srcId="{9BC21B93-B4CE-4D12-8D68-3ECF20A36AA2}" destId="{6AE0915A-4A9C-41E1-BDEE-D580FB47ABC6}" srcOrd="0" destOrd="0" presId="urn:microsoft.com/office/officeart/2005/8/layout/hList1"/>
    <dgm:cxn modelId="{B8DC94EB-2F81-4556-8B49-1B0019229C21}" srcId="{49D1F411-07EF-41C4-97B3-753A76FAC173}" destId="{09EB9EE8-F843-499D-A048-91ED9FDCB984}" srcOrd="3" destOrd="0" parTransId="{245FA6FC-9227-43BB-8CC4-73218988FA24}" sibTransId="{01A2D71E-824D-4BD6-AEDB-AAD945BBBE5F}"/>
    <dgm:cxn modelId="{299B61FB-F75F-42A6-906C-639346217BC8}" srcId="{49D1F411-07EF-41C4-97B3-753A76FAC173}" destId="{45D24B59-378C-4C77-B89A-8E5E8A07285D}" srcOrd="5" destOrd="0" parTransId="{4C09C9FA-B259-450C-A72B-E0967A5B0A9E}" sibTransId="{15CA6593-78B9-4331-8EC5-C8D756F3677A}"/>
    <dgm:cxn modelId="{0344AA17-58FC-48C6-B46F-87CE94615BBD}" type="presParOf" srcId="{8569FB44-D787-4B7A-AAF9-B361F3938331}" destId="{5F92AD95-2E78-408E-81AE-F3AA49236991}" srcOrd="0" destOrd="0" presId="urn:microsoft.com/office/officeart/2005/8/layout/hList1"/>
    <dgm:cxn modelId="{09143C5F-0776-4ADE-9766-48EAFF68116A}" type="presParOf" srcId="{5F92AD95-2E78-408E-81AE-F3AA49236991}" destId="{4FD6D4D4-1789-43C7-B26A-F7F9E0BC87CC}" srcOrd="0" destOrd="0" presId="urn:microsoft.com/office/officeart/2005/8/layout/hList1"/>
    <dgm:cxn modelId="{0DF257E3-C4E5-4226-9DE1-92562CD5FD12}" type="presParOf" srcId="{5F92AD95-2E78-408E-81AE-F3AA49236991}" destId="{47771C7B-B482-48A8-A857-5CBB66096E9B}" srcOrd="1" destOrd="0" presId="urn:microsoft.com/office/officeart/2005/8/layout/hList1"/>
    <dgm:cxn modelId="{C2D4B5D0-42FD-490A-8338-2368BC69FC83}" type="presParOf" srcId="{8569FB44-D787-4B7A-AAF9-B361F3938331}" destId="{7D2FF749-DCED-4825-A1C0-58A822A7EEC3}" srcOrd="1" destOrd="0" presId="urn:microsoft.com/office/officeart/2005/8/layout/hList1"/>
    <dgm:cxn modelId="{9255956E-5E63-4D76-BE6A-255B3D9DAAA0}" type="presParOf" srcId="{8569FB44-D787-4B7A-AAF9-B361F3938331}" destId="{A333F512-3A0D-4890-9409-ED4951BD39DD}" srcOrd="2" destOrd="0" presId="urn:microsoft.com/office/officeart/2005/8/layout/hList1"/>
    <dgm:cxn modelId="{54A99D96-9F47-4903-BA86-C898F10C96D5}" type="presParOf" srcId="{A333F512-3A0D-4890-9409-ED4951BD39DD}" destId="{6AE0915A-4A9C-41E1-BDEE-D580FB47ABC6}" srcOrd="0" destOrd="0" presId="urn:microsoft.com/office/officeart/2005/8/layout/hList1"/>
    <dgm:cxn modelId="{67C792DC-A8A4-44E7-AE62-5995AED5AE83}" type="presParOf" srcId="{A333F512-3A0D-4890-9409-ED4951BD39DD}" destId="{EE5306D0-AF38-4BF7-87C3-A83CEFF90C42}" srcOrd="1" destOrd="0" presId="urn:microsoft.com/office/officeart/2005/8/layout/hLis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2E3B91BC-9234-4118-9BFC-89B8023B18EB}" type="doc">
      <dgm:prSet loTypeId="urn:microsoft.com/office/officeart/2005/8/layout/process2" loCatId="process" qsTypeId="urn:microsoft.com/office/officeart/2005/8/quickstyle/simple3" qsCatId="simple" csTypeId="urn:microsoft.com/office/officeart/2005/8/colors/colorful4" csCatId="colorful" phldr="1"/>
      <dgm:spPr/>
      <dgm:t>
        <a:bodyPr/>
        <a:lstStyle/>
        <a:p>
          <a:endParaRPr lang="en-IN"/>
        </a:p>
      </dgm:t>
    </dgm:pt>
    <dgm:pt modelId="{D216450E-6548-4B7E-BADC-EC71B9360802}">
      <dgm:prSet phldrT="[Text]" custT="1"/>
      <dgm:spPr/>
      <dgm:t>
        <a:bodyPr/>
        <a:lstStyle/>
        <a:p>
          <a:r>
            <a:rPr lang="en-US" sz="1800" dirty="0"/>
            <a:t>(High-level language)</a:t>
          </a:r>
          <a:endParaRPr lang="en-IN" sz="1800" dirty="0"/>
        </a:p>
      </dgm:t>
    </dgm:pt>
    <dgm:pt modelId="{0E2794EC-3CF2-44B0-8B96-CD1B85511040}" type="parTrans" cxnId="{FBB1CBD2-7516-48AC-BE15-B8DEE8E271FE}">
      <dgm:prSet/>
      <dgm:spPr/>
      <dgm:t>
        <a:bodyPr/>
        <a:lstStyle/>
        <a:p>
          <a:endParaRPr lang="en-IN" sz="1800"/>
        </a:p>
      </dgm:t>
    </dgm:pt>
    <dgm:pt modelId="{48AAB1CC-0A57-41B3-BCD6-96A7872028A6}" type="sibTrans" cxnId="{FBB1CBD2-7516-48AC-BE15-B8DEE8E271FE}">
      <dgm:prSet/>
      <dgm:spPr/>
      <dgm:t>
        <a:bodyPr/>
        <a:lstStyle/>
        <a:p>
          <a:endParaRPr lang="en-IN" sz="1800"/>
        </a:p>
      </dgm:t>
    </dgm:pt>
    <dgm:pt modelId="{3B8F0C91-554E-4CEC-BDB0-0BE9DB348B74}">
      <dgm:prSet phldrT="[Text]" custT="1"/>
      <dgm:spPr/>
      <dgm:t>
        <a:bodyPr/>
        <a:lstStyle/>
        <a:p>
          <a:r>
            <a:rPr lang="en-US" sz="1800" b="1" dirty="0"/>
            <a:t>Native code </a:t>
          </a:r>
          <a:r>
            <a:rPr lang="en-US" sz="1800" dirty="0"/>
            <a:t>(Low-Level language)</a:t>
          </a:r>
          <a:endParaRPr lang="en-IN" sz="1800" dirty="0"/>
        </a:p>
      </dgm:t>
    </dgm:pt>
    <dgm:pt modelId="{69B2A8CF-3F6C-4D6E-A007-FBB334F11A0D}" type="parTrans" cxnId="{076BBA92-D319-460A-AF12-17F0D2101B46}">
      <dgm:prSet/>
      <dgm:spPr/>
      <dgm:t>
        <a:bodyPr/>
        <a:lstStyle/>
        <a:p>
          <a:endParaRPr lang="en-IN" sz="1800"/>
        </a:p>
      </dgm:t>
    </dgm:pt>
    <dgm:pt modelId="{C4A30594-2C4F-4058-A3E2-80FDF9C81251}" type="sibTrans" cxnId="{076BBA92-D319-460A-AF12-17F0D2101B46}">
      <dgm:prSet/>
      <dgm:spPr/>
      <dgm:t>
        <a:bodyPr/>
        <a:lstStyle/>
        <a:p>
          <a:endParaRPr lang="en-IN" sz="1800"/>
        </a:p>
      </dgm:t>
    </dgm:pt>
    <dgm:pt modelId="{7D6D8890-502F-41EB-A527-FA5C2552BE91}">
      <dgm:prSet phldrT="[Text]" custT="1"/>
      <dgm:spPr/>
      <dgm:t>
        <a:bodyPr/>
        <a:lstStyle/>
        <a:p>
          <a:r>
            <a:rPr lang="en-US" sz="1800" b="1" dirty="0"/>
            <a:t>Bytecode </a:t>
          </a:r>
          <a:r>
            <a:rPr lang="en-US" sz="1800" dirty="0"/>
            <a:t>(Intermediate language)</a:t>
          </a:r>
          <a:endParaRPr lang="en-IN" sz="1800" dirty="0"/>
        </a:p>
      </dgm:t>
    </dgm:pt>
    <dgm:pt modelId="{CA358527-A5C5-4FD3-983C-A498D38200D8}" type="parTrans" cxnId="{01C44585-2979-4E31-A951-D0C18A055C8F}">
      <dgm:prSet/>
      <dgm:spPr/>
      <dgm:t>
        <a:bodyPr/>
        <a:lstStyle/>
        <a:p>
          <a:endParaRPr lang="en-IN"/>
        </a:p>
      </dgm:t>
    </dgm:pt>
    <dgm:pt modelId="{C2C8954A-CF5B-4761-8FBC-6D2172959DC6}" type="sibTrans" cxnId="{01C44585-2979-4E31-A951-D0C18A055C8F}">
      <dgm:prSet/>
      <dgm:spPr/>
      <dgm:t>
        <a:bodyPr/>
        <a:lstStyle/>
        <a:p>
          <a:endParaRPr lang="en-IN"/>
        </a:p>
      </dgm:t>
    </dgm:pt>
    <dgm:pt modelId="{2C8685ED-B450-4028-8534-3B4916D7F7A9}" type="pres">
      <dgm:prSet presAssocID="{2E3B91BC-9234-4118-9BFC-89B8023B18EB}" presName="linearFlow" presStyleCnt="0">
        <dgm:presLayoutVars>
          <dgm:resizeHandles val="exact"/>
        </dgm:presLayoutVars>
      </dgm:prSet>
      <dgm:spPr/>
    </dgm:pt>
    <dgm:pt modelId="{CF511D4A-974E-4D67-A11A-698B97EEE0FF}" type="pres">
      <dgm:prSet presAssocID="{D216450E-6548-4B7E-BADC-EC71B9360802}" presName="node" presStyleLbl="node1" presStyleIdx="0" presStyleCnt="3" custScaleX="139365">
        <dgm:presLayoutVars>
          <dgm:bulletEnabled val="1"/>
        </dgm:presLayoutVars>
      </dgm:prSet>
      <dgm:spPr/>
    </dgm:pt>
    <dgm:pt modelId="{85535F70-6C62-4975-8644-475A30F5D15C}" type="pres">
      <dgm:prSet presAssocID="{48AAB1CC-0A57-41B3-BCD6-96A7872028A6}" presName="sibTrans" presStyleLbl="sibTrans2D1" presStyleIdx="0" presStyleCnt="2"/>
      <dgm:spPr/>
    </dgm:pt>
    <dgm:pt modelId="{904FA0CB-96B6-4F47-94D4-38DFAB410F99}" type="pres">
      <dgm:prSet presAssocID="{48AAB1CC-0A57-41B3-BCD6-96A7872028A6}" presName="connectorText" presStyleLbl="sibTrans2D1" presStyleIdx="0" presStyleCnt="2"/>
      <dgm:spPr/>
    </dgm:pt>
    <dgm:pt modelId="{38A84F6A-6E9A-4766-9E4E-DEB7A413E883}" type="pres">
      <dgm:prSet presAssocID="{7D6D8890-502F-41EB-A527-FA5C2552BE91}" presName="node" presStyleLbl="node1" presStyleIdx="1" presStyleCnt="3" custScaleX="139365">
        <dgm:presLayoutVars>
          <dgm:bulletEnabled val="1"/>
        </dgm:presLayoutVars>
      </dgm:prSet>
      <dgm:spPr/>
    </dgm:pt>
    <dgm:pt modelId="{72E9E2E4-FFD0-49CD-A252-D77262B76AC7}" type="pres">
      <dgm:prSet presAssocID="{C2C8954A-CF5B-4761-8FBC-6D2172959DC6}" presName="sibTrans" presStyleLbl="sibTrans2D1" presStyleIdx="1" presStyleCnt="2"/>
      <dgm:spPr/>
    </dgm:pt>
    <dgm:pt modelId="{A15129D5-698B-4404-84C7-3E160B276387}" type="pres">
      <dgm:prSet presAssocID="{C2C8954A-CF5B-4761-8FBC-6D2172959DC6}" presName="connectorText" presStyleLbl="sibTrans2D1" presStyleIdx="1" presStyleCnt="2"/>
      <dgm:spPr/>
    </dgm:pt>
    <dgm:pt modelId="{84703585-828E-4658-868B-29C769CE0075}" type="pres">
      <dgm:prSet presAssocID="{3B8F0C91-554E-4CEC-BDB0-0BE9DB348B74}" presName="node" presStyleLbl="node1" presStyleIdx="2" presStyleCnt="3" custScaleX="139365">
        <dgm:presLayoutVars>
          <dgm:bulletEnabled val="1"/>
        </dgm:presLayoutVars>
      </dgm:prSet>
      <dgm:spPr/>
    </dgm:pt>
  </dgm:ptLst>
  <dgm:cxnLst>
    <dgm:cxn modelId="{F358ED06-690B-46AB-A418-8CC13A456DB2}" type="presOf" srcId="{2E3B91BC-9234-4118-9BFC-89B8023B18EB}" destId="{2C8685ED-B450-4028-8534-3B4916D7F7A9}" srcOrd="0" destOrd="0" presId="urn:microsoft.com/office/officeart/2005/8/layout/process2"/>
    <dgm:cxn modelId="{21D35F41-B1B7-4395-9CC1-47532F511E95}" type="presOf" srcId="{7D6D8890-502F-41EB-A527-FA5C2552BE91}" destId="{38A84F6A-6E9A-4766-9E4E-DEB7A413E883}" srcOrd="0" destOrd="0" presId="urn:microsoft.com/office/officeart/2005/8/layout/process2"/>
    <dgm:cxn modelId="{92588C77-C047-4ECA-9E15-BFBDF0A87C5F}" type="presOf" srcId="{C2C8954A-CF5B-4761-8FBC-6D2172959DC6}" destId="{72E9E2E4-FFD0-49CD-A252-D77262B76AC7}" srcOrd="0" destOrd="0" presId="urn:microsoft.com/office/officeart/2005/8/layout/process2"/>
    <dgm:cxn modelId="{D6E46B84-A5C3-4F4E-B69F-27B27A3FE502}" type="presOf" srcId="{48AAB1CC-0A57-41B3-BCD6-96A7872028A6}" destId="{85535F70-6C62-4975-8644-475A30F5D15C}" srcOrd="0" destOrd="0" presId="urn:microsoft.com/office/officeart/2005/8/layout/process2"/>
    <dgm:cxn modelId="{01C44585-2979-4E31-A951-D0C18A055C8F}" srcId="{2E3B91BC-9234-4118-9BFC-89B8023B18EB}" destId="{7D6D8890-502F-41EB-A527-FA5C2552BE91}" srcOrd="1" destOrd="0" parTransId="{CA358527-A5C5-4FD3-983C-A498D38200D8}" sibTransId="{C2C8954A-CF5B-4761-8FBC-6D2172959DC6}"/>
    <dgm:cxn modelId="{076BBA92-D319-460A-AF12-17F0D2101B46}" srcId="{2E3B91BC-9234-4118-9BFC-89B8023B18EB}" destId="{3B8F0C91-554E-4CEC-BDB0-0BE9DB348B74}" srcOrd="2" destOrd="0" parTransId="{69B2A8CF-3F6C-4D6E-A007-FBB334F11A0D}" sibTransId="{C4A30594-2C4F-4058-A3E2-80FDF9C81251}"/>
    <dgm:cxn modelId="{CBF26CA0-C7C6-46D6-B868-5D81A2E3A715}" type="presOf" srcId="{C2C8954A-CF5B-4761-8FBC-6D2172959DC6}" destId="{A15129D5-698B-4404-84C7-3E160B276387}" srcOrd="1" destOrd="0" presId="urn:microsoft.com/office/officeart/2005/8/layout/process2"/>
    <dgm:cxn modelId="{E0867FB3-D9F6-4EBA-865D-F84DE5C2DF2F}" type="presOf" srcId="{D216450E-6548-4B7E-BADC-EC71B9360802}" destId="{CF511D4A-974E-4D67-A11A-698B97EEE0FF}" srcOrd="0" destOrd="0" presId="urn:microsoft.com/office/officeart/2005/8/layout/process2"/>
    <dgm:cxn modelId="{753CD3B5-C6F0-454A-B033-D746A4EB3E63}" type="presOf" srcId="{48AAB1CC-0A57-41B3-BCD6-96A7872028A6}" destId="{904FA0CB-96B6-4F47-94D4-38DFAB410F99}" srcOrd="1" destOrd="0" presId="urn:microsoft.com/office/officeart/2005/8/layout/process2"/>
    <dgm:cxn modelId="{FBB1CBD2-7516-48AC-BE15-B8DEE8E271FE}" srcId="{2E3B91BC-9234-4118-9BFC-89B8023B18EB}" destId="{D216450E-6548-4B7E-BADC-EC71B9360802}" srcOrd="0" destOrd="0" parTransId="{0E2794EC-3CF2-44B0-8B96-CD1B85511040}" sibTransId="{48AAB1CC-0A57-41B3-BCD6-96A7872028A6}"/>
    <dgm:cxn modelId="{6CF658D6-6499-4BDC-AC6E-C4235DA90FEF}" type="presOf" srcId="{3B8F0C91-554E-4CEC-BDB0-0BE9DB348B74}" destId="{84703585-828E-4658-868B-29C769CE0075}" srcOrd="0" destOrd="0" presId="urn:microsoft.com/office/officeart/2005/8/layout/process2"/>
    <dgm:cxn modelId="{50E0A88D-0F86-4C78-A275-0633CE013713}" type="presParOf" srcId="{2C8685ED-B450-4028-8534-3B4916D7F7A9}" destId="{CF511D4A-974E-4D67-A11A-698B97EEE0FF}" srcOrd="0" destOrd="0" presId="urn:microsoft.com/office/officeart/2005/8/layout/process2"/>
    <dgm:cxn modelId="{DF76BCED-08DD-471F-B0B5-09FDBAACC057}" type="presParOf" srcId="{2C8685ED-B450-4028-8534-3B4916D7F7A9}" destId="{85535F70-6C62-4975-8644-475A30F5D15C}" srcOrd="1" destOrd="0" presId="urn:microsoft.com/office/officeart/2005/8/layout/process2"/>
    <dgm:cxn modelId="{3C31DAC4-48B1-4E91-9805-D0A3320F8DDD}" type="presParOf" srcId="{85535F70-6C62-4975-8644-475A30F5D15C}" destId="{904FA0CB-96B6-4F47-94D4-38DFAB410F99}" srcOrd="0" destOrd="0" presId="urn:microsoft.com/office/officeart/2005/8/layout/process2"/>
    <dgm:cxn modelId="{52870F15-69C5-4A35-918C-D9ACC25CE2EC}" type="presParOf" srcId="{2C8685ED-B450-4028-8534-3B4916D7F7A9}" destId="{38A84F6A-6E9A-4766-9E4E-DEB7A413E883}" srcOrd="2" destOrd="0" presId="urn:microsoft.com/office/officeart/2005/8/layout/process2"/>
    <dgm:cxn modelId="{43D72001-3BFE-4372-A2D7-79DB8DEAFD29}" type="presParOf" srcId="{2C8685ED-B450-4028-8534-3B4916D7F7A9}" destId="{72E9E2E4-FFD0-49CD-A252-D77262B76AC7}" srcOrd="3" destOrd="0" presId="urn:microsoft.com/office/officeart/2005/8/layout/process2"/>
    <dgm:cxn modelId="{3B507DD5-DCCB-456E-8B85-D5A5DE666032}" type="presParOf" srcId="{72E9E2E4-FFD0-49CD-A252-D77262B76AC7}" destId="{A15129D5-698B-4404-84C7-3E160B276387}" srcOrd="0" destOrd="0" presId="urn:microsoft.com/office/officeart/2005/8/layout/process2"/>
    <dgm:cxn modelId="{ABD42B3C-B38D-4C21-9542-B9FFA961B07F}" type="presParOf" srcId="{2C8685ED-B450-4028-8534-3B4916D7F7A9}" destId="{84703585-828E-4658-868B-29C769CE0075}" srcOrd="4" destOrd="0" presId="urn:microsoft.com/office/officeart/2005/8/layout/process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30D3299-B1B7-4D96-A1A3-7771846B517D}" type="doc">
      <dgm:prSet loTypeId="urn:microsoft.com/office/officeart/2008/layout/RadialCluster" loCatId="cycle" qsTypeId="urn:microsoft.com/office/officeart/2005/8/quickstyle/simple3" qsCatId="simple" csTypeId="urn:microsoft.com/office/officeart/2005/8/colors/colorful1" csCatId="colorful" phldr="1"/>
      <dgm:spPr/>
      <dgm:t>
        <a:bodyPr/>
        <a:lstStyle/>
        <a:p>
          <a:endParaRPr lang="en-IN"/>
        </a:p>
      </dgm:t>
    </dgm:pt>
    <dgm:pt modelId="{37AF5D1F-C585-4445-A670-C4CAE5F87E68}">
      <dgm:prSet phldrT="[Text]" custT="1"/>
      <dgm:spPr/>
      <dgm:t>
        <a:bodyPr/>
        <a:lstStyle/>
        <a:p>
          <a:r>
            <a:rPr lang="en-US" sz="1800" dirty="0"/>
            <a:t>OOPS</a:t>
          </a:r>
          <a:endParaRPr lang="en-IN" sz="1800" dirty="0"/>
        </a:p>
      </dgm:t>
    </dgm:pt>
    <dgm:pt modelId="{B7D43DBA-204D-4762-8596-82D88D196453}" type="parTrans" cxnId="{ADE0202C-1B4E-4687-A9FA-8A1C2BC6FE4E}">
      <dgm:prSet/>
      <dgm:spPr/>
      <dgm:t>
        <a:bodyPr/>
        <a:lstStyle/>
        <a:p>
          <a:endParaRPr lang="en-IN" sz="1800"/>
        </a:p>
      </dgm:t>
    </dgm:pt>
    <dgm:pt modelId="{EA6A0784-9F73-48F3-AC0D-07D28C06A38B}" type="sibTrans" cxnId="{ADE0202C-1B4E-4687-A9FA-8A1C2BC6FE4E}">
      <dgm:prSet/>
      <dgm:spPr/>
      <dgm:t>
        <a:bodyPr/>
        <a:lstStyle/>
        <a:p>
          <a:endParaRPr lang="en-IN" sz="1800"/>
        </a:p>
      </dgm:t>
    </dgm:pt>
    <dgm:pt modelId="{9AB5CA23-BC01-4523-9892-496D7131D003}">
      <dgm:prSet phldrT="[Text]" custT="1"/>
      <dgm:spPr/>
      <dgm:t>
        <a:bodyPr/>
        <a:lstStyle/>
        <a:p>
          <a:r>
            <a:rPr lang="en-US" sz="1800" dirty="0"/>
            <a:t>Object</a:t>
          </a:r>
          <a:endParaRPr lang="en-IN" sz="1800" dirty="0"/>
        </a:p>
      </dgm:t>
    </dgm:pt>
    <dgm:pt modelId="{0D2CE627-309B-4121-B11E-19DAC63347A6}" type="parTrans" cxnId="{9B84A4F1-2335-4D2C-970A-BA3369987CC6}">
      <dgm:prSet custT="1"/>
      <dgm:spPr/>
      <dgm:t>
        <a:bodyPr/>
        <a:lstStyle/>
        <a:p>
          <a:endParaRPr lang="en-IN" sz="1800"/>
        </a:p>
      </dgm:t>
    </dgm:pt>
    <dgm:pt modelId="{5DB6B6C2-506C-4CE4-82FE-1E2B0254A6E2}" type="sibTrans" cxnId="{9B84A4F1-2335-4D2C-970A-BA3369987CC6}">
      <dgm:prSet/>
      <dgm:spPr/>
      <dgm:t>
        <a:bodyPr/>
        <a:lstStyle/>
        <a:p>
          <a:endParaRPr lang="en-IN" sz="1800"/>
        </a:p>
      </dgm:t>
    </dgm:pt>
    <dgm:pt modelId="{83D139F0-893E-4D8D-96F5-2DE7C2639125}">
      <dgm:prSet phldrT="[Text]" custT="1"/>
      <dgm:spPr/>
      <dgm:t>
        <a:bodyPr/>
        <a:lstStyle/>
        <a:p>
          <a:r>
            <a:rPr lang="en-US" sz="1800" dirty="0"/>
            <a:t>Class</a:t>
          </a:r>
          <a:endParaRPr lang="en-IN" sz="1800" dirty="0"/>
        </a:p>
      </dgm:t>
    </dgm:pt>
    <dgm:pt modelId="{D1962946-EDDD-4DB6-859C-81B90C11BD46}" type="parTrans" cxnId="{349FA938-BE75-48EA-84EE-E46524B22F3F}">
      <dgm:prSet custT="1"/>
      <dgm:spPr/>
      <dgm:t>
        <a:bodyPr/>
        <a:lstStyle/>
        <a:p>
          <a:endParaRPr lang="en-IN" sz="1800"/>
        </a:p>
      </dgm:t>
    </dgm:pt>
    <dgm:pt modelId="{2368EA24-3886-4991-9F46-4195DA7F4FF6}" type="sibTrans" cxnId="{349FA938-BE75-48EA-84EE-E46524B22F3F}">
      <dgm:prSet/>
      <dgm:spPr/>
      <dgm:t>
        <a:bodyPr/>
        <a:lstStyle/>
        <a:p>
          <a:endParaRPr lang="en-IN" sz="1800"/>
        </a:p>
      </dgm:t>
    </dgm:pt>
    <dgm:pt modelId="{DB97369C-F92F-46FC-BCCE-87CDDF9E8259}">
      <dgm:prSet phldrT="[Text]" custT="1"/>
      <dgm:spPr/>
      <dgm:t>
        <a:bodyPr/>
        <a:lstStyle/>
        <a:p>
          <a:r>
            <a:rPr lang="en-US" sz="1800" dirty="0"/>
            <a:t>Inheritance</a:t>
          </a:r>
          <a:endParaRPr lang="en-IN" sz="1800" dirty="0"/>
        </a:p>
      </dgm:t>
    </dgm:pt>
    <dgm:pt modelId="{E2939885-B72E-4552-A176-4ABDF96464C2}" type="parTrans" cxnId="{2AFCAD5E-E7EC-44BF-B2FA-B4F8D75279F8}">
      <dgm:prSet custT="1"/>
      <dgm:spPr/>
      <dgm:t>
        <a:bodyPr/>
        <a:lstStyle/>
        <a:p>
          <a:endParaRPr lang="en-IN" sz="1800"/>
        </a:p>
      </dgm:t>
    </dgm:pt>
    <dgm:pt modelId="{A9E688FA-5A36-48B1-8EAA-26264C8E57C4}" type="sibTrans" cxnId="{2AFCAD5E-E7EC-44BF-B2FA-B4F8D75279F8}">
      <dgm:prSet/>
      <dgm:spPr/>
      <dgm:t>
        <a:bodyPr/>
        <a:lstStyle/>
        <a:p>
          <a:endParaRPr lang="en-IN" sz="1800"/>
        </a:p>
      </dgm:t>
    </dgm:pt>
    <dgm:pt modelId="{369DB94C-8DAC-4290-AE66-BA418B6214D3}">
      <dgm:prSet phldrT="[Text]" custT="1"/>
      <dgm:spPr/>
      <dgm:t>
        <a:bodyPr/>
        <a:lstStyle/>
        <a:p>
          <a:r>
            <a:rPr lang="en-US" sz="1800" dirty="0"/>
            <a:t>Polymorphism</a:t>
          </a:r>
          <a:endParaRPr lang="en-IN" sz="1800" dirty="0"/>
        </a:p>
      </dgm:t>
    </dgm:pt>
    <dgm:pt modelId="{52721FA2-8F44-47C5-BE2E-A541DC15CB50}" type="parTrans" cxnId="{416BE1AE-E9EF-418C-BB47-33B81AA1480B}">
      <dgm:prSet custT="1"/>
      <dgm:spPr/>
      <dgm:t>
        <a:bodyPr/>
        <a:lstStyle/>
        <a:p>
          <a:endParaRPr lang="en-IN" sz="1800"/>
        </a:p>
      </dgm:t>
    </dgm:pt>
    <dgm:pt modelId="{24DEEAF8-4897-44BA-AFF0-B79E4FFC133F}" type="sibTrans" cxnId="{416BE1AE-E9EF-418C-BB47-33B81AA1480B}">
      <dgm:prSet/>
      <dgm:spPr/>
      <dgm:t>
        <a:bodyPr/>
        <a:lstStyle/>
        <a:p>
          <a:endParaRPr lang="en-IN" sz="1800"/>
        </a:p>
      </dgm:t>
    </dgm:pt>
    <dgm:pt modelId="{D9E6DF4E-1B19-4BB9-A0C0-74A45D174122}">
      <dgm:prSet phldrT="[Text]" custT="1"/>
      <dgm:spPr/>
      <dgm:t>
        <a:bodyPr/>
        <a:lstStyle/>
        <a:p>
          <a:r>
            <a:rPr lang="en-US" sz="1800" dirty="0"/>
            <a:t>Abstraction</a:t>
          </a:r>
          <a:endParaRPr lang="en-IN" sz="1800" dirty="0"/>
        </a:p>
      </dgm:t>
    </dgm:pt>
    <dgm:pt modelId="{9862BF72-4CAC-4687-9E26-F496D79D4874}" type="parTrans" cxnId="{4337188A-CD1B-4D55-8A1E-F7EECFCA908D}">
      <dgm:prSet custT="1"/>
      <dgm:spPr/>
      <dgm:t>
        <a:bodyPr/>
        <a:lstStyle/>
        <a:p>
          <a:endParaRPr lang="en-IN" sz="1800"/>
        </a:p>
      </dgm:t>
    </dgm:pt>
    <dgm:pt modelId="{13391039-B283-45F1-A124-34A6FC1FA67C}" type="sibTrans" cxnId="{4337188A-CD1B-4D55-8A1E-F7EECFCA908D}">
      <dgm:prSet/>
      <dgm:spPr/>
      <dgm:t>
        <a:bodyPr/>
        <a:lstStyle/>
        <a:p>
          <a:endParaRPr lang="en-IN" sz="1800"/>
        </a:p>
      </dgm:t>
    </dgm:pt>
    <dgm:pt modelId="{31F1BB8B-766E-40CF-BC0E-B4C765819BE2}">
      <dgm:prSet phldrT="[Text]" custT="1"/>
      <dgm:spPr/>
      <dgm:t>
        <a:bodyPr/>
        <a:lstStyle/>
        <a:p>
          <a:r>
            <a:rPr lang="en-US" sz="1800" dirty="0"/>
            <a:t>Encapsulation</a:t>
          </a:r>
          <a:endParaRPr lang="en-IN" sz="1800" dirty="0"/>
        </a:p>
      </dgm:t>
    </dgm:pt>
    <dgm:pt modelId="{F043DE43-92BF-4421-97B1-E31C0C83EA12}" type="parTrans" cxnId="{1E2F8AAC-C0BA-495D-AC62-26A0BDD15A97}">
      <dgm:prSet custT="1"/>
      <dgm:spPr/>
      <dgm:t>
        <a:bodyPr/>
        <a:lstStyle/>
        <a:p>
          <a:endParaRPr lang="en-IN" sz="1800"/>
        </a:p>
      </dgm:t>
    </dgm:pt>
    <dgm:pt modelId="{251184B3-766B-47B4-AE7C-D7493180F6A2}" type="sibTrans" cxnId="{1E2F8AAC-C0BA-495D-AC62-26A0BDD15A97}">
      <dgm:prSet/>
      <dgm:spPr/>
      <dgm:t>
        <a:bodyPr/>
        <a:lstStyle/>
        <a:p>
          <a:endParaRPr lang="en-IN" sz="1800"/>
        </a:p>
      </dgm:t>
    </dgm:pt>
    <dgm:pt modelId="{3A5D1E87-5DE6-4600-A8F5-2F15B9FB5913}" type="pres">
      <dgm:prSet presAssocID="{030D3299-B1B7-4D96-A1A3-7771846B517D}" presName="Name0" presStyleCnt="0">
        <dgm:presLayoutVars>
          <dgm:chMax val="1"/>
          <dgm:chPref val="1"/>
          <dgm:dir/>
          <dgm:animOne val="branch"/>
          <dgm:animLvl val="lvl"/>
        </dgm:presLayoutVars>
      </dgm:prSet>
      <dgm:spPr/>
    </dgm:pt>
    <dgm:pt modelId="{2A0FE199-9E56-4901-92F2-4965A8F85680}" type="pres">
      <dgm:prSet presAssocID="{37AF5D1F-C585-4445-A670-C4CAE5F87E68}" presName="singleCycle" presStyleCnt="0"/>
      <dgm:spPr/>
    </dgm:pt>
    <dgm:pt modelId="{C4D915C3-BBDA-426F-83F7-6E3EEA569F5E}" type="pres">
      <dgm:prSet presAssocID="{37AF5D1F-C585-4445-A670-C4CAE5F87E68}" presName="singleCenter" presStyleLbl="node1" presStyleIdx="0" presStyleCnt="7" custScaleY="57245">
        <dgm:presLayoutVars>
          <dgm:chMax val="7"/>
          <dgm:chPref val="7"/>
        </dgm:presLayoutVars>
      </dgm:prSet>
      <dgm:spPr/>
    </dgm:pt>
    <dgm:pt modelId="{66D05363-0CB3-436A-8374-6C586166DDAD}" type="pres">
      <dgm:prSet presAssocID="{0D2CE627-309B-4121-B11E-19DAC63347A6}" presName="Name56" presStyleLbl="parChTrans1D2" presStyleIdx="0" presStyleCnt="6"/>
      <dgm:spPr/>
    </dgm:pt>
    <dgm:pt modelId="{88B1CC76-2032-4116-B2B8-954545DB9711}" type="pres">
      <dgm:prSet presAssocID="{9AB5CA23-BC01-4523-9892-496D7131D003}" presName="text0" presStyleLbl="node1" presStyleIdx="1" presStyleCnt="7" custScaleX="187322" custScaleY="70243" custRadScaleRad="100020" custRadScaleInc="-3849">
        <dgm:presLayoutVars>
          <dgm:bulletEnabled val="1"/>
        </dgm:presLayoutVars>
      </dgm:prSet>
      <dgm:spPr/>
    </dgm:pt>
    <dgm:pt modelId="{FC460D2F-AEFB-4761-9B76-14A0BEAB1F5B}" type="pres">
      <dgm:prSet presAssocID="{D1962946-EDDD-4DB6-859C-81B90C11BD46}" presName="Name56" presStyleLbl="parChTrans1D2" presStyleIdx="1" presStyleCnt="6"/>
      <dgm:spPr/>
    </dgm:pt>
    <dgm:pt modelId="{3B765B67-7A8C-4BC6-BF42-4854D3B5A56C}" type="pres">
      <dgm:prSet presAssocID="{83D139F0-893E-4D8D-96F5-2DE7C2639125}" presName="text0" presStyleLbl="node1" presStyleIdx="2" presStyleCnt="7" custScaleX="187322" custScaleY="70243">
        <dgm:presLayoutVars>
          <dgm:bulletEnabled val="1"/>
        </dgm:presLayoutVars>
      </dgm:prSet>
      <dgm:spPr/>
    </dgm:pt>
    <dgm:pt modelId="{3AC3709E-2613-4188-8214-ACD03AB3222C}" type="pres">
      <dgm:prSet presAssocID="{E2939885-B72E-4552-A176-4ABDF96464C2}" presName="Name56" presStyleLbl="parChTrans1D2" presStyleIdx="2" presStyleCnt="6"/>
      <dgm:spPr/>
    </dgm:pt>
    <dgm:pt modelId="{2C64E118-DD1C-48EA-B707-A973F9FF5FFE}" type="pres">
      <dgm:prSet presAssocID="{DB97369C-F92F-46FC-BCCE-87CDDF9E8259}" presName="text0" presStyleLbl="node1" presStyleIdx="3" presStyleCnt="7" custScaleX="187322" custScaleY="70243" custRadScaleRad="98260" custRadScaleInc="1959">
        <dgm:presLayoutVars>
          <dgm:bulletEnabled val="1"/>
        </dgm:presLayoutVars>
      </dgm:prSet>
      <dgm:spPr/>
    </dgm:pt>
    <dgm:pt modelId="{1A440402-72EB-4F7B-9BA2-BF545CB7DC43}" type="pres">
      <dgm:prSet presAssocID="{52721FA2-8F44-47C5-BE2E-A541DC15CB50}" presName="Name56" presStyleLbl="parChTrans1D2" presStyleIdx="3" presStyleCnt="6"/>
      <dgm:spPr/>
    </dgm:pt>
    <dgm:pt modelId="{38148313-0A0B-4706-BD88-C3C276DF88FC}" type="pres">
      <dgm:prSet presAssocID="{369DB94C-8DAC-4290-AE66-BA418B6214D3}" presName="text0" presStyleLbl="node1" presStyleIdx="4" presStyleCnt="7" custScaleX="187322" custScaleY="70243">
        <dgm:presLayoutVars>
          <dgm:bulletEnabled val="1"/>
        </dgm:presLayoutVars>
      </dgm:prSet>
      <dgm:spPr/>
    </dgm:pt>
    <dgm:pt modelId="{33C9950A-8AEE-4A12-9EF1-B5DE42567EC0}" type="pres">
      <dgm:prSet presAssocID="{9862BF72-4CAC-4687-9E26-F496D79D4874}" presName="Name56" presStyleLbl="parChTrans1D2" presStyleIdx="4" presStyleCnt="6"/>
      <dgm:spPr/>
    </dgm:pt>
    <dgm:pt modelId="{84E3C0D9-251A-4DBB-8CCD-BFEB27CCB910}" type="pres">
      <dgm:prSet presAssocID="{D9E6DF4E-1B19-4BB9-A0C0-74A45D174122}" presName="text0" presStyleLbl="node1" presStyleIdx="5" presStyleCnt="7" custScaleX="187322" custScaleY="70243" custRadScaleRad="101750" custRadScaleInc="1892">
        <dgm:presLayoutVars>
          <dgm:bulletEnabled val="1"/>
        </dgm:presLayoutVars>
      </dgm:prSet>
      <dgm:spPr/>
    </dgm:pt>
    <dgm:pt modelId="{E5841D32-B1A8-4DDB-AA0A-831F1C6F2B1E}" type="pres">
      <dgm:prSet presAssocID="{F043DE43-92BF-4421-97B1-E31C0C83EA12}" presName="Name56" presStyleLbl="parChTrans1D2" presStyleIdx="5" presStyleCnt="6"/>
      <dgm:spPr/>
    </dgm:pt>
    <dgm:pt modelId="{C6883C7A-1F94-467F-BAED-8FB643DE7986}" type="pres">
      <dgm:prSet presAssocID="{31F1BB8B-766E-40CF-BC0E-B4C765819BE2}" presName="text0" presStyleLbl="node1" presStyleIdx="6" presStyleCnt="7" custScaleX="187322" custScaleY="70243" custRadScaleRad="101750" custRadScaleInc="-1892">
        <dgm:presLayoutVars>
          <dgm:bulletEnabled val="1"/>
        </dgm:presLayoutVars>
      </dgm:prSet>
      <dgm:spPr/>
    </dgm:pt>
  </dgm:ptLst>
  <dgm:cxnLst>
    <dgm:cxn modelId="{E6088210-1F79-41A8-9461-3253FB38B040}" type="presOf" srcId="{9AB5CA23-BC01-4523-9892-496D7131D003}" destId="{88B1CC76-2032-4116-B2B8-954545DB9711}" srcOrd="0" destOrd="0" presId="urn:microsoft.com/office/officeart/2008/layout/RadialCluster"/>
    <dgm:cxn modelId="{BFEE2D11-0A0D-4BC9-8194-A7B24CB9E8CB}" type="presOf" srcId="{52721FA2-8F44-47C5-BE2E-A541DC15CB50}" destId="{1A440402-72EB-4F7B-9BA2-BF545CB7DC43}" srcOrd="0" destOrd="0" presId="urn:microsoft.com/office/officeart/2008/layout/RadialCluster"/>
    <dgm:cxn modelId="{B48FCE13-D2B9-4DC3-92D2-51047E3274DC}" type="presOf" srcId="{030D3299-B1B7-4D96-A1A3-7771846B517D}" destId="{3A5D1E87-5DE6-4600-A8F5-2F15B9FB5913}" srcOrd="0" destOrd="0" presId="urn:microsoft.com/office/officeart/2008/layout/RadialCluster"/>
    <dgm:cxn modelId="{0DDA7320-32A6-4A37-A98B-420A93396A6E}" type="presOf" srcId="{E2939885-B72E-4552-A176-4ABDF96464C2}" destId="{3AC3709E-2613-4188-8214-ACD03AB3222C}" srcOrd="0" destOrd="0" presId="urn:microsoft.com/office/officeart/2008/layout/RadialCluster"/>
    <dgm:cxn modelId="{ADE0202C-1B4E-4687-A9FA-8A1C2BC6FE4E}" srcId="{030D3299-B1B7-4D96-A1A3-7771846B517D}" destId="{37AF5D1F-C585-4445-A670-C4CAE5F87E68}" srcOrd="0" destOrd="0" parTransId="{B7D43DBA-204D-4762-8596-82D88D196453}" sibTransId="{EA6A0784-9F73-48F3-AC0D-07D28C06A38B}"/>
    <dgm:cxn modelId="{349FA938-BE75-48EA-84EE-E46524B22F3F}" srcId="{37AF5D1F-C585-4445-A670-C4CAE5F87E68}" destId="{83D139F0-893E-4D8D-96F5-2DE7C2639125}" srcOrd="1" destOrd="0" parTransId="{D1962946-EDDD-4DB6-859C-81B90C11BD46}" sibTransId="{2368EA24-3886-4991-9F46-4195DA7F4FF6}"/>
    <dgm:cxn modelId="{0BE2675E-EA66-4860-9A06-4ABD7349D695}" type="presOf" srcId="{DB97369C-F92F-46FC-BCCE-87CDDF9E8259}" destId="{2C64E118-DD1C-48EA-B707-A973F9FF5FFE}" srcOrd="0" destOrd="0" presId="urn:microsoft.com/office/officeart/2008/layout/RadialCluster"/>
    <dgm:cxn modelId="{2AFCAD5E-E7EC-44BF-B2FA-B4F8D75279F8}" srcId="{37AF5D1F-C585-4445-A670-C4CAE5F87E68}" destId="{DB97369C-F92F-46FC-BCCE-87CDDF9E8259}" srcOrd="2" destOrd="0" parTransId="{E2939885-B72E-4552-A176-4ABDF96464C2}" sibTransId="{A9E688FA-5A36-48B1-8EAA-26264C8E57C4}"/>
    <dgm:cxn modelId="{1FB9174A-13A4-48FD-AAF3-A4417D792180}" type="presOf" srcId="{D1962946-EDDD-4DB6-859C-81B90C11BD46}" destId="{FC460D2F-AEFB-4761-9B76-14A0BEAB1F5B}" srcOrd="0" destOrd="0" presId="urn:microsoft.com/office/officeart/2008/layout/RadialCluster"/>
    <dgm:cxn modelId="{4337188A-CD1B-4D55-8A1E-F7EECFCA908D}" srcId="{37AF5D1F-C585-4445-A670-C4CAE5F87E68}" destId="{D9E6DF4E-1B19-4BB9-A0C0-74A45D174122}" srcOrd="4" destOrd="0" parTransId="{9862BF72-4CAC-4687-9E26-F496D79D4874}" sibTransId="{13391039-B283-45F1-A124-34A6FC1FA67C}"/>
    <dgm:cxn modelId="{3BF81EA1-AD03-4490-925C-9AAEFBB00528}" type="presOf" srcId="{31F1BB8B-766E-40CF-BC0E-B4C765819BE2}" destId="{C6883C7A-1F94-467F-BAED-8FB643DE7986}" srcOrd="0" destOrd="0" presId="urn:microsoft.com/office/officeart/2008/layout/RadialCluster"/>
    <dgm:cxn modelId="{1E2F8AAC-C0BA-495D-AC62-26A0BDD15A97}" srcId="{37AF5D1F-C585-4445-A670-C4CAE5F87E68}" destId="{31F1BB8B-766E-40CF-BC0E-B4C765819BE2}" srcOrd="5" destOrd="0" parTransId="{F043DE43-92BF-4421-97B1-E31C0C83EA12}" sibTransId="{251184B3-766B-47B4-AE7C-D7493180F6A2}"/>
    <dgm:cxn modelId="{E3A84AAE-FB0A-4318-9FE2-F750F4FC02A4}" type="presOf" srcId="{9862BF72-4CAC-4687-9E26-F496D79D4874}" destId="{33C9950A-8AEE-4A12-9EF1-B5DE42567EC0}" srcOrd="0" destOrd="0" presId="urn:microsoft.com/office/officeart/2008/layout/RadialCluster"/>
    <dgm:cxn modelId="{416BE1AE-E9EF-418C-BB47-33B81AA1480B}" srcId="{37AF5D1F-C585-4445-A670-C4CAE5F87E68}" destId="{369DB94C-8DAC-4290-AE66-BA418B6214D3}" srcOrd="3" destOrd="0" parTransId="{52721FA2-8F44-47C5-BE2E-A541DC15CB50}" sibTransId="{24DEEAF8-4897-44BA-AFF0-B79E4FFC133F}"/>
    <dgm:cxn modelId="{EB082FC0-1510-4160-9998-F1D63001BB7C}" type="presOf" srcId="{0D2CE627-309B-4121-B11E-19DAC63347A6}" destId="{66D05363-0CB3-436A-8374-6C586166DDAD}" srcOrd="0" destOrd="0" presId="urn:microsoft.com/office/officeart/2008/layout/RadialCluster"/>
    <dgm:cxn modelId="{77BB2AC3-2EAC-4B76-AA3A-7BED0A8BCB80}" type="presOf" srcId="{369DB94C-8DAC-4290-AE66-BA418B6214D3}" destId="{38148313-0A0B-4706-BD88-C3C276DF88FC}" srcOrd="0" destOrd="0" presId="urn:microsoft.com/office/officeart/2008/layout/RadialCluster"/>
    <dgm:cxn modelId="{E1323BDF-DAC8-4359-91EA-99A4F5501BE5}" type="presOf" srcId="{37AF5D1F-C585-4445-A670-C4CAE5F87E68}" destId="{C4D915C3-BBDA-426F-83F7-6E3EEA569F5E}" srcOrd="0" destOrd="0" presId="urn:microsoft.com/office/officeart/2008/layout/RadialCluster"/>
    <dgm:cxn modelId="{BF0E78E3-E1F9-4E18-A645-B96DDAFE0E46}" type="presOf" srcId="{F043DE43-92BF-4421-97B1-E31C0C83EA12}" destId="{E5841D32-B1A8-4DDB-AA0A-831F1C6F2B1E}" srcOrd="0" destOrd="0" presId="urn:microsoft.com/office/officeart/2008/layout/RadialCluster"/>
    <dgm:cxn modelId="{ED7F20EF-C614-4308-9BA1-FD2DEE8ADCEB}" type="presOf" srcId="{83D139F0-893E-4D8D-96F5-2DE7C2639125}" destId="{3B765B67-7A8C-4BC6-BF42-4854D3B5A56C}" srcOrd="0" destOrd="0" presId="urn:microsoft.com/office/officeart/2008/layout/RadialCluster"/>
    <dgm:cxn modelId="{9B84A4F1-2335-4D2C-970A-BA3369987CC6}" srcId="{37AF5D1F-C585-4445-A670-C4CAE5F87E68}" destId="{9AB5CA23-BC01-4523-9892-496D7131D003}" srcOrd="0" destOrd="0" parTransId="{0D2CE627-309B-4121-B11E-19DAC63347A6}" sibTransId="{5DB6B6C2-506C-4CE4-82FE-1E2B0254A6E2}"/>
    <dgm:cxn modelId="{528133F9-99FF-46C3-A3E7-292FDFFC0F66}" type="presOf" srcId="{D9E6DF4E-1B19-4BB9-A0C0-74A45D174122}" destId="{84E3C0D9-251A-4DBB-8CCD-BFEB27CCB910}" srcOrd="0" destOrd="0" presId="urn:microsoft.com/office/officeart/2008/layout/RadialCluster"/>
    <dgm:cxn modelId="{E9054DA3-1A82-4AB5-A41C-00614BD2FCD4}" type="presParOf" srcId="{3A5D1E87-5DE6-4600-A8F5-2F15B9FB5913}" destId="{2A0FE199-9E56-4901-92F2-4965A8F85680}" srcOrd="0" destOrd="0" presId="urn:microsoft.com/office/officeart/2008/layout/RadialCluster"/>
    <dgm:cxn modelId="{6D0230EB-F6CA-4DB2-96AF-760133410393}" type="presParOf" srcId="{2A0FE199-9E56-4901-92F2-4965A8F85680}" destId="{C4D915C3-BBDA-426F-83F7-6E3EEA569F5E}" srcOrd="0" destOrd="0" presId="urn:microsoft.com/office/officeart/2008/layout/RadialCluster"/>
    <dgm:cxn modelId="{D0C9CAE3-CDDC-4E30-B3B3-E2A4C06DE738}" type="presParOf" srcId="{2A0FE199-9E56-4901-92F2-4965A8F85680}" destId="{66D05363-0CB3-436A-8374-6C586166DDAD}" srcOrd="1" destOrd="0" presId="urn:microsoft.com/office/officeart/2008/layout/RadialCluster"/>
    <dgm:cxn modelId="{C284C269-A2A0-4DDC-BE0D-6C58E4F51E31}" type="presParOf" srcId="{2A0FE199-9E56-4901-92F2-4965A8F85680}" destId="{88B1CC76-2032-4116-B2B8-954545DB9711}" srcOrd="2" destOrd="0" presId="urn:microsoft.com/office/officeart/2008/layout/RadialCluster"/>
    <dgm:cxn modelId="{2BA2DCB8-1214-46AB-9BCB-68AA8D229B23}" type="presParOf" srcId="{2A0FE199-9E56-4901-92F2-4965A8F85680}" destId="{FC460D2F-AEFB-4761-9B76-14A0BEAB1F5B}" srcOrd="3" destOrd="0" presId="urn:microsoft.com/office/officeart/2008/layout/RadialCluster"/>
    <dgm:cxn modelId="{2B2B4699-741A-403B-815B-92C48E4AEC83}" type="presParOf" srcId="{2A0FE199-9E56-4901-92F2-4965A8F85680}" destId="{3B765B67-7A8C-4BC6-BF42-4854D3B5A56C}" srcOrd="4" destOrd="0" presId="urn:microsoft.com/office/officeart/2008/layout/RadialCluster"/>
    <dgm:cxn modelId="{44015F9F-62A7-4940-9DE4-54360483F6B7}" type="presParOf" srcId="{2A0FE199-9E56-4901-92F2-4965A8F85680}" destId="{3AC3709E-2613-4188-8214-ACD03AB3222C}" srcOrd="5" destOrd="0" presId="urn:microsoft.com/office/officeart/2008/layout/RadialCluster"/>
    <dgm:cxn modelId="{259BBF1B-D780-4E0C-9AC0-96F42E9ABDB3}" type="presParOf" srcId="{2A0FE199-9E56-4901-92F2-4965A8F85680}" destId="{2C64E118-DD1C-48EA-B707-A973F9FF5FFE}" srcOrd="6" destOrd="0" presId="urn:microsoft.com/office/officeart/2008/layout/RadialCluster"/>
    <dgm:cxn modelId="{50573DA7-C5CC-41AA-B1E9-5C1DA1A45C6B}" type="presParOf" srcId="{2A0FE199-9E56-4901-92F2-4965A8F85680}" destId="{1A440402-72EB-4F7B-9BA2-BF545CB7DC43}" srcOrd="7" destOrd="0" presId="urn:microsoft.com/office/officeart/2008/layout/RadialCluster"/>
    <dgm:cxn modelId="{94FD4F70-BA3A-4F05-A35C-9D2EA2FBDDBD}" type="presParOf" srcId="{2A0FE199-9E56-4901-92F2-4965A8F85680}" destId="{38148313-0A0B-4706-BD88-C3C276DF88FC}" srcOrd="8" destOrd="0" presId="urn:microsoft.com/office/officeart/2008/layout/RadialCluster"/>
    <dgm:cxn modelId="{2707B7CB-ACE5-4F8B-8788-D3BE76F23AEE}" type="presParOf" srcId="{2A0FE199-9E56-4901-92F2-4965A8F85680}" destId="{33C9950A-8AEE-4A12-9EF1-B5DE42567EC0}" srcOrd="9" destOrd="0" presId="urn:microsoft.com/office/officeart/2008/layout/RadialCluster"/>
    <dgm:cxn modelId="{25825B9A-B2EA-41B9-8017-0D591CE9846A}" type="presParOf" srcId="{2A0FE199-9E56-4901-92F2-4965A8F85680}" destId="{84E3C0D9-251A-4DBB-8CCD-BFEB27CCB910}" srcOrd="10" destOrd="0" presId="urn:microsoft.com/office/officeart/2008/layout/RadialCluster"/>
    <dgm:cxn modelId="{156DD956-99DF-420D-8756-AD1D0591CD3E}" type="presParOf" srcId="{2A0FE199-9E56-4901-92F2-4965A8F85680}" destId="{E5841D32-B1A8-4DDB-AA0A-831F1C6F2B1E}" srcOrd="11" destOrd="0" presId="urn:microsoft.com/office/officeart/2008/layout/RadialCluster"/>
    <dgm:cxn modelId="{38F2F4ED-2155-41DB-ACC8-921EB149C459}" type="presParOf" srcId="{2A0FE199-9E56-4901-92F2-4965A8F85680}" destId="{C6883C7A-1F94-467F-BAED-8FB643DE7986}" srcOrd="12" destOrd="0" presId="urn:microsoft.com/office/officeart/2008/layout/RadialCluster"/>
  </dgm:cxnLst>
  <dgm:bg/>
  <dgm:whole/>
  <dgm:extLst>
    <a:ext uri="http://schemas.microsoft.com/office/drawing/2008/diagram">
      <dsp:dataModelExt xmlns:dsp="http://schemas.microsoft.com/office/drawing/2008/diagram" relId="rId14"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132CF820-5F0A-443E-815D-5E59BFB5FB0C}" type="doc">
      <dgm:prSet loTypeId="urn:microsoft.com/office/officeart/2011/layout/TabList" loCatId="list" qsTypeId="urn:microsoft.com/office/officeart/2005/8/quickstyle/simple3" qsCatId="simple" csTypeId="urn:microsoft.com/office/officeart/2005/8/colors/colorful1" csCatId="colorful" phldr="1"/>
      <dgm:spPr/>
      <dgm:t>
        <a:bodyPr/>
        <a:lstStyle/>
        <a:p>
          <a:endParaRPr lang="en-IN"/>
        </a:p>
      </dgm:t>
    </dgm:pt>
    <dgm:pt modelId="{28992C08-A315-4422-A594-B6D15E70E254}">
      <dgm:prSet custT="1"/>
      <dgm:spPr/>
      <dgm:t>
        <a:bodyPr/>
        <a:lstStyle/>
        <a:p>
          <a:pPr algn="l"/>
          <a:r>
            <a:rPr lang="en-IN" sz="1800" b="1" i="0" dirty="0"/>
            <a:t> 1. Platform independence</a:t>
          </a:r>
          <a:endParaRPr lang="en-IN" sz="1800" b="1" dirty="0"/>
        </a:p>
      </dgm:t>
    </dgm:pt>
    <dgm:pt modelId="{530954BD-2A45-48D8-BFC2-9B3D74B855A6}" type="parTrans" cxnId="{0EF6F649-0C71-44DB-8E9A-ED2895DB3FA7}">
      <dgm:prSet/>
      <dgm:spPr/>
      <dgm:t>
        <a:bodyPr/>
        <a:lstStyle/>
        <a:p>
          <a:endParaRPr lang="en-IN" sz="1800" b="0"/>
        </a:p>
      </dgm:t>
    </dgm:pt>
    <dgm:pt modelId="{216B13D2-09DD-48B9-A28A-0E76021EA28A}" type="sibTrans" cxnId="{0EF6F649-0C71-44DB-8E9A-ED2895DB3FA7}">
      <dgm:prSet/>
      <dgm:spPr/>
      <dgm:t>
        <a:bodyPr/>
        <a:lstStyle/>
        <a:p>
          <a:endParaRPr lang="en-IN" sz="1800" b="0"/>
        </a:p>
      </dgm:t>
    </dgm:pt>
    <dgm:pt modelId="{385B6F44-CB42-43D0-8F6E-434A82C5A514}">
      <dgm:prSet custT="1"/>
      <dgm:spPr/>
      <dgm:t>
        <a:bodyPr anchor="ctr"/>
        <a:lstStyle/>
        <a:p>
          <a:r>
            <a:rPr lang="en-US" sz="1800" b="0" i="0" dirty="0"/>
            <a:t>Java programs run on any device with a Java Virtual Machine (JVM), ensuring compatibility across different platforms(windows, </a:t>
          </a:r>
          <a:r>
            <a:rPr lang="en-US" sz="1800" b="0" i="0" dirty="0" err="1"/>
            <a:t>linux</a:t>
          </a:r>
          <a:r>
            <a:rPr lang="en-US" sz="1800" b="0" i="0" dirty="0"/>
            <a:t> </a:t>
          </a:r>
          <a:r>
            <a:rPr lang="en-US" sz="1800" b="0" i="0" dirty="0" err="1"/>
            <a:t>etc</a:t>
          </a:r>
          <a:r>
            <a:rPr lang="en-US" sz="1800" b="0" i="0" dirty="0"/>
            <a:t>).</a:t>
          </a:r>
          <a:endParaRPr lang="en-IN" sz="1800" b="0" dirty="0"/>
        </a:p>
      </dgm:t>
    </dgm:pt>
    <dgm:pt modelId="{D61ACABC-C536-4A5C-896E-211F5737BEA7}" type="parTrans" cxnId="{0D9B4418-C01A-4312-913B-99328F5A186B}">
      <dgm:prSet/>
      <dgm:spPr/>
      <dgm:t>
        <a:bodyPr/>
        <a:lstStyle/>
        <a:p>
          <a:endParaRPr lang="en-IN" sz="1800" b="0"/>
        </a:p>
      </dgm:t>
    </dgm:pt>
    <dgm:pt modelId="{0ED23B40-2E87-4FDC-876A-8BE0D067EED4}" type="sibTrans" cxnId="{0D9B4418-C01A-4312-913B-99328F5A186B}">
      <dgm:prSet/>
      <dgm:spPr/>
      <dgm:t>
        <a:bodyPr/>
        <a:lstStyle/>
        <a:p>
          <a:endParaRPr lang="en-IN" sz="1800" b="0"/>
        </a:p>
      </dgm:t>
    </dgm:pt>
    <dgm:pt modelId="{A0E57C61-1A5C-4F61-8512-875D7557788B}">
      <dgm:prSet custT="1"/>
      <dgm:spPr/>
      <dgm:t>
        <a:bodyPr/>
        <a:lstStyle/>
        <a:p>
          <a:pPr algn="l"/>
          <a:r>
            <a:rPr lang="en-US" sz="1800" b="1" i="0" dirty="0"/>
            <a:t> 2. </a:t>
          </a:r>
          <a:r>
            <a:rPr lang="en-IN" sz="1800" b="1" i="0" dirty="0"/>
            <a:t>Object-Oriented</a:t>
          </a:r>
          <a:endParaRPr lang="en-IN" sz="1800" b="1" dirty="0"/>
        </a:p>
      </dgm:t>
    </dgm:pt>
    <dgm:pt modelId="{60DA5B39-07C6-4B7F-BB78-5942AD1AF737}" type="parTrans" cxnId="{DEC94516-65A9-4B63-97C7-ABEBA928F8C2}">
      <dgm:prSet/>
      <dgm:spPr/>
      <dgm:t>
        <a:bodyPr/>
        <a:lstStyle/>
        <a:p>
          <a:endParaRPr lang="en-IN" sz="1800" b="0"/>
        </a:p>
      </dgm:t>
    </dgm:pt>
    <dgm:pt modelId="{48FAF7CF-2F8C-4FC9-89BC-C2A64ED9A31F}" type="sibTrans" cxnId="{DEC94516-65A9-4B63-97C7-ABEBA928F8C2}">
      <dgm:prSet/>
      <dgm:spPr/>
      <dgm:t>
        <a:bodyPr/>
        <a:lstStyle/>
        <a:p>
          <a:endParaRPr lang="en-IN" sz="1800" b="0"/>
        </a:p>
      </dgm:t>
    </dgm:pt>
    <dgm:pt modelId="{F970BB9F-DC86-42B9-A42C-B7DD0175961E}">
      <dgm:prSet custT="1"/>
      <dgm:spPr/>
      <dgm:t>
        <a:bodyPr anchor="ctr"/>
        <a:lstStyle/>
        <a:p>
          <a:r>
            <a:rPr lang="en-IN" sz="1800" b="0" i="0" dirty="0"/>
            <a:t>Supports encapsulation, inheritance, and polymorphism, fostering modular, reusable, and maintainable code.</a:t>
          </a:r>
          <a:endParaRPr lang="en-IN" sz="1800" b="0" dirty="0"/>
        </a:p>
      </dgm:t>
    </dgm:pt>
    <dgm:pt modelId="{069D13D8-75F1-4868-97DA-A4C72547D6F0}" type="parTrans" cxnId="{A6C5DA7C-9AEE-4490-A8DF-4ED90FA0EAE2}">
      <dgm:prSet/>
      <dgm:spPr/>
      <dgm:t>
        <a:bodyPr/>
        <a:lstStyle/>
        <a:p>
          <a:endParaRPr lang="en-IN" sz="1800" b="0"/>
        </a:p>
      </dgm:t>
    </dgm:pt>
    <dgm:pt modelId="{A61EFFD2-FBFA-458D-A178-947E5E73DB89}" type="sibTrans" cxnId="{A6C5DA7C-9AEE-4490-A8DF-4ED90FA0EAE2}">
      <dgm:prSet/>
      <dgm:spPr/>
      <dgm:t>
        <a:bodyPr/>
        <a:lstStyle/>
        <a:p>
          <a:endParaRPr lang="en-IN" sz="1800" b="0"/>
        </a:p>
      </dgm:t>
    </dgm:pt>
    <dgm:pt modelId="{E7216F1F-A7C2-4CC2-AF67-5BE11E3F2065}">
      <dgm:prSet custT="1"/>
      <dgm:spPr/>
      <dgm:t>
        <a:bodyPr/>
        <a:lstStyle/>
        <a:p>
          <a:pPr algn="l"/>
          <a:r>
            <a:rPr lang="en-US" sz="1800" b="1" i="0" dirty="0"/>
            <a:t> 3. </a:t>
          </a:r>
          <a:r>
            <a:rPr lang="en-IN" sz="1800" b="1" i="0" dirty="0"/>
            <a:t>Robust and Secure</a:t>
          </a:r>
          <a:endParaRPr lang="en-IN" sz="1800" b="1" dirty="0"/>
        </a:p>
      </dgm:t>
    </dgm:pt>
    <dgm:pt modelId="{2FEEEF7C-A3EC-41D4-9E79-B0ADF2277F6D}" type="parTrans" cxnId="{83A5A9B2-2A77-47AC-9A7D-0F613AE958C4}">
      <dgm:prSet/>
      <dgm:spPr/>
      <dgm:t>
        <a:bodyPr/>
        <a:lstStyle/>
        <a:p>
          <a:endParaRPr lang="en-IN" sz="1800" b="0"/>
        </a:p>
      </dgm:t>
    </dgm:pt>
    <dgm:pt modelId="{FB69869B-AD12-41B7-BF4A-607DDB740A11}" type="sibTrans" cxnId="{83A5A9B2-2A77-47AC-9A7D-0F613AE958C4}">
      <dgm:prSet/>
      <dgm:spPr/>
      <dgm:t>
        <a:bodyPr/>
        <a:lstStyle/>
        <a:p>
          <a:endParaRPr lang="en-IN" sz="1800" b="0"/>
        </a:p>
      </dgm:t>
    </dgm:pt>
    <dgm:pt modelId="{B524D46A-681B-4109-A91B-15DC4130527A}">
      <dgm:prSet custT="1"/>
      <dgm:spPr/>
      <dgm:t>
        <a:bodyPr anchor="ctr"/>
        <a:lstStyle/>
        <a:p>
          <a:r>
            <a:rPr lang="en-US" sz="1800" b="0" i="0" dirty="0"/>
            <a:t>Automatic memory management, exception handling, and type safety enhance reliability and security.</a:t>
          </a:r>
          <a:endParaRPr lang="en-IN" sz="1800" b="0" dirty="0"/>
        </a:p>
      </dgm:t>
    </dgm:pt>
    <dgm:pt modelId="{297337C6-BCEF-4460-8C09-1B7130BE5B6B}" type="parTrans" cxnId="{CA027A93-38F7-4D5B-9BF7-13256DD2A610}">
      <dgm:prSet/>
      <dgm:spPr/>
      <dgm:t>
        <a:bodyPr/>
        <a:lstStyle/>
        <a:p>
          <a:endParaRPr lang="en-IN" sz="1800" b="0"/>
        </a:p>
      </dgm:t>
    </dgm:pt>
    <dgm:pt modelId="{C561A436-F879-4C33-A4B0-F8A2FE969525}" type="sibTrans" cxnId="{CA027A93-38F7-4D5B-9BF7-13256DD2A610}">
      <dgm:prSet/>
      <dgm:spPr/>
      <dgm:t>
        <a:bodyPr/>
        <a:lstStyle/>
        <a:p>
          <a:endParaRPr lang="en-IN" sz="1800" b="0"/>
        </a:p>
      </dgm:t>
    </dgm:pt>
    <dgm:pt modelId="{4032AF62-E1CB-4B3F-AABE-BFF34018EA6A}">
      <dgm:prSet custT="1"/>
      <dgm:spPr/>
      <dgm:t>
        <a:bodyPr/>
        <a:lstStyle/>
        <a:p>
          <a:pPr algn="l"/>
          <a:r>
            <a:rPr lang="en-US" sz="1800" b="1" i="0" dirty="0"/>
            <a:t> 4. </a:t>
          </a:r>
          <a:r>
            <a:rPr lang="en-IN" sz="1800" b="1" i="0" dirty="0"/>
            <a:t>Multi-threading</a:t>
          </a:r>
          <a:endParaRPr lang="en-IN" sz="1800" b="1" dirty="0"/>
        </a:p>
      </dgm:t>
    </dgm:pt>
    <dgm:pt modelId="{22895736-CDD9-47C1-B625-C15238620EC4}" type="parTrans" cxnId="{1E808270-780A-4782-A886-2698B35E1A2A}">
      <dgm:prSet/>
      <dgm:spPr/>
      <dgm:t>
        <a:bodyPr/>
        <a:lstStyle/>
        <a:p>
          <a:endParaRPr lang="en-IN" sz="1800" b="0"/>
        </a:p>
      </dgm:t>
    </dgm:pt>
    <dgm:pt modelId="{BFC4F381-473D-46EE-AA02-C0DE4986CCAD}" type="sibTrans" cxnId="{1E808270-780A-4782-A886-2698B35E1A2A}">
      <dgm:prSet/>
      <dgm:spPr/>
      <dgm:t>
        <a:bodyPr/>
        <a:lstStyle/>
        <a:p>
          <a:endParaRPr lang="en-IN" sz="1800" b="0"/>
        </a:p>
      </dgm:t>
    </dgm:pt>
    <dgm:pt modelId="{62EB6EA2-8A79-4DB1-9EAA-1B887DDE58B9}">
      <dgm:prSet custT="1"/>
      <dgm:spPr/>
      <dgm:t>
        <a:bodyPr anchor="ctr"/>
        <a:lstStyle/>
        <a:p>
          <a:r>
            <a:rPr lang="en-US" sz="1800" b="0" i="0" dirty="0"/>
            <a:t>Facilitates concurrent execution of tasks, improving performance and responsiveness.</a:t>
          </a:r>
          <a:endParaRPr lang="en-IN" sz="1800" b="0" dirty="0"/>
        </a:p>
      </dgm:t>
    </dgm:pt>
    <dgm:pt modelId="{EAE30711-EABB-4A97-9934-8622F8FEBF95}" type="parTrans" cxnId="{4574ADED-163F-4F41-9D6A-59F93899FEAF}">
      <dgm:prSet/>
      <dgm:spPr/>
      <dgm:t>
        <a:bodyPr/>
        <a:lstStyle/>
        <a:p>
          <a:endParaRPr lang="en-IN" sz="1800" b="0"/>
        </a:p>
      </dgm:t>
    </dgm:pt>
    <dgm:pt modelId="{A24539D8-BAA8-41A0-9897-7C6F084B36E5}" type="sibTrans" cxnId="{4574ADED-163F-4F41-9D6A-59F93899FEAF}">
      <dgm:prSet/>
      <dgm:spPr/>
      <dgm:t>
        <a:bodyPr/>
        <a:lstStyle/>
        <a:p>
          <a:endParaRPr lang="en-IN" sz="1800" b="0"/>
        </a:p>
      </dgm:t>
    </dgm:pt>
    <dgm:pt modelId="{90049058-4B35-4631-9575-176A52FC503C}">
      <dgm:prSet custT="1"/>
      <dgm:spPr/>
      <dgm:t>
        <a:bodyPr/>
        <a:lstStyle/>
        <a:p>
          <a:pPr algn="l"/>
          <a:r>
            <a:rPr lang="en-US" sz="1800" b="1" i="0" dirty="0"/>
            <a:t> 5. </a:t>
          </a:r>
          <a:r>
            <a:rPr lang="en-IN" sz="1800" b="1" i="0" dirty="0"/>
            <a:t>Rich Standard Library</a:t>
          </a:r>
          <a:endParaRPr lang="en-IN" sz="1800" b="1" dirty="0"/>
        </a:p>
      </dgm:t>
    </dgm:pt>
    <dgm:pt modelId="{F90D909A-56D7-4EDA-9DB5-0799FBFDB4EF}" type="parTrans" cxnId="{8693C9EB-C2C1-4E88-A43D-711A81C73383}">
      <dgm:prSet/>
      <dgm:spPr/>
      <dgm:t>
        <a:bodyPr/>
        <a:lstStyle/>
        <a:p>
          <a:endParaRPr lang="en-IN" sz="1800" b="0"/>
        </a:p>
      </dgm:t>
    </dgm:pt>
    <dgm:pt modelId="{4E83C7A5-8316-4E14-8AC8-85C237A8AD34}" type="sibTrans" cxnId="{8693C9EB-C2C1-4E88-A43D-711A81C73383}">
      <dgm:prSet/>
      <dgm:spPr/>
      <dgm:t>
        <a:bodyPr/>
        <a:lstStyle/>
        <a:p>
          <a:endParaRPr lang="en-IN" sz="1800" b="0"/>
        </a:p>
      </dgm:t>
    </dgm:pt>
    <dgm:pt modelId="{CB73F954-FC9C-48EC-B175-91C23BDCAB1A}">
      <dgm:prSet custT="1"/>
      <dgm:spPr/>
      <dgm:t>
        <a:bodyPr anchor="ctr"/>
        <a:lstStyle/>
        <a:p>
          <a:r>
            <a:rPr lang="en-US" sz="1800" b="0" i="0" dirty="0"/>
            <a:t>Comprehensive set of APIs for diverse functionalities like I/O operations, networking, and GUI development, aiding rapid application development.</a:t>
          </a:r>
          <a:endParaRPr lang="en-IN" sz="1800" b="0" dirty="0"/>
        </a:p>
      </dgm:t>
    </dgm:pt>
    <dgm:pt modelId="{DB57AF8F-63ED-438E-B67B-86958BABABDE}" type="parTrans" cxnId="{AE980106-48CE-4343-B7D3-7AB4854C00DD}">
      <dgm:prSet/>
      <dgm:spPr/>
      <dgm:t>
        <a:bodyPr/>
        <a:lstStyle/>
        <a:p>
          <a:endParaRPr lang="en-IN" sz="1800" b="0"/>
        </a:p>
      </dgm:t>
    </dgm:pt>
    <dgm:pt modelId="{AC3F28BD-4731-4363-B482-2B9EE1BC560A}" type="sibTrans" cxnId="{AE980106-48CE-4343-B7D3-7AB4854C00DD}">
      <dgm:prSet/>
      <dgm:spPr/>
      <dgm:t>
        <a:bodyPr/>
        <a:lstStyle/>
        <a:p>
          <a:endParaRPr lang="en-IN" sz="1800" b="0"/>
        </a:p>
      </dgm:t>
    </dgm:pt>
    <dgm:pt modelId="{23467D65-3137-48F1-ADC6-40E70D5F17C0}" type="pres">
      <dgm:prSet presAssocID="{132CF820-5F0A-443E-815D-5E59BFB5FB0C}" presName="Name0" presStyleCnt="0">
        <dgm:presLayoutVars>
          <dgm:chMax/>
          <dgm:chPref val="3"/>
          <dgm:dir/>
          <dgm:animOne val="branch"/>
          <dgm:animLvl val="lvl"/>
        </dgm:presLayoutVars>
      </dgm:prSet>
      <dgm:spPr/>
    </dgm:pt>
    <dgm:pt modelId="{5E41540F-B445-42F2-A7D2-9E8435BF9626}" type="pres">
      <dgm:prSet presAssocID="{28992C08-A315-4422-A594-B6D15E70E254}" presName="composite" presStyleCnt="0"/>
      <dgm:spPr/>
    </dgm:pt>
    <dgm:pt modelId="{E6ED046B-B3C1-4C77-842D-A4F7E48C417B}" type="pres">
      <dgm:prSet presAssocID="{28992C08-A315-4422-A594-B6D15E70E254}" presName="FirstChild" presStyleLbl="revTx" presStyleIdx="0" presStyleCnt="5" custScaleX="90806" custLinFactNeighborY="5225">
        <dgm:presLayoutVars>
          <dgm:chMax val="0"/>
          <dgm:chPref val="0"/>
          <dgm:bulletEnabled val="1"/>
        </dgm:presLayoutVars>
      </dgm:prSet>
      <dgm:spPr/>
    </dgm:pt>
    <dgm:pt modelId="{5C9A001D-32D5-47AE-917A-6A40D087833D}" type="pres">
      <dgm:prSet presAssocID="{28992C08-A315-4422-A594-B6D15E70E254}" presName="Parent" presStyleLbl="alignNode1" presStyleIdx="0" presStyleCnt="5" custScaleX="113447">
        <dgm:presLayoutVars>
          <dgm:chMax val="3"/>
          <dgm:chPref val="3"/>
          <dgm:bulletEnabled val="1"/>
        </dgm:presLayoutVars>
      </dgm:prSet>
      <dgm:spPr/>
    </dgm:pt>
    <dgm:pt modelId="{AE6687D2-9C35-4179-B1F5-64A045FD5CBF}" type="pres">
      <dgm:prSet presAssocID="{28992C08-A315-4422-A594-B6D15E70E254}" presName="Accent" presStyleLbl="parChTrans1D1" presStyleIdx="0" presStyleCnt="5"/>
      <dgm:spPr/>
    </dgm:pt>
    <dgm:pt modelId="{5FA815B6-65C7-492B-BA62-C79B5D661C33}" type="pres">
      <dgm:prSet presAssocID="{216B13D2-09DD-48B9-A28A-0E76021EA28A}" presName="sibTrans" presStyleCnt="0"/>
      <dgm:spPr/>
    </dgm:pt>
    <dgm:pt modelId="{773131F9-8CF4-4F85-9FF6-6D7205A8C2EE}" type="pres">
      <dgm:prSet presAssocID="{A0E57C61-1A5C-4F61-8512-875D7557788B}" presName="composite" presStyleCnt="0"/>
      <dgm:spPr/>
    </dgm:pt>
    <dgm:pt modelId="{3902FD89-4685-48F0-A810-9940408D5EBA}" type="pres">
      <dgm:prSet presAssocID="{A0E57C61-1A5C-4F61-8512-875D7557788B}" presName="FirstChild" presStyleLbl="revTx" presStyleIdx="1" presStyleCnt="5" custScaleX="90806" custLinFactNeighborY="5225">
        <dgm:presLayoutVars>
          <dgm:chMax val="0"/>
          <dgm:chPref val="0"/>
          <dgm:bulletEnabled val="1"/>
        </dgm:presLayoutVars>
      </dgm:prSet>
      <dgm:spPr/>
    </dgm:pt>
    <dgm:pt modelId="{8B097B80-8635-4132-86F2-40273AF1576F}" type="pres">
      <dgm:prSet presAssocID="{A0E57C61-1A5C-4F61-8512-875D7557788B}" presName="Parent" presStyleLbl="alignNode1" presStyleIdx="1" presStyleCnt="5" custScaleX="113858" custLinFactNeighborY="5225">
        <dgm:presLayoutVars>
          <dgm:chMax val="3"/>
          <dgm:chPref val="3"/>
          <dgm:bulletEnabled val="1"/>
        </dgm:presLayoutVars>
      </dgm:prSet>
      <dgm:spPr/>
    </dgm:pt>
    <dgm:pt modelId="{795EA436-C271-4A0B-8D45-1031531E6AE2}" type="pres">
      <dgm:prSet presAssocID="{A0E57C61-1A5C-4F61-8512-875D7557788B}" presName="Accent" presStyleLbl="parChTrans1D1" presStyleIdx="1" presStyleCnt="5"/>
      <dgm:spPr/>
    </dgm:pt>
    <dgm:pt modelId="{072B4FCF-2B7C-4F93-8FE8-2B2E7FCCACB7}" type="pres">
      <dgm:prSet presAssocID="{48FAF7CF-2F8C-4FC9-89BC-C2A64ED9A31F}" presName="sibTrans" presStyleCnt="0"/>
      <dgm:spPr/>
    </dgm:pt>
    <dgm:pt modelId="{EECC3B5D-6CF2-439A-92D9-E6670A998D2B}" type="pres">
      <dgm:prSet presAssocID="{E7216F1F-A7C2-4CC2-AF67-5BE11E3F2065}" presName="composite" presStyleCnt="0"/>
      <dgm:spPr/>
    </dgm:pt>
    <dgm:pt modelId="{2DE16079-CC76-454C-A4FC-3E71D3B2766C}" type="pres">
      <dgm:prSet presAssocID="{E7216F1F-A7C2-4CC2-AF67-5BE11E3F2065}" presName="FirstChild" presStyleLbl="revTx" presStyleIdx="2" presStyleCnt="5" custScaleX="90806" custLinFactNeighborY="5225">
        <dgm:presLayoutVars>
          <dgm:chMax val="0"/>
          <dgm:chPref val="0"/>
          <dgm:bulletEnabled val="1"/>
        </dgm:presLayoutVars>
      </dgm:prSet>
      <dgm:spPr/>
    </dgm:pt>
    <dgm:pt modelId="{B29F932A-A843-49B6-954A-1F18EA9A0A68}" type="pres">
      <dgm:prSet presAssocID="{E7216F1F-A7C2-4CC2-AF67-5BE11E3F2065}" presName="Parent" presStyleLbl="alignNode1" presStyleIdx="2" presStyleCnt="5" custScaleX="113447">
        <dgm:presLayoutVars>
          <dgm:chMax val="3"/>
          <dgm:chPref val="3"/>
          <dgm:bulletEnabled val="1"/>
        </dgm:presLayoutVars>
      </dgm:prSet>
      <dgm:spPr/>
    </dgm:pt>
    <dgm:pt modelId="{F723D0E0-402F-407F-9190-EAAC7FEC700F}" type="pres">
      <dgm:prSet presAssocID="{E7216F1F-A7C2-4CC2-AF67-5BE11E3F2065}" presName="Accent" presStyleLbl="parChTrans1D1" presStyleIdx="2" presStyleCnt="5"/>
      <dgm:spPr/>
    </dgm:pt>
    <dgm:pt modelId="{2E8FC5C1-558A-4D8B-ABBF-93E7D4C85DB9}" type="pres">
      <dgm:prSet presAssocID="{FB69869B-AD12-41B7-BF4A-607DDB740A11}" presName="sibTrans" presStyleCnt="0"/>
      <dgm:spPr/>
    </dgm:pt>
    <dgm:pt modelId="{139EAF17-184A-4399-9B6F-A5E994017B80}" type="pres">
      <dgm:prSet presAssocID="{4032AF62-E1CB-4B3F-AABE-BFF34018EA6A}" presName="composite" presStyleCnt="0"/>
      <dgm:spPr/>
    </dgm:pt>
    <dgm:pt modelId="{A711D97B-C375-4B0A-8471-C3EF77C242E5}" type="pres">
      <dgm:prSet presAssocID="{4032AF62-E1CB-4B3F-AABE-BFF34018EA6A}" presName="FirstChild" presStyleLbl="revTx" presStyleIdx="3" presStyleCnt="5" custScaleX="90806" custLinFactNeighborY="5225">
        <dgm:presLayoutVars>
          <dgm:chMax val="0"/>
          <dgm:chPref val="0"/>
          <dgm:bulletEnabled val="1"/>
        </dgm:presLayoutVars>
      </dgm:prSet>
      <dgm:spPr/>
    </dgm:pt>
    <dgm:pt modelId="{A5AD96AA-F5EB-4C60-8EE5-77AFE44E4579}" type="pres">
      <dgm:prSet presAssocID="{4032AF62-E1CB-4B3F-AABE-BFF34018EA6A}" presName="Parent" presStyleLbl="alignNode1" presStyleIdx="3" presStyleCnt="5" custScaleX="113447">
        <dgm:presLayoutVars>
          <dgm:chMax val="3"/>
          <dgm:chPref val="3"/>
          <dgm:bulletEnabled val="1"/>
        </dgm:presLayoutVars>
      </dgm:prSet>
      <dgm:spPr/>
    </dgm:pt>
    <dgm:pt modelId="{06B2979C-708D-49C7-98FF-ABBF58979E1E}" type="pres">
      <dgm:prSet presAssocID="{4032AF62-E1CB-4B3F-AABE-BFF34018EA6A}" presName="Accent" presStyleLbl="parChTrans1D1" presStyleIdx="3" presStyleCnt="5"/>
      <dgm:spPr/>
    </dgm:pt>
    <dgm:pt modelId="{81144E94-5AAA-4973-8117-BA9135BC27AB}" type="pres">
      <dgm:prSet presAssocID="{BFC4F381-473D-46EE-AA02-C0DE4986CCAD}" presName="sibTrans" presStyleCnt="0"/>
      <dgm:spPr/>
    </dgm:pt>
    <dgm:pt modelId="{9D8A2294-BFE4-4FAD-9F41-CB15426F6DD6}" type="pres">
      <dgm:prSet presAssocID="{90049058-4B35-4631-9575-176A52FC503C}" presName="composite" presStyleCnt="0"/>
      <dgm:spPr/>
    </dgm:pt>
    <dgm:pt modelId="{C8DD2F3E-6F50-405A-895F-51E3B6CAE9BD}" type="pres">
      <dgm:prSet presAssocID="{90049058-4B35-4631-9575-176A52FC503C}" presName="FirstChild" presStyleLbl="revTx" presStyleIdx="4" presStyleCnt="5" custScaleX="90806" custLinFactNeighborY="5225">
        <dgm:presLayoutVars>
          <dgm:chMax val="0"/>
          <dgm:chPref val="0"/>
          <dgm:bulletEnabled val="1"/>
        </dgm:presLayoutVars>
      </dgm:prSet>
      <dgm:spPr/>
    </dgm:pt>
    <dgm:pt modelId="{5F6747ED-145C-4FCC-BDA2-361E705019C2}" type="pres">
      <dgm:prSet presAssocID="{90049058-4B35-4631-9575-176A52FC503C}" presName="Parent" presStyleLbl="alignNode1" presStyleIdx="4" presStyleCnt="5" custScaleX="113447">
        <dgm:presLayoutVars>
          <dgm:chMax val="3"/>
          <dgm:chPref val="3"/>
          <dgm:bulletEnabled val="1"/>
        </dgm:presLayoutVars>
      </dgm:prSet>
      <dgm:spPr/>
    </dgm:pt>
    <dgm:pt modelId="{E05AFB64-339D-4CFE-A253-C8F92232F816}" type="pres">
      <dgm:prSet presAssocID="{90049058-4B35-4631-9575-176A52FC503C}" presName="Accent" presStyleLbl="parChTrans1D1" presStyleIdx="4" presStyleCnt="5"/>
      <dgm:spPr/>
    </dgm:pt>
  </dgm:ptLst>
  <dgm:cxnLst>
    <dgm:cxn modelId="{AE980106-48CE-4343-B7D3-7AB4854C00DD}" srcId="{90049058-4B35-4631-9575-176A52FC503C}" destId="{CB73F954-FC9C-48EC-B175-91C23BDCAB1A}" srcOrd="0" destOrd="0" parTransId="{DB57AF8F-63ED-438E-B67B-86958BABABDE}" sibTransId="{AC3F28BD-4731-4363-B482-2B9EE1BC560A}"/>
    <dgm:cxn modelId="{DEC94516-65A9-4B63-97C7-ABEBA928F8C2}" srcId="{132CF820-5F0A-443E-815D-5E59BFB5FB0C}" destId="{A0E57C61-1A5C-4F61-8512-875D7557788B}" srcOrd="1" destOrd="0" parTransId="{60DA5B39-07C6-4B7F-BB78-5942AD1AF737}" sibTransId="{48FAF7CF-2F8C-4FC9-89BC-C2A64ED9A31F}"/>
    <dgm:cxn modelId="{0D9B4418-C01A-4312-913B-99328F5A186B}" srcId="{28992C08-A315-4422-A594-B6D15E70E254}" destId="{385B6F44-CB42-43D0-8F6E-434A82C5A514}" srcOrd="0" destOrd="0" parTransId="{D61ACABC-C536-4A5C-896E-211F5737BEA7}" sibTransId="{0ED23B40-2E87-4FDC-876A-8BE0D067EED4}"/>
    <dgm:cxn modelId="{53C1E81D-F48F-40D2-A4CE-796BCA75BEEB}" type="presOf" srcId="{90049058-4B35-4631-9575-176A52FC503C}" destId="{5F6747ED-145C-4FCC-BDA2-361E705019C2}" srcOrd="0" destOrd="0" presId="urn:microsoft.com/office/officeart/2011/layout/TabList"/>
    <dgm:cxn modelId="{E26D2321-6840-4F67-AD29-143A050C0497}" type="presOf" srcId="{28992C08-A315-4422-A594-B6D15E70E254}" destId="{5C9A001D-32D5-47AE-917A-6A40D087833D}" srcOrd="0" destOrd="0" presId="urn:microsoft.com/office/officeart/2011/layout/TabList"/>
    <dgm:cxn modelId="{21313D24-8538-49C5-8B9D-98FB76792696}" type="presOf" srcId="{B524D46A-681B-4109-A91B-15DC4130527A}" destId="{2DE16079-CC76-454C-A4FC-3E71D3B2766C}" srcOrd="0" destOrd="0" presId="urn:microsoft.com/office/officeart/2011/layout/TabList"/>
    <dgm:cxn modelId="{E7D8785D-697B-4A46-AEC1-15E3A83611F5}" type="presOf" srcId="{F970BB9F-DC86-42B9-A42C-B7DD0175961E}" destId="{3902FD89-4685-48F0-A810-9940408D5EBA}" srcOrd="0" destOrd="0" presId="urn:microsoft.com/office/officeart/2011/layout/TabList"/>
    <dgm:cxn modelId="{0FCB7662-4C70-450F-B061-A5E7B23D6952}" type="presOf" srcId="{132CF820-5F0A-443E-815D-5E59BFB5FB0C}" destId="{23467D65-3137-48F1-ADC6-40E70D5F17C0}" srcOrd="0" destOrd="0" presId="urn:microsoft.com/office/officeart/2011/layout/TabList"/>
    <dgm:cxn modelId="{B12CAF69-8D7E-4692-A5D5-935130F7B3DA}" type="presOf" srcId="{4032AF62-E1CB-4B3F-AABE-BFF34018EA6A}" destId="{A5AD96AA-F5EB-4C60-8EE5-77AFE44E4579}" srcOrd="0" destOrd="0" presId="urn:microsoft.com/office/officeart/2011/layout/TabList"/>
    <dgm:cxn modelId="{0EF6F649-0C71-44DB-8E9A-ED2895DB3FA7}" srcId="{132CF820-5F0A-443E-815D-5E59BFB5FB0C}" destId="{28992C08-A315-4422-A594-B6D15E70E254}" srcOrd="0" destOrd="0" parTransId="{530954BD-2A45-48D8-BFC2-9B3D74B855A6}" sibTransId="{216B13D2-09DD-48B9-A28A-0E76021EA28A}"/>
    <dgm:cxn modelId="{1E808270-780A-4782-A886-2698B35E1A2A}" srcId="{132CF820-5F0A-443E-815D-5E59BFB5FB0C}" destId="{4032AF62-E1CB-4B3F-AABE-BFF34018EA6A}" srcOrd="3" destOrd="0" parTransId="{22895736-CDD9-47C1-B625-C15238620EC4}" sibTransId="{BFC4F381-473D-46EE-AA02-C0DE4986CCAD}"/>
    <dgm:cxn modelId="{A6C5DA7C-9AEE-4490-A8DF-4ED90FA0EAE2}" srcId="{A0E57C61-1A5C-4F61-8512-875D7557788B}" destId="{F970BB9F-DC86-42B9-A42C-B7DD0175961E}" srcOrd="0" destOrd="0" parTransId="{069D13D8-75F1-4868-97DA-A4C72547D6F0}" sibTransId="{A61EFFD2-FBFA-458D-A178-947E5E73DB89}"/>
    <dgm:cxn modelId="{A20F0493-15AD-4218-9B3F-5C7D4604694C}" type="presOf" srcId="{A0E57C61-1A5C-4F61-8512-875D7557788B}" destId="{8B097B80-8635-4132-86F2-40273AF1576F}" srcOrd="0" destOrd="0" presId="urn:microsoft.com/office/officeart/2011/layout/TabList"/>
    <dgm:cxn modelId="{CA027A93-38F7-4D5B-9BF7-13256DD2A610}" srcId="{E7216F1F-A7C2-4CC2-AF67-5BE11E3F2065}" destId="{B524D46A-681B-4109-A91B-15DC4130527A}" srcOrd="0" destOrd="0" parTransId="{297337C6-BCEF-4460-8C09-1B7130BE5B6B}" sibTransId="{C561A436-F879-4C33-A4B0-F8A2FE969525}"/>
    <dgm:cxn modelId="{E44BF5A2-BA16-45BA-8CCB-20A5251591E0}" type="presOf" srcId="{62EB6EA2-8A79-4DB1-9EAA-1B887DDE58B9}" destId="{A711D97B-C375-4B0A-8471-C3EF77C242E5}" srcOrd="0" destOrd="0" presId="urn:microsoft.com/office/officeart/2011/layout/TabList"/>
    <dgm:cxn modelId="{83A5A9B2-2A77-47AC-9A7D-0F613AE958C4}" srcId="{132CF820-5F0A-443E-815D-5E59BFB5FB0C}" destId="{E7216F1F-A7C2-4CC2-AF67-5BE11E3F2065}" srcOrd="2" destOrd="0" parTransId="{2FEEEF7C-A3EC-41D4-9E79-B0ADF2277F6D}" sibTransId="{FB69869B-AD12-41B7-BF4A-607DDB740A11}"/>
    <dgm:cxn modelId="{9DF5BEC5-D834-4219-8B12-50CD16DCEAA0}" type="presOf" srcId="{CB73F954-FC9C-48EC-B175-91C23BDCAB1A}" destId="{C8DD2F3E-6F50-405A-895F-51E3B6CAE9BD}" srcOrd="0" destOrd="0" presId="urn:microsoft.com/office/officeart/2011/layout/TabList"/>
    <dgm:cxn modelId="{32DF0BCB-86D2-43DB-9E5A-91C4F63A3085}" type="presOf" srcId="{E7216F1F-A7C2-4CC2-AF67-5BE11E3F2065}" destId="{B29F932A-A843-49B6-954A-1F18EA9A0A68}" srcOrd="0" destOrd="0" presId="urn:microsoft.com/office/officeart/2011/layout/TabList"/>
    <dgm:cxn modelId="{8693C9EB-C2C1-4E88-A43D-711A81C73383}" srcId="{132CF820-5F0A-443E-815D-5E59BFB5FB0C}" destId="{90049058-4B35-4631-9575-176A52FC503C}" srcOrd="4" destOrd="0" parTransId="{F90D909A-56D7-4EDA-9DB5-0799FBFDB4EF}" sibTransId="{4E83C7A5-8316-4E14-8AC8-85C237A8AD34}"/>
    <dgm:cxn modelId="{4574ADED-163F-4F41-9D6A-59F93899FEAF}" srcId="{4032AF62-E1CB-4B3F-AABE-BFF34018EA6A}" destId="{62EB6EA2-8A79-4DB1-9EAA-1B887DDE58B9}" srcOrd="0" destOrd="0" parTransId="{EAE30711-EABB-4A97-9934-8622F8FEBF95}" sibTransId="{A24539D8-BAA8-41A0-9897-7C6F084B36E5}"/>
    <dgm:cxn modelId="{222A32F1-3436-4AAE-B7F5-9D8B924C99F9}" type="presOf" srcId="{385B6F44-CB42-43D0-8F6E-434A82C5A514}" destId="{E6ED046B-B3C1-4C77-842D-A4F7E48C417B}" srcOrd="0" destOrd="0" presId="urn:microsoft.com/office/officeart/2011/layout/TabList"/>
    <dgm:cxn modelId="{483F46FB-4C75-4075-BC96-E184D5A63E03}" type="presParOf" srcId="{23467D65-3137-48F1-ADC6-40E70D5F17C0}" destId="{5E41540F-B445-42F2-A7D2-9E8435BF9626}" srcOrd="0" destOrd="0" presId="urn:microsoft.com/office/officeart/2011/layout/TabList"/>
    <dgm:cxn modelId="{BB0240C6-87DC-413C-B5D4-ED472EE19FA7}" type="presParOf" srcId="{5E41540F-B445-42F2-A7D2-9E8435BF9626}" destId="{E6ED046B-B3C1-4C77-842D-A4F7E48C417B}" srcOrd="0" destOrd="0" presId="urn:microsoft.com/office/officeart/2011/layout/TabList"/>
    <dgm:cxn modelId="{6895A74B-9328-4892-875C-1776A0F4BE0D}" type="presParOf" srcId="{5E41540F-B445-42F2-A7D2-9E8435BF9626}" destId="{5C9A001D-32D5-47AE-917A-6A40D087833D}" srcOrd="1" destOrd="0" presId="urn:microsoft.com/office/officeart/2011/layout/TabList"/>
    <dgm:cxn modelId="{928E2C9E-3316-42A7-8029-4E7BBE799C06}" type="presParOf" srcId="{5E41540F-B445-42F2-A7D2-9E8435BF9626}" destId="{AE6687D2-9C35-4179-B1F5-64A045FD5CBF}" srcOrd="2" destOrd="0" presId="urn:microsoft.com/office/officeart/2011/layout/TabList"/>
    <dgm:cxn modelId="{7684D772-6D4F-49DF-B38B-54CB094A9890}" type="presParOf" srcId="{23467D65-3137-48F1-ADC6-40E70D5F17C0}" destId="{5FA815B6-65C7-492B-BA62-C79B5D661C33}" srcOrd="1" destOrd="0" presId="urn:microsoft.com/office/officeart/2011/layout/TabList"/>
    <dgm:cxn modelId="{88ABE96A-60BC-48D5-9F1B-98C9B74B26D9}" type="presParOf" srcId="{23467D65-3137-48F1-ADC6-40E70D5F17C0}" destId="{773131F9-8CF4-4F85-9FF6-6D7205A8C2EE}" srcOrd="2" destOrd="0" presId="urn:microsoft.com/office/officeart/2011/layout/TabList"/>
    <dgm:cxn modelId="{6F55B82F-0EF6-443C-AFDF-AB444ED56849}" type="presParOf" srcId="{773131F9-8CF4-4F85-9FF6-6D7205A8C2EE}" destId="{3902FD89-4685-48F0-A810-9940408D5EBA}" srcOrd="0" destOrd="0" presId="urn:microsoft.com/office/officeart/2011/layout/TabList"/>
    <dgm:cxn modelId="{9BD55478-2A9A-4E01-9063-CA4FABDB62CF}" type="presParOf" srcId="{773131F9-8CF4-4F85-9FF6-6D7205A8C2EE}" destId="{8B097B80-8635-4132-86F2-40273AF1576F}" srcOrd="1" destOrd="0" presId="urn:microsoft.com/office/officeart/2011/layout/TabList"/>
    <dgm:cxn modelId="{D7F30745-21F7-4676-A202-451497800467}" type="presParOf" srcId="{773131F9-8CF4-4F85-9FF6-6D7205A8C2EE}" destId="{795EA436-C271-4A0B-8D45-1031531E6AE2}" srcOrd="2" destOrd="0" presId="urn:microsoft.com/office/officeart/2011/layout/TabList"/>
    <dgm:cxn modelId="{9EA30718-CCED-46A9-82E9-B1790A56C9BE}" type="presParOf" srcId="{23467D65-3137-48F1-ADC6-40E70D5F17C0}" destId="{072B4FCF-2B7C-4F93-8FE8-2B2E7FCCACB7}" srcOrd="3" destOrd="0" presId="urn:microsoft.com/office/officeart/2011/layout/TabList"/>
    <dgm:cxn modelId="{C2B839EC-DA51-41AE-BF8A-395A8B72B92F}" type="presParOf" srcId="{23467D65-3137-48F1-ADC6-40E70D5F17C0}" destId="{EECC3B5D-6CF2-439A-92D9-E6670A998D2B}" srcOrd="4" destOrd="0" presId="urn:microsoft.com/office/officeart/2011/layout/TabList"/>
    <dgm:cxn modelId="{265433A2-6007-4AE6-8D09-970BA41CD614}" type="presParOf" srcId="{EECC3B5D-6CF2-439A-92D9-E6670A998D2B}" destId="{2DE16079-CC76-454C-A4FC-3E71D3B2766C}" srcOrd="0" destOrd="0" presId="urn:microsoft.com/office/officeart/2011/layout/TabList"/>
    <dgm:cxn modelId="{4E5C98DE-2140-4601-B59E-8CF1F5E94EC9}" type="presParOf" srcId="{EECC3B5D-6CF2-439A-92D9-E6670A998D2B}" destId="{B29F932A-A843-49B6-954A-1F18EA9A0A68}" srcOrd="1" destOrd="0" presId="urn:microsoft.com/office/officeart/2011/layout/TabList"/>
    <dgm:cxn modelId="{39AD7C32-AB9C-429D-85A0-42FD10B83C4C}" type="presParOf" srcId="{EECC3B5D-6CF2-439A-92D9-E6670A998D2B}" destId="{F723D0E0-402F-407F-9190-EAAC7FEC700F}" srcOrd="2" destOrd="0" presId="urn:microsoft.com/office/officeart/2011/layout/TabList"/>
    <dgm:cxn modelId="{4FF89802-0477-4116-80E3-5EFEE8C0E862}" type="presParOf" srcId="{23467D65-3137-48F1-ADC6-40E70D5F17C0}" destId="{2E8FC5C1-558A-4D8B-ABBF-93E7D4C85DB9}" srcOrd="5" destOrd="0" presId="urn:microsoft.com/office/officeart/2011/layout/TabList"/>
    <dgm:cxn modelId="{1E1A40CB-B0A8-40D3-93DE-BCF100561C7F}" type="presParOf" srcId="{23467D65-3137-48F1-ADC6-40E70D5F17C0}" destId="{139EAF17-184A-4399-9B6F-A5E994017B80}" srcOrd="6" destOrd="0" presId="urn:microsoft.com/office/officeart/2011/layout/TabList"/>
    <dgm:cxn modelId="{B1742B6E-B925-41D1-816B-5094B71EF081}" type="presParOf" srcId="{139EAF17-184A-4399-9B6F-A5E994017B80}" destId="{A711D97B-C375-4B0A-8471-C3EF77C242E5}" srcOrd="0" destOrd="0" presId="urn:microsoft.com/office/officeart/2011/layout/TabList"/>
    <dgm:cxn modelId="{DA73AE02-B50C-4CB6-89FA-CFC2F8E01897}" type="presParOf" srcId="{139EAF17-184A-4399-9B6F-A5E994017B80}" destId="{A5AD96AA-F5EB-4C60-8EE5-77AFE44E4579}" srcOrd="1" destOrd="0" presId="urn:microsoft.com/office/officeart/2011/layout/TabList"/>
    <dgm:cxn modelId="{B18B34CC-8071-406C-ABC4-257D5B8B7385}" type="presParOf" srcId="{139EAF17-184A-4399-9B6F-A5E994017B80}" destId="{06B2979C-708D-49C7-98FF-ABBF58979E1E}" srcOrd="2" destOrd="0" presId="urn:microsoft.com/office/officeart/2011/layout/TabList"/>
    <dgm:cxn modelId="{1728B3AA-D55E-4A5C-97E4-A03FDDD46B4A}" type="presParOf" srcId="{23467D65-3137-48F1-ADC6-40E70D5F17C0}" destId="{81144E94-5AAA-4973-8117-BA9135BC27AB}" srcOrd="7" destOrd="0" presId="urn:microsoft.com/office/officeart/2011/layout/TabList"/>
    <dgm:cxn modelId="{91805C2E-AF2E-4558-8CF1-BE6CD22A6EDA}" type="presParOf" srcId="{23467D65-3137-48F1-ADC6-40E70D5F17C0}" destId="{9D8A2294-BFE4-4FAD-9F41-CB15426F6DD6}" srcOrd="8" destOrd="0" presId="urn:microsoft.com/office/officeart/2011/layout/TabList"/>
    <dgm:cxn modelId="{E82F18F7-7637-4D57-9BAE-7E8A7ED67CDE}" type="presParOf" srcId="{9D8A2294-BFE4-4FAD-9F41-CB15426F6DD6}" destId="{C8DD2F3E-6F50-405A-895F-51E3B6CAE9BD}" srcOrd="0" destOrd="0" presId="urn:microsoft.com/office/officeart/2011/layout/TabList"/>
    <dgm:cxn modelId="{696D41AB-48CB-420B-AD87-476C2AED5874}" type="presParOf" srcId="{9D8A2294-BFE4-4FAD-9F41-CB15426F6DD6}" destId="{5F6747ED-145C-4FCC-BDA2-361E705019C2}" srcOrd="1" destOrd="0" presId="urn:microsoft.com/office/officeart/2011/layout/TabList"/>
    <dgm:cxn modelId="{15247683-1951-4B76-9A4D-FDB7F731E52E}" type="presParOf" srcId="{9D8A2294-BFE4-4FAD-9F41-CB15426F6DD6}" destId="{E05AFB64-339D-4CFE-A253-C8F92232F816}" srcOrd="2" destOrd="0" presId="urn:microsoft.com/office/officeart/2011/layout/TabList"/>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63E99BB9-DCB0-4ABB-B9BC-948D421140AD}" type="doc">
      <dgm:prSet loTypeId="urn:microsoft.com/office/officeart/2005/8/layout/chevron2" loCatId="list" qsTypeId="urn:microsoft.com/office/officeart/2005/8/quickstyle/simple3" qsCatId="simple" csTypeId="urn:microsoft.com/office/officeart/2005/8/colors/colorful1" csCatId="colorful" phldr="1"/>
      <dgm:spPr/>
      <dgm:t>
        <a:bodyPr/>
        <a:lstStyle/>
        <a:p>
          <a:endParaRPr lang="en-IN"/>
        </a:p>
      </dgm:t>
    </dgm:pt>
    <dgm:pt modelId="{87CDDFED-B697-430C-94B9-F6C96CFB294A}">
      <dgm:prSet phldrT="[Text]" custT="1"/>
      <dgm:spPr/>
      <dgm:t>
        <a:bodyPr/>
        <a:lstStyle/>
        <a:p>
          <a:r>
            <a:rPr lang="en-US" sz="1600" dirty="0"/>
            <a:t>Step 1</a:t>
          </a:r>
          <a:endParaRPr lang="en-IN" sz="1600" dirty="0"/>
        </a:p>
      </dgm:t>
    </dgm:pt>
    <dgm:pt modelId="{53ACD6CA-D78F-4BFC-AEB0-1ADE2CF0EF23}" type="parTrans" cxnId="{2F7BC02F-61E9-48CD-A6BF-1057738303C4}">
      <dgm:prSet/>
      <dgm:spPr/>
      <dgm:t>
        <a:bodyPr/>
        <a:lstStyle/>
        <a:p>
          <a:endParaRPr lang="en-IN" sz="1600"/>
        </a:p>
      </dgm:t>
    </dgm:pt>
    <dgm:pt modelId="{A942B6FE-6DF1-44CA-92DF-E2AFBADC20BD}" type="sibTrans" cxnId="{2F7BC02F-61E9-48CD-A6BF-1057738303C4}">
      <dgm:prSet/>
      <dgm:spPr/>
      <dgm:t>
        <a:bodyPr/>
        <a:lstStyle/>
        <a:p>
          <a:endParaRPr lang="en-IN" sz="1600"/>
        </a:p>
      </dgm:t>
    </dgm:pt>
    <dgm:pt modelId="{5E244693-6065-4882-B382-0806A6A0C4AF}">
      <dgm:prSet phldrT="[Text]" custT="1"/>
      <dgm:spPr/>
      <dgm:t>
        <a:bodyPr/>
        <a:lstStyle/>
        <a:p>
          <a:r>
            <a:rPr lang="en-IN" sz="1600" dirty="0"/>
            <a:t>Search “vs code download” in google and open this link: https://code.visualstudio.com/download</a:t>
          </a:r>
        </a:p>
      </dgm:t>
    </dgm:pt>
    <dgm:pt modelId="{71A48B2C-1906-4DA3-A5ED-FB101312C5E7}" type="parTrans" cxnId="{FD215D44-1CF5-4170-B846-33B2AF9177D1}">
      <dgm:prSet/>
      <dgm:spPr/>
      <dgm:t>
        <a:bodyPr/>
        <a:lstStyle/>
        <a:p>
          <a:endParaRPr lang="en-IN" sz="1600"/>
        </a:p>
      </dgm:t>
    </dgm:pt>
    <dgm:pt modelId="{F932EC85-2B60-443C-A612-CF773A8618AF}" type="sibTrans" cxnId="{FD215D44-1CF5-4170-B846-33B2AF9177D1}">
      <dgm:prSet/>
      <dgm:spPr/>
      <dgm:t>
        <a:bodyPr/>
        <a:lstStyle/>
        <a:p>
          <a:endParaRPr lang="en-IN" sz="1600"/>
        </a:p>
      </dgm:t>
    </dgm:pt>
    <dgm:pt modelId="{0CB2960A-5190-4100-B5C2-979A928A3EF3}">
      <dgm:prSet phldrT="[Text]" custT="1"/>
      <dgm:spPr/>
      <dgm:t>
        <a:bodyPr/>
        <a:lstStyle/>
        <a:p>
          <a:r>
            <a:rPr lang="en-US" sz="1600" dirty="0"/>
            <a:t>Step 2</a:t>
          </a:r>
          <a:endParaRPr lang="en-IN" sz="1600" dirty="0"/>
        </a:p>
      </dgm:t>
    </dgm:pt>
    <dgm:pt modelId="{2805B1AF-67C5-423B-993E-14FB3796CB74}" type="parTrans" cxnId="{D9C958EF-269D-4827-B89E-1DCF73FC3B2B}">
      <dgm:prSet/>
      <dgm:spPr/>
      <dgm:t>
        <a:bodyPr/>
        <a:lstStyle/>
        <a:p>
          <a:endParaRPr lang="en-IN" sz="1600"/>
        </a:p>
      </dgm:t>
    </dgm:pt>
    <dgm:pt modelId="{E62A2916-D13E-457D-839E-40DD81AF1EBC}" type="sibTrans" cxnId="{D9C958EF-269D-4827-B89E-1DCF73FC3B2B}">
      <dgm:prSet/>
      <dgm:spPr/>
      <dgm:t>
        <a:bodyPr/>
        <a:lstStyle/>
        <a:p>
          <a:endParaRPr lang="en-IN" sz="1600"/>
        </a:p>
      </dgm:t>
    </dgm:pt>
    <dgm:pt modelId="{9FC7F359-7681-4AAE-BB92-939A4800C39C}">
      <dgm:prSet phldrT="[Text]" custT="1"/>
      <dgm:spPr/>
      <dgm:t>
        <a:bodyPr/>
        <a:lstStyle/>
        <a:p>
          <a:r>
            <a:rPr lang="en-US" sz="1600" dirty="0"/>
            <a:t>Click on windows or mac link and download the setup and install it</a:t>
          </a:r>
          <a:endParaRPr lang="en-IN" sz="1600" dirty="0"/>
        </a:p>
      </dgm:t>
    </dgm:pt>
    <dgm:pt modelId="{A025F645-89DF-488A-8F73-38B1C5C4CFE7}" type="parTrans" cxnId="{042017BB-F40A-4D07-97BA-D145B382CE2B}">
      <dgm:prSet/>
      <dgm:spPr/>
      <dgm:t>
        <a:bodyPr/>
        <a:lstStyle/>
        <a:p>
          <a:endParaRPr lang="en-IN" sz="1600"/>
        </a:p>
      </dgm:t>
    </dgm:pt>
    <dgm:pt modelId="{A3C21DFB-916F-4B3B-AFE4-EA1ACF3E07F4}" type="sibTrans" cxnId="{042017BB-F40A-4D07-97BA-D145B382CE2B}">
      <dgm:prSet/>
      <dgm:spPr/>
      <dgm:t>
        <a:bodyPr/>
        <a:lstStyle/>
        <a:p>
          <a:endParaRPr lang="en-IN" sz="1600"/>
        </a:p>
      </dgm:t>
    </dgm:pt>
    <dgm:pt modelId="{B4B14291-AD7C-4767-8333-3426FEE02F07}">
      <dgm:prSet phldrT="[Text]" custT="1"/>
      <dgm:spPr/>
      <dgm:t>
        <a:bodyPr/>
        <a:lstStyle/>
        <a:p>
          <a:r>
            <a:rPr lang="en-US" sz="1600" dirty="0"/>
            <a:t>Step 3</a:t>
          </a:r>
          <a:endParaRPr lang="en-IN" sz="1600" dirty="0"/>
        </a:p>
      </dgm:t>
    </dgm:pt>
    <dgm:pt modelId="{F638C014-938F-49C9-AC52-3C9C38AE34CD}" type="parTrans" cxnId="{6DC1F959-A96A-41A4-B1A8-A35C40396A7D}">
      <dgm:prSet/>
      <dgm:spPr/>
      <dgm:t>
        <a:bodyPr/>
        <a:lstStyle/>
        <a:p>
          <a:endParaRPr lang="en-IN" sz="1600"/>
        </a:p>
      </dgm:t>
    </dgm:pt>
    <dgm:pt modelId="{4B3BA9FC-EC27-4BC4-AF4A-728E1240AF68}" type="sibTrans" cxnId="{6DC1F959-A96A-41A4-B1A8-A35C40396A7D}">
      <dgm:prSet/>
      <dgm:spPr/>
      <dgm:t>
        <a:bodyPr/>
        <a:lstStyle/>
        <a:p>
          <a:endParaRPr lang="en-IN" sz="1600"/>
        </a:p>
      </dgm:t>
    </dgm:pt>
    <dgm:pt modelId="{88620832-FFD3-481E-93BE-FB812EFBD6B8}">
      <dgm:prSet phldrT="[Text]" custT="1"/>
      <dgm:spPr/>
      <dgm:t>
        <a:bodyPr/>
        <a:lstStyle/>
        <a:p>
          <a:r>
            <a:rPr lang="en-US" sz="1600" dirty="0"/>
            <a:t>Download </a:t>
          </a:r>
          <a:r>
            <a:rPr lang="en-US" sz="1600" dirty="0" err="1"/>
            <a:t>jdk</a:t>
          </a:r>
          <a:r>
            <a:rPr lang="en-US" sz="1600" dirty="0"/>
            <a:t> from this link: </a:t>
          </a:r>
          <a:r>
            <a:rPr lang="en-IN" sz="1600" dirty="0">
              <a:hlinkClick xmlns:r="http://schemas.openxmlformats.org/officeDocument/2006/relationships" r:id="rId1"/>
            </a:rPr>
            <a:t>https://code.visualstudio.com/docs/java/java-tutorial</a:t>
          </a:r>
          <a:r>
            <a:rPr lang="en-IN" sz="1600" dirty="0"/>
            <a:t> </a:t>
          </a:r>
          <a:r>
            <a:rPr lang="en-US" sz="1600" dirty="0"/>
            <a:t>(java-&gt;Install the coding pack for java) and install it</a:t>
          </a:r>
          <a:endParaRPr lang="en-IN" sz="1600" dirty="0"/>
        </a:p>
      </dgm:t>
    </dgm:pt>
    <dgm:pt modelId="{DC926613-55C8-443C-82C3-057FFBAE28C3}" type="parTrans" cxnId="{FAEB6B1C-1731-4063-9023-2D8B782F2D80}">
      <dgm:prSet/>
      <dgm:spPr/>
      <dgm:t>
        <a:bodyPr/>
        <a:lstStyle/>
        <a:p>
          <a:endParaRPr lang="en-IN" sz="1600"/>
        </a:p>
      </dgm:t>
    </dgm:pt>
    <dgm:pt modelId="{565B9253-D1B9-490D-8F68-B30482549FD6}" type="sibTrans" cxnId="{FAEB6B1C-1731-4063-9023-2D8B782F2D80}">
      <dgm:prSet/>
      <dgm:spPr/>
      <dgm:t>
        <a:bodyPr/>
        <a:lstStyle/>
        <a:p>
          <a:endParaRPr lang="en-IN" sz="1600"/>
        </a:p>
      </dgm:t>
    </dgm:pt>
    <dgm:pt modelId="{89DE3B0F-7711-4FC9-8966-0E0F500F5864}">
      <dgm:prSet phldrT="[Text]" custT="1"/>
      <dgm:spPr/>
      <dgm:t>
        <a:bodyPr/>
        <a:lstStyle/>
        <a:p>
          <a:r>
            <a:rPr lang="en-US" sz="1600" dirty="0"/>
            <a:t>Step 4</a:t>
          </a:r>
          <a:endParaRPr lang="en-IN" sz="1600" dirty="0"/>
        </a:p>
      </dgm:t>
    </dgm:pt>
    <dgm:pt modelId="{183AF0B6-0A5B-4F02-A2C6-17484AA8B42B}" type="parTrans" cxnId="{B1275B19-480F-44CD-AD9A-E5D987238774}">
      <dgm:prSet/>
      <dgm:spPr/>
      <dgm:t>
        <a:bodyPr/>
        <a:lstStyle/>
        <a:p>
          <a:endParaRPr lang="en-IN" sz="1600"/>
        </a:p>
      </dgm:t>
    </dgm:pt>
    <dgm:pt modelId="{62858760-8EEF-4007-8698-F00B20C06579}" type="sibTrans" cxnId="{B1275B19-480F-44CD-AD9A-E5D987238774}">
      <dgm:prSet/>
      <dgm:spPr/>
      <dgm:t>
        <a:bodyPr/>
        <a:lstStyle/>
        <a:p>
          <a:endParaRPr lang="en-IN" sz="1600"/>
        </a:p>
      </dgm:t>
    </dgm:pt>
    <dgm:pt modelId="{D59D821A-585A-4586-BFB3-3400ECEBC1CF}">
      <dgm:prSet phldrT="[Text]" custT="1"/>
      <dgm:spPr/>
      <dgm:t>
        <a:bodyPr/>
        <a:lstStyle/>
        <a:p>
          <a:r>
            <a:rPr lang="en-US" sz="1600" dirty="0"/>
            <a:t>Open </a:t>
          </a:r>
          <a:r>
            <a:rPr lang="en-US" sz="1600" dirty="0" err="1"/>
            <a:t>VSCode</a:t>
          </a:r>
          <a:r>
            <a:rPr lang="en-US" sz="1600" dirty="0"/>
            <a:t> -&gt; Press “</a:t>
          </a:r>
          <a:r>
            <a:rPr lang="en-US" sz="1600" dirty="0" err="1"/>
            <a:t>ctrl+shift+P</a:t>
          </a:r>
          <a:r>
            <a:rPr lang="en-US" sz="1600" dirty="0"/>
            <a:t>” -&gt; enter “Java: Create Java Project” -&gt; No build tools -&gt; Give project name(First-Project) and press enter</a:t>
          </a:r>
          <a:endParaRPr lang="en-IN" sz="1600" dirty="0"/>
        </a:p>
      </dgm:t>
    </dgm:pt>
    <dgm:pt modelId="{789DE4B9-4EA7-4AB2-A29D-0128C7EEA906}" type="parTrans" cxnId="{AF1DD590-75B2-4A43-B544-D8ECD7EFC6B9}">
      <dgm:prSet/>
      <dgm:spPr/>
      <dgm:t>
        <a:bodyPr/>
        <a:lstStyle/>
        <a:p>
          <a:endParaRPr lang="en-IN" sz="1600"/>
        </a:p>
      </dgm:t>
    </dgm:pt>
    <dgm:pt modelId="{DEB8D74D-5D3E-424A-8E9B-CA7CB05C50E5}" type="sibTrans" cxnId="{AF1DD590-75B2-4A43-B544-D8ECD7EFC6B9}">
      <dgm:prSet/>
      <dgm:spPr/>
      <dgm:t>
        <a:bodyPr/>
        <a:lstStyle/>
        <a:p>
          <a:endParaRPr lang="en-IN" sz="1600"/>
        </a:p>
      </dgm:t>
    </dgm:pt>
    <dgm:pt modelId="{2AA820C6-2A6C-402B-A32B-3755C4162ADC}">
      <dgm:prSet phldrT="[Text]" custT="1"/>
      <dgm:spPr/>
      <dgm:t>
        <a:bodyPr/>
        <a:lstStyle/>
        <a:p>
          <a:r>
            <a:rPr lang="en-US" sz="1600" dirty="0"/>
            <a:t>Step 5</a:t>
          </a:r>
          <a:endParaRPr lang="en-IN" sz="1600" dirty="0"/>
        </a:p>
      </dgm:t>
    </dgm:pt>
    <dgm:pt modelId="{32C640D7-7798-4834-9EC8-54B36EE05E61}" type="parTrans" cxnId="{36A307A1-3572-4927-A9F1-33CBDD34DA7A}">
      <dgm:prSet/>
      <dgm:spPr/>
      <dgm:t>
        <a:bodyPr/>
        <a:lstStyle/>
        <a:p>
          <a:endParaRPr lang="en-IN" sz="1600"/>
        </a:p>
      </dgm:t>
    </dgm:pt>
    <dgm:pt modelId="{911B6424-E256-40C3-AD3C-012679D95285}" type="sibTrans" cxnId="{36A307A1-3572-4927-A9F1-33CBDD34DA7A}">
      <dgm:prSet/>
      <dgm:spPr/>
      <dgm:t>
        <a:bodyPr/>
        <a:lstStyle/>
        <a:p>
          <a:endParaRPr lang="en-IN" sz="1600"/>
        </a:p>
      </dgm:t>
    </dgm:pt>
    <dgm:pt modelId="{A480A279-458F-4175-8215-C2E17DEC2468}">
      <dgm:prSet phldrT="[Text]" custT="1"/>
      <dgm:spPr/>
      <dgm:t>
        <a:bodyPr/>
        <a:lstStyle/>
        <a:p>
          <a:r>
            <a:rPr lang="en-US" sz="1600" dirty="0"/>
            <a:t>Expand </a:t>
          </a:r>
          <a:r>
            <a:rPr lang="en-US" sz="1600" dirty="0" err="1"/>
            <a:t>src</a:t>
          </a:r>
          <a:r>
            <a:rPr lang="en-US" sz="1600" dirty="0"/>
            <a:t> -&gt; app.java -&gt; run program(play button at right top)</a:t>
          </a:r>
          <a:endParaRPr lang="en-IN" sz="1600" dirty="0"/>
        </a:p>
      </dgm:t>
    </dgm:pt>
    <dgm:pt modelId="{9346478B-779C-429B-A891-227D2B6EACF3}" type="parTrans" cxnId="{92DDCF50-2656-4C24-86F3-E079A77066B2}">
      <dgm:prSet/>
      <dgm:spPr/>
      <dgm:t>
        <a:bodyPr/>
        <a:lstStyle/>
        <a:p>
          <a:endParaRPr lang="en-IN" sz="1600"/>
        </a:p>
      </dgm:t>
    </dgm:pt>
    <dgm:pt modelId="{8B82803F-A86C-4FF1-BF43-315BB57DA92C}" type="sibTrans" cxnId="{92DDCF50-2656-4C24-86F3-E079A77066B2}">
      <dgm:prSet/>
      <dgm:spPr/>
      <dgm:t>
        <a:bodyPr/>
        <a:lstStyle/>
        <a:p>
          <a:endParaRPr lang="en-IN" sz="1600"/>
        </a:p>
      </dgm:t>
    </dgm:pt>
    <dgm:pt modelId="{DDCDFCFA-3D2D-4BE7-9115-FBCB0D6959B4}" type="pres">
      <dgm:prSet presAssocID="{63E99BB9-DCB0-4ABB-B9BC-948D421140AD}" presName="linearFlow" presStyleCnt="0">
        <dgm:presLayoutVars>
          <dgm:dir/>
          <dgm:animLvl val="lvl"/>
          <dgm:resizeHandles val="exact"/>
        </dgm:presLayoutVars>
      </dgm:prSet>
      <dgm:spPr/>
    </dgm:pt>
    <dgm:pt modelId="{8395ED15-FB6B-412C-9133-51F98E689049}" type="pres">
      <dgm:prSet presAssocID="{87CDDFED-B697-430C-94B9-F6C96CFB294A}" presName="composite" presStyleCnt="0"/>
      <dgm:spPr/>
    </dgm:pt>
    <dgm:pt modelId="{3A75CC3F-AEE8-48F8-A532-A6B016D4A8A7}" type="pres">
      <dgm:prSet presAssocID="{87CDDFED-B697-430C-94B9-F6C96CFB294A}" presName="parentText" presStyleLbl="alignNode1" presStyleIdx="0" presStyleCnt="5">
        <dgm:presLayoutVars>
          <dgm:chMax val="1"/>
          <dgm:bulletEnabled val="1"/>
        </dgm:presLayoutVars>
      </dgm:prSet>
      <dgm:spPr/>
    </dgm:pt>
    <dgm:pt modelId="{A546C2CE-1F3D-4042-A941-EC584AE6DD88}" type="pres">
      <dgm:prSet presAssocID="{87CDDFED-B697-430C-94B9-F6C96CFB294A}" presName="descendantText" presStyleLbl="alignAcc1" presStyleIdx="0" presStyleCnt="5">
        <dgm:presLayoutVars>
          <dgm:bulletEnabled val="1"/>
        </dgm:presLayoutVars>
      </dgm:prSet>
      <dgm:spPr/>
    </dgm:pt>
    <dgm:pt modelId="{5E2FEA81-D5A3-48EA-BE62-0BD042862B81}" type="pres">
      <dgm:prSet presAssocID="{A942B6FE-6DF1-44CA-92DF-E2AFBADC20BD}" presName="sp" presStyleCnt="0"/>
      <dgm:spPr/>
    </dgm:pt>
    <dgm:pt modelId="{406DE651-95CD-4C33-8A88-2E1994F38DD7}" type="pres">
      <dgm:prSet presAssocID="{0CB2960A-5190-4100-B5C2-979A928A3EF3}" presName="composite" presStyleCnt="0"/>
      <dgm:spPr/>
    </dgm:pt>
    <dgm:pt modelId="{23D51C35-B28A-4031-820E-1584C5563058}" type="pres">
      <dgm:prSet presAssocID="{0CB2960A-5190-4100-B5C2-979A928A3EF3}" presName="parentText" presStyleLbl="alignNode1" presStyleIdx="1" presStyleCnt="5">
        <dgm:presLayoutVars>
          <dgm:chMax val="1"/>
          <dgm:bulletEnabled val="1"/>
        </dgm:presLayoutVars>
      </dgm:prSet>
      <dgm:spPr/>
    </dgm:pt>
    <dgm:pt modelId="{9E5500B9-E0DC-446F-8E6B-0150D3C11FBC}" type="pres">
      <dgm:prSet presAssocID="{0CB2960A-5190-4100-B5C2-979A928A3EF3}" presName="descendantText" presStyleLbl="alignAcc1" presStyleIdx="1" presStyleCnt="5">
        <dgm:presLayoutVars>
          <dgm:bulletEnabled val="1"/>
        </dgm:presLayoutVars>
      </dgm:prSet>
      <dgm:spPr/>
    </dgm:pt>
    <dgm:pt modelId="{184640BD-B8B2-4365-8B82-49E4E24869C4}" type="pres">
      <dgm:prSet presAssocID="{E62A2916-D13E-457D-839E-40DD81AF1EBC}" presName="sp" presStyleCnt="0"/>
      <dgm:spPr/>
    </dgm:pt>
    <dgm:pt modelId="{85C32C34-155A-4A47-B595-72CC993842B0}" type="pres">
      <dgm:prSet presAssocID="{B4B14291-AD7C-4767-8333-3426FEE02F07}" presName="composite" presStyleCnt="0"/>
      <dgm:spPr/>
    </dgm:pt>
    <dgm:pt modelId="{D53C14B2-B3B0-4CC6-8E17-95B623D971F1}" type="pres">
      <dgm:prSet presAssocID="{B4B14291-AD7C-4767-8333-3426FEE02F07}" presName="parentText" presStyleLbl="alignNode1" presStyleIdx="2" presStyleCnt="5">
        <dgm:presLayoutVars>
          <dgm:chMax val="1"/>
          <dgm:bulletEnabled val="1"/>
        </dgm:presLayoutVars>
      </dgm:prSet>
      <dgm:spPr/>
    </dgm:pt>
    <dgm:pt modelId="{7D608EA4-96DF-480C-A2F1-D58F92329185}" type="pres">
      <dgm:prSet presAssocID="{B4B14291-AD7C-4767-8333-3426FEE02F07}" presName="descendantText" presStyleLbl="alignAcc1" presStyleIdx="2" presStyleCnt="5">
        <dgm:presLayoutVars>
          <dgm:bulletEnabled val="1"/>
        </dgm:presLayoutVars>
      </dgm:prSet>
      <dgm:spPr/>
    </dgm:pt>
    <dgm:pt modelId="{AF215CF5-8753-4D49-BEF0-7787BBFF3620}" type="pres">
      <dgm:prSet presAssocID="{4B3BA9FC-EC27-4BC4-AF4A-728E1240AF68}" presName="sp" presStyleCnt="0"/>
      <dgm:spPr/>
    </dgm:pt>
    <dgm:pt modelId="{4E4B836A-D4B6-4BA8-8999-52930291BD5D}" type="pres">
      <dgm:prSet presAssocID="{89DE3B0F-7711-4FC9-8966-0E0F500F5864}" presName="composite" presStyleCnt="0"/>
      <dgm:spPr/>
    </dgm:pt>
    <dgm:pt modelId="{ACAE8A77-76F4-4097-97DB-750F361A2B2A}" type="pres">
      <dgm:prSet presAssocID="{89DE3B0F-7711-4FC9-8966-0E0F500F5864}" presName="parentText" presStyleLbl="alignNode1" presStyleIdx="3" presStyleCnt="5">
        <dgm:presLayoutVars>
          <dgm:chMax val="1"/>
          <dgm:bulletEnabled val="1"/>
        </dgm:presLayoutVars>
      </dgm:prSet>
      <dgm:spPr/>
    </dgm:pt>
    <dgm:pt modelId="{F20221BF-A9AA-40E9-B7AD-A0F34419D819}" type="pres">
      <dgm:prSet presAssocID="{89DE3B0F-7711-4FC9-8966-0E0F500F5864}" presName="descendantText" presStyleLbl="alignAcc1" presStyleIdx="3" presStyleCnt="5">
        <dgm:presLayoutVars>
          <dgm:bulletEnabled val="1"/>
        </dgm:presLayoutVars>
      </dgm:prSet>
      <dgm:spPr/>
    </dgm:pt>
    <dgm:pt modelId="{89A6C31A-96EC-4799-B3FB-F25F8AEC6B1C}" type="pres">
      <dgm:prSet presAssocID="{62858760-8EEF-4007-8698-F00B20C06579}" presName="sp" presStyleCnt="0"/>
      <dgm:spPr/>
    </dgm:pt>
    <dgm:pt modelId="{CD2E9CC3-6A85-4F05-9B82-E3A6371BE12A}" type="pres">
      <dgm:prSet presAssocID="{2AA820C6-2A6C-402B-A32B-3755C4162ADC}" presName="composite" presStyleCnt="0"/>
      <dgm:spPr/>
    </dgm:pt>
    <dgm:pt modelId="{2A24D456-1887-4A7A-9568-746270BF7FFA}" type="pres">
      <dgm:prSet presAssocID="{2AA820C6-2A6C-402B-A32B-3755C4162ADC}" presName="parentText" presStyleLbl="alignNode1" presStyleIdx="4" presStyleCnt="5">
        <dgm:presLayoutVars>
          <dgm:chMax val="1"/>
          <dgm:bulletEnabled val="1"/>
        </dgm:presLayoutVars>
      </dgm:prSet>
      <dgm:spPr/>
    </dgm:pt>
    <dgm:pt modelId="{BDA6EBFD-077B-4484-9345-50868E4013B5}" type="pres">
      <dgm:prSet presAssocID="{2AA820C6-2A6C-402B-A32B-3755C4162ADC}" presName="descendantText" presStyleLbl="alignAcc1" presStyleIdx="4" presStyleCnt="5">
        <dgm:presLayoutVars>
          <dgm:bulletEnabled val="1"/>
        </dgm:presLayoutVars>
      </dgm:prSet>
      <dgm:spPr/>
    </dgm:pt>
  </dgm:ptLst>
  <dgm:cxnLst>
    <dgm:cxn modelId="{B1275B19-480F-44CD-AD9A-E5D987238774}" srcId="{63E99BB9-DCB0-4ABB-B9BC-948D421140AD}" destId="{89DE3B0F-7711-4FC9-8966-0E0F500F5864}" srcOrd="3" destOrd="0" parTransId="{183AF0B6-0A5B-4F02-A2C6-17484AA8B42B}" sibTransId="{62858760-8EEF-4007-8698-F00B20C06579}"/>
    <dgm:cxn modelId="{FAEB6B1C-1731-4063-9023-2D8B782F2D80}" srcId="{B4B14291-AD7C-4767-8333-3426FEE02F07}" destId="{88620832-FFD3-481E-93BE-FB812EFBD6B8}" srcOrd="0" destOrd="0" parTransId="{DC926613-55C8-443C-82C3-057FFBAE28C3}" sibTransId="{565B9253-D1B9-490D-8F68-B30482549FD6}"/>
    <dgm:cxn modelId="{43112725-143F-4D4A-BABF-4C589E67AAC1}" type="presOf" srcId="{0CB2960A-5190-4100-B5C2-979A928A3EF3}" destId="{23D51C35-B28A-4031-820E-1584C5563058}" srcOrd="0" destOrd="0" presId="urn:microsoft.com/office/officeart/2005/8/layout/chevron2"/>
    <dgm:cxn modelId="{2F7BC02F-61E9-48CD-A6BF-1057738303C4}" srcId="{63E99BB9-DCB0-4ABB-B9BC-948D421140AD}" destId="{87CDDFED-B697-430C-94B9-F6C96CFB294A}" srcOrd="0" destOrd="0" parTransId="{53ACD6CA-D78F-4BFC-AEB0-1ADE2CF0EF23}" sibTransId="{A942B6FE-6DF1-44CA-92DF-E2AFBADC20BD}"/>
    <dgm:cxn modelId="{297BD637-40D2-4599-8E32-B008E59C9CA1}" type="presOf" srcId="{89DE3B0F-7711-4FC9-8966-0E0F500F5864}" destId="{ACAE8A77-76F4-4097-97DB-750F361A2B2A}" srcOrd="0" destOrd="0" presId="urn:microsoft.com/office/officeart/2005/8/layout/chevron2"/>
    <dgm:cxn modelId="{57C5CA42-3E24-4F3D-A96E-867A5A02DAED}" type="presOf" srcId="{63E99BB9-DCB0-4ABB-B9BC-948D421140AD}" destId="{DDCDFCFA-3D2D-4BE7-9115-FBCB0D6959B4}" srcOrd="0" destOrd="0" presId="urn:microsoft.com/office/officeart/2005/8/layout/chevron2"/>
    <dgm:cxn modelId="{FD215D44-1CF5-4170-B846-33B2AF9177D1}" srcId="{87CDDFED-B697-430C-94B9-F6C96CFB294A}" destId="{5E244693-6065-4882-B382-0806A6A0C4AF}" srcOrd="0" destOrd="0" parTransId="{71A48B2C-1906-4DA3-A5ED-FB101312C5E7}" sibTransId="{F932EC85-2B60-443C-A612-CF773A8618AF}"/>
    <dgm:cxn modelId="{92DDCF50-2656-4C24-86F3-E079A77066B2}" srcId="{2AA820C6-2A6C-402B-A32B-3755C4162ADC}" destId="{A480A279-458F-4175-8215-C2E17DEC2468}" srcOrd="0" destOrd="0" parTransId="{9346478B-779C-429B-A891-227D2B6EACF3}" sibTransId="{8B82803F-A86C-4FF1-BF43-315BB57DA92C}"/>
    <dgm:cxn modelId="{6DC1F959-A96A-41A4-B1A8-A35C40396A7D}" srcId="{63E99BB9-DCB0-4ABB-B9BC-948D421140AD}" destId="{B4B14291-AD7C-4767-8333-3426FEE02F07}" srcOrd="2" destOrd="0" parTransId="{F638C014-938F-49C9-AC52-3C9C38AE34CD}" sibTransId="{4B3BA9FC-EC27-4BC4-AF4A-728E1240AF68}"/>
    <dgm:cxn modelId="{570F637B-3B01-41B7-B832-97DEC3F116B2}" type="presOf" srcId="{D59D821A-585A-4586-BFB3-3400ECEBC1CF}" destId="{F20221BF-A9AA-40E9-B7AD-A0F34419D819}" srcOrd="0" destOrd="0" presId="urn:microsoft.com/office/officeart/2005/8/layout/chevron2"/>
    <dgm:cxn modelId="{F4784D82-EA9C-41EC-AA3C-A89C28F1F85F}" type="presOf" srcId="{87CDDFED-B697-430C-94B9-F6C96CFB294A}" destId="{3A75CC3F-AEE8-48F8-A532-A6B016D4A8A7}" srcOrd="0" destOrd="0" presId="urn:microsoft.com/office/officeart/2005/8/layout/chevron2"/>
    <dgm:cxn modelId="{8A378B8D-13A0-42A7-AAB1-62DCDA26861E}" type="presOf" srcId="{9FC7F359-7681-4AAE-BB92-939A4800C39C}" destId="{9E5500B9-E0DC-446F-8E6B-0150D3C11FBC}" srcOrd="0" destOrd="0" presId="urn:microsoft.com/office/officeart/2005/8/layout/chevron2"/>
    <dgm:cxn modelId="{AF1DD590-75B2-4A43-B544-D8ECD7EFC6B9}" srcId="{89DE3B0F-7711-4FC9-8966-0E0F500F5864}" destId="{D59D821A-585A-4586-BFB3-3400ECEBC1CF}" srcOrd="0" destOrd="0" parTransId="{789DE4B9-4EA7-4AB2-A29D-0128C7EEA906}" sibTransId="{DEB8D74D-5D3E-424A-8E9B-CA7CB05C50E5}"/>
    <dgm:cxn modelId="{A87B8499-6987-4FA7-81E0-76E920B82563}" type="presOf" srcId="{88620832-FFD3-481E-93BE-FB812EFBD6B8}" destId="{7D608EA4-96DF-480C-A2F1-D58F92329185}" srcOrd="0" destOrd="0" presId="urn:microsoft.com/office/officeart/2005/8/layout/chevron2"/>
    <dgm:cxn modelId="{CD83399D-32CF-4E26-B21B-FBDD239DF45B}" type="presOf" srcId="{2AA820C6-2A6C-402B-A32B-3755C4162ADC}" destId="{2A24D456-1887-4A7A-9568-746270BF7FFA}" srcOrd="0" destOrd="0" presId="urn:microsoft.com/office/officeart/2005/8/layout/chevron2"/>
    <dgm:cxn modelId="{36A307A1-3572-4927-A9F1-33CBDD34DA7A}" srcId="{63E99BB9-DCB0-4ABB-B9BC-948D421140AD}" destId="{2AA820C6-2A6C-402B-A32B-3755C4162ADC}" srcOrd="4" destOrd="0" parTransId="{32C640D7-7798-4834-9EC8-54B36EE05E61}" sibTransId="{911B6424-E256-40C3-AD3C-012679D95285}"/>
    <dgm:cxn modelId="{042017BB-F40A-4D07-97BA-D145B382CE2B}" srcId="{0CB2960A-5190-4100-B5C2-979A928A3EF3}" destId="{9FC7F359-7681-4AAE-BB92-939A4800C39C}" srcOrd="0" destOrd="0" parTransId="{A025F645-89DF-488A-8F73-38B1C5C4CFE7}" sibTransId="{A3C21DFB-916F-4B3B-AFE4-EA1ACF3E07F4}"/>
    <dgm:cxn modelId="{C6A6BEBC-3C3A-4749-8DD2-A85AEDED830C}" type="presOf" srcId="{B4B14291-AD7C-4767-8333-3426FEE02F07}" destId="{D53C14B2-B3B0-4CC6-8E17-95B623D971F1}" srcOrd="0" destOrd="0" presId="urn:microsoft.com/office/officeart/2005/8/layout/chevron2"/>
    <dgm:cxn modelId="{ABDC44D2-E180-4637-B1E9-D4A3F7551A05}" type="presOf" srcId="{A480A279-458F-4175-8215-C2E17DEC2468}" destId="{BDA6EBFD-077B-4484-9345-50868E4013B5}" srcOrd="0" destOrd="0" presId="urn:microsoft.com/office/officeart/2005/8/layout/chevron2"/>
    <dgm:cxn modelId="{D9C958EF-269D-4827-B89E-1DCF73FC3B2B}" srcId="{63E99BB9-DCB0-4ABB-B9BC-948D421140AD}" destId="{0CB2960A-5190-4100-B5C2-979A928A3EF3}" srcOrd="1" destOrd="0" parTransId="{2805B1AF-67C5-423B-993E-14FB3796CB74}" sibTransId="{E62A2916-D13E-457D-839E-40DD81AF1EBC}"/>
    <dgm:cxn modelId="{AC368FFD-4989-4F53-BAC3-FFEB14B86B9E}" type="presOf" srcId="{5E244693-6065-4882-B382-0806A6A0C4AF}" destId="{A546C2CE-1F3D-4042-A941-EC584AE6DD88}" srcOrd="0" destOrd="0" presId="urn:microsoft.com/office/officeart/2005/8/layout/chevron2"/>
    <dgm:cxn modelId="{74C46E92-037C-429F-AC25-C25CECE5AC3D}" type="presParOf" srcId="{DDCDFCFA-3D2D-4BE7-9115-FBCB0D6959B4}" destId="{8395ED15-FB6B-412C-9133-51F98E689049}" srcOrd="0" destOrd="0" presId="urn:microsoft.com/office/officeart/2005/8/layout/chevron2"/>
    <dgm:cxn modelId="{5E41E56F-4263-4FCD-BE8C-7AA9927B3479}" type="presParOf" srcId="{8395ED15-FB6B-412C-9133-51F98E689049}" destId="{3A75CC3F-AEE8-48F8-A532-A6B016D4A8A7}" srcOrd="0" destOrd="0" presId="urn:microsoft.com/office/officeart/2005/8/layout/chevron2"/>
    <dgm:cxn modelId="{670EBB58-0580-4098-AD9A-4A9CFB443E93}" type="presParOf" srcId="{8395ED15-FB6B-412C-9133-51F98E689049}" destId="{A546C2CE-1F3D-4042-A941-EC584AE6DD88}" srcOrd="1" destOrd="0" presId="urn:microsoft.com/office/officeart/2005/8/layout/chevron2"/>
    <dgm:cxn modelId="{AE300D63-85F7-4DB7-8C26-49F03764449C}" type="presParOf" srcId="{DDCDFCFA-3D2D-4BE7-9115-FBCB0D6959B4}" destId="{5E2FEA81-D5A3-48EA-BE62-0BD042862B81}" srcOrd="1" destOrd="0" presId="urn:microsoft.com/office/officeart/2005/8/layout/chevron2"/>
    <dgm:cxn modelId="{00F12E81-DE63-4AA9-8F86-561D2F365C09}" type="presParOf" srcId="{DDCDFCFA-3D2D-4BE7-9115-FBCB0D6959B4}" destId="{406DE651-95CD-4C33-8A88-2E1994F38DD7}" srcOrd="2" destOrd="0" presId="urn:microsoft.com/office/officeart/2005/8/layout/chevron2"/>
    <dgm:cxn modelId="{B0A1646D-F5BC-4386-88A3-41182CA875E0}" type="presParOf" srcId="{406DE651-95CD-4C33-8A88-2E1994F38DD7}" destId="{23D51C35-B28A-4031-820E-1584C5563058}" srcOrd="0" destOrd="0" presId="urn:microsoft.com/office/officeart/2005/8/layout/chevron2"/>
    <dgm:cxn modelId="{07120EE1-C9DC-448E-A153-FA0429E04D11}" type="presParOf" srcId="{406DE651-95CD-4C33-8A88-2E1994F38DD7}" destId="{9E5500B9-E0DC-446F-8E6B-0150D3C11FBC}" srcOrd="1" destOrd="0" presId="urn:microsoft.com/office/officeart/2005/8/layout/chevron2"/>
    <dgm:cxn modelId="{75D31535-247C-4F16-AA0F-06711343651E}" type="presParOf" srcId="{DDCDFCFA-3D2D-4BE7-9115-FBCB0D6959B4}" destId="{184640BD-B8B2-4365-8B82-49E4E24869C4}" srcOrd="3" destOrd="0" presId="urn:microsoft.com/office/officeart/2005/8/layout/chevron2"/>
    <dgm:cxn modelId="{40229BD0-4F43-4E40-9341-5D4E34F43F7A}" type="presParOf" srcId="{DDCDFCFA-3D2D-4BE7-9115-FBCB0D6959B4}" destId="{85C32C34-155A-4A47-B595-72CC993842B0}" srcOrd="4" destOrd="0" presId="urn:microsoft.com/office/officeart/2005/8/layout/chevron2"/>
    <dgm:cxn modelId="{E6D9F43C-B857-4B6F-BB0A-22FB2CA9EFC6}" type="presParOf" srcId="{85C32C34-155A-4A47-B595-72CC993842B0}" destId="{D53C14B2-B3B0-4CC6-8E17-95B623D971F1}" srcOrd="0" destOrd="0" presId="urn:microsoft.com/office/officeart/2005/8/layout/chevron2"/>
    <dgm:cxn modelId="{B94CF9FC-9E72-4AC3-92D8-1AD574EC4375}" type="presParOf" srcId="{85C32C34-155A-4A47-B595-72CC993842B0}" destId="{7D608EA4-96DF-480C-A2F1-D58F92329185}" srcOrd="1" destOrd="0" presId="urn:microsoft.com/office/officeart/2005/8/layout/chevron2"/>
    <dgm:cxn modelId="{5E00B8BE-6A1C-4A5D-9E1F-6DBCFBA88CC9}" type="presParOf" srcId="{DDCDFCFA-3D2D-4BE7-9115-FBCB0D6959B4}" destId="{AF215CF5-8753-4D49-BEF0-7787BBFF3620}" srcOrd="5" destOrd="0" presId="urn:microsoft.com/office/officeart/2005/8/layout/chevron2"/>
    <dgm:cxn modelId="{0A15D0F6-B761-487E-995E-8837C06792A6}" type="presParOf" srcId="{DDCDFCFA-3D2D-4BE7-9115-FBCB0D6959B4}" destId="{4E4B836A-D4B6-4BA8-8999-52930291BD5D}" srcOrd="6" destOrd="0" presId="urn:microsoft.com/office/officeart/2005/8/layout/chevron2"/>
    <dgm:cxn modelId="{E6011C60-C398-4948-8163-F19285361CF4}" type="presParOf" srcId="{4E4B836A-D4B6-4BA8-8999-52930291BD5D}" destId="{ACAE8A77-76F4-4097-97DB-750F361A2B2A}" srcOrd="0" destOrd="0" presId="urn:microsoft.com/office/officeart/2005/8/layout/chevron2"/>
    <dgm:cxn modelId="{B1B84168-C9C7-418F-9682-DC2CA86F3398}" type="presParOf" srcId="{4E4B836A-D4B6-4BA8-8999-52930291BD5D}" destId="{F20221BF-A9AA-40E9-B7AD-A0F34419D819}" srcOrd="1" destOrd="0" presId="urn:microsoft.com/office/officeart/2005/8/layout/chevron2"/>
    <dgm:cxn modelId="{46887B1A-F91A-48DC-8402-D6CE10D619FC}" type="presParOf" srcId="{DDCDFCFA-3D2D-4BE7-9115-FBCB0D6959B4}" destId="{89A6C31A-96EC-4799-B3FB-F25F8AEC6B1C}" srcOrd="7" destOrd="0" presId="urn:microsoft.com/office/officeart/2005/8/layout/chevron2"/>
    <dgm:cxn modelId="{C4973B42-D7AB-4B27-AB6E-29D6F4565B2B}" type="presParOf" srcId="{DDCDFCFA-3D2D-4BE7-9115-FBCB0D6959B4}" destId="{CD2E9CC3-6A85-4F05-9B82-E3A6371BE12A}" srcOrd="8" destOrd="0" presId="urn:microsoft.com/office/officeart/2005/8/layout/chevron2"/>
    <dgm:cxn modelId="{8C814735-18E5-41C0-962D-0ABC18C7ACF9}" type="presParOf" srcId="{CD2E9CC3-6A85-4F05-9B82-E3A6371BE12A}" destId="{2A24D456-1887-4A7A-9568-746270BF7FFA}" srcOrd="0" destOrd="0" presId="urn:microsoft.com/office/officeart/2005/8/layout/chevron2"/>
    <dgm:cxn modelId="{A4ED279C-0634-478C-B1BF-7C3CEF3B1384}" type="presParOf" srcId="{CD2E9CC3-6A85-4F05-9B82-E3A6371BE12A}" destId="{BDA6EBFD-077B-4484-9345-50868E4013B5}" srcOrd="1" destOrd="0" presId="urn:microsoft.com/office/officeart/2005/8/layout/chevron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E5A11304-10DF-4A93-BAE6-BAE6F21E4F14}" type="doc">
      <dgm:prSet loTypeId="urn:microsoft.com/office/officeart/2005/8/layout/hList1" loCatId="list" qsTypeId="urn:microsoft.com/office/officeart/2005/8/quickstyle/simple3" qsCatId="simple" csTypeId="urn:microsoft.com/office/officeart/2005/8/colors/colorful1" csCatId="colorful" phldr="1"/>
      <dgm:spPr/>
      <dgm:t>
        <a:bodyPr/>
        <a:lstStyle/>
        <a:p>
          <a:endParaRPr lang="en-IN"/>
        </a:p>
      </dgm:t>
    </dgm:pt>
    <dgm:pt modelId="{C83C9600-795A-4435-B148-B30841852E38}">
      <dgm:prSet custT="1"/>
      <dgm:spPr/>
      <dgm:t>
        <a:bodyPr/>
        <a:lstStyle/>
        <a:p>
          <a:r>
            <a:rPr lang="en-US" sz="1800" b="1" dirty="0"/>
            <a:t>static keyword</a:t>
          </a:r>
          <a:endParaRPr lang="en-IN" sz="1800" b="1" dirty="0"/>
        </a:p>
      </dgm:t>
    </dgm:pt>
    <dgm:pt modelId="{E5C3E97D-A525-4E39-AD9A-55089B914233}" type="parTrans" cxnId="{6D3E705A-1C97-465F-973D-30AD146DED19}">
      <dgm:prSet/>
      <dgm:spPr/>
      <dgm:t>
        <a:bodyPr/>
        <a:lstStyle/>
        <a:p>
          <a:endParaRPr lang="en-IN" sz="1800" b="0"/>
        </a:p>
      </dgm:t>
    </dgm:pt>
    <dgm:pt modelId="{4926B187-4E8C-486B-BC09-BAC25F214B30}" type="sibTrans" cxnId="{6D3E705A-1C97-465F-973D-30AD146DED19}">
      <dgm:prSet/>
      <dgm:spPr/>
      <dgm:t>
        <a:bodyPr/>
        <a:lstStyle/>
        <a:p>
          <a:endParaRPr lang="en-IN" sz="1800" b="0"/>
        </a:p>
      </dgm:t>
    </dgm:pt>
    <dgm:pt modelId="{74F4DA8A-55FB-4EDF-8D7B-D73EF39CAD69}">
      <dgm:prSet custT="1"/>
      <dgm:spPr/>
      <dgm:t>
        <a:bodyPr/>
        <a:lstStyle/>
        <a:p>
          <a:r>
            <a:rPr lang="en-US" sz="1800" b="1" dirty="0"/>
            <a:t>void</a:t>
          </a:r>
          <a:endParaRPr lang="en-IN" sz="1800" b="1" dirty="0"/>
        </a:p>
      </dgm:t>
    </dgm:pt>
    <dgm:pt modelId="{CD2CCC3B-A1E5-4857-8FFB-5A8BF00647AE}" type="parTrans" cxnId="{101680D4-F5E3-4812-BA51-DF22AB0B8F6D}">
      <dgm:prSet/>
      <dgm:spPr/>
      <dgm:t>
        <a:bodyPr/>
        <a:lstStyle/>
        <a:p>
          <a:endParaRPr lang="en-IN" sz="1800" b="0"/>
        </a:p>
      </dgm:t>
    </dgm:pt>
    <dgm:pt modelId="{1033BDBC-8DE3-47C8-8B19-F5A6DA6506B9}" type="sibTrans" cxnId="{101680D4-F5E3-4812-BA51-DF22AB0B8F6D}">
      <dgm:prSet/>
      <dgm:spPr/>
      <dgm:t>
        <a:bodyPr/>
        <a:lstStyle/>
        <a:p>
          <a:endParaRPr lang="en-IN" sz="1800" b="0"/>
        </a:p>
      </dgm:t>
    </dgm:pt>
    <dgm:pt modelId="{379AFCEA-C1E6-4D1E-93B0-9BB318FA4B72}">
      <dgm:prSet custT="1"/>
      <dgm:spPr/>
      <dgm:t>
        <a:bodyPr/>
        <a:lstStyle/>
        <a:p>
          <a:r>
            <a:rPr lang="en-US" sz="1800" b="1" dirty="0"/>
            <a:t>public keyword</a:t>
          </a:r>
          <a:endParaRPr lang="en-IN" sz="1800" b="0" dirty="0"/>
        </a:p>
      </dgm:t>
    </dgm:pt>
    <dgm:pt modelId="{81622BEE-923C-4E57-8277-81ED3178E3B6}" type="parTrans" cxnId="{A6B0AA59-845D-49CA-9F4B-2DA30E07C1E4}">
      <dgm:prSet/>
      <dgm:spPr/>
      <dgm:t>
        <a:bodyPr/>
        <a:lstStyle/>
        <a:p>
          <a:endParaRPr lang="en-IN" sz="1800" b="0"/>
        </a:p>
      </dgm:t>
    </dgm:pt>
    <dgm:pt modelId="{2BD22182-59DF-4AAE-8E1E-29E25865E37B}" type="sibTrans" cxnId="{A6B0AA59-845D-49CA-9F4B-2DA30E07C1E4}">
      <dgm:prSet/>
      <dgm:spPr/>
      <dgm:t>
        <a:bodyPr/>
        <a:lstStyle/>
        <a:p>
          <a:endParaRPr lang="en-IN" sz="1800" b="0"/>
        </a:p>
      </dgm:t>
    </dgm:pt>
    <dgm:pt modelId="{A1459BF1-2F8F-4F9F-A58F-B5CBC5253443}">
      <dgm:prSet custT="1"/>
      <dgm:spPr/>
      <dgm:t>
        <a:bodyPr/>
        <a:lstStyle/>
        <a:p>
          <a:r>
            <a:rPr lang="en-US" sz="1800" b="0" dirty="0"/>
            <a:t>Public access modifier is used so that the main method can be accessed from outside the class.</a:t>
          </a:r>
          <a:endParaRPr lang="en-IN" sz="1800" b="0" dirty="0"/>
        </a:p>
      </dgm:t>
    </dgm:pt>
    <dgm:pt modelId="{B2D19A87-8325-42D6-95E4-642A51C1DC9F}" type="parTrans" cxnId="{C680932F-35D9-426A-90E3-507C31FDC4C7}">
      <dgm:prSet/>
      <dgm:spPr/>
      <dgm:t>
        <a:bodyPr/>
        <a:lstStyle/>
        <a:p>
          <a:endParaRPr lang="en-IN" sz="1800" b="0"/>
        </a:p>
      </dgm:t>
    </dgm:pt>
    <dgm:pt modelId="{1589477A-187F-4F6A-A780-B3BF78D2853F}" type="sibTrans" cxnId="{C680932F-35D9-426A-90E3-507C31FDC4C7}">
      <dgm:prSet/>
      <dgm:spPr/>
      <dgm:t>
        <a:bodyPr/>
        <a:lstStyle/>
        <a:p>
          <a:endParaRPr lang="en-IN" sz="1800" b="0"/>
        </a:p>
      </dgm:t>
    </dgm:pt>
    <dgm:pt modelId="{221E8BD4-9E2B-47CA-A4CA-3DC9D58CE236}">
      <dgm:prSet custT="1"/>
      <dgm:spPr/>
      <dgm:t>
        <a:bodyPr/>
        <a:lstStyle/>
        <a:p>
          <a:r>
            <a:rPr lang="en-US" sz="1800" b="0" dirty="0"/>
            <a:t>Static means that you can invoke the main method directly, without creating an object of the class. </a:t>
          </a:r>
          <a:endParaRPr lang="en-IN" sz="1800" b="0" dirty="0"/>
        </a:p>
      </dgm:t>
    </dgm:pt>
    <dgm:pt modelId="{D7161182-7B13-4690-B9E2-7E2D9424D14D}" type="parTrans" cxnId="{D4F33A58-D00A-4A82-9737-B13437EC12DF}">
      <dgm:prSet/>
      <dgm:spPr/>
      <dgm:t>
        <a:bodyPr/>
        <a:lstStyle/>
        <a:p>
          <a:endParaRPr lang="en-IN" sz="1800" b="0"/>
        </a:p>
      </dgm:t>
    </dgm:pt>
    <dgm:pt modelId="{5E61BAFE-8DE0-4842-A497-63FE1C866554}" type="sibTrans" cxnId="{D4F33A58-D00A-4A82-9737-B13437EC12DF}">
      <dgm:prSet/>
      <dgm:spPr/>
      <dgm:t>
        <a:bodyPr/>
        <a:lstStyle/>
        <a:p>
          <a:endParaRPr lang="en-IN" sz="1800" b="0"/>
        </a:p>
      </dgm:t>
    </dgm:pt>
    <dgm:pt modelId="{6046C0BA-D810-4E85-90AE-7EEBDA2E573F}">
      <dgm:prSet custT="1"/>
      <dgm:spPr/>
      <dgm:t>
        <a:bodyPr/>
        <a:lstStyle/>
        <a:p>
          <a:r>
            <a:rPr lang="en-US" sz="1800" b="0" dirty="0"/>
            <a:t>void means main method does not return any value.</a:t>
          </a:r>
          <a:endParaRPr lang="en-IN" sz="1800" b="0" dirty="0"/>
        </a:p>
      </dgm:t>
    </dgm:pt>
    <dgm:pt modelId="{F5008388-5B5D-4A76-B74D-E58F49F2ADAB}" type="parTrans" cxnId="{54C81151-BA1B-4536-B90A-8919CBB0EEAF}">
      <dgm:prSet/>
      <dgm:spPr/>
      <dgm:t>
        <a:bodyPr/>
        <a:lstStyle/>
        <a:p>
          <a:endParaRPr lang="en-IN" sz="1800" b="0"/>
        </a:p>
      </dgm:t>
    </dgm:pt>
    <dgm:pt modelId="{755C17AC-0D9B-4341-90CC-5910828E2BCE}" type="sibTrans" cxnId="{54C81151-BA1B-4536-B90A-8919CBB0EEAF}">
      <dgm:prSet/>
      <dgm:spPr/>
      <dgm:t>
        <a:bodyPr/>
        <a:lstStyle/>
        <a:p>
          <a:endParaRPr lang="en-IN" sz="1800" b="0"/>
        </a:p>
      </dgm:t>
    </dgm:pt>
    <dgm:pt modelId="{600E5E34-ED0D-41F0-85A4-C5AC13B889BB}">
      <dgm:prSet custT="1"/>
      <dgm:spPr/>
      <dgm:t>
        <a:bodyPr/>
        <a:lstStyle/>
        <a:p>
          <a:r>
            <a:rPr lang="en-US" sz="1800" b="1"/>
            <a:t>Main method</a:t>
          </a:r>
          <a:endParaRPr lang="en-IN" sz="1800" b="0" dirty="0"/>
        </a:p>
      </dgm:t>
    </dgm:pt>
    <dgm:pt modelId="{F158318E-DA33-4873-ABB7-915E8735D8CC}" type="parTrans" cxnId="{81111075-7EBA-478B-82E5-B688EAD1C25C}">
      <dgm:prSet/>
      <dgm:spPr/>
      <dgm:t>
        <a:bodyPr/>
        <a:lstStyle/>
        <a:p>
          <a:endParaRPr lang="en-IN"/>
        </a:p>
      </dgm:t>
    </dgm:pt>
    <dgm:pt modelId="{B3FB4B83-19BF-40DE-934A-DCFDC6545A4D}" type="sibTrans" cxnId="{81111075-7EBA-478B-82E5-B688EAD1C25C}">
      <dgm:prSet/>
      <dgm:spPr/>
      <dgm:t>
        <a:bodyPr/>
        <a:lstStyle/>
        <a:p>
          <a:endParaRPr lang="en-IN"/>
        </a:p>
      </dgm:t>
    </dgm:pt>
    <dgm:pt modelId="{DDBCAA05-EA73-44D0-B570-727A2024A598}">
      <dgm:prSet/>
      <dgm:spPr/>
      <dgm:t>
        <a:bodyPr/>
        <a:lstStyle/>
        <a:p>
          <a:r>
            <a:rPr lang="en-US" b="0" dirty="0"/>
            <a:t>Main method is a special method that serves as the entry point for a Java program.</a:t>
          </a:r>
          <a:endParaRPr lang="en-IN"/>
        </a:p>
      </dgm:t>
    </dgm:pt>
    <dgm:pt modelId="{51A20DCF-573E-4695-8181-43FAF0EB7BF1}" type="parTrans" cxnId="{A27684DF-BEC5-4C56-9486-01C9BFDABA9E}">
      <dgm:prSet/>
      <dgm:spPr/>
      <dgm:t>
        <a:bodyPr/>
        <a:lstStyle/>
        <a:p>
          <a:endParaRPr lang="en-IN"/>
        </a:p>
      </dgm:t>
    </dgm:pt>
    <dgm:pt modelId="{274E877B-CB78-46A2-BDED-4F3F0D3F5E1C}" type="sibTrans" cxnId="{A27684DF-BEC5-4C56-9486-01C9BFDABA9E}">
      <dgm:prSet/>
      <dgm:spPr/>
      <dgm:t>
        <a:bodyPr/>
        <a:lstStyle/>
        <a:p>
          <a:endParaRPr lang="en-IN"/>
        </a:p>
      </dgm:t>
    </dgm:pt>
    <dgm:pt modelId="{AE257065-C793-415C-98C7-A72C9925A6B5}" type="pres">
      <dgm:prSet presAssocID="{E5A11304-10DF-4A93-BAE6-BAE6F21E4F14}" presName="Name0" presStyleCnt="0">
        <dgm:presLayoutVars>
          <dgm:dir/>
          <dgm:animLvl val="lvl"/>
          <dgm:resizeHandles val="exact"/>
        </dgm:presLayoutVars>
      </dgm:prSet>
      <dgm:spPr/>
    </dgm:pt>
    <dgm:pt modelId="{505388A1-CDD7-4FB5-A006-B58CA826B247}" type="pres">
      <dgm:prSet presAssocID="{379AFCEA-C1E6-4D1E-93B0-9BB318FA4B72}" presName="composite" presStyleCnt="0"/>
      <dgm:spPr/>
    </dgm:pt>
    <dgm:pt modelId="{F5A48B97-982A-45E3-BAF6-4E8764D23336}" type="pres">
      <dgm:prSet presAssocID="{379AFCEA-C1E6-4D1E-93B0-9BB318FA4B72}" presName="parTx" presStyleLbl="alignNode1" presStyleIdx="0" presStyleCnt="4">
        <dgm:presLayoutVars>
          <dgm:chMax val="0"/>
          <dgm:chPref val="0"/>
          <dgm:bulletEnabled val="1"/>
        </dgm:presLayoutVars>
      </dgm:prSet>
      <dgm:spPr/>
    </dgm:pt>
    <dgm:pt modelId="{376DA8C6-5E15-45C4-990A-48701435D51D}" type="pres">
      <dgm:prSet presAssocID="{379AFCEA-C1E6-4D1E-93B0-9BB318FA4B72}" presName="desTx" presStyleLbl="alignAccFollowNode1" presStyleIdx="0" presStyleCnt="4">
        <dgm:presLayoutVars>
          <dgm:bulletEnabled val="1"/>
        </dgm:presLayoutVars>
      </dgm:prSet>
      <dgm:spPr/>
    </dgm:pt>
    <dgm:pt modelId="{D1FB4692-BDCF-4F88-B7E1-FC06B6390751}" type="pres">
      <dgm:prSet presAssocID="{2BD22182-59DF-4AAE-8E1E-29E25865E37B}" presName="space" presStyleCnt="0"/>
      <dgm:spPr/>
    </dgm:pt>
    <dgm:pt modelId="{5083C1AB-8133-4436-94F0-BA5FF49641F5}" type="pres">
      <dgm:prSet presAssocID="{C83C9600-795A-4435-B148-B30841852E38}" presName="composite" presStyleCnt="0"/>
      <dgm:spPr/>
    </dgm:pt>
    <dgm:pt modelId="{45792446-4CA0-49C7-A834-AAA0C033D333}" type="pres">
      <dgm:prSet presAssocID="{C83C9600-795A-4435-B148-B30841852E38}" presName="parTx" presStyleLbl="alignNode1" presStyleIdx="1" presStyleCnt="4">
        <dgm:presLayoutVars>
          <dgm:chMax val="0"/>
          <dgm:chPref val="0"/>
          <dgm:bulletEnabled val="1"/>
        </dgm:presLayoutVars>
      </dgm:prSet>
      <dgm:spPr/>
    </dgm:pt>
    <dgm:pt modelId="{69527C27-D8FA-4C15-BA0B-22EAF1418994}" type="pres">
      <dgm:prSet presAssocID="{C83C9600-795A-4435-B148-B30841852E38}" presName="desTx" presStyleLbl="alignAccFollowNode1" presStyleIdx="1" presStyleCnt="4">
        <dgm:presLayoutVars>
          <dgm:bulletEnabled val="1"/>
        </dgm:presLayoutVars>
      </dgm:prSet>
      <dgm:spPr/>
    </dgm:pt>
    <dgm:pt modelId="{0CA8D94E-70AA-4BDC-85E9-180AC09B44E2}" type="pres">
      <dgm:prSet presAssocID="{4926B187-4E8C-486B-BC09-BAC25F214B30}" presName="space" presStyleCnt="0"/>
      <dgm:spPr/>
    </dgm:pt>
    <dgm:pt modelId="{9E1DCDBF-975E-418B-B3B9-45AE0F2CE03D}" type="pres">
      <dgm:prSet presAssocID="{74F4DA8A-55FB-4EDF-8D7B-D73EF39CAD69}" presName="composite" presStyleCnt="0"/>
      <dgm:spPr/>
    </dgm:pt>
    <dgm:pt modelId="{475F0DCD-C925-4AA6-91F9-742ECE2AFA3F}" type="pres">
      <dgm:prSet presAssocID="{74F4DA8A-55FB-4EDF-8D7B-D73EF39CAD69}" presName="parTx" presStyleLbl="alignNode1" presStyleIdx="2" presStyleCnt="4">
        <dgm:presLayoutVars>
          <dgm:chMax val="0"/>
          <dgm:chPref val="0"/>
          <dgm:bulletEnabled val="1"/>
        </dgm:presLayoutVars>
      </dgm:prSet>
      <dgm:spPr/>
    </dgm:pt>
    <dgm:pt modelId="{13558085-D5C0-4487-8DFC-C0F6F5CF1435}" type="pres">
      <dgm:prSet presAssocID="{74F4DA8A-55FB-4EDF-8D7B-D73EF39CAD69}" presName="desTx" presStyleLbl="alignAccFollowNode1" presStyleIdx="2" presStyleCnt="4">
        <dgm:presLayoutVars>
          <dgm:bulletEnabled val="1"/>
        </dgm:presLayoutVars>
      </dgm:prSet>
      <dgm:spPr/>
    </dgm:pt>
    <dgm:pt modelId="{16A03B72-7327-49E8-B1FF-7AB3889563B5}" type="pres">
      <dgm:prSet presAssocID="{1033BDBC-8DE3-47C8-8B19-F5A6DA6506B9}" presName="space" presStyleCnt="0"/>
      <dgm:spPr/>
    </dgm:pt>
    <dgm:pt modelId="{ECE6A130-F30E-4371-92DA-4BC41254BFFE}" type="pres">
      <dgm:prSet presAssocID="{600E5E34-ED0D-41F0-85A4-C5AC13B889BB}" presName="composite" presStyleCnt="0"/>
      <dgm:spPr/>
    </dgm:pt>
    <dgm:pt modelId="{09395230-AD76-4BB9-99C8-A6CC9BEB235E}" type="pres">
      <dgm:prSet presAssocID="{600E5E34-ED0D-41F0-85A4-C5AC13B889BB}" presName="parTx" presStyleLbl="alignNode1" presStyleIdx="3" presStyleCnt="4">
        <dgm:presLayoutVars>
          <dgm:chMax val="0"/>
          <dgm:chPref val="0"/>
          <dgm:bulletEnabled val="1"/>
        </dgm:presLayoutVars>
      </dgm:prSet>
      <dgm:spPr/>
    </dgm:pt>
    <dgm:pt modelId="{B36E7751-FEAB-4FD1-A508-8392B3388274}" type="pres">
      <dgm:prSet presAssocID="{600E5E34-ED0D-41F0-85A4-C5AC13B889BB}" presName="desTx" presStyleLbl="alignAccFollowNode1" presStyleIdx="3" presStyleCnt="4">
        <dgm:presLayoutVars>
          <dgm:bulletEnabled val="1"/>
        </dgm:presLayoutVars>
      </dgm:prSet>
      <dgm:spPr/>
    </dgm:pt>
  </dgm:ptLst>
  <dgm:cxnLst>
    <dgm:cxn modelId="{CF7E2225-FFEF-4043-9073-9CD34B1E270A}" type="presOf" srcId="{C83C9600-795A-4435-B148-B30841852E38}" destId="{45792446-4CA0-49C7-A834-AAA0C033D333}" srcOrd="0" destOrd="0" presId="urn:microsoft.com/office/officeart/2005/8/layout/hList1"/>
    <dgm:cxn modelId="{C680932F-35D9-426A-90E3-507C31FDC4C7}" srcId="{379AFCEA-C1E6-4D1E-93B0-9BB318FA4B72}" destId="{A1459BF1-2F8F-4F9F-A58F-B5CBC5253443}" srcOrd="0" destOrd="0" parTransId="{B2D19A87-8325-42D6-95E4-642A51C1DC9F}" sibTransId="{1589477A-187F-4F6A-A780-B3BF78D2853F}"/>
    <dgm:cxn modelId="{0A158D3E-F26D-4534-B01A-56F9F47B6959}" type="presOf" srcId="{600E5E34-ED0D-41F0-85A4-C5AC13B889BB}" destId="{09395230-AD76-4BB9-99C8-A6CC9BEB235E}" srcOrd="0" destOrd="0" presId="urn:microsoft.com/office/officeart/2005/8/layout/hList1"/>
    <dgm:cxn modelId="{B9B0AA6A-4C16-4462-B474-8D6B9C53BEF4}" type="presOf" srcId="{74F4DA8A-55FB-4EDF-8D7B-D73EF39CAD69}" destId="{475F0DCD-C925-4AA6-91F9-742ECE2AFA3F}" srcOrd="0" destOrd="0" presId="urn:microsoft.com/office/officeart/2005/8/layout/hList1"/>
    <dgm:cxn modelId="{362CF56D-2A3E-41FD-942E-8DE88E35FFD8}" type="presOf" srcId="{379AFCEA-C1E6-4D1E-93B0-9BB318FA4B72}" destId="{F5A48B97-982A-45E3-BAF6-4E8764D23336}" srcOrd="0" destOrd="0" presId="urn:microsoft.com/office/officeart/2005/8/layout/hList1"/>
    <dgm:cxn modelId="{5253346F-029B-4E48-9FE2-1E57C90E9431}" type="presOf" srcId="{A1459BF1-2F8F-4F9F-A58F-B5CBC5253443}" destId="{376DA8C6-5E15-45C4-990A-48701435D51D}" srcOrd="0" destOrd="0" presId="urn:microsoft.com/office/officeart/2005/8/layout/hList1"/>
    <dgm:cxn modelId="{54C81151-BA1B-4536-B90A-8919CBB0EEAF}" srcId="{74F4DA8A-55FB-4EDF-8D7B-D73EF39CAD69}" destId="{6046C0BA-D810-4E85-90AE-7EEBDA2E573F}" srcOrd="0" destOrd="0" parTransId="{F5008388-5B5D-4A76-B74D-E58F49F2ADAB}" sibTransId="{755C17AC-0D9B-4341-90CC-5910828E2BCE}"/>
    <dgm:cxn modelId="{81111075-7EBA-478B-82E5-B688EAD1C25C}" srcId="{E5A11304-10DF-4A93-BAE6-BAE6F21E4F14}" destId="{600E5E34-ED0D-41F0-85A4-C5AC13B889BB}" srcOrd="3" destOrd="0" parTransId="{F158318E-DA33-4873-ABB7-915E8735D8CC}" sibTransId="{B3FB4B83-19BF-40DE-934A-DCFDC6545A4D}"/>
    <dgm:cxn modelId="{D4F33A58-D00A-4A82-9737-B13437EC12DF}" srcId="{C83C9600-795A-4435-B148-B30841852E38}" destId="{221E8BD4-9E2B-47CA-A4CA-3DC9D58CE236}" srcOrd="0" destOrd="0" parTransId="{D7161182-7B13-4690-B9E2-7E2D9424D14D}" sibTransId="{5E61BAFE-8DE0-4842-A497-63FE1C866554}"/>
    <dgm:cxn modelId="{A6B0AA59-845D-49CA-9F4B-2DA30E07C1E4}" srcId="{E5A11304-10DF-4A93-BAE6-BAE6F21E4F14}" destId="{379AFCEA-C1E6-4D1E-93B0-9BB318FA4B72}" srcOrd="0" destOrd="0" parTransId="{81622BEE-923C-4E57-8277-81ED3178E3B6}" sibTransId="{2BD22182-59DF-4AAE-8E1E-29E25865E37B}"/>
    <dgm:cxn modelId="{6D3E705A-1C97-465F-973D-30AD146DED19}" srcId="{E5A11304-10DF-4A93-BAE6-BAE6F21E4F14}" destId="{C83C9600-795A-4435-B148-B30841852E38}" srcOrd="1" destOrd="0" parTransId="{E5C3E97D-A525-4E39-AD9A-55089B914233}" sibTransId="{4926B187-4E8C-486B-BC09-BAC25F214B30}"/>
    <dgm:cxn modelId="{28CA0999-4474-42B6-A848-14CE8FD20E58}" type="presOf" srcId="{E5A11304-10DF-4A93-BAE6-BAE6F21E4F14}" destId="{AE257065-C793-415C-98C7-A72C9925A6B5}" srcOrd="0" destOrd="0" presId="urn:microsoft.com/office/officeart/2005/8/layout/hList1"/>
    <dgm:cxn modelId="{CD4E2AA6-77DB-4DC5-BB7F-A7CB2D56249F}" type="presOf" srcId="{6046C0BA-D810-4E85-90AE-7EEBDA2E573F}" destId="{13558085-D5C0-4487-8DFC-C0F6F5CF1435}" srcOrd="0" destOrd="0" presId="urn:microsoft.com/office/officeart/2005/8/layout/hList1"/>
    <dgm:cxn modelId="{E100B7AC-E381-4305-8E17-C512950ECD5C}" type="presOf" srcId="{DDBCAA05-EA73-44D0-B570-727A2024A598}" destId="{B36E7751-FEAB-4FD1-A508-8392B3388274}" srcOrd="0" destOrd="0" presId="urn:microsoft.com/office/officeart/2005/8/layout/hList1"/>
    <dgm:cxn modelId="{F613FEAC-6CD5-491B-B02B-78424F26F592}" type="presOf" srcId="{221E8BD4-9E2B-47CA-A4CA-3DC9D58CE236}" destId="{69527C27-D8FA-4C15-BA0B-22EAF1418994}" srcOrd="0" destOrd="0" presId="urn:microsoft.com/office/officeart/2005/8/layout/hList1"/>
    <dgm:cxn modelId="{101680D4-F5E3-4812-BA51-DF22AB0B8F6D}" srcId="{E5A11304-10DF-4A93-BAE6-BAE6F21E4F14}" destId="{74F4DA8A-55FB-4EDF-8D7B-D73EF39CAD69}" srcOrd="2" destOrd="0" parTransId="{CD2CCC3B-A1E5-4857-8FFB-5A8BF00647AE}" sibTransId="{1033BDBC-8DE3-47C8-8B19-F5A6DA6506B9}"/>
    <dgm:cxn modelId="{A27684DF-BEC5-4C56-9486-01C9BFDABA9E}" srcId="{600E5E34-ED0D-41F0-85A4-C5AC13B889BB}" destId="{DDBCAA05-EA73-44D0-B570-727A2024A598}" srcOrd="0" destOrd="0" parTransId="{51A20DCF-573E-4695-8181-43FAF0EB7BF1}" sibTransId="{274E877B-CB78-46A2-BDED-4F3F0D3F5E1C}"/>
    <dgm:cxn modelId="{4CA8D494-ABFA-4429-8A39-255CA56D2AFF}" type="presParOf" srcId="{AE257065-C793-415C-98C7-A72C9925A6B5}" destId="{505388A1-CDD7-4FB5-A006-B58CA826B247}" srcOrd="0" destOrd="0" presId="urn:microsoft.com/office/officeart/2005/8/layout/hList1"/>
    <dgm:cxn modelId="{8211D8C7-C81F-4A82-963B-128A38C55CDE}" type="presParOf" srcId="{505388A1-CDD7-4FB5-A006-B58CA826B247}" destId="{F5A48B97-982A-45E3-BAF6-4E8764D23336}" srcOrd="0" destOrd="0" presId="urn:microsoft.com/office/officeart/2005/8/layout/hList1"/>
    <dgm:cxn modelId="{0E13EFCA-25B7-4437-8C0F-1A6B2B7F6662}" type="presParOf" srcId="{505388A1-CDD7-4FB5-A006-B58CA826B247}" destId="{376DA8C6-5E15-45C4-990A-48701435D51D}" srcOrd="1" destOrd="0" presId="urn:microsoft.com/office/officeart/2005/8/layout/hList1"/>
    <dgm:cxn modelId="{BF86E5C1-111F-42AA-879B-895936601B9C}" type="presParOf" srcId="{AE257065-C793-415C-98C7-A72C9925A6B5}" destId="{D1FB4692-BDCF-4F88-B7E1-FC06B6390751}" srcOrd="1" destOrd="0" presId="urn:microsoft.com/office/officeart/2005/8/layout/hList1"/>
    <dgm:cxn modelId="{9E606C36-8BB9-49C7-8B1B-765B3310DCE5}" type="presParOf" srcId="{AE257065-C793-415C-98C7-A72C9925A6B5}" destId="{5083C1AB-8133-4436-94F0-BA5FF49641F5}" srcOrd="2" destOrd="0" presId="urn:microsoft.com/office/officeart/2005/8/layout/hList1"/>
    <dgm:cxn modelId="{C6E7E014-E0D4-4D10-BA8C-C1AA20FCAA01}" type="presParOf" srcId="{5083C1AB-8133-4436-94F0-BA5FF49641F5}" destId="{45792446-4CA0-49C7-A834-AAA0C033D333}" srcOrd="0" destOrd="0" presId="urn:microsoft.com/office/officeart/2005/8/layout/hList1"/>
    <dgm:cxn modelId="{CB3AEEDE-2DD6-42B0-8A4A-21B7F1D5968D}" type="presParOf" srcId="{5083C1AB-8133-4436-94F0-BA5FF49641F5}" destId="{69527C27-D8FA-4C15-BA0B-22EAF1418994}" srcOrd="1" destOrd="0" presId="urn:microsoft.com/office/officeart/2005/8/layout/hList1"/>
    <dgm:cxn modelId="{4C32D3AC-2B34-4781-95CD-3982E06300ED}" type="presParOf" srcId="{AE257065-C793-415C-98C7-A72C9925A6B5}" destId="{0CA8D94E-70AA-4BDC-85E9-180AC09B44E2}" srcOrd="3" destOrd="0" presId="urn:microsoft.com/office/officeart/2005/8/layout/hList1"/>
    <dgm:cxn modelId="{A8DA8CFF-F1F9-4ACA-8574-08B10BB045A6}" type="presParOf" srcId="{AE257065-C793-415C-98C7-A72C9925A6B5}" destId="{9E1DCDBF-975E-418B-B3B9-45AE0F2CE03D}" srcOrd="4" destOrd="0" presId="urn:microsoft.com/office/officeart/2005/8/layout/hList1"/>
    <dgm:cxn modelId="{B04EBADA-2C4A-469A-90B6-5CEAF6144C3D}" type="presParOf" srcId="{9E1DCDBF-975E-418B-B3B9-45AE0F2CE03D}" destId="{475F0DCD-C925-4AA6-91F9-742ECE2AFA3F}" srcOrd="0" destOrd="0" presId="urn:microsoft.com/office/officeart/2005/8/layout/hList1"/>
    <dgm:cxn modelId="{C885A924-3F8C-4FD2-8031-895FB0BE5D09}" type="presParOf" srcId="{9E1DCDBF-975E-418B-B3B9-45AE0F2CE03D}" destId="{13558085-D5C0-4487-8DFC-C0F6F5CF1435}" srcOrd="1" destOrd="0" presId="urn:microsoft.com/office/officeart/2005/8/layout/hList1"/>
    <dgm:cxn modelId="{D8505445-14F3-464A-9AC9-28852985943C}" type="presParOf" srcId="{AE257065-C793-415C-98C7-A72C9925A6B5}" destId="{16A03B72-7327-49E8-B1FF-7AB3889563B5}" srcOrd="5" destOrd="0" presId="urn:microsoft.com/office/officeart/2005/8/layout/hList1"/>
    <dgm:cxn modelId="{A974D760-188B-4099-9268-43C534AA48FF}" type="presParOf" srcId="{AE257065-C793-415C-98C7-A72C9925A6B5}" destId="{ECE6A130-F30E-4371-92DA-4BC41254BFFE}" srcOrd="6" destOrd="0" presId="urn:microsoft.com/office/officeart/2005/8/layout/hList1"/>
    <dgm:cxn modelId="{1FA5B262-45B5-47A7-86AF-A81F0CEA890A}" type="presParOf" srcId="{ECE6A130-F30E-4371-92DA-4BC41254BFFE}" destId="{09395230-AD76-4BB9-99C8-A6CC9BEB235E}" srcOrd="0" destOrd="0" presId="urn:microsoft.com/office/officeart/2005/8/layout/hList1"/>
    <dgm:cxn modelId="{50AFCC0E-ABFA-460D-BAB4-7CF5C41F1B37}" type="presParOf" srcId="{ECE6A130-F30E-4371-92DA-4BC41254BFFE}" destId="{B36E7751-FEAB-4FD1-A508-8392B3388274}" srcOrd="1" destOrd="0" presId="urn:microsoft.com/office/officeart/2005/8/layout/hLis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84820BB9-2636-4E86-B333-F57E23DD43CD}" type="doc">
      <dgm:prSet loTypeId="urn:microsoft.com/office/officeart/2005/8/layout/process2" loCatId="process" qsTypeId="urn:microsoft.com/office/officeart/2005/8/quickstyle/simple3" qsCatId="simple" csTypeId="urn:microsoft.com/office/officeart/2005/8/colors/colorful1" csCatId="colorful" phldr="1"/>
      <dgm:spPr/>
      <dgm:t>
        <a:bodyPr/>
        <a:lstStyle/>
        <a:p>
          <a:endParaRPr lang="en-IN"/>
        </a:p>
      </dgm:t>
    </dgm:pt>
    <dgm:pt modelId="{045FAF35-522F-4509-9963-41AC1981D599}">
      <dgm:prSet phldrT="[Text]" custT="1"/>
      <dgm:spPr/>
      <dgm:t>
        <a:bodyPr/>
        <a:lstStyle/>
        <a:p>
          <a:r>
            <a:rPr lang="en-US" sz="1800" dirty="0"/>
            <a:t>Java (High-level code)</a:t>
          </a:r>
          <a:endParaRPr lang="en-IN" sz="1800" dirty="0"/>
        </a:p>
      </dgm:t>
    </dgm:pt>
    <dgm:pt modelId="{86CF6A07-3CE3-4B0E-ADAC-F7C3AB3F191B}" type="parTrans" cxnId="{DDC06932-A2FA-4E9D-ADD0-8F1ED9ADC1DB}">
      <dgm:prSet/>
      <dgm:spPr/>
      <dgm:t>
        <a:bodyPr/>
        <a:lstStyle/>
        <a:p>
          <a:endParaRPr lang="en-IN" sz="1800"/>
        </a:p>
      </dgm:t>
    </dgm:pt>
    <dgm:pt modelId="{6F2FB6B4-B9A8-4DFF-BFF6-F208F58AC16D}" type="sibTrans" cxnId="{DDC06932-A2FA-4E9D-ADD0-8F1ED9ADC1DB}">
      <dgm:prSet custT="1"/>
      <dgm:spPr/>
      <dgm:t>
        <a:bodyPr/>
        <a:lstStyle/>
        <a:p>
          <a:endParaRPr lang="en-IN" sz="1800"/>
        </a:p>
      </dgm:t>
    </dgm:pt>
    <dgm:pt modelId="{0D41CDB1-BDDC-44A8-B7B7-B5B7BA395C14}">
      <dgm:prSet phldrT="[Text]" custT="1"/>
      <dgm:spPr/>
      <dgm:t>
        <a:bodyPr/>
        <a:lstStyle/>
        <a:p>
          <a:r>
            <a:rPr lang="en-US" sz="1800" dirty="0"/>
            <a:t>Bytecode (Intermediate code)</a:t>
          </a:r>
          <a:endParaRPr lang="en-IN" sz="1800" dirty="0"/>
        </a:p>
      </dgm:t>
    </dgm:pt>
    <dgm:pt modelId="{1435CD47-A1AE-4391-BB16-676AF4C3D3F7}" type="parTrans" cxnId="{E4549438-60B4-452E-899C-0DEBA1D03E31}">
      <dgm:prSet/>
      <dgm:spPr/>
      <dgm:t>
        <a:bodyPr/>
        <a:lstStyle/>
        <a:p>
          <a:endParaRPr lang="en-IN" sz="1800"/>
        </a:p>
      </dgm:t>
    </dgm:pt>
    <dgm:pt modelId="{FDF202BF-4EB9-4B92-98DA-9430044B41EF}" type="sibTrans" cxnId="{E4549438-60B4-452E-899C-0DEBA1D03E31}">
      <dgm:prSet custT="1"/>
      <dgm:spPr/>
      <dgm:t>
        <a:bodyPr/>
        <a:lstStyle/>
        <a:p>
          <a:endParaRPr lang="en-IN" sz="1800"/>
        </a:p>
      </dgm:t>
    </dgm:pt>
    <dgm:pt modelId="{790C6FF5-2B18-4159-9D36-24E62C0FD0C1}">
      <dgm:prSet phldrT="[Text]" custT="1"/>
      <dgm:spPr/>
      <dgm:t>
        <a:bodyPr/>
        <a:lstStyle/>
        <a:p>
          <a:r>
            <a:rPr lang="en-US" sz="1800" dirty="0"/>
            <a:t>Native/ machine code (low-level code)</a:t>
          </a:r>
          <a:endParaRPr lang="en-IN" sz="1800" dirty="0"/>
        </a:p>
      </dgm:t>
    </dgm:pt>
    <dgm:pt modelId="{0634CCAF-97F6-4AC6-AF88-FBB7106C27CB}" type="parTrans" cxnId="{8084BDC9-36E4-4791-8774-79CC1EA507FA}">
      <dgm:prSet/>
      <dgm:spPr/>
      <dgm:t>
        <a:bodyPr/>
        <a:lstStyle/>
        <a:p>
          <a:endParaRPr lang="en-IN" sz="1800"/>
        </a:p>
      </dgm:t>
    </dgm:pt>
    <dgm:pt modelId="{CE0954E3-2D17-4F27-BD99-5E8DC7846919}" type="sibTrans" cxnId="{8084BDC9-36E4-4791-8774-79CC1EA507FA}">
      <dgm:prSet/>
      <dgm:spPr/>
      <dgm:t>
        <a:bodyPr/>
        <a:lstStyle/>
        <a:p>
          <a:endParaRPr lang="en-IN" sz="1800"/>
        </a:p>
      </dgm:t>
    </dgm:pt>
    <dgm:pt modelId="{03DA0502-DC3A-4604-A92A-BEF23462E6D1}" type="pres">
      <dgm:prSet presAssocID="{84820BB9-2636-4E86-B333-F57E23DD43CD}" presName="linearFlow" presStyleCnt="0">
        <dgm:presLayoutVars>
          <dgm:resizeHandles val="exact"/>
        </dgm:presLayoutVars>
      </dgm:prSet>
      <dgm:spPr/>
    </dgm:pt>
    <dgm:pt modelId="{6C49710A-18FA-4265-95C8-EC557527BA94}" type="pres">
      <dgm:prSet presAssocID="{045FAF35-522F-4509-9963-41AC1981D599}" presName="node" presStyleLbl="node1" presStyleIdx="0" presStyleCnt="3" custScaleX="212643" custScaleY="117296">
        <dgm:presLayoutVars>
          <dgm:bulletEnabled val="1"/>
        </dgm:presLayoutVars>
      </dgm:prSet>
      <dgm:spPr/>
    </dgm:pt>
    <dgm:pt modelId="{EDFEE0D1-324B-4837-84C8-8392A2E54FB5}" type="pres">
      <dgm:prSet presAssocID="{6F2FB6B4-B9A8-4DFF-BFF6-F208F58AC16D}" presName="sibTrans" presStyleLbl="sibTrans2D1" presStyleIdx="0" presStyleCnt="2"/>
      <dgm:spPr/>
    </dgm:pt>
    <dgm:pt modelId="{1B3BE30D-5DD0-4C79-852D-C3DFA19641D1}" type="pres">
      <dgm:prSet presAssocID="{6F2FB6B4-B9A8-4DFF-BFF6-F208F58AC16D}" presName="connectorText" presStyleLbl="sibTrans2D1" presStyleIdx="0" presStyleCnt="2"/>
      <dgm:spPr/>
    </dgm:pt>
    <dgm:pt modelId="{57D95E30-B7D7-4B09-A9D3-F4C57EAE2AB1}" type="pres">
      <dgm:prSet presAssocID="{0D41CDB1-BDDC-44A8-B7B7-B5B7BA395C14}" presName="node" presStyleLbl="node1" presStyleIdx="1" presStyleCnt="3" custScaleX="212643" custScaleY="117296">
        <dgm:presLayoutVars>
          <dgm:bulletEnabled val="1"/>
        </dgm:presLayoutVars>
      </dgm:prSet>
      <dgm:spPr/>
    </dgm:pt>
    <dgm:pt modelId="{9F03DCA8-AA08-4CE1-AB20-B4FD8C5C3F45}" type="pres">
      <dgm:prSet presAssocID="{FDF202BF-4EB9-4B92-98DA-9430044B41EF}" presName="sibTrans" presStyleLbl="sibTrans2D1" presStyleIdx="1" presStyleCnt="2"/>
      <dgm:spPr/>
    </dgm:pt>
    <dgm:pt modelId="{364C77AC-BC7B-4454-BC23-B1601815D5E0}" type="pres">
      <dgm:prSet presAssocID="{FDF202BF-4EB9-4B92-98DA-9430044B41EF}" presName="connectorText" presStyleLbl="sibTrans2D1" presStyleIdx="1" presStyleCnt="2"/>
      <dgm:spPr/>
    </dgm:pt>
    <dgm:pt modelId="{1AFCF148-1840-4A0B-9435-059FA75D4FEE}" type="pres">
      <dgm:prSet presAssocID="{790C6FF5-2B18-4159-9D36-24E62C0FD0C1}" presName="node" presStyleLbl="node1" presStyleIdx="2" presStyleCnt="3" custScaleX="212643" custScaleY="117296">
        <dgm:presLayoutVars>
          <dgm:bulletEnabled val="1"/>
        </dgm:presLayoutVars>
      </dgm:prSet>
      <dgm:spPr/>
    </dgm:pt>
  </dgm:ptLst>
  <dgm:cxnLst>
    <dgm:cxn modelId="{031E2E0E-0FFF-40B5-BD93-BA09D44E1208}" type="presOf" srcId="{0D41CDB1-BDDC-44A8-B7B7-B5B7BA395C14}" destId="{57D95E30-B7D7-4B09-A9D3-F4C57EAE2AB1}" srcOrd="0" destOrd="0" presId="urn:microsoft.com/office/officeart/2005/8/layout/process2"/>
    <dgm:cxn modelId="{DDC06932-A2FA-4E9D-ADD0-8F1ED9ADC1DB}" srcId="{84820BB9-2636-4E86-B333-F57E23DD43CD}" destId="{045FAF35-522F-4509-9963-41AC1981D599}" srcOrd="0" destOrd="0" parTransId="{86CF6A07-3CE3-4B0E-ADAC-F7C3AB3F191B}" sibTransId="{6F2FB6B4-B9A8-4DFF-BFF6-F208F58AC16D}"/>
    <dgm:cxn modelId="{E4549438-60B4-452E-899C-0DEBA1D03E31}" srcId="{84820BB9-2636-4E86-B333-F57E23DD43CD}" destId="{0D41CDB1-BDDC-44A8-B7B7-B5B7BA395C14}" srcOrd="1" destOrd="0" parTransId="{1435CD47-A1AE-4391-BB16-676AF4C3D3F7}" sibTransId="{FDF202BF-4EB9-4B92-98DA-9430044B41EF}"/>
    <dgm:cxn modelId="{3BDA5339-AD97-43ED-9FE4-D1006467349C}" type="presOf" srcId="{FDF202BF-4EB9-4B92-98DA-9430044B41EF}" destId="{9F03DCA8-AA08-4CE1-AB20-B4FD8C5C3F45}" srcOrd="0" destOrd="0" presId="urn:microsoft.com/office/officeart/2005/8/layout/process2"/>
    <dgm:cxn modelId="{F9A91A6A-CE02-4EDF-BD09-F92C64F491A8}" type="presOf" srcId="{6F2FB6B4-B9A8-4DFF-BFF6-F208F58AC16D}" destId="{1B3BE30D-5DD0-4C79-852D-C3DFA19641D1}" srcOrd="1" destOrd="0" presId="urn:microsoft.com/office/officeart/2005/8/layout/process2"/>
    <dgm:cxn modelId="{5344737C-1039-45BE-8C73-4F3024131395}" type="presOf" srcId="{790C6FF5-2B18-4159-9D36-24E62C0FD0C1}" destId="{1AFCF148-1840-4A0B-9435-059FA75D4FEE}" srcOrd="0" destOrd="0" presId="urn:microsoft.com/office/officeart/2005/8/layout/process2"/>
    <dgm:cxn modelId="{758B57C4-1945-42F8-AEAC-94635DA7DEC2}" type="presOf" srcId="{84820BB9-2636-4E86-B333-F57E23DD43CD}" destId="{03DA0502-DC3A-4604-A92A-BEF23462E6D1}" srcOrd="0" destOrd="0" presId="urn:microsoft.com/office/officeart/2005/8/layout/process2"/>
    <dgm:cxn modelId="{8084BDC9-36E4-4791-8774-79CC1EA507FA}" srcId="{84820BB9-2636-4E86-B333-F57E23DD43CD}" destId="{790C6FF5-2B18-4159-9D36-24E62C0FD0C1}" srcOrd="2" destOrd="0" parTransId="{0634CCAF-97F6-4AC6-AF88-FBB7106C27CB}" sibTransId="{CE0954E3-2D17-4F27-BD99-5E8DC7846919}"/>
    <dgm:cxn modelId="{409942D0-30D9-440F-B29C-C1F41D6D5F17}" type="presOf" srcId="{045FAF35-522F-4509-9963-41AC1981D599}" destId="{6C49710A-18FA-4265-95C8-EC557527BA94}" srcOrd="0" destOrd="0" presId="urn:microsoft.com/office/officeart/2005/8/layout/process2"/>
    <dgm:cxn modelId="{99DC0EF1-7C0B-4C51-B697-5F54CCE74642}" type="presOf" srcId="{6F2FB6B4-B9A8-4DFF-BFF6-F208F58AC16D}" destId="{EDFEE0D1-324B-4837-84C8-8392A2E54FB5}" srcOrd="0" destOrd="0" presId="urn:microsoft.com/office/officeart/2005/8/layout/process2"/>
    <dgm:cxn modelId="{3C1947F2-AEDE-43E8-9AB5-C60B74B72E20}" type="presOf" srcId="{FDF202BF-4EB9-4B92-98DA-9430044B41EF}" destId="{364C77AC-BC7B-4454-BC23-B1601815D5E0}" srcOrd="1" destOrd="0" presId="urn:microsoft.com/office/officeart/2005/8/layout/process2"/>
    <dgm:cxn modelId="{68588125-BE98-4847-B2D0-EE7C1FB7DADF}" type="presParOf" srcId="{03DA0502-DC3A-4604-A92A-BEF23462E6D1}" destId="{6C49710A-18FA-4265-95C8-EC557527BA94}" srcOrd="0" destOrd="0" presId="urn:microsoft.com/office/officeart/2005/8/layout/process2"/>
    <dgm:cxn modelId="{34018412-4CEA-4632-93E8-E8421207D839}" type="presParOf" srcId="{03DA0502-DC3A-4604-A92A-BEF23462E6D1}" destId="{EDFEE0D1-324B-4837-84C8-8392A2E54FB5}" srcOrd="1" destOrd="0" presId="urn:microsoft.com/office/officeart/2005/8/layout/process2"/>
    <dgm:cxn modelId="{43C70FBD-41A9-4F2C-9906-DAB503E14AD0}" type="presParOf" srcId="{EDFEE0D1-324B-4837-84C8-8392A2E54FB5}" destId="{1B3BE30D-5DD0-4C79-852D-C3DFA19641D1}" srcOrd="0" destOrd="0" presId="urn:microsoft.com/office/officeart/2005/8/layout/process2"/>
    <dgm:cxn modelId="{0F6A91B2-D884-4DEF-A308-698F021F5117}" type="presParOf" srcId="{03DA0502-DC3A-4604-A92A-BEF23462E6D1}" destId="{57D95E30-B7D7-4B09-A9D3-F4C57EAE2AB1}" srcOrd="2" destOrd="0" presId="urn:microsoft.com/office/officeart/2005/8/layout/process2"/>
    <dgm:cxn modelId="{4E5BA1B4-0504-445E-9F2F-931CB4726B71}" type="presParOf" srcId="{03DA0502-DC3A-4604-A92A-BEF23462E6D1}" destId="{9F03DCA8-AA08-4CE1-AB20-B4FD8C5C3F45}" srcOrd="3" destOrd="0" presId="urn:microsoft.com/office/officeart/2005/8/layout/process2"/>
    <dgm:cxn modelId="{39C57429-8F8B-46A1-89F7-E7E6E66F0F2A}" type="presParOf" srcId="{9F03DCA8-AA08-4CE1-AB20-B4FD8C5C3F45}" destId="{364C77AC-BC7B-4454-BC23-B1601815D5E0}" srcOrd="0" destOrd="0" presId="urn:microsoft.com/office/officeart/2005/8/layout/process2"/>
    <dgm:cxn modelId="{0FA9B17F-9F88-4411-8242-04EC4EC1B46E}" type="presParOf" srcId="{03DA0502-DC3A-4604-A92A-BEF23462E6D1}" destId="{1AFCF148-1840-4A0B-9435-059FA75D4FEE}" srcOrd="4" destOrd="0" presId="urn:microsoft.com/office/officeart/2005/8/layout/process2"/>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245AA010-DAB4-4B97-97D0-CFCEACC4E4E9}" type="doc">
      <dgm:prSet loTypeId="urn:microsoft.com/office/officeart/2005/8/layout/orgChart1" loCatId="hierarchy" qsTypeId="urn:microsoft.com/office/officeart/2005/8/quickstyle/simple3" qsCatId="simple" csTypeId="urn:microsoft.com/office/officeart/2005/8/colors/colorful5" csCatId="colorful" phldr="1"/>
      <dgm:spPr/>
      <dgm:t>
        <a:bodyPr/>
        <a:lstStyle/>
        <a:p>
          <a:endParaRPr lang="en-IN"/>
        </a:p>
      </dgm:t>
    </dgm:pt>
    <dgm:pt modelId="{90B33EEA-6461-46FB-9708-A831B9AFC8B5}">
      <dgm:prSet phldrT="[Text]" custT="1"/>
      <dgm:spPr/>
      <dgm:t>
        <a:bodyPr/>
        <a:lstStyle/>
        <a:p>
          <a:r>
            <a:rPr lang="en-US" sz="1800" b="0" dirty="0"/>
            <a:t>Types of data types</a:t>
          </a:r>
          <a:endParaRPr lang="en-IN" sz="1800" b="0" dirty="0"/>
        </a:p>
      </dgm:t>
    </dgm:pt>
    <dgm:pt modelId="{06865DC5-E753-46BE-8B89-C747CF81B5DE}" type="parTrans" cxnId="{9353F574-15B0-404A-9A69-8E4772FE6BA0}">
      <dgm:prSet/>
      <dgm:spPr/>
      <dgm:t>
        <a:bodyPr/>
        <a:lstStyle/>
        <a:p>
          <a:endParaRPr lang="en-IN" sz="1800" b="0"/>
        </a:p>
      </dgm:t>
    </dgm:pt>
    <dgm:pt modelId="{79C328F6-2F50-4EF6-8DB5-2ED656354ECF}" type="sibTrans" cxnId="{9353F574-15B0-404A-9A69-8E4772FE6BA0}">
      <dgm:prSet/>
      <dgm:spPr/>
      <dgm:t>
        <a:bodyPr/>
        <a:lstStyle/>
        <a:p>
          <a:endParaRPr lang="en-IN" sz="1800" b="0"/>
        </a:p>
      </dgm:t>
    </dgm:pt>
    <dgm:pt modelId="{7328CBAA-6D87-4CF0-8FBA-73A1104895C4}">
      <dgm:prSet phldrT="[Text]" custT="1"/>
      <dgm:spPr/>
      <dgm:t>
        <a:bodyPr/>
        <a:lstStyle/>
        <a:p>
          <a:r>
            <a:rPr lang="en-IN" sz="1800" b="0" i="0" dirty="0"/>
            <a:t>Primitive Data Types</a:t>
          </a:r>
          <a:endParaRPr lang="en-IN" sz="1800" b="0" dirty="0"/>
        </a:p>
      </dgm:t>
    </dgm:pt>
    <dgm:pt modelId="{1F04E456-2E6E-4D39-B5BC-D68398C03749}" type="parTrans" cxnId="{39E6A1E1-CFEF-4168-B8C3-ACE9C3A37CB7}">
      <dgm:prSet/>
      <dgm:spPr/>
      <dgm:t>
        <a:bodyPr/>
        <a:lstStyle/>
        <a:p>
          <a:endParaRPr lang="en-IN" sz="1800" b="0"/>
        </a:p>
      </dgm:t>
    </dgm:pt>
    <dgm:pt modelId="{DA30C444-6302-45A8-B692-B336FD61D913}" type="sibTrans" cxnId="{39E6A1E1-CFEF-4168-B8C3-ACE9C3A37CB7}">
      <dgm:prSet/>
      <dgm:spPr/>
      <dgm:t>
        <a:bodyPr/>
        <a:lstStyle/>
        <a:p>
          <a:endParaRPr lang="en-IN" sz="1800" b="0"/>
        </a:p>
      </dgm:t>
    </dgm:pt>
    <dgm:pt modelId="{F6C116CD-7300-44CA-847D-FD7DF9AE69B6}">
      <dgm:prSet phldrT="[Text]" custT="1"/>
      <dgm:spPr/>
      <dgm:t>
        <a:bodyPr/>
        <a:lstStyle/>
        <a:p>
          <a:r>
            <a:rPr lang="en-IN" sz="1800" b="0" i="0" dirty="0"/>
            <a:t> Reference Data Types</a:t>
          </a:r>
          <a:endParaRPr lang="en-IN" sz="1800" b="0" dirty="0"/>
        </a:p>
      </dgm:t>
    </dgm:pt>
    <dgm:pt modelId="{3E48ABCC-1F24-448D-BA13-E2BE904AC4A9}" type="parTrans" cxnId="{A4F3C85B-04A0-41EA-88BF-9B2D4155727F}">
      <dgm:prSet/>
      <dgm:spPr/>
      <dgm:t>
        <a:bodyPr/>
        <a:lstStyle/>
        <a:p>
          <a:endParaRPr lang="en-IN" sz="1800" b="0"/>
        </a:p>
      </dgm:t>
    </dgm:pt>
    <dgm:pt modelId="{06578F13-124C-4B4E-86DA-1677E70D0647}" type="sibTrans" cxnId="{A4F3C85B-04A0-41EA-88BF-9B2D4155727F}">
      <dgm:prSet/>
      <dgm:spPr/>
      <dgm:t>
        <a:bodyPr/>
        <a:lstStyle/>
        <a:p>
          <a:endParaRPr lang="en-IN" sz="1800" b="0"/>
        </a:p>
      </dgm:t>
    </dgm:pt>
    <dgm:pt modelId="{2D023C7F-6FD1-4CFB-AD6F-86282FB85C78}">
      <dgm:prSet phldrT="[Text]" custT="1"/>
      <dgm:spPr/>
      <dgm:t>
        <a:bodyPr/>
        <a:lstStyle/>
        <a:p>
          <a:r>
            <a:rPr lang="en-IN" sz="1800" b="0" i="0" dirty="0"/>
            <a:t>Byte</a:t>
          </a:r>
          <a:endParaRPr lang="en-IN" sz="1800" b="0" dirty="0"/>
        </a:p>
      </dgm:t>
    </dgm:pt>
    <dgm:pt modelId="{C55D9C51-4BB5-45D3-9FD6-2ADB08A1928C}" type="parTrans" cxnId="{9047D125-AD00-4C2A-B569-E30986390204}">
      <dgm:prSet/>
      <dgm:spPr/>
      <dgm:t>
        <a:bodyPr/>
        <a:lstStyle/>
        <a:p>
          <a:endParaRPr lang="en-IN" sz="1800" b="0"/>
        </a:p>
      </dgm:t>
    </dgm:pt>
    <dgm:pt modelId="{F7D59769-73CC-4586-AA2D-9F480847012E}" type="sibTrans" cxnId="{9047D125-AD00-4C2A-B569-E30986390204}">
      <dgm:prSet/>
      <dgm:spPr/>
      <dgm:t>
        <a:bodyPr/>
        <a:lstStyle/>
        <a:p>
          <a:endParaRPr lang="en-IN" sz="1800" b="0"/>
        </a:p>
      </dgm:t>
    </dgm:pt>
    <dgm:pt modelId="{DB85FC75-709A-4F33-95F2-0D20BC17F0F4}">
      <dgm:prSet phldrT="[Text]" custT="1"/>
      <dgm:spPr/>
      <dgm:t>
        <a:bodyPr/>
        <a:lstStyle/>
        <a:p>
          <a:r>
            <a:rPr lang="en-IN" sz="1800" b="0" i="0" dirty="0"/>
            <a:t>Int</a:t>
          </a:r>
          <a:endParaRPr lang="en-IN" sz="1800" b="0" dirty="0"/>
        </a:p>
      </dgm:t>
    </dgm:pt>
    <dgm:pt modelId="{231C2D76-7732-4245-AB05-C1414587F9A6}" type="parTrans" cxnId="{153072C4-51B4-476A-9958-CEE2AEB132C1}">
      <dgm:prSet/>
      <dgm:spPr/>
      <dgm:t>
        <a:bodyPr/>
        <a:lstStyle/>
        <a:p>
          <a:endParaRPr lang="en-IN" sz="1800" b="0"/>
        </a:p>
      </dgm:t>
    </dgm:pt>
    <dgm:pt modelId="{F2C23EFE-48CA-48E7-B1F9-50C7A86365E2}" type="sibTrans" cxnId="{153072C4-51B4-476A-9958-CEE2AEB132C1}">
      <dgm:prSet/>
      <dgm:spPr/>
      <dgm:t>
        <a:bodyPr/>
        <a:lstStyle/>
        <a:p>
          <a:endParaRPr lang="en-IN" sz="1800" b="0"/>
        </a:p>
      </dgm:t>
    </dgm:pt>
    <dgm:pt modelId="{4A45C344-E74E-4723-887C-E6F9FABA96D8}">
      <dgm:prSet phldrT="[Text]" custT="1"/>
      <dgm:spPr/>
      <dgm:t>
        <a:bodyPr/>
        <a:lstStyle/>
        <a:p>
          <a:r>
            <a:rPr lang="en-IN" sz="1800" b="0" i="0" dirty="0"/>
            <a:t>Float</a:t>
          </a:r>
          <a:endParaRPr lang="en-IN" sz="1800" b="0" dirty="0"/>
        </a:p>
      </dgm:t>
    </dgm:pt>
    <dgm:pt modelId="{56A905C5-2B2B-4263-8932-8F6A7570CBA4}" type="parTrans" cxnId="{7F296F62-FADE-46BD-B943-0E32FD83F1E7}">
      <dgm:prSet/>
      <dgm:spPr/>
      <dgm:t>
        <a:bodyPr/>
        <a:lstStyle/>
        <a:p>
          <a:endParaRPr lang="en-IN" sz="1800" b="0"/>
        </a:p>
      </dgm:t>
    </dgm:pt>
    <dgm:pt modelId="{DE8EC332-E4FC-446F-B0AD-AFB42CFF780B}" type="sibTrans" cxnId="{7F296F62-FADE-46BD-B943-0E32FD83F1E7}">
      <dgm:prSet/>
      <dgm:spPr/>
      <dgm:t>
        <a:bodyPr/>
        <a:lstStyle/>
        <a:p>
          <a:endParaRPr lang="en-IN" sz="1800" b="0"/>
        </a:p>
      </dgm:t>
    </dgm:pt>
    <dgm:pt modelId="{DC235B72-0252-4468-8465-834EB843E02A}">
      <dgm:prSet phldrT="[Text]" custT="1"/>
      <dgm:spPr/>
      <dgm:t>
        <a:bodyPr/>
        <a:lstStyle/>
        <a:p>
          <a:r>
            <a:rPr lang="en-IN" sz="1800" b="0" i="0" dirty="0"/>
            <a:t>Char</a:t>
          </a:r>
          <a:endParaRPr lang="en-IN" sz="1800" b="0" dirty="0"/>
        </a:p>
      </dgm:t>
    </dgm:pt>
    <dgm:pt modelId="{5DA81186-4101-4EA7-A56D-06B2C0004783}" type="parTrans" cxnId="{A503DB33-0904-4C78-934E-1EB144661CA1}">
      <dgm:prSet/>
      <dgm:spPr/>
      <dgm:t>
        <a:bodyPr/>
        <a:lstStyle/>
        <a:p>
          <a:endParaRPr lang="en-IN" sz="1800" b="0"/>
        </a:p>
      </dgm:t>
    </dgm:pt>
    <dgm:pt modelId="{2E7136C4-2FB3-4A96-950B-F8ED105B9FE1}" type="sibTrans" cxnId="{A503DB33-0904-4C78-934E-1EB144661CA1}">
      <dgm:prSet/>
      <dgm:spPr/>
      <dgm:t>
        <a:bodyPr/>
        <a:lstStyle/>
        <a:p>
          <a:endParaRPr lang="en-IN" sz="1800" b="0"/>
        </a:p>
      </dgm:t>
    </dgm:pt>
    <dgm:pt modelId="{162B032F-24C4-4E26-A36F-B3EB9249A0EE}">
      <dgm:prSet phldrT="[Text]" custT="1"/>
      <dgm:spPr/>
      <dgm:t>
        <a:bodyPr/>
        <a:lstStyle/>
        <a:p>
          <a:r>
            <a:rPr lang="en-IN" sz="1800" b="0" i="0" dirty="0"/>
            <a:t>boolean</a:t>
          </a:r>
          <a:endParaRPr lang="en-IN" sz="1800" b="0" dirty="0"/>
        </a:p>
      </dgm:t>
    </dgm:pt>
    <dgm:pt modelId="{416906EF-7B7A-48DE-9E77-55EA0BC720E5}" type="parTrans" cxnId="{FE81507A-D8BB-4887-AF25-7E751A228E45}">
      <dgm:prSet/>
      <dgm:spPr/>
      <dgm:t>
        <a:bodyPr/>
        <a:lstStyle/>
        <a:p>
          <a:endParaRPr lang="en-IN" sz="1800" b="0"/>
        </a:p>
      </dgm:t>
    </dgm:pt>
    <dgm:pt modelId="{89A9E023-BF36-4137-B1AF-27D07679D637}" type="sibTrans" cxnId="{FE81507A-D8BB-4887-AF25-7E751A228E45}">
      <dgm:prSet/>
      <dgm:spPr/>
      <dgm:t>
        <a:bodyPr/>
        <a:lstStyle/>
        <a:p>
          <a:endParaRPr lang="en-IN" sz="1800" b="0"/>
        </a:p>
      </dgm:t>
    </dgm:pt>
    <dgm:pt modelId="{C1333A8C-1639-4584-91B7-6CF53A774B77}">
      <dgm:prSet phldrT="[Text]" custT="1"/>
      <dgm:spPr/>
      <dgm:t>
        <a:bodyPr/>
        <a:lstStyle/>
        <a:p>
          <a:r>
            <a:rPr lang="en-IN" sz="1800" b="0" i="0" dirty="0"/>
            <a:t>Class</a:t>
          </a:r>
          <a:endParaRPr lang="en-IN" sz="1800" b="0" dirty="0"/>
        </a:p>
      </dgm:t>
    </dgm:pt>
    <dgm:pt modelId="{8F95FAA4-AD31-40D3-BB63-DFF6B8AC0204}" type="parTrans" cxnId="{D2C7C444-FE6F-49B3-86D4-3C0FD8E4AC54}">
      <dgm:prSet/>
      <dgm:spPr/>
      <dgm:t>
        <a:bodyPr/>
        <a:lstStyle/>
        <a:p>
          <a:endParaRPr lang="en-IN" sz="1800" b="0"/>
        </a:p>
      </dgm:t>
    </dgm:pt>
    <dgm:pt modelId="{B98E42C9-05A4-47E2-973F-76C0DA084F49}" type="sibTrans" cxnId="{D2C7C444-FE6F-49B3-86D4-3C0FD8E4AC54}">
      <dgm:prSet/>
      <dgm:spPr/>
      <dgm:t>
        <a:bodyPr/>
        <a:lstStyle/>
        <a:p>
          <a:endParaRPr lang="en-IN" sz="1800" b="0"/>
        </a:p>
      </dgm:t>
    </dgm:pt>
    <dgm:pt modelId="{2EC6D66C-4E14-4DFD-B672-3B33D93A188D}">
      <dgm:prSet phldrT="[Text]" custT="1"/>
      <dgm:spPr/>
      <dgm:t>
        <a:bodyPr/>
        <a:lstStyle/>
        <a:p>
          <a:r>
            <a:rPr lang="en-IN" sz="1800" b="0" i="0"/>
            <a:t>Array</a:t>
          </a:r>
          <a:endParaRPr lang="en-IN" sz="1800" b="0" dirty="0"/>
        </a:p>
      </dgm:t>
    </dgm:pt>
    <dgm:pt modelId="{8F0E8F04-97BA-4F37-8BB4-9E846A35D448}" type="parTrans" cxnId="{E46EF047-1DE3-4462-AE4E-390015C68F83}">
      <dgm:prSet/>
      <dgm:spPr/>
      <dgm:t>
        <a:bodyPr/>
        <a:lstStyle/>
        <a:p>
          <a:endParaRPr lang="en-IN" sz="1800" b="0"/>
        </a:p>
      </dgm:t>
    </dgm:pt>
    <dgm:pt modelId="{DC31527E-FD30-4FB1-9CCD-21C065541781}" type="sibTrans" cxnId="{E46EF047-1DE3-4462-AE4E-390015C68F83}">
      <dgm:prSet/>
      <dgm:spPr/>
      <dgm:t>
        <a:bodyPr/>
        <a:lstStyle/>
        <a:p>
          <a:endParaRPr lang="en-IN" sz="1800" b="0"/>
        </a:p>
      </dgm:t>
    </dgm:pt>
    <dgm:pt modelId="{6AB40ACD-1964-4B8D-A62C-7B32EE5EA95F}">
      <dgm:prSet phldrT="[Text]" custT="1"/>
      <dgm:spPr/>
      <dgm:t>
        <a:bodyPr/>
        <a:lstStyle/>
        <a:p>
          <a:r>
            <a:rPr lang="en-IN" sz="1800" b="0" i="0" dirty="0"/>
            <a:t>Interface</a:t>
          </a:r>
          <a:endParaRPr lang="en-IN" sz="1800" b="0" dirty="0"/>
        </a:p>
      </dgm:t>
    </dgm:pt>
    <dgm:pt modelId="{B69398CD-39DB-45B3-9D89-0C0C0E61E8EE}" type="parTrans" cxnId="{45D9C907-1E92-4841-9F0C-A072BF52F4C8}">
      <dgm:prSet/>
      <dgm:spPr/>
      <dgm:t>
        <a:bodyPr/>
        <a:lstStyle/>
        <a:p>
          <a:endParaRPr lang="en-IN" sz="1800" b="0"/>
        </a:p>
      </dgm:t>
    </dgm:pt>
    <dgm:pt modelId="{C3FA644E-51F8-48E6-8208-EF01E72FCEBA}" type="sibTrans" cxnId="{45D9C907-1E92-4841-9F0C-A072BF52F4C8}">
      <dgm:prSet/>
      <dgm:spPr/>
      <dgm:t>
        <a:bodyPr/>
        <a:lstStyle/>
        <a:p>
          <a:endParaRPr lang="en-IN" sz="1800" b="0"/>
        </a:p>
      </dgm:t>
    </dgm:pt>
    <dgm:pt modelId="{5D25BDAC-D80A-42D3-BB8C-C2F613E49590}">
      <dgm:prSet phldrT="[Text]" custT="1"/>
      <dgm:spPr/>
      <dgm:t>
        <a:bodyPr/>
        <a:lstStyle/>
        <a:p>
          <a:r>
            <a:rPr lang="en-IN" sz="1800" b="0" i="0" dirty="0"/>
            <a:t>Enum</a:t>
          </a:r>
          <a:endParaRPr lang="en-IN" sz="1800" b="0" dirty="0"/>
        </a:p>
      </dgm:t>
    </dgm:pt>
    <dgm:pt modelId="{B2B98973-D518-4BD0-9E95-DC6DBB2952E0}" type="parTrans" cxnId="{48979089-EE6A-4763-AC32-EC5B614048DE}">
      <dgm:prSet/>
      <dgm:spPr/>
      <dgm:t>
        <a:bodyPr/>
        <a:lstStyle/>
        <a:p>
          <a:endParaRPr lang="en-IN" sz="1800" b="0"/>
        </a:p>
      </dgm:t>
    </dgm:pt>
    <dgm:pt modelId="{B8AC7636-0B75-4205-BCB3-E44F4436DA2E}" type="sibTrans" cxnId="{48979089-EE6A-4763-AC32-EC5B614048DE}">
      <dgm:prSet/>
      <dgm:spPr/>
      <dgm:t>
        <a:bodyPr/>
        <a:lstStyle/>
        <a:p>
          <a:endParaRPr lang="en-IN" sz="1800" b="0"/>
        </a:p>
      </dgm:t>
    </dgm:pt>
    <dgm:pt modelId="{8F88FD78-38B7-473C-B3B4-66BB9221A494}">
      <dgm:prSet phldrT="[Text]" custT="1"/>
      <dgm:spPr/>
      <dgm:t>
        <a:bodyPr/>
        <a:lstStyle/>
        <a:p>
          <a:r>
            <a:rPr lang="en-IN" sz="1800" b="0" i="0" dirty="0"/>
            <a:t>String</a:t>
          </a:r>
          <a:endParaRPr lang="en-IN" sz="1800" b="0" dirty="0"/>
        </a:p>
      </dgm:t>
    </dgm:pt>
    <dgm:pt modelId="{338B09BD-01DC-48DE-B68B-23F9C8BDCCC1}" type="parTrans" cxnId="{D37DDFF9-D72E-451F-ACAF-A5FE0A66112B}">
      <dgm:prSet/>
      <dgm:spPr/>
      <dgm:t>
        <a:bodyPr/>
        <a:lstStyle/>
        <a:p>
          <a:endParaRPr lang="en-IN" sz="1800" b="0"/>
        </a:p>
      </dgm:t>
    </dgm:pt>
    <dgm:pt modelId="{4263371D-6830-4CE4-A2D6-6FF896FDFBB3}" type="sibTrans" cxnId="{D37DDFF9-D72E-451F-ACAF-A5FE0A66112B}">
      <dgm:prSet/>
      <dgm:spPr/>
      <dgm:t>
        <a:bodyPr/>
        <a:lstStyle/>
        <a:p>
          <a:endParaRPr lang="en-IN" sz="1800" b="0"/>
        </a:p>
      </dgm:t>
    </dgm:pt>
    <dgm:pt modelId="{5EFE6607-A023-415B-923A-B970CDB27A5C}" type="pres">
      <dgm:prSet presAssocID="{245AA010-DAB4-4B97-97D0-CFCEACC4E4E9}" presName="hierChild1" presStyleCnt="0">
        <dgm:presLayoutVars>
          <dgm:orgChart val="1"/>
          <dgm:chPref val="1"/>
          <dgm:dir/>
          <dgm:animOne val="branch"/>
          <dgm:animLvl val="lvl"/>
          <dgm:resizeHandles/>
        </dgm:presLayoutVars>
      </dgm:prSet>
      <dgm:spPr/>
    </dgm:pt>
    <dgm:pt modelId="{7FB78744-5562-411D-82E1-06170D068C7B}" type="pres">
      <dgm:prSet presAssocID="{90B33EEA-6461-46FB-9708-A831B9AFC8B5}" presName="hierRoot1" presStyleCnt="0">
        <dgm:presLayoutVars>
          <dgm:hierBranch val="init"/>
        </dgm:presLayoutVars>
      </dgm:prSet>
      <dgm:spPr/>
    </dgm:pt>
    <dgm:pt modelId="{B77C3C90-BBB1-42F8-84D6-82A5E78E885D}" type="pres">
      <dgm:prSet presAssocID="{90B33EEA-6461-46FB-9708-A831B9AFC8B5}" presName="rootComposite1" presStyleCnt="0"/>
      <dgm:spPr/>
    </dgm:pt>
    <dgm:pt modelId="{88681715-18AF-480C-9141-A534EFC06CBD}" type="pres">
      <dgm:prSet presAssocID="{90B33EEA-6461-46FB-9708-A831B9AFC8B5}" presName="rootText1" presStyleLbl="node0" presStyleIdx="0" presStyleCnt="1" custScaleX="196054">
        <dgm:presLayoutVars>
          <dgm:chPref val="3"/>
        </dgm:presLayoutVars>
      </dgm:prSet>
      <dgm:spPr>
        <a:prstGeom prst="roundRect">
          <a:avLst/>
        </a:prstGeom>
      </dgm:spPr>
    </dgm:pt>
    <dgm:pt modelId="{87E0375C-A907-4D7D-B6E5-06CA1074D335}" type="pres">
      <dgm:prSet presAssocID="{90B33EEA-6461-46FB-9708-A831B9AFC8B5}" presName="rootConnector1" presStyleLbl="node1" presStyleIdx="0" presStyleCnt="0"/>
      <dgm:spPr/>
    </dgm:pt>
    <dgm:pt modelId="{E98C681A-1E0C-4077-BE93-1E835F16CB01}" type="pres">
      <dgm:prSet presAssocID="{90B33EEA-6461-46FB-9708-A831B9AFC8B5}" presName="hierChild2" presStyleCnt="0"/>
      <dgm:spPr/>
    </dgm:pt>
    <dgm:pt modelId="{A986D2D4-DACC-4895-BBBF-A69C0C402FA6}" type="pres">
      <dgm:prSet presAssocID="{1F04E456-2E6E-4D39-B5BC-D68398C03749}" presName="Name37" presStyleLbl="parChTrans1D2" presStyleIdx="0" presStyleCnt="2"/>
      <dgm:spPr/>
    </dgm:pt>
    <dgm:pt modelId="{9AC495BD-1DE1-4440-AE2C-0BB7CE8C0736}" type="pres">
      <dgm:prSet presAssocID="{7328CBAA-6D87-4CF0-8FBA-73A1104895C4}" presName="hierRoot2" presStyleCnt="0">
        <dgm:presLayoutVars>
          <dgm:hierBranch val="init"/>
        </dgm:presLayoutVars>
      </dgm:prSet>
      <dgm:spPr/>
    </dgm:pt>
    <dgm:pt modelId="{854C968B-CC4F-4643-9C1A-BBEF0D3BF2B7}" type="pres">
      <dgm:prSet presAssocID="{7328CBAA-6D87-4CF0-8FBA-73A1104895C4}" presName="rootComposite" presStyleCnt="0"/>
      <dgm:spPr/>
    </dgm:pt>
    <dgm:pt modelId="{BC2C5144-37A1-4AE5-BEF5-FA0DA6507C69}" type="pres">
      <dgm:prSet presAssocID="{7328CBAA-6D87-4CF0-8FBA-73A1104895C4}" presName="rootText" presStyleLbl="node2" presStyleIdx="0" presStyleCnt="2" custScaleX="199755" custScaleY="94195" custLinFactNeighborX="-23830">
        <dgm:presLayoutVars>
          <dgm:chPref val="3"/>
        </dgm:presLayoutVars>
      </dgm:prSet>
      <dgm:spPr>
        <a:prstGeom prst="roundRect">
          <a:avLst/>
        </a:prstGeom>
      </dgm:spPr>
    </dgm:pt>
    <dgm:pt modelId="{B3227766-7B40-4D5B-900D-8B4A0C92668D}" type="pres">
      <dgm:prSet presAssocID="{7328CBAA-6D87-4CF0-8FBA-73A1104895C4}" presName="rootConnector" presStyleLbl="node2" presStyleIdx="0" presStyleCnt="2"/>
      <dgm:spPr/>
    </dgm:pt>
    <dgm:pt modelId="{73EA500A-E5A5-4A2E-921F-DEF3B12C08E1}" type="pres">
      <dgm:prSet presAssocID="{7328CBAA-6D87-4CF0-8FBA-73A1104895C4}" presName="hierChild4" presStyleCnt="0"/>
      <dgm:spPr/>
    </dgm:pt>
    <dgm:pt modelId="{0511D698-AD3E-4615-A79B-56B3FAF0AFBE}" type="pres">
      <dgm:prSet presAssocID="{C55D9C51-4BB5-45D3-9FD6-2ADB08A1928C}" presName="Name37" presStyleLbl="parChTrans1D3" presStyleIdx="0" presStyleCnt="10"/>
      <dgm:spPr/>
    </dgm:pt>
    <dgm:pt modelId="{D5EE20CF-44FF-4796-8608-275289708A73}" type="pres">
      <dgm:prSet presAssocID="{2D023C7F-6FD1-4CFB-AD6F-86282FB85C78}" presName="hierRoot2" presStyleCnt="0">
        <dgm:presLayoutVars>
          <dgm:hierBranch val="init"/>
        </dgm:presLayoutVars>
      </dgm:prSet>
      <dgm:spPr/>
    </dgm:pt>
    <dgm:pt modelId="{4142CB96-BB20-457E-9C10-2B2CCA4A4EB7}" type="pres">
      <dgm:prSet presAssocID="{2D023C7F-6FD1-4CFB-AD6F-86282FB85C78}" presName="rootComposite" presStyleCnt="0"/>
      <dgm:spPr/>
    </dgm:pt>
    <dgm:pt modelId="{4871DD75-0B0E-4058-A863-685F07A8C6F1}" type="pres">
      <dgm:prSet presAssocID="{2D023C7F-6FD1-4CFB-AD6F-86282FB85C78}" presName="rootText" presStyleLbl="node3" presStyleIdx="0" presStyleCnt="10" custScaleX="137828" custScaleY="70781" custLinFactNeighborX="-16337">
        <dgm:presLayoutVars>
          <dgm:chPref val="3"/>
        </dgm:presLayoutVars>
      </dgm:prSet>
      <dgm:spPr>
        <a:prstGeom prst="roundRect">
          <a:avLst/>
        </a:prstGeom>
      </dgm:spPr>
    </dgm:pt>
    <dgm:pt modelId="{5FF20C20-340C-45DC-AE52-8B4DBE84B81C}" type="pres">
      <dgm:prSet presAssocID="{2D023C7F-6FD1-4CFB-AD6F-86282FB85C78}" presName="rootConnector" presStyleLbl="node3" presStyleIdx="0" presStyleCnt="10"/>
      <dgm:spPr/>
    </dgm:pt>
    <dgm:pt modelId="{DF29D2D5-429D-4457-BEFC-9A49E3C002FC}" type="pres">
      <dgm:prSet presAssocID="{2D023C7F-6FD1-4CFB-AD6F-86282FB85C78}" presName="hierChild4" presStyleCnt="0"/>
      <dgm:spPr/>
    </dgm:pt>
    <dgm:pt modelId="{BF9F9E10-6705-480F-97F8-028265F416E8}" type="pres">
      <dgm:prSet presAssocID="{2D023C7F-6FD1-4CFB-AD6F-86282FB85C78}" presName="hierChild5" presStyleCnt="0"/>
      <dgm:spPr/>
    </dgm:pt>
    <dgm:pt modelId="{4F007436-445E-4737-95A3-B2CE0FAE3D71}" type="pres">
      <dgm:prSet presAssocID="{231C2D76-7732-4245-AB05-C1414587F9A6}" presName="Name37" presStyleLbl="parChTrans1D3" presStyleIdx="1" presStyleCnt="10"/>
      <dgm:spPr/>
    </dgm:pt>
    <dgm:pt modelId="{C06E38E9-0C9C-452D-AEB6-F4BB4F38BE12}" type="pres">
      <dgm:prSet presAssocID="{DB85FC75-709A-4F33-95F2-0D20BC17F0F4}" presName="hierRoot2" presStyleCnt="0">
        <dgm:presLayoutVars>
          <dgm:hierBranch val="init"/>
        </dgm:presLayoutVars>
      </dgm:prSet>
      <dgm:spPr/>
    </dgm:pt>
    <dgm:pt modelId="{BA5B446F-5D9E-46F1-A69D-94652ECC7633}" type="pres">
      <dgm:prSet presAssocID="{DB85FC75-709A-4F33-95F2-0D20BC17F0F4}" presName="rootComposite" presStyleCnt="0"/>
      <dgm:spPr/>
    </dgm:pt>
    <dgm:pt modelId="{62425F0D-09FF-46CB-A362-4370D2E18189}" type="pres">
      <dgm:prSet presAssocID="{DB85FC75-709A-4F33-95F2-0D20BC17F0F4}" presName="rootText" presStyleLbl="node3" presStyleIdx="1" presStyleCnt="10" custScaleX="137828" custScaleY="70781" custLinFactNeighborX="-16337">
        <dgm:presLayoutVars>
          <dgm:chPref val="3"/>
        </dgm:presLayoutVars>
      </dgm:prSet>
      <dgm:spPr>
        <a:prstGeom prst="roundRect">
          <a:avLst/>
        </a:prstGeom>
      </dgm:spPr>
    </dgm:pt>
    <dgm:pt modelId="{818BED9D-61C0-42DE-91CD-049805C984A3}" type="pres">
      <dgm:prSet presAssocID="{DB85FC75-709A-4F33-95F2-0D20BC17F0F4}" presName="rootConnector" presStyleLbl="node3" presStyleIdx="1" presStyleCnt="10"/>
      <dgm:spPr/>
    </dgm:pt>
    <dgm:pt modelId="{CE7AD145-4B60-41B3-B0B0-1F957B7E87A7}" type="pres">
      <dgm:prSet presAssocID="{DB85FC75-709A-4F33-95F2-0D20BC17F0F4}" presName="hierChild4" presStyleCnt="0"/>
      <dgm:spPr/>
    </dgm:pt>
    <dgm:pt modelId="{4B669414-6C02-433A-BF5B-7B769DF0558F}" type="pres">
      <dgm:prSet presAssocID="{DB85FC75-709A-4F33-95F2-0D20BC17F0F4}" presName="hierChild5" presStyleCnt="0"/>
      <dgm:spPr/>
    </dgm:pt>
    <dgm:pt modelId="{A4BAD536-AB71-4E24-95D0-7C34402CFB92}" type="pres">
      <dgm:prSet presAssocID="{56A905C5-2B2B-4263-8932-8F6A7570CBA4}" presName="Name37" presStyleLbl="parChTrans1D3" presStyleIdx="2" presStyleCnt="10"/>
      <dgm:spPr/>
    </dgm:pt>
    <dgm:pt modelId="{809A587B-51F3-481D-8B37-C16F76EC4EAA}" type="pres">
      <dgm:prSet presAssocID="{4A45C344-E74E-4723-887C-E6F9FABA96D8}" presName="hierRoot2" presStyleCnt="0">
        <dgm:presLayoutVars>
          <dgm:hierBranch val="init"/>
        </dgm:presLayoutVars>
      </dgm:prSet>
      <dgm:spPr/>
    </dgm:pt>
    <dgm:pt modelId="{84F45506-B13D-4E88-BDD0-9180A11606B1}" type="pres">
      <dgm:prSet presAssocID="{4A45C344-E74E-4723-887C-E6F9FABA96D8}" presName="rootComposite" presStyleCnt="0"/>
      <dgm:spPr/>
    </dgm:pt>
    <dgm:pt modelId="{AE97FEC4-8CE3-4DFB-8F58-5B76DD8C32F3}" type="pres">
      <dgm:prSet presAssocID="{4A45C344-E74E-4723-887C-E6F9FABA96D8}" presName="rootText" presStyleLbl="node3" presStyleIdx="2" presStyleCnt="10" custScaleX="137828" custScaleY="70781" custLinFactNeighborX="-16337">
        <dgm:presLayoutVars>
          <dgm:chPref val="3"/>
        </dgm:presLayoutVars>
      </dgm:prSet>
      <dgm:spPr>
        <a:prstGeom prst="roundRect">
          <a:avLst/>
        </a:prstGeom>
      </dgm:spPr>
    </dgm:pt>
    <dgm:pt modelId="{3B40AAA4-B217-4041-83BB-E9506D8B9E6C}" type="pres">
      <dgm:prSet presAssocID="{4A45C344-E74E-4723-887C-E6F9FABA96D8}" presName="rootConnector" presStyleLbl="node3" presStyleIdx="2" presStyleCnt="10"/>
      <dgm:spPr/>
    </dgm:pt>
    <dgm:pt modelId="{DCAC9A47-74E4-4BA2-BD5B-76A80701F091}" type="pres">
      <dgm:prSet presAssocID="{4A45C344-E74E-4723-887C-E6F9FABA96D8}" presName="hierChild4" presStyleCnt="0"/>
      <dgm:spPr/>
    </dgm:pt>
    <dgm:pt modelId="{8C97765C-91EC-4788-9D52-6F99FA9E0227}" type="pres">
      <dgm:prSet presAssocID="{4A45C344-E74E-4723-887C-E6F9FABA96D8}" presName="hierChild5" presStyleCnt="0"/>
      <dgm:spPr/>
    </dgm:pt>
    <dgm:pt modelId="{0BA607C2-309B-4318-87A6-6A725C70AEF6}" type="pres">
      <dgm:prSet presAssocID="{5DA81186-4101-4EA7-A56D-06B2C0004783}" presName="Name37" presStyleLbl="parChTrans1D3" presStyleIdx="3" presStyleCnt="10"/>
      <dgm:spPr/>
    </dgm:pt>
    <dgm:pt modelId="{31E4B555-527D-4FB7-B057-0C388CAD4C26}" type="pres">
      <dgm:prSet presAssocID="{DC235B72-0252-4468-8465-834EB843E02A}" presName="hierRoot2" presStyleCnt="0">
        <dgm:presLayoutVars>
          <dgm:hierBranch val="init"/>
        </dgm:presLayoutVars>
      </dgm:prSet>
      <dgm:spPr/>
    </dgm:pt>
    <dgm:pt modelId="{77F27488-D440-4947-A65D-E4B004F1929B}" type="pres">
      <dgm:prSet presAssocID="{DC235B72-0252-4468-8465-834EB843E02A}" presName="rootComposite" presStyleCnt="0"/>
      <dgm:spPr/>
    </dgm:pt>
    <dgm:pt modelId="{9B7DBACA-4944-4D44-919E-C4E6B014DD8F}" type="pres">
      <dgm:prSet presAssocID="{DC235B72-0252-4468-8465-834EB843E02A}" presName="rootText" presStyleLbl="node3" presStyleIdx="3" presStyleCnt="10" custScaleX="137828" custScaleY="70781" custLinFactNeighborX="-16337">
        <dgm:presLayoutVars>
          <dgm:chPref val="3"/>
        </dgm:presLayoutVars>
      </dgm:prSet>
      <dgm:spPr>
        <a:prstGeom prst="roundRect">
          <a:avLst/>
        </a:prstGeom>
      </dgm:spPr>
    </dgm:pt>
    <dgm:pt modelId="{B91B420A-E22D-416D-BCF1-A42DDB1CC9D8}" type="pres">
      <dgm:prSet presAssocID="{DC235B72-0252-4468-8465-834EB843E02A}" presName="rootConnector" presStyleLbl="node3" presStyleIdx="3" presStyleCnt="10"/>
      <dgm:spPr/>
    </dgm:pt>
    <dgm:pt modelId="{420F0CF0-CA5E-4046-A600-BB46F51A356C}" type="pres">
      <dgm:prSet presAssocID="{DC235B72-0252-4468-8465-834EB843E02A}" presName="hierChild4" presStyleCnt="0"/>
      <dgm:spPr/>
    </dgm:pt>
    <dgm:pt modelId="{FBFC5793-10D0-48E3-99FB-7CB3870A5834}" type="pres">
      <dgm:prSet presAssocID="{DC235B72-0252-4468-8465-834EB843E02A}" presName="hierChild5" presStyleCnt="0"/>
      <dgm:spPr/>
    </dgm:pt>
    <dgm:pt modelId="{96A6649A-FF46-4F2C-8670-E7ABF77A0580}" type="pres">
      <dgm:prSet presAssocID="{416906EF-7B7A-48DE-9E77-55EA0BC720E5}" presName="Name37" presStyleLbl="parChTrans1D3" presStyleIdx="4" presStyleCnt="10"/>
      <dgm:spPr/>
    </dgm:pt>
    <dgm:pt modelId="{57A04599-3685-4905-971C-2AA58B907537}" type="pres">
      <dgm:prSet presAssocID="{162B032F-24C4-4E26-A36F-B3EB9249A0EE}" presName="hierRoot2" presStyleCnt="0">
        <dgm:presLayoutVars>
          <dgm:hierBranch val="init"/>
        </dgm:presLayoutVars>
      </dgm:prSet>
      <dgm:spPr/>
    </dgm:pt>
    <dgm:pt modelId="{EE2F2B82-849A-426C-B046-EFCE9FB4035F}" type="pres">
      <dgm:prSet presAssocID="{162B032F-24C4-4E26-A36F-B3EB9249A0EE}" presName="rootComposite" presStyleCnt="0"/>
      <dgm:spPr/>
    </dgm:pt>
    <dgm:pt modelId="{F2020A3C-4981-4F22-A7D5-AC9609B8870D}" type="pres">
      <dgm:prSet presAssocID="{162B032F-24C4-4E26-A36F-B3EB9249A0EE}" presName="rootText" presStyleLbl="node3" presStyleIdx="4" presStyleCnt="10" custScaleX="137828" custScaleY="70781" custLinFactNeighborX="-16337">
        <dgm:presLayoutVars>
          <dgm:chPref val="3"/>
        </dgm:presLayoutVars>
      </dgm:prSet>
      <dgm:spPr>
        <a:prstGeom prst="roundRect">
          <a:avLst/>
        </a:prstGeom>
      </dgm:spPr>
    </dgm:pt>
    <dgm:pt modelId="{2F7502F0-F7A9-4312-893F-B6A3D7611B5C}" type="pres">
      <dgm:prSet presAssocID="{162B032F-24C4-4E26-A36F-B3EB9249A0EE}" presName="rootConnector" presStyleLbl="node3" presStyleIdx="4" presStyleCnt="10"/>
      <dgm:spPr/>
    </dgm:pt>
    <dgm:pt modelId="{2871F9C2-55B2-4E31-9E47-44A0EAB2BD83}" type="pres">
      <dgm:prSet presAssocID="{162B032F-24C4-4E26-A36F-B3EB9249A0EE}" presName="hierChild4" presStyleCnt="0"/>
      <dgm:spPr/>
    </dgm:pt>
    <dgm:pt modelId="{6978F330-54B4-4E71-80EC-DF34A1B606CB}" type="pres">
      <dgm:prSet presAssocID="{162B032F-24C4-4E26-A36F-B3EB9249A0EE}" presName="hierChild5" presStyleCnt="0"/>
      <dgm:spPr/>
    </dgm:pt>
    <dgm:pt modelId="{F4DC4156-712C-4EA8-80F0-9BC4A3A03DF7}" type="pres">
      <dgm:prSet presAssocID="{7328CBAA-6D87-4CF0-8FBA-73A1104895C4}" presName="hierChild5" presStyleCnt="0"/>
      <dgm:spPr/>
    </dgm:pt>
    <dgm:pt modelId="{910DC3B1-0696-4FD5-BF82-53158EB41D58}" type="pres">
      <dgm:prSet presAssocID="{3E48ABCC-1F24-448D-BA13-E2BE904AC4A9}" presName="Name37" presStyleLbl="parChTrans1D2" presStyleIdx="1" presStyleCnt="2"/>
      <dgm:spPr/>
    </dgm:pt>
    <dgm:pt modelId="{4A2741A9-F0E2-4EEE-99A3-B27966FA9E2C}" type="pres">
      <dgm:prSet presAssocID="{F6C116CD-7300-44CA-847D-FD7DF9AE69B6}" presName="hierRoot2" presStyleCnt="0">
        <dgm:presLayoutVars>
          <dgm:hierBranch val="init"/>
        </dgm:presLayoutVars>
      </dgm:prSet>
      <dgm:spPr/>
    </dgm:pt>
    <dgm:pt modelId="{D824D7F4-09B7-47FD-887C-39152457FB33}" type="pres">
      <dgm:prSet presAssocID="{F6C116CD-7300-44CA-847D-FD7DF9AE69B6}" presName="rootComposite" presStyleCnt="0"/>
      <dgm:spPr/>
    </dgm:pt>
    <dgm:pt modelId="{6DE65C44-60F1-44B6-974A-D2557AF0F435}" type="pres">
      <dgm:prSet presAssocID="{F6C116CD-7300-44CA-847D-FD7DF9AE69B6}" presName="rootText" presStyleLbl="node2" presStyleIdx="1" presStyleCnt="2" custScaleX="221176" custScaleY="94195" custLinFactNeighborX="39067">
        <dgm:presLayoutVars>
          <dgm:chPref val="3"/>
        </dgm:presLayoutVars>
      </dgm:prSet>
      <dgm:spPr>
        <a:prstGeom prst="roundRect">
          <a:avLst/>
        </a:prstGeom>
      </dgm:spPr>
    </dgm:pt>
    <dgm:pt modelId="{66B7D7BE-378B-4022-ADFA-E5E3F51D12B3}" type="pres">
      <dgm:prSet presAssocID="{F6C116CD-7300-44CA-847D-FD7DF9AE69B6}" presName="rootConnector" presStyleLbl="node2" presStyleIdx="1" presStyleCnt="2"/>
      <dgm:spPr/>
    </dgm:pt>
    <dgm:pt modelId="{11D02E82-1C90-4F83-96A6-A7395FE023C0}" type="pres">
      <dgm:prSet presAssocID="{F6C116CD-7300-44CA-847D-FD7DF9AE69B6}" presName="hierChild4" presStyleCnt="0"/>
      <dgm:spPr/>
    </dgm:pt>
    <dgm:pt modelId="{859AB130-1A4F-445C-AE43-BDF70CD11DF3}" type="pres">
      <dgm:prSet presAssocID="{8F95FAA4-AD31-40D3-BB63-DFF6B8AC0204}" presName="Name37" presStyleLbl="parChTrans1D3" presStyleIdx="5" presStyleCnt="10"/>
      <dgm:spPr/>
    </dgm:pt>
    <dgm:pt modelId="{BDD79DD9-DCD9-480F-BCC1-F8E9C65FEB36}" type="pres">
      <dgm:prSet presAssocID="{C1333A8C-1639-4584-91B7-6CF53A774B77}" presName="hierRoot2" presStyleCnt="0">
        <dgm:presLayoutVars>
          <dgm:hierBranch val="init"/>
        </dgm:presLayoutVars>
      </dgm:prSet>
      <dgm:spPr/>
    </dgm:pt>
    <dgm:pt modelId="{C2FBF324-B617-4D15-9DB6-AEFE322AE22B}" type="pres">
      <dgm:prSet presAssocID="{C1333A8C-1639-4584-91B7-6CF53A774B77}" presName="rootComposite" presStyleCnt="0"/>
      <dgm:spPr/>
    </dgm:pt>
    <dgm:pt modelId="{99019AC9-8FBE-4626-9E0A-48536F4C0A67}" type="pres">
      <dgm:prSet presAssocID="{C1333A8C-1639-4584-91B7-6CF53A774B77}" presName="rootText" presStyleLbl="node3" presStyleIdx="5" presStyleCnt="10" custScaleX="148273" custScaleY="70781" custLinFactNeighborX="49903">
        <dgm:presLayoutVars>
          <dgm:chPref val="3"/>
        </dgm:presLayoutVars>
      </dgm:prSet>
      <dgm:spPr>
        <a:prstGeom prst="roundRect">
          <a:avLst/>
        </a:prstGeom>
      </dgm:spPr>
    </dgm:pt>
    <dgm:pt modelId="{28804DBB-ADB7-4357-A92A-9C110E9B1B61}" type="pres">
      <dgm:prSet presAssocID="{C1333A8C-1639-4584-91B7-6CF53A774B77}" presName="rootConnector" presStyleLbl="node3" presStyleIdx="5" presStyleCnt="10"/>
      <dgm:spPr/>
    </dgm:pt>
    <dgm:pt modelId="{373539EF-AD79-42BA-BEA9-7FEF731326A8}" type="pres">
      <dgm:prSet presAssocID="{C1333A8C-1639-4584-91B7-6CF53A774B77}" presName="hierChild4" presStyleCnt="0"/>
      <dgm:spPr/>
    </dgm:pt>
    <dgm:pt modelId="{131DA832-4567-4E66-9BAD-249BCF1DACBD}" type="pres">
      <dgm:prSet presAssocID="{C1333A8C-1639-4584-91B7-6CF53A774B77}" presName="hierChild5" presStyleCnt="0"/>
      <dgm:spPr/>
    </dgm:pt>
    <dgm:pt modelId="{C8C0944F-F64F-4876-8013-BF812E4B6F3A}" type="pres">
      <dgm:prSet presAssocID="{8F0E8F04-97BA-4F37-8BB4-9E846A35D448}" presName="Name37" presStyleLbl="parChTrans1D3" presStyleIdx="6" presStyleCnt="10"/>
      <dgm:spPr/>
    </dgm:pt>
    <dgm:pt modelId="{40BC24AC-D252-42F3-AD32-E022B86B1AED}" type="pres">
      <dgm:prSet presAssocID="{2EC6D66C-4E14-4DFD-B672-3B33D93A188D}" presName="hierRoot2" presStyleCnt="0">
        <dgm:presLayoutVars>
          <dgm:hierBranch val="init"/>
        </dgm:presLayoutVars>
      </dgm:prSet>
      <dgm:spPr/>
    </dgm:pt>
    <dgm:pt modelId="{0268EE36-653A-4265-B0AC-93521AAFBC1F}" type="pres">
      <dgm:prSet presAssocID="{2EC6D66C-4E14-4DFD-B672-3B33D93A188D}" presName="rootComposite" presStyleCnt="0"/>
      <dgm:spPr/>
    </dgm:pt>
    <dgm:pt modelId="{8D6B0BE5-CEF0-4EE5-8977-D9D83F660BC5}" type="pres">
      <dgm:prSet presAssocID="{2EC6D66C-4E14-4DFD-B672-3B33D93A188D}" presName="rootText" presStyleLbl="node3" presStyleIdx="6" presStyleCnt="10" custScaleX="148273" custScaleY="70781" custLinFactNeighborX="49903">
        <dgm:presLayoutVars>
          <dgm:chPref val="3"/>
        </dgm:presLayoutVars>
      </dgm:prSet>
      <dgm:spPr>
        <a:prstGeom prst="roundRect">
          <a:avLst/>
        </a:prstGeom>
      </dgm:spPr>
    </dgm:pt>
    <dgm:pt modelId="{48B5C76B-9160-4DA8-BDD0-5C9FC3DE217A}" type="pres">
      <dgm:prSet presAssocID="{2EC6D66C-4E14-4DFD-B672-3B33D93A188D}" presName="rootConnector" presStyleLbl="node3" presStyleIdx="6" presStyleCnt="10"/>
      <dgm:spPr/>
    </dgm:pt>
    <dgm:pt modelId="{6DE9B6FE-EFFF-4C7A-B60D-67410699C9AB}" type="pres">
      <dgm:prSet presAssocID="{2EC6D66C-4E14-4DFD-B672-3B33D93A188D}" presName="hierChild4" presStyleCnt="0"/>
      <dgm:spPr/>
    </dgm:pt>
    <dgm:pt modelId="{DD470DFC-4D9D-4F3F-8DBB-1B41141F8B28}" type="pres">
      <dgm:prSet presAssocID="{2EC6D66C-4E14-4DFD-B672-3B33D93A188D}" presName="hierChild5" presStyleCnt="0"/>
      <dgm:spPr/>
    </dgm:pt>
    <dgm:pt modelId="{08E3C8F3-C487-4E6D-B260-0F33BEDB27DE}" type="pres">
      <dgm:prSet presAssocID="{B69398CD-39DB-45B3-9D89-0C0C0E61E8EE}" presName="Name37" presStyleLbl="parChTrans1D3" presStyleIdx="7" presStyleCnt="10"/>
      <dgm:spPr/>
    </dgm:pt>
    <dgm:pt modelId="{39C116EA-90BD-4464-8281-CBA671636D67}" type="pres">
      <dgm:prSet presAssocID="{6AB40ACD-1964-4B8D-A62C-7B32EE5EA95F}" presName="hierRoot2" presStyleCnt="0">
        <dgm:presLayoutVars>
          <dgm:hierBranch val="init"/>
        </dgm:presLayoutVars>
      </dgm:prSet>
      <dgm:spPr/>
    </dgm:pt>
    <dgm:pt modelId="{E4DAC79E-CA06-4A14-BE5E-4DC208C90670}" type="pres">
      <dgm:prSet presAssocID="{6AB40ACD-1964-4B8D-A62C-7B32EE5EA95F}" presName="rootComposite" presStyleCnt="0"/>
      <dgm:spPr/>
    </dgm:pt>
    <dgm:pt modelId="{E57E9D8B-6D26-4909-A916-2910F5F6C677}" type="pres">
      <dgm:prSet presAssocID="{6AB40ACD-1964-4B8D-A62C-7B32EE5EA95F}" presName="rootText" presStyleLbl="node3" presStyleIdx="7" presStyleCnt="10" custScaleX="148273" custScaleY="70781" custLinFactNeighborX="49903">
        <dgm:presLayoutVars>
          <dgm:chPref val="3"/>
        </dgm:presLayoutVars>
      </dgm:prSet>
      <dgm:spPr>
        <a:prstGeom prst="roundRect">
          <a:avLst/>
        </a:prstGeom>
      </dgm:spPr>
    </dgm:pt>
    <dgm:pt modelId="{E9FF910C-7666-4C42-9623-DE1CE45677CF}" type="pres">
      <dgm:prSet presAssocID="{6AB40ACD-1964-4B8D-A62C-7B32EE5EA95F}" presName="rootConnector" presStyleLbl="node3" presStyleIdx="7" presStyleCnt="10"/>
      <dgm:spPr/>
    </dgm:pt>
    <dgm:pt modelId="{FF9261C5-D55F-4E06-BBBA-A64427C56D80}" type="pres">
      <dgm:prSet presAssocID="{6AB40ACD-1964-4B8D-A62C-7B32EE5EA95F}" presName="hierChild4" presStyleCnt="0"/>
      <dgm:spPr/>
    </dgm:pt>
    <dgm:pt modelId="{0D317742-AC1F-4FAF-938D-105E4EB81B06}" type="pres">
      <dgm:prSet presAssocID="{6AB40ACD-1964-4B8D-A62C-7B32EE5EA95F}" presName="hierChild5" presStyleCnt="0"/>
      <dgm:spPr/>
    </dgm:pt>
    <dgm:pt modelId="{70EE762C-F5BB-4113-B4C3-42E5E1043ADE}" type="pres">
      <dgm:prSet presAssocID="{B2B98973-D518-4BD0-9E95-DC6DBB2952E0}" presName="Name37" presStyleLbl="parChTrans1D3" presStyleIdx="8" presStyleCnt="10"/>
      <dgm:spPr/>
    </dgm:pt>
    <dgm:pt modelId="{3D7C85A5-EBBC-4F97-B197-411C6EA0C706}" type="pres">
      <dgm:prSet presAssocID="{5D25BDAC-D80A-42D3-BB8C-C2F613E49590}" presName="hierRoot2" presStyleCnt="0">
        <dgm:presLayoutVars>
          <dgm:hierBranch val="init"/>
        </dgm:presLayoutVars>
      </dgm:prSet>
      <dgm:spPr/>
    </dgm:pt>
    <dgm:pt modelId="{777CF26C-8156-4273-96AF-F55C1C5028A9}" type="pres">
      <dgm:prSet presAssocID="{5D25BDAC-D80A-42D3-BB8C-C2F613E49590}" presName="rootComposite" presStyleCnt="0"/>
      <dgm:spPr/>
    </dgm:pt>
    <dgm:pt modelId="{4874B893-E8C0-4CA6-8939-92B11686EA39}" type="pres">
      <dgm:prSet presAssocID="{5D25BDAC-D80A-42D3-BB8C-C2F613E49590}" presName="rootText" presStyleLbl="node3" presStyleIdx="8" presStyleCnt="10" custScaleX="148273" custScaleY="70781" custLinFactNeighborX="49903">
        <dgm:presLayoutVars>
          <dgm:chPref val="3"/>
        </dgm:presLayoutVars>
      </dgm:prSet>
      <dgm:spPr>
        <a:prstGeom prst="roundRect">
          <a:avLst/>
        </a:prstGeom>
      </dgm:spPr>
    </dgm:pt>
    <dgm:pt modelId="{644147A7-8521-44E5-A3A7-94E5F5177EB9}" type="pres">
      <dgm:prSet presAssocID="{5D25BDAC-D80A-42D3-BB8C-C2F613E49590}" presName="rootConnector" presStyleLbl="node3" presStyleIdx="8" presStyleCnt="10"/>
      <dgm:spPr/>
    </dgm:pt>
    <dgm:pt modelId="{180F8916-17A2-4C37-B6DD-0BA276D4F22A}" type="pres">
      <dgm:prSet presAssocID="{5D25BDAC-D80A-42D3-BB8C-C2F613E49590}" presName="hierChild4" presStyleCnt="0"/>
      <dgm:spPr/>
    </dgm:pt>
    <dgm:pt modelId="{47F66AFA-B9CF-4F97-BCD5-F6E1C056BAA3}" type="pres">
      <dgm:prSet presAssocID="{5D25BDAC-D80A-42D3-BB8C-C2F613E49590}" presName="hierChild5" presStyleCnt="0"/>
      <dgm:spPr/>
    </dgm:pt>
    <dgm:pt modelId="{6FC0C618-3038-419A-86CA-54A1564B2549}" type="pres">
      <dgm:prSet presAssocID="{338B09BD-01DC-48DE-B68B-23F9C8BDCCC1}" presName="Name37" presStyleLbl="parChTrans1D3" presStyleIdx="9" presStyleCnt="10"/>
      <dgm:spPr/>
    </dgm:pt>
    <dgm:pt modelId="{6D12CAB5-A0FC-4444-B3D0-80D7244B37A5}" type="pres">
      <dgm:prSet presAssocID="{8F88FD78-38B7-473C-B3B4-66BB9221A494}" presName="hierRoot2" presStyleCnt="0">
        <dgm:presLayoutVars>
          <dgm:hierBranch val="init"/>
        </dgm:presLayoutVars>
      </dgm:prSet>
      <dgm:spPr/>
    </dgm:pt>
    <dgm:pt modelId="{15D270F2-7CD0-436C-90A3-5360B35B8AA8}" type="pres">
      <dgm:prSet presAssocID="{8F88FD78-38B7-473C-B3B4-66BB9221A494}" presName="rootComposite" presStyleCnt="0"/>
      <dgm:spPr/>
    </dgm:pt>
    <dgm:pt modelId="{FE9CB5DB-B417-4CFF-8527-6D6BC1C64865}" type="pres">
      <dgm:prSet presAssocID="{8F88FD78-38B7-473C-B3B4-66BB9221A494}" presName="rootText" presStyleLbl="node3" presStyleIdx="9" presStyleCnt="10" custScaleX="148273" custScaleY="70781" custLinFactNeighborX="49903">
        <dgm:presLayoutVars>
          <dgm:chPref val="3"/>
        </dgm:presLayoutVars>
      </dgm:prSet>
      <dgm:spPr>
        <a:prstGeom prst="roundRect">
          <a:avLst/>
        </a:prstGeom>
      </dgm:spPr>
    </dgm:pt>
    <dgm:pt modelId="{72BBB852-D5A3-4CB4-A9F4-564BC12C6642}" type="pres">
      <dgm:prSet presAssocID="{8F88FD78-38B7-473C-B3B4-66BB9221A494}" presName="rootConnector" presStyleLbl="node3" presStyleIdx="9" presStyleCnt="10"/>
      <dgm:spPr/>
    </dgm:pt>
    <dgm:pt modelId="{FCF9480F-E715-47CB-9CA8-5C9E5B1C0D2C}" type="pres">
      <dgm:prSet presAssocID="{8F88FD78-38B7-473C-B3B4-66BB9221A494}" presName="hierChild4" presStyleCnt="0"/>
      <dgm:spPr/>
    </dgm:pt>
    <dgm:pt modelId="{26FF1B1D-CE52-49B0-B6C1-B57891B7216C}" type="pres">
      <dgm:prSet presAssocID="{8F88FD78-38B7-473C-B3B4-66BB9221A494}" presName="hierChild5" presStyleCnt="0"/>
      <dgm:spPr/>
    </dgm:pt>
    <dgm:pt modelId="{63535B49-1105-45B6-A084-5835E6B26766}" type="pres">
      <dgm:prSet presAssocID="{F6C116CD-7300-44CA-847D-FD7DF9AE69B6}" presName="hierChild5" presStyleCnt="0"/>
      <dgm:spPr/>
    </dgm:pt>
    <dgm:pt modelId="{3D6A5BD6-B43A-4810-BACA-1FA1344A9721}" type="pres">
      <dgm:prSet presAssocID="{90B33EEA-6461-46FB-9708-A831B9AFC8B5}" presName="hierChild3" presStyleCnt="0"/>
      <dgm:spPr/>
    </dgm:pt>
  </dgm:ptLst>
  <dgm:cxnLst>
    <dgm:cxn modelId="{45D9C907-1E92-4841-9F0C-A072BF52F4C8}" srcId="{F6C116CD-7300-44CA-847D-FD7DF9AE69B6}" destId="{6AB40ACD-1964-4B8D-A62C-7B32EE5EA95F}" srcOrd="2" destOrd="0" parTransId="{B69398CD-39DB-45B3-9D89-0C0C0E61E8EE}" sibTransId="{C3FA644E-51F8-48E6-8208-EF01E72FCEBA}"/>
    <dgm:cxn modelId="{E0908B0E-1C51-4909-96BB-754B0A38DE92}" type="presOf" srcId="{245AA010-DAB4-4B97-97D0-CFCEACC4E4E9}" destId="{5EFE6607-A023-415B-923A-B970CDB27A5C}" srcOrd="0" destOrd="0" presId="urn:microsoft.com/office/officeart/2005/8/layout/orgChart1"/>
    <dgm:cxn modelId="{DD2BB80E-AB79-4017-982D-D6019CB9F6FA}" type="presOf" srcId="{8F0E8F04-97BA-4F37-8BB4-9E846A35D448}" destId="{C8C0944F-F64F-4876-8013-BF812E4B6F3A}" srcOrd="0" destOrd="0" presId="urn:microsoft.com/office/officeart/2005/8/layout/orgChart1"/>
    <dgm:cxn modelId="{E303AF12-93EF-4B51-8431-30F22D86CC46}" type="presOf" srcId="{416906EF-7B7A-48DE-9E77-55EA0BC720E5}" destId="{96A6649A-FF46-4F2C-8670-E7ABF77A0580}" srcOrd="0" destOrd="0" presId="urn:microsoft.com/office/officeart/2005/8/layout/orgChart1"/>
    <dgm:cxn modelId="{6F4B941A-1BD4-4BDE-A15D-C21A17D6D7B8}" type="presOf" srcId="{90B33EEA-6461-46FB-9708-A831B9AFC8B5}" destId="{87E0375C-A907-4D7D-B6E5-06CA1074D335}" srcOrd="1" destOrd="0" presId="urn:microsoft.com/office/officeart/2005/8/layout/orgChart1"/>
    <dgm:cxn modelId="{40DAD01D-EF1A-4261-9629-88218CD11968}" type="presOf" srcId="{5D25BDAC-D80A-42D3-BB8C-C2F613E49590}" destId="{644147A7-8521-44E5-A3A7-94E5F5177EB9}" srcOrd="1" destOrd="0" presId="urn:microsoft.com/office/officeart/2005/8/layout/orgChart1"/>
    <dgm:cxn modelId="{9047D125-AD00-4C2A-B569-E30986390204}" srcId="{7328CBAA-6D87-4CF0-8FBA-73A1104895C4}" destId="{2D023C7F-6FD1-4CFB-AD6F-86282FB85C78}" srcOrd="0" destOrd="0" parTransId="{C55D9C51-4BB5-45D3-9FD6-2ADB08A1928C}" sibTransId="{F7D59769-73CC-4586-AA2D-9F480847012E}"/>
    <dgm:cxn modelId="{A503DB33-0904-4C78-934E-1EB144661CA1}" srcId="{7328CBAA-6D87-4CF0-8FBA-73A1104895C4}" destId="{DC235B72-0252-4468-8465-834EB843E02A}" srcOrd="3" destOrd="0" parTransId="{5DA81186-4101-4EA7-A56D-06B2C0004783}" sibTransId="{2E7136C4-2FB3-4A96-950B-F8ED105B9FE1}"/>
    <dgm:cxn modelId="{CC48D03A-9CB8-4245-B6D6-CBF52C57FD79}" type="presOf" srcId="{B69398CD-39DB-45B3-9D89-0C0C0E61E8EE}" destId="{08E3C8F3-C487-4E6D-B260-0F33BEDB27DE}" srcOrd="0" destOrd="0" presId="urn:microsoft.com/office/officeart/2005/8/layout/orgChart1"/>
    <dgm:cxn modelId="{3633435B-3752-4816-B8C0-FD1B8C290786}" type="presOf" srcId="{162B032F-24C4-4E26-A36F-B3EB9249A0EE}" destId="{2F7502F0-F7A9-4312-893F-B6A3D7611B5C}" srcOrd="1" destOrd="0" presId="urn:microsoft.com/office/officeart/2005/8/layout/orgChart1"/>
    <dgm:cxn modelId="{A4F3C85B-04A0-41EA-88BF-9B2D4155727F}" srcId="{90B33EEA-6461-46FB-9708-A831B9AFC8B5}" destId="{F6C116CD-7300-44CA-847D-FD7DF9AE69B6}" srcOrd="1" destOrd="0" parTransId="{3E48ABCC-1F24-448D-BA13-E2BE904AC4A9}" sibTransId="{06578F13-124C-4B4E-86DA-1677E70D0647}"/>
    <dgm:cxn modelId="{D11F2C42-D6B6-4022-9265-E809E775DEEE}" type="presOf" srcId="{1F04E456-2E6E-4D39-B5BC-D68398C03749}" destId="{A986D2D4-DACC-4895-BBBF-A69C0C402FA6}" srcOrd="0" destOrd="0" presId="urn:microsoft.com/office/officeart/2005/8/layout/orgChart1"/>
    <dgm:cxn modelId="{7F296F62-FADE-46BD-B943-0E32FD83F1E7}" srcId="{7328CBAA-6D87-4CF0-8FBA-73A1104895C4}" destId="{4A45C344-E74E-4723-887C-E6F9FABA96D8}" srcOrd="2" destOrd="0" parTransId="{56A905C5-2B2B-4263-8932-8F6A7570CBA4}" sibTransId="{DE8EC332-E4FC-446F-B0AD-AFB42CFF780B}"/>
    <dgm:cxn modelId="{D2C7C444-FE6F-49B3-86D4-3C0FD8E4AC54}" srcId="{F6C116CD-7300-44CA-847D-FD7DF9AE69B6}" destId="{C1333A8C-1639-4584-91B7-6CF53A774B77}" srcOrd="0" destOrd="0" parTransId="{8F95FAA4-AD31-40D3-BB63-DFF6B8AC0204}" sibTransId="{B98E42C9-05A4-47E2-973F-76C0DA084F49}"/>
    <dgm:cxn modelId="{D0F47347-49D5-420F-876C-717F67FB4260}" type="presOf" srcId="{C1333A8C-1639-4584-91B7-6CF53A774B77}" destId="{99019AC9-8FBE-4626-9E0A-48536F4C0A67}" srcOrd="0" destOrd="0" presId="urn:microsoft.com/office/officeart/2005/8/layout/orgChart1"/>
    <dgm:cxn modelId="{E46EF047-1DE3-4462-AE4E-390015C68F83}" srcId="{F6C116CD-7300-44CA-847D-FD7DF9AE69B6}" destId="{2EC6D66C-4E14-4DFD-B672-3B33D93A188D}" srcOrd="1" destOrd="0" parTransId="{8F0E8F04-97BA-4F37-8BB4-9E846A35D448}" sibTransId="{DC31527E-FD30-4FB1-9CCD-21C065541781}"/>
    <dgm:cxn modelId="{48AB966B-D293-4A29-958E-990F9029B321}" type="presOf" srcId="{2D023C7F-6FD1-4CFB-AD6F-86282FB85C78}" destId="{5FF20C20-340C-45DC-AE52-8B4DBE84B81C}" srcOrd="1" destOrd="0" presId="urn:microsoft.com/office/officeart/2005/8/layout/orgChart1"/>
    <dgm:cxn modelId="{511C516C-82FF-4F74-9F55-D76026829816}" type="presOf" srcId="{8F88FD78-38B7-473C-B3B4-66BB9221A494}" destId="{72BBB852-D5A3-4CB4-A9F4-564BC12C6642}" srcOrd="1" destOrd="0" presId="urn:microsoft.com/office/officeart/2005/8/layout/orgChart1"/>
    <dgm:cxn modelId="{988B626E-3DBD-486B-8078-DFCBB85ED2E2}" type="presOf" srcId="{8F88FD78-38B7-473C-B3B4-66BB9221A494}" destId="{FE9CB5DB-B417-4CFF-8527-6D6BC1C64865}" srcOrd="0" destOrd="0" presId="urn:microsoft.com/office/officeart/2005/8/layout/orgChart1"/>
    <dgm:cxn modelId="{BE95E96E-9AA4-463F-9E17-9346FB9C6556}" type="presOf" srcId="{2D023C7F-6FD1-4CFB-AD6F-86282FB85C78}" destId="{4871DD75-0B0E-4058-A863-685F07A8C6F1}" srcOrd="0" destOrd="0" presId="urn:microsoft.com/office/officeart/2005/8/layout/orgChart1"/>
    <dgm:cxn modelId="{9353F574-15B0-404A-9A69-8E4772FE6BA0}" srcId="{245AA010-DAB4-4B97-97D0-CFCEACC4E4E9}" destId="{90B33EEA-6461-46FB-9708-A831B9AFC8B5}" srcOrd="0" destOrd="0" parTransId="{06865DC5-E753-46BE-8B89-C747CF81B5DE}" sibTransId="{79C328F6-2F50-4EF6-8DB5-2ED656354ECF}"/>
    <dgm:cxn modelId="{4D66F157-45E7-4FD9-8DBC-992D70646D86}" type="presOf" srcId="{B2B98973-D518-4BD0-9E95-DC6DBB2952E0}" destId="{70EE762C-F5BB-4113-B4C3-42E5E1043ADE}" srcOrd="0" destOrd="0" presId="urn:microsoft.com/office/officeart/2005/8/layout/orgChart1"/>
    <dgm:cxn modelId="{4EAB1878-700F-4E97-8EFC-63054FF34F7E}" type="presOf" srcId="{56A905C5-2B2B-4263-8932-8F6A7570CBA4}" destId="{A4BAD536-AB71-4E24-95D0-7C34402CFB92}" srcOrd="0" destOrd="0" presId="urn:microsoft.com/office/officeart/2005/8/layout/orgChart1"/>
    <dgm:cxn modelId="{36BF1F5A-9191-48CF-9609-F831680CF78B}" type="presOf" srcId="{4A45C344-E74E-4723-887C-E6F9FABA96D8}" destId="{3B40AAA4-B217-4041-83BB-E9506D8B9E6C}" srcOrd="1" destOrd="0" presId="urn:microsoft.com/office/officeart/2005/8/layout/orgChart1"/>
    <dgm:cxn modelId="{FE81507A-D8BB-4887-AF25-7E751A228E45}" srcId="{7328CBAA-6D87-4CF0-8FBA-73A1104895C4}" destId="{162B032F-24C4-4E26-A36F-B3EB9249A0EE}" srcOrd="4" destOrd="0" parTransId="{416906EF-7B7A-48DE-9E77-55EA0BC720E5}" sibTransId="{89A9E023-BF36-4137-B1AF-27D07679D637}"/>
    <dgm:cxn modelId="{2E72D37A-2BA3-416C-80F8-65D53E24E008}" type="presOf" srcId="{F6C116CD-7300-44CA-847D-FD7DF9AE69B6}" destId="{6DE65C44-60F1-44B6-974A-D2557AF0F435}" srcOrd="0" destOrd="0" presId="urn:microsoft.com/office/officeart/2005/8/layout/orgChart1"/>
    <dgm:cxn modelId="{3981437B-7FDE-4EA3-BB6A-F9C6BDAB725D}" type="presOf" srcId="{90B33EEA-6461-46FB-9708-A831B9AFC8B5}" destId="{88681715-18AF-480C-9141-A534EFC06CBD}" srcOrd="0" destOrd="0" presId="urn:microsoft.com/office/officeart/2005/8/layout/orgChart1"/>
    <dgm:cxn modelId="{8F614787-C1BD-4B16-B636-FCE7255D28AE}" type="presOf" srcId="{C55D9C51-4BB5-45D3-9FD6-2ADB08A1928C}" destId="{0511D698-AD3E-4615-A79B-56B3FAF0AFBE}" srcOrd="0" destOrd="0" presId="urn:microsoft.com/office/officeart/2005/8/layout/orgChart1"/>
    <dgm:cxn modelId="{48979089-EE6A-4763-AC32-EC5B614048DE}" srcId="{F6C116CD-7300-44CA-847D-FD7DF9AE69B6}" destId="{5D25BDAC-D80A-42D3-BB8C-C2F613E49590}" srcOrd="3" destOrd="0" parTransId="{B2B98973-D518-4BD0-9E95-DC6DBB2952E0}" sibTransId="{B8AC7636-0B75-4205-BCB3-E44F4436DA2E}"/>
    <dgm:cxn modelId="{FB1CFD8C-8D85-4F0E-83A4-08A3EB48289C}" type="presOf" srcId="{2EC6D66C-4E14-4DFD-B672-3B33D93A188D}" destId="{8D6B0BE5-CEF0-4EE5-8977-D9D83F660BC5}" srcOrd="0" destOrd="0" presId="urn:microsoft.com/office/officeart/2005/8/layout/orgChart1"/>
    <dgm:cxn modelId="{7E3D6F8D-3CC4-4C55-B7AB-69B0286C96CE}" type="presOf" srcId="{DC235B72-0252-4468-8465-834EB843E02A}" destId="{9B7DBACA-4944-4D44-919E-C4E6B014DD8F}" srcOrd="0" destOrd="0" presId="urn:microsoft.com/office/officeart/2005/8/layout/orgChart1"/>
    <dgm:cxn modelId="{4E238099-AA9A-4743-84F6-A495155C9497}" type="presOf" srcId="{DC235B72-0252-4468-8465-834EB843E02A}" destId="{B91B420A-E22D-416D-BCF1-A42DDB1CC9D8}" srcOrd="1" destOrd="0" presId="urn:microsoft.com/office/officeart/2005/8/layout/orgChart1"/>
    <dgm:cxn modelId="{64D966A0-428F-4C56-8AE8-7FE88F262440}" type="presOf" srcId="{4A45C344-E74E-4723-887C-E6F9FABA96D8}" destId="{AE97FEC4-8CE3-4DFB-8F58-5B76DD8C32F3}" srcOrd="0" destOrd="0" presId="urn:microsoft.com/office/officeart/2005/8/layout/orgChart1"/>
    <dgm:cxn modelId="{54AF52A9-B6A7-4626-B429-9D7F3EA68B6D}" type="presOf" srcId="{C1333A8C-1639-4584-91B7-6CF53A774B77}" destId="{28804DBB-ADB7-4357-A92A-9C110E9B1B61}" srcOrd="1" destOrd="0" presId="urn:microsoft.com/office/officeart/2005/8/layout/orgChart1"/>
    <dgm:cxn modelId="{003477B0-6AED-459A-A78E-530BCE3A7A89}" type="presOf" srcId="{DB85FC75-709A-4F33-95F2-0D20BC17F0F4}" destId="{62425F0D-09FF-46CB-A362-4370D2E18189}" srcOrd="0" destOrd="0" presId="urn:microsoft.com/office/officeart/2005/8/layout/orgChart1"/>
    <dgm:cxn modelId="{E720FAB7-2185-45A3-A021-4DB953E0845C}" type="presOf" srcId="{5D25BDAC-D80A-42D3-BB8C-C2F613E49590}" destId="{4874B893-E8C0-4CA6-8939-92B11686EA39}" srcOrd="0" destOrd="0" presId="urn:microsoft.com/office/officeart/2005/8/layout/orgChart1"/>
    <dgm:cxn modelId="{CFFB30B8-FF2A-497A-83E6-9137555A9E07}" type="presOf" srcId="{DB85FC75-709A-4F33-95F2-0D20BC17F0F4}" destId="{818BED9D-61C0-42DE-91CD-049805C984A3}" srcOrd="1" destOrd="0" presId="urn:microsoft.com/office/officeart/2005/8/layout/orgChart1"/>
    <dgm:cxn modelId="{471253C2-6BB4-4086-B8E5-A156A11DA553}" type="presOf" srcId="{7328CBAA-6D87-4CF0-8FBA-73A1104895C4}" destId="{BC2C5144-37A1-4AE5-BEF5-FA0DA6507C69}" srcOrd="0" destOrd="0" presId="urn:microsoft.com/office/officeart/2005/8/layout/orgChart1"/>
    <dgm:cxn modelId="{D1F638C4-F46F-4042-AD53-630740E94E2B}" type="presOf" srcId="{8F95FAA4-AD31-40D3-BB63-DFF6B8AC0204}" destId="{859AB130-1A4F-445C-AE43-BDF70CD11DF3}" srcOrd="0" destOrd="0" presId="urn:microsoft.com/office/officeart/2005/8/layout/orgChart1"/>
    <dgm:cxn modelId="{153072C4-51B4-476A-9958-CEE2AEB132C1}" srcId="{7328CBAA-6D87-4CF0-8FBA-73A1104895C4}" destId="{DB85FC75-709A-4F33-95F2-0D20BC17F0F4}" srcOrd="1" destOrd="0" parTransId="{231C2D76-7732-4245-AB05-C1414587F9A6}" sibTransId="{F2C23EFE-48CA-48E7-B1F9-50C7A86365E2}"/>
    <dgm:cxn modelId="{899A2FCD-632E-4187-829B-D0A6FD6F3BD9}" type="presOf" srcId="{6AB40ACD-1964-4B8D-A62C-7B32EE5EA95F}" destId="{E57E9D8B-6D26-4909-A916-2910F5F6C677}" srcOrd="0" destOrd="0" presId="urn:microsoft.com/office/officeart/2005/8/layout/orgChart1"/>
    <dgm:cxn modelId="{030BD6DE-A2A3-4B76-83AF-57D60CE590F7}" type="presOf" srcId="{3E48ABCC-1F24-448D-BA13-E2BE904AC4A9}" destId="{910DC3B1-0696-4FD5-BF82-53158EB41D58}" srcOrd="0" destOrd="0" presId="urn:microsoft.com/office/officeart/2005/8/layout/orgChart1"/>
    <dgm:cxn modelId="{B4033FE0-C49B-4AE1-826D-FE34A8440A7C}" type="presOf" srcId="{5DA81186-4101-4EA7-A56D-06B2C0004783}" destId="{0BA607C2-309B-4318-87A6-6A725C70AEF6}" srcOrd="0" destOrd="0" presId="urn:microsoft.com/office/officeart/2005/8/layout/orgChart1"/>
    <dgm:cxn modelId="{39E6A1E1-CFEF-4168-B8C3-ACE9C3A37CB7}" srcId="{90B33EEA-6461-46FB-9708-A831B9AFC8B5}" destId="{7328CBAA-6D87-4CF0-8FBA-73A1104895C4}" srcOrd="0" destOrd="0" parTransId="{1F04E456-2E6E-4D39-B5BC-D68398C03749}" sibTransId="{DA30C444-6302-45A8-B692-B336FD61D913}"/>
    <dgm:cxn modelId="{63CF11E4-A9B6-402A-BE73-8AD8F32D9611}" type="presOf" srcId="{231C2D76-7732-4245-AB05-C1414587F9A6}" destId="{4F007436-445E-4737-95A3-B2CE0FAE3D71}" srcOrd="0" destOrd="0" presId="urn:microsoft.com/office/officeart/2005/8/layout/orgChart1"/>
    <dgm:cxn modelId="{A7A932E8-8C9B-439B-AA1B-F38723CF9487}" type="presOf" srcId="{7328CBAA-6D87-4CF0-8FBA-73A1104895C4}" destId="{B3227766-7B40-4D5B-900D-8B4A0C92668D}" srcOrd="1" destOrd="0" presId="urn:microsoft.com/office/officeart/2005/8/layout/orgChart1"/>
    <dgm:cxn modelId="{558D36E8-FE4C-4EA4-8764-3F16E816926D}" type="presOf" srcId="{F6C116CD-7300-44CA-847D-FD7DF9AE69B6}" destId="{66B7D7BE-378B-4022-ADFA-E5E3F51D12B3}" srcOrd="1" destOrd="0" presId="urn:microsoft.com/office/officeart/2005/8/layout/orgChart1"/>
    <dgm:cxn modelId="{AEB729EC-4222-45EE-A8AA-2866E2A29F61}" type="presOf" srcId="{2EC6D66C-4E14-4DFD-B672-3B33D93A188D}" destId="{48B5C76B-9160-4DA8-BDD0-5C9FC3DE217A}" srcOrd="1" destOrd="0" presId="urn:microsoft.com/office/officeart/2005/8/layout/orgChart1"/>
    <dgm:cxn modelId="{D37DDFF9-D72E-451F-ACAF-A5FE0A66112B}" srcId="{F6C116CD-7300-44CA-847D-FD7DF9AE69B6}" destId="{8F88FD78-38B7-473C-B3B4-66BB9221A494}" srcOrd="4" destOrd="0" parTransId="{338B09BD-01DC-48DE-B68B-23F9C8BDCCC1}" sibTransId="{4263371D-6830-4CE4-A2D6-6FF896FDFBB3}"/>
    <dgm:cxn modelId="{032C58FA-B314-46D7-976E-B4C09B117694}" type="presOf" srcId="{162B032F-24C4-4E26-A36F-B3EB9249A0EE}" destId="{F2020A3C-4981-4F22-A7D5-AC9609B8870D}" srcOrd="0" destOrd="0" presId="urn:microsoft.com/office/officeart/2005/8/layout/orgChart1"/>
    <dgm:cxn modelId="{04CEBDFB-5180-4E59-A2E2-04433809B4DE}" type="presOf" srcId="{6AB40ACD-1964-4B8D-A62C-7B32EE5EA95F}" destId="{E9FF910C-7666-4C42-9623-DE1CE45677CF}" srcOrd="1" destOrd="0" presId="urn:microsoft.com/office/officeart/2005/8/layout/orgChart1"/>
    <dgm:cxn modelId="{F42E4AFE-4D56-469C-8ED3-3023702E7293}" type="presOf" srcId="{338B09BD-01DC-48DE-B68B-23F9C8BDCCC1}" destId="{6FC0C618-3038-419A-86CA-54A1564B2549}" srcOrd="0" destOrd="0" presId="urn:microsoft.com/office/officeart/2005/8/layout/orgChart1"/>
    <dgm:cxn modelId="{26B500AC-1464-4C4F-AFDB-C50CF0564FB9}" type="presParOf" srcId="{5EFE6607-A023-415B-923A-B970CDB27A5C}" destId="{7FB78744-5562-411D-82E1-06170D068C7B}" srcOrd="0" destOrd="0" presId="urn:microsoft.com/office/officeart/2005/8/layout/orgChart1"/>
    <dgm:cxn modelId="{ABBF928B-7F38-4AFA-8128-3210644F2611}" type="presParOf" srcId="{7FB78744-5562-411D-82E1-06170D068C7B}" destId="{B77C3C90-BBB1-42F8-84D6-82A5E78E885D}" srcOrd="0" destOrd="0" presId="urn:microsoft.com/office/officeart/2005/8/layout/orgChart1"/>
    <dgm:cxn modelId="{548E586E-B63A-469F-92CC-0A644F40731F}" type="presParOf" srcId="{B77C3C90-BBB1-42F8-84D6-82A5E78E885D}" destId="{88681715-18AF-480C-9141-A534EFC06CBD}" srcOrd="0" destOrd="0" presId="urn:microsoft.com/office/officeart/2005/8/layout/orgChart1"/>
    <dgm:cxn modelId="{4BDDA43D-5B07-43FE-9EA8-628D4B0E9A2C}" type="presParOf" srcId="{B77C3C90-BBB1-42F8-84D6-82A5E78E885D}" destId="{87E0375C-A907-4D7D-B6E5-06CA1074D335}" srcOrd="1" destOrd="0" presId="urn:microsoft.com/office/officeart/2005/8/layout/orgChart1"/>
    <dgm:cxn modelId="{F15E23CA-C5AB-4EE0-8BCF-4FEE7EB1AD81}" type="presParOf" srcId="{7FB78744-5562-411D-82E1-06170D068C7B}" destId="{E98C681A-1E0C-4077-BE93-1E835F16CB01}" srcOrd="1" destOrd="0" presId="urn:microsoft.com/office/officeart/2005/8/layout/orgChart1"/>
    <dgm:cxn modelId="{1B588456-94EF-4EC8-8335-87A583270CED}" type="presParOf" srcId="{E98C681A-1E0C-4077-BE93-1E835F16CB01}" destId="{A986D2D4-DACC-4895-BBBF-A69C0C402FA6}" srcOrd="0" destOrd="0" presId="urn:microsoft.com/office/officeart/2005/8/layout/orgChart1"/>
    <dgm:cxn modelId="{7309D37B-197E-45C9-8B4B-36B52680A0D8}" type="presParOf" srcId="{E98C681A-1E0C-4077-BE93-1E835F16CB01}" destId="{9AC495BD-1DE1-4440-AE2C-0BB7CE8C0736}" srcOrd="1" destOrd="0" presId="urn:microsoft.com/office/officeart/2005/8/layout/orgChart1"/>
    <dgm:cxn modelId="{98F3CCB8-3D6A-4BDD-9901-45FBF333BF9B}" type="presParOf" srcId="{9AC495BD-1DE1-4440-AE2C-0BB7CE8C0736}" destId="{854C968B-CC4F-4643-9C1A-BBEF0D3BF2B7}" srcOrd="0" destOrd="0" presId="urn:microsoft.com/office/officeart/2005/8/layout/orgChart1"/>
    <dgm:cxn modelId="{E76A641F-4EDE-4928-A85A-2E5E0D84B0D8}" type="presParOf" srcId="{854C968B-CC4F-4643-9C1A-BBEF0D3BF2B7}" destId="{BC2C5144-37A1-4AE5-BEF5-FA0DA6507C69}" srcOrd="0" destOrd="0" presId="urn:microsoft.com/office/officeart/2005/8/layout/orgChart1"/>
    <dgm:cxn modelId="{9F870E63-D475-4703-A207-36B66EF6FEBA}" type="presParOf" srcId="{854C968B-CC4F-4643-9C1A-BBEF0D3BF2B7}" destId="{B3227766-7B40-4D5B-900D-8B4A0C92668D}" srcOrd="1" destOrd="0" presId="urn:microsoft.com/office/officeart/2005/8/layout/orgChart1"/>
    <dgm:cxn modelId="{0A713296-8630-435C-9F5F-B6324B1B746E}" type="presParOf" srcId="{9AC495BD-1DE1-4440-AE2C-0BB7CE8C0736}" destId="{73EA500A-E5A5-4A2E-921F-DEF3B12C08E1}" srcOrd="1" destOrd="0" presId="urn:microsoft.com/office/officeart/2005/8/layout/orgChart1"/>
    <dgm:cxn modelId="{046311E6-EBD9-47BA-8052-F3D79D95E5D5}" type="presParOf" srcId="{73EA500A-E5A5-4A2E-921F-DEF3B12C08E1}" destId="{0511D698-AD3E-4615-A79B-56B3FAF0AFBE}" srcOrd="0" destOrd="0" presId="urn:microsoft.com/office/officeart/2005/8/layout/orgChart1"/>
    <dgm:cxn modelId="{8AD0DD1D-6692-447B-B17D-C0501A35631B}" type="presParOf" srcId="{73EA500A-E5A5-4A2E-921F-DEF3B12C08E1}" destId="{D5EE20CF-44FF-4796-8608-275289708A73}" srcOrd="1" destOrd="0" presId="urn:microsoft.com/office/officeart/2005/8/layout/orgChart1"/>
    <dgm:cxn modelId="{8F54B75C-5263-4F43-8DDC-0B56CA5DD67E}" type="presParOf" srcId="{D5EE20CF-44FF-4796-8608-275289708A73}" destId="{4142CB96-BB20-457E-9C10-2B2CCA4A4EB7}" srcOrd="0" destOrd="0" presId="urn:microsoft.com/office/officeart/2005/8/layout/orgChart1"/>
    <dgm:cxn modelId="{C853CA56-1F29-4B7E-A802-7CD5EAC3471A}" type="presParOf" srcId="{4142CB96-BB20-457E-9C10-2B2CCA4A4EB7}" destId="{4871DD75-0B0E-4058-A863-685F07A8C6F1}" srcOrd="0" destOrd="0" presId="urn:microsoft.com/office/officeart/2005/8/layout/orgChart1"/>
    <dgm:cxn modelId="{E18543D2-3C09-4C1C-8680-DD1BC4F514F0}" type="presParOf" srcId="{4142CB96-BB20-457E-9C10-2B2CCA4A4EB7}" destId="{5FF20C20-340C-45DC-AE52-8B4DBE84B81C}" srcOrd="1" destOrd="0" presId="urn:microsoft.com/office/officeart/2005/8/layout/orgChart1"/>
    <dgm:cxn modelId="{57899E1A-4990-4162-A42B-85C8D1FFDBB8}" type="presParOf" srcId="{D5EE20CF-44FF-4796-8608-275289708A73}" destId="{DF29D2D5-429D-4457-BEFC-9A49E3C002FC}" srcOrd="1" destOrd="0" presId="urn:microsoft.com/office/officeart/2005/8/layout/orgChart1"/>
    <dgm:cxn modelId="{FA826EC8-F88D-49E3-BF0A-B3FD55D495DB}" type="presParOf" srcId="{D5EE20CF-44FF-4796-8608-275289708A73}" destId="{BF9F9E10-6705-480F-97F8-028265F416E8}" srcOrd="2" destOrd="0" presId="urn:microsoft.com/office/officeart/2005/8/layout/orgChart1"/>
    <dgm:cxn modelId="{70608294-CA55-45EC-8806-27B1E02B57AF}" type="presParOf" srcId="{73EA500A-E5A5-4A2E-921F-DEF3B12C08E1}" destId="{4F007436-445E-4737-95A3-B2CE0FAE3D71}" srcOrd="2" destOrd="0" presId="urn:microsoft.com/office/officeart/2005/8/layout/orgChart1"/>
    <dgm:cxn modelId="{2E50C487-77AF-41E0-BFB6-28927222E364}" type="presParOf" srcId="{73EA500A-E5A5-4A2E-921F-DEF3B12C08E1}" destId="{C06E38E9-0C9C-452D-AEB6-F4BB4F38BE12}" srcOrd="3" destOrd="0" presId="urn:microsoft.com/office/officeart/2005/8/layout/orgChart1"/>
    <dgm:cxn modelId="{97B52F4E-0474-4665-9B79-BA097F005CFE}" type="presParOf" srcId="{C06E38E9-0C9C-452D-AEB6-F4BB4F38BE12}" destId="{BA5B446F-5D9E-46F1-A69D-94652ECC7633}" srcOrd="0" destOrd="0" presId="urn:microsoft.com/office/officeart/2005/8/layout/orgChart1"/>
    <dgm:cxn modelId="{50D3E496-637C-4F18-BF60-CE60C5F9564E}" type="presParOf" srcId="{BA5B446F-5D9E-46F1-A69D-94652ECC7633}" destId="{62425F0D-09FF-46CB-A362-4370D2E18189}" srcOrd="0" destOrd="0" presId="urn:microsoft.com/office/officeart/2005/8/layout/orgChart1"/>
    <dgm:cxn modelId="{27E5EBF4-BB6F-4387-945C-1DB014F8C70B}" type="presParOf" srcId="{BA5B446F-5D9E-46F1-A69D-94652ECC7633}" destId="{818BED9D-61C0-42DE-91CD-049805C984A3}" srcOrd="1" destOrd="0" presId="urn:microsoft.com/office/officeart/2005/8/layout/orgChart1"/>
    <dgm:cxn modelId="{0E32C502-8459-4269-9388-A6E912A9589A}" type="presParOf" srcId="{C06E38E9-0C9C-452D-AEB6-F4BB4F38BE12}" destId="{CE7AD145-4B60-41B3-B0B0-1F957B7E87A7}" srcOrd="1" destOrd="0" presId="urn:microsoft.com/office/officeart/2005/8/layout/orgChart1"/>
    <dgm:cxn modelId="{A06C3F82-F7EC-4CB1-9874-27F0F00BBAF6}" type="presParOf" srcId="{C06E38E9-0C9C-452D-AEB6-F4BB4F38BE12}" destId="{4B669414-6C02-433A-BF5B-7B769DF0558F}" srcOrd="2" destOrd="0" presId="urn:microsoft.com/office/officeart/2005/8/layout/orgChart1"/>
    <dgm:cxn modelId="{52271DB8-93AF-43CE-85E4-FA701C1868B8}" type="presParOf" srcId="{73EA500A-E5A5-4A2E-921F-DEF3B12C08E1}" destId="{A4BAD536-AB71-4E24-95D0-7C34402CFB92}" srcOrd="4" destOrd="0" presId="urn:microsoft.com/office/officeart/2005/8/layout/orgChart1"/>
    <dgm:cxn modelId="{76A725B1-2F16-4709-8800-82B854923439}" type="presParOf" srcId="{73EA500A-E5A5-4A2E-921F-DEF3B12C08E1}" destId="{809A587B-51F3-481D-8B37-C16F76EC4EAA}" srcOrd="5" destOrd="0" presId="urn:microsoft.com/office/officeart/2005/8/layout/orgChart1"/>
    <dgm:cxn modelId="{627EF451-D6A0-4A05-88A2-E7BB93A21A09}" type="presParOf" srcId="{809A587B-51F3-481D-8B37-C16F76EC4EAA}" destId="{84F45506-B13D-4E88-BDD0-9180A11606B1}" srcOrd="0" destOrd="0" presId="urn:microsoft.com/office/officeart/2005/8/layout/orgChart1"/>
    <dgm:cxn modelId="{FBD7BE8D-B19C-4158-AEC3-05EB30660AC7}" type="presParOf" srcId="{84F45506-B13D-4E88-BDD0-9180A11606B1}" destId="{AE97FEC4-8CE3-4DFB-8F58-5B76DD8C32F3}" srcOrd="0" destOrd="0" presId="urn:microsoft.com/office/officeart/2005/8/layout/orgChart1"/>
    <dgm:cxn modelId="{7DD49138-5DCB-4AB8-8E9B-7BD3D2919C8D}" type="presParOf" srcId="{84F45506-B13D-4E88-BDD0-9180A11606B1}" destId="{3B40AAA4-B217-4041-83BB-E9506D8B9E6C}" srcOrd="1" destOrd="0" presId="urn:microsoft.com/office/officeart/2005/8/layout/orgChart1"/>
    <dgm:cxn modelId="{D3ED23BA-0B1D-403B-978A-57359A7FD8B1}" type="presParOf" srcId="{809A587B-51F3-481D-8B37-C16F76EC4EAA}" destId="{DCAC9A47-74E4-4BA2-BD5B-76A80701F091}" srcOrd="1" destOrd="0" presId="urn:microsoft.com/office/officeart/2005/8/layout/orgChart1"/>
    <dgm:cxn modelId="{E38917CF-A555-4901-98AA-B9C3250BB5B5}" type="presParOf" srcId="{809A587B-51F3-481D-8B37-C16F76EC4EAA}" destId="{8C97765C-91EC-4788-9D52-6F99FA9E0227}" srcOrd="2" destOrd="0" presId="urn:microsoft.com/office/officeart/2005/8/layout/orgChart1"/>
    <dgm:cxn modelId="{14A8BB11-F9B2-440C-85E1-47923E903DAC}" type="presParOf" srcId="{73EA500A-E5A5-4A2E-921F-DEF3B12C08E1}" destId="{0BA607C2-309B-4318-87A6-6A725C70AEF6}" srcOrd="6" destOrd="0" presId="urn:microsoft.com/office/officeart/2005/8/layout/orgChart1"/>
    <dgm:cxn modelId="{A6C679C5-7FDB-4930-AE28-21DC22EE572F}" type="presParOf" srcId="{73EA500A-E5A5-4A2E-921F-DEF3B12C08E1}" destId="{31E4B555-527D-4FB7-B057-0C388CAD4C26}" srcOrd="7" destOrd="0" presId="urn:microsoft.com/office/officeart/2005/8/layout/orgChart1"/>
    <dgm:cxn modelId="{39609661-A7B4-4754-A759-8CE644FE48B6}" type="presParOf" srcId="{31E4B555-527D-4FB7-B057-0C388CAD4C26}" destId="{77F27488-D440-4947-A65D-E4B004F1929B}" srcOrd="0" destOrd="0" presId="urn:microsoft.com/office/officeart/2005/8/layout/orgChart1"/>
    <dgm:cxn modelId="{E67666E7-16E5-4EED-98BB-A91A1DBC3689}" type="presParOf" srcId="{77F27488-D440-4947-A65D-E4B004F1929B}" destId="{9B7DBACA-4944-4D44-919E-C4E6B014DD8F}" srcOrd="0" destOrd="0" presId="urn:microsoft.com/office/officeart/2005/8/layout/orgChart1"/>
    <dgm:cxn modelId="{3E1E1343-5E9D-4D02-9BEB-8E2BED00E32D}" type="presParOf" srcId="{77F27488-D440-4947-A65D-E4B004F1929B}" destId="{B91B420A-E22D-416D-BCF1-A42DDB1CC9D8}" srcOrd="1" destOrd="0" presId="urn:microsoft.com/office/officeart/2005/8/layout/orgChart1"/>
    <dgm:cxn modelId="{0657F2B8-44EC-43F0-B5B7-53CBF564ADC3}" type="presParOf" srcId="{31E4B555-527D-4FB7-B057-0C388CAD4C26}" destId="{420F0CF0-CA5E-4046-A600-BB46F51A356C}" srcOrd="1" destOrd="0" presId="urn:microsoft.com/office/officeart/2005/8/layout/orgChart1"/>
    <dgm:cxn modelId="{150F0CBD-176B-4D31-A206-831E62957D6A}" type="presParOf" srcId="{31E4B555-527D-4FB7-B057-0C388CAD4C26}" destId="{FBFC5793-10D0-48E3-99FB-7CB3870A5834}" srcOrd="2" destOrd="0" presId="urn:microsoft.com/office/officeart/2005/8/layout/orgChart1"/>
    <dgm:cxn modelId="{2756B457-76B1-4D12-A862-913115FCF07B}" type="presParOf" srcId="{73EA500A-E5A5-4A2E-921F-DEF3B12C08E1}" destId="{96A6649A-FF46-4F2C-8670-E7ABF77A0580}" srcOrd="8" destOrd="0" presId="urn:microsoft.com/office/officeart/2005/8/layout/orgChart1"/>
    <dgm:cxn modelId="{B17B8607-A50C-4E47-947B-F393CB9A6CA2}" type="presParOf" srcId="{73EA500A-E5A5-4A2E-921F-DEF3B12C08E1}" destId="{57A04599-3685-4905-971C-2AA58B907537}" srcOrd="9" destOrd="0" presId="urn:microsoft.com/office/officeart/2005/8/layout/orgChart1"/>
    <dgm:cxn modelId="{056F6452-90C4-4A05-A0A9-F8D9676BD24D}" type="presParOf" srcId="{57A04599-3685-4905-971C-2AA58B907537}" destId="{EE2F2B82-849A-426C-B046-EFCE9FB4035F}" srcOrd="0" destOrd="0" presId="urn:microsoft.com/office/officeart/2005/8/layout/orgChart1"/>
    <dgm:cxn modelId="{892AF3CD-4801-4379-ACA5-81B91CC64DFC}" type="presParOf" srcId="{EE2F2B82-849A-426C-B046-EFCE9FB4035F}" destId="{F2020A3C-4981-4F22-A7D5-AC9609B8870D}" srcOrd="0" destOrd="0" presId="urn:microsoft.com/office/officeart/2005/8/layout/orgChart1"/>
    <dgm:cxn modelId="{2A32E2FF-1B79-4335-ADB3-6B6F5FB2ADA2}" type="presParOf" srcId="{EE2F2B82-849A-426C-B046-EFCE9FB4035F}" destId="{2F7502F0-F7A9-4312-893F-B6A3D7611B5C}" srcOrd="1" destOrd="0" presId="urn:microsoft.com/office/officeart/2005/8/layout/orgChart1"/>
    <dgm:cxn modelId="{47FF5FB5-4A44-481D-A561-CA05280CCE2E}" type="presParOf" srcId="{57A04599-3685-4905-971C-2AA58B907537}" destId="{2871F9C2-55B2-4E31-9E47-44A0EAB2BD83}" srcOrd="1" destOrd="0" presId="urn:microsoft.com/office/officeart/2005/8/layout/orgChart1"/>
    <dgm:cxn modelId="{43DA61C9-F059-49AE-B756-C1312BAE5039}" type="presParOf" srcId="{57A04599-3685-4905-971C-2AA58B907537}" destId="{6978F330-54B4-4E71-80EC-DF34A1B606CB}" srcOrd="2" destOrd="0" presId="urn:microsoft.com/office/officeart/2005/8/layout/orgChart1"/>
    <dgm:cxn modelId="{DED357E1-696A-4868-B8C0-DAC77E9B97B0}" type="presParOf" srcId="{9AC495BD-1DE1-4440-AE2C-0BB7CE8C0736}" destId="{F4DC4156-712C-4EA8-80F0-9BC4A3A03DF7}" srcOrd="2" destOrd="0" presId="urn:microsoft.com/office/officeart/2005/8/layout/orgChart1"/>
    <dgm:cxn modelId="{5D780FA8-8702-4E52-8C6F-571BCC7CF49F}" type="presParOf" srcId="{E98C681A-1E0C-4077-BE93-1E835F16CB01}" destId="{910DC3B1-0696-4FD5-BF82-53158EB41D58}" srcOrd="2" destOrd="0" presId="urn:microsoft.com/office/officeart/2005/8/layout/orgChart1"/>
    <dgm:cxn modelId="{AFB5C0DD-B00D-4169-AE95-C1DD3307E831}" type="presParOf" srcId="{E98C681A-1E0C-4077-BE93-1E835F16CB01}" destId="{4A2741A9-F0E2-4EEE-99A3-B27966FA9E2C}" srcOrd="3" destOrd="0" presId="urn:microsoft.com/office/officeart/2005/8/layout/orgChart1"/>
    <dgm:cxn modelId="{AFDA2557-0368-4F9B-AB8F-27AC1C9F4A56}" type="presParOf" srcId="{4A2741A9-F0E2-4EEE-99A3-B27966FA9E2C}" destId="{D824D7F4-09B7-47FD-887C-39152457FB33}" srcOrd="0" destOrd="0" presId="urn:microsoft.com/office/officeart/2005/8/layout/orgChart1"/>
    <dgm:cxn modelId="{2E57CC07-B7DA-493A-B607-6FFD01BB2DC2}" type="presParOf" srcId="{D824D7F4-09B7-47FD-887C-39152457FB33}" destId="{6DE65C44-60F1-44B6-974A-D2557AF0F435}" srcOrd="0" destOrd="0" presId="urn:microsoft.com/office/officeart/2005/8/layout/orgChart1"/>
    <dgm:cxn modelId="{6D72372E-5854-472A-B5B6-DA37719EA164}" type="presParOf" srcId="{D824D7F4-09B7-47FD-887C-39152457FB33}" destId="{66B7D7BE-378B-4022-ADFA-E5E3F51D12B3}" srcOrd="1" destOrd="0" presId="urn:microsoft.com/office/officeart/2005/8/layout/orgChart1"/>
    <dgm:cxn modelId="{B81FAEF7-DFAD-4AC1-9C5F-DA4024BB44CB}" type="presParOf" srcId="{4A2741A9-F0E2-4EEE-99A3-B27966FA9E2C}" destId="{11D02E82-1C90-4F83-96A6-A7395FE023C0}" srcOrd="1" destOrd="0" presId="urn:microsoft.com/office/officeart/2005/8/layout/orgChart1"/>
    <dgm:cxn modelId="{D27E9841-6283-44CC-9DA1-9F7C14E6E478}" type="presParOf" srcId="{11D02E82-1C90-4F83-96A6-A7395FE023C0}" destId="{859AB130-1A4F-445C-AE43-BDF70CD11DF3}" srcOrd="0" destOrd="0" presId="urn:microsoft.com/office/officeart/2005/8/layout/orgChart1"/>
    <dgm:cxn modelId="{AB362CF2-467A-43DB-956E-43346488F895}" type="presParOf" srcId="{11D02E82-1C90-4F83-96A6-A7395FE023C0}" destId="{BDD79DD9-DCD9-480F-BCC1-F8E9C65FEB36}" srcOrd="1" destOrd="0" presId="urn:microsoft.com/office/officeart/2005/8/layout/orgChart1"/>
    <dgm:cxn modelId="{C2ED5E0C-333F-44F1-8F8F-6C91FE61D3EA}" type="presParOf" srcId="{BDD79DD9-DCD9-480F-BCC1-F8E9C65FEB36}" destId="{C2FBF324-B617-4D15-9DB6-AEFE322AE22B}" srcOrd="0" destOrd="0" presId="urn:microsoft.com/office/officeart/2005/8/layout/orgChart1"/>
    <dgm:cxn modelId="{68B4DC31-111E-49B0-8BB2-EC5A31B4DCCC}" type="presParOf" srcId="{C2FBF324-B617-4D15-9DB6-AEFE322AE22B}" destId="{99019AC9-8FBE-4626-9E0A-48536F4C0A67}" srcOrd="0" destOrd="0" presId="urn:microsoft.com/office/officeart/2005/8/layout/orgChart1"/>
    <dgm:cxn modelId="{45E46C25-4799-46D9-9D75-A211D6207192}" type="presParOf" srcId="{C2FBF324-B617-4D15-9DB6-AEFE322AE22B}" destId="{28804DBB-ADB7-4357-A92A-9C110E9B1B61}" srcOrd="1" destOrd="0" presId="urn:microsoft.com/office/officeart/2005/8/layout/orgChart1"/>
    <dgm:cxn modelId="{CE169746-F90D-4B54-88BB-788DB7868494}" type="presParOf" srcId="{BDD79DD9-DCD9-480F-BCC1-F8E9C65FEB36}" destId="{373539EF-AD79-42BA-BEA9-7FEF731326A8}" srcOrd="1" destOrd="0" presId="urn:microsoft.com/office/officeart/2005/8/layout/orgChart1"/>
    <dgm:cxn modelId="{47654193-11FB-4771-A2DE-E86C49029625}" type="presParOf" srcId="{BDD79DD9-DCD9-480F-BCC1-F8E9C65FEB36}" destId="{131DA832-4567-4E66-9BAD-249BCF1DACBD}" srcOrd="2" destOrd="0" presId="urn:microsoft.com/office/officeart/2005/8/layout/orgChart1"/>
    <dgm:cxn modelId="{14DD1819-C439-4E0F-97DD-912A68ED1F7D}" type="presParOf" srcId="{11D02E82-1C90-4F83-96A6-A7395FE023C0}" destId="{C8C0944F-F64F-4876-8013-BF812E4B6F3A}" srcOrd="2" destOrd="0" presId="urn:microsoft.com/office/officeart/2005/8/layout/orgChart1"/>
    <dgm:cxn modelId="{6104918E-96B1-4F89-AEFE-5328A012285C}" type="presParOf" srcId="{11D02E82-1C90-4F83-96A6-A7395FE023C0}" destId="{40BC24AC-D252-42F3-AD32-E022B86B1AED}" srcOrd="3" destOrd="0" presId="urn:microsoft.com/office/officeart/2005/8/layout/orgChart1"/>
    <dgm:cxn modelId="{F224DED4-1274-4382-BFC6-14E1E223A775}" type="presParOf" srcId="{40BC24AC-D252-42F3-AD32-E022B86B1AED}" destId="{0268EE36-653A-4265-B0AC-93521AAFBC1F}" srcOrd="0" destOrd="0" presId="urn:microsoft.com/office/officeart/2005/8/layout/orgChart1"/>
    <dgm:cxn modelId="{4FA829D7-865E-41DC-B0B0-6C96266DB6CD}" type="presParOf" srcId="{0268EE36-653A-4265-B0AC-93521AAFBC1F}" destId="{8D6B0BE5-CEF0-4EE5-8977-D9D83F660BC5}" srcOrd="0" destOrd="0" presId="urn:microsoft.com/office/officeart/2005/8/layout/orgChart1"/>
    <dgm:cxn modelId="{FA45A65E-0DC6-4535-B9EF-D91D8A4D1406}" type="presParOf" srcId="{0268EE36-653A-4265-B0AC-93521AAFBC1F}" destId="{48B5C76B-9160-4DA8-BDD0-5C9FC3DE217A}" srcOrd="1" destOrd="0" presId="urn:microsoft.com/office/officeart/2005/8/layout/orgChart1"/>
    <dgm:cxn modelId="{D1B4CEFB-83A1-415F-9618-440D22D1D334}" type="presParOf" srcId="{40BC24AC-D252-42F3-AD32-E022B86B1AED}" destId="{6DE9B6FE-EFFF-4C7A-B60D-67410699C9AB}" srcOrd="1" destOrd="0" presId="urn:microsoft.com/office/officeart/2005/8/layout/orgChart1"/>
    <dgm:cxn modelId="{78FCC44B-36FE-484D-9744-33AC6A7C2EE3}" type="presParOf" srcId="{40BC24AC-D252-42F3-AD32-E022B86B1AED}" destId="{DD470DFC-4D9D-4F3F-8DBB-1B41141F8B28}" srcOrd="2" destOrd="0" presId="urn:microsoft.com/office/officeart/2005/8/layout/orgChart1"/>
    <dgm:cxn modelId="{F6848845-DA0A-4C60-9DA8-B3C185AC47E1}" type="presParOf" srcId="{11D02E82-1C90-4F83-96A6-A7395FE023C0}" destId="{08E3C8F3-C487-4E6D-B260-0F33BEDB27DE}" srcOrd="4" destOrd="0" presId="urn:microsoft.com/office/officeart/2005/8/layout/orgChart1"/>
    <dgm:cxn modelId="{9000DCEB-715B-46C1-AE56-E92216551536}" type="presParOf" srcId="{11D02E82-1C90-4F83-96A6-A7395FE023C0}" destId="{39C116EA-90BD-4464-8281-CBA671636D67}" srcOrd="5" destOrd="0" presId="urn:microsoft.com/office/officeart/2005/8/layout/orgChart1"/>
    <dgm:cxn modelId="{22C31646-F085-4F68-9C83-65979B4C4436}" type="presParOf" srcId="{39C116EA-90BD-4464-8281-CBA671636D67}" destId="{E4DAC79E-CA06-4A14-BE5E-4DC208C90670}" srcOrd="0" destOrd="0" presId="urn:microsoft.com/office/officeart/2005/8/layout/orgChart1"/>
    <dgm:cxn modelId="{B397AC7B-6801-46FD-AA65-5D52FF04C2E9}" type="presParOf" srcId="{E4DAC79E-CA06-4A14-BE5E-4DC208C90670}" destId="{E57E9D8B-6D26-4909-A916-2910F5F6C677}" srcOrd="0" destOrd="0" presId="urn:microsoft.com/office/officeart/2005/8/layout/orgChart1"/>
    <dgm:cxn modelId="{F7DB8122-45B4-47BD-B303-7E22093748AB}" type="presParOf" srcId="{E4DAC79E-CA06-4A14-BE5E-4DC208C90670}" destId="{E9FF910C-7666-4C42-9623-DE1CE45677CF}" srcOrd="1" destOrd="0" presId="urn:microsoft.com/office/officeart/2005/8/layout/orgChart1"/>
    <dgm:cxn modelId="{3E4DEC1B-D3AA-410F-B4C8-03E5A0826EB1}" type="presParOf" srcId="{39C116EA-90BD-4464-8281-CBA671636D67}" destId="{FF9261C5-D55F-4E06-BBBA-A64427C56D80}" srcOrd="1" destOrd="0" presId="urn:microsoft.com/office/officeart/2005/8/layout/orgChart1"/>
    <dgm:cxn modelId="{8E607E59-7C7A-4052-B432-6F1E986DB873}" type="presParOf" srcId="{39C116EA-90BD-4464-8281-CBA671636D67}" destId="{0D317742-AC1F-4FAF-938D-105E4EB81B06}" srcOrd="2" destOrd="0" presId="urn:microsoft.com/office/officeart/2005/8/layout/orgChart1"/>
    <dgm:cxn modelId="{7E128C80-68CB-4390-B7AF-537950232C08}" type="presParOf" srcId="{11D02E82-1C90-4F83-96A6-A7395FE023C0}" destId="{70EE762C-F5BB-4113-B4C3-42E5E1043ADE}" srcOrd="6" destOrd="0" presId="urn:microsoft.com/office/officeart/2005/8/layout/orgChart1"/>
    <dgm:cxn modelId="{0AC5A001-47B3-4E5B-B059-8F0FAF532138}" type="presParOf" srcId="{11D02E82-1C90-4F83-96A6-A7395FE023C0}" destId="{3D7C85A5-EBBC-4F97-B197-411C6EA0C706}" srcOrd="7" destOrd="0" presId="urn:microsoft.com/office/officeart/2005/8/layout/orgChart1"/>
    <dgm:cxn modelId="{09B1956D-4121-4809-86E7-AB44F59C284B}" type="presParOf" srcId="{3D7C85A5-EBBC-4F97-B197-411C6EA0C706}" destId="{777CF26C-8156-4273-96AF-F55C1C5028A9}" srcOrd="0" destOrd="0" presId="urn:microsoft.com/office/officeart/2005/8/layout/orgChart1"/>
    <dgm:cxn modelId="{EC39780E-DAC3-48A7-BB85-0FC6FBD51D99}" type="presParOf" srcId="{777CF26C-8156-4273-96AF-F55C1C5028A9}" destId="{4874B893-E8C0-4CA6-8939-92B11686EA39}" srcOrd="0" destOrd="0" presId="urn:microsoft.com/office/officeart/2005/8/layout/orgChart1"/>
    <dgm:cxn modelId="{B8C6D7E0-53ED-427C-A030-08C87FC8A534}" type="presParOf" srcId="{777CF26C-8156-4273-96AF-F55C1C5028A9}" destId="{644147A7-8521-44E5-A3A7-94E5F5177EB9}" srcOrd="1" destOrd="0" presId="urn:microsoft.com/office/officeart/2005/8/layout/orgChart1"/>
    <dgm:cxn modelId="{DB7B3923-75E5-4060-B0BB-E9BA71E712E3}" type="presParOf" srcId="{3D7C85A5-EBBC-4F97-B197-411C6EA0C706}" destId="{180F8916-17A2-4C37-B6DD-0BA276D4F22A}" srcOrd="1" destOrd="0" presId="urn:microsoft.com/office/officeart/2005/8/layout/orgChart1"/>
    <dgm:cxn modelId="{58A0BD94-AC99-4AC4-B436-2A9B9E7DE711}" type="presParOf" srcId="{3D7C85A5-EBBC-4F97-B197-411C6EA0C706}" destId="{47F66AFA-B9CF-4F97-BCD5-F6E1C056BAA3}" srcOrd="2" destOrd="0" presId="urn:microsoft.com/office/officeart/2005/8/layout/orgChart1"/>
    <dgm:cxn modelId="{447B0FD8-432C-4818-8A5E-F26D926CF99F}" type="presParOf" srcId="{11D02E82-1C90-4F83-96A6-A7395FE023C0}" destId="{6FC0C618-3038-419A-86CA-54A1564B2549}" srcOrd="8" destOrd="0" presId="urn:microsoft.com/office/officeart/2005/8/layout/orgChart1"/>
    <dgm:cxn modelId="{D696036A-FEA3-43AF-B121-5A869068796F}" type="presParOf" srcId="{11D02E82-1C90-4F83-96A6-A7395FE023C0}" destId="{6D12CAB5-A0FC-4444-B3D0-80D7244B37A5}" srcOrd="9" destOrd="0" presId="urn:microsoft.com/office/officeart/2005/8/layout/orgChart1"/>
    <dgm:cxn modelId="{4BBE4218-75B9-4EC2-9B00-ACB43A9C6472}" type="presParOf" srcId="{6D12CAB5-A0FC-4444-B3D0-80D7244B37A5}" destId="{15D270F2-7CD0-436C-90A3-5360B35B8AA8}" srcOrd="0" destOrd="0" presId="urn:microsoft.com/office/officeart/2005/8/layout/orgChart1"/>
    <dgm:cxn modelId="{C0E2027D-89A3-4768-AE95-7C0DFD0B88F8}" type="presParOf" srcId="{15D270F2-7CD0-436C-90A3-5360B35B8AA8}" destId="{FE9CB5DB-B417-4CFF-8527-6D6BC1C64865}" srcOrd="0" destOrd="0" presId="urn:microsoft.com/office/officeart/2005/8/layout/orgChart1"/>
    <dgm:cxn modelId="{CB841AE0-C3EA-4F5E-BC52-AA85EB842EC0}" type="presParOf" srcId="{15D270F2-7CD0-436C-90A3-5360B35B8AA8}" destId="{72BBB852-D5A3-4CB4-A9F4-564BC12C6642}" srcOrd="1" destOrd="0" presId="urn:microsoft.com/office/officeart/2005/8/layout/orgChart1"/>
    <dgm:cxn modelId="{08B5AC65-C7C4-4D36-9F99-88A1F2B0F0FB}" type="presParOf" srcId="{6D12CAB5-A0FC-4444-B3D0-80D7244B37A5}" destId="{FCF9480F-E715-47CB-9CA8-5C9E5B1C0D2C}" srcOrd="1" destOrd="0" presId="urn:microsoft.com/office/officeart/2005/8/layout/orgChart1"/>
    <dgm:cxn modelId="{B3DED878-0CEC-4C56-BF48-60D27E8A70FA}" type="presParOf" srcId="{6D12CAB5-A0FC-4444-B3D0-80D7244B37A5}" destId="{26FF1B1D-CE52-49B0-B6C1-B57891B7216C}" srcOrd="2" destOrd="0" presId="urn:microsoft.com/office/officeart/2005/8/layout/orgChart1"/>
    <dgm:cxn modelId="{F2911EEA-2435-4FAA-864C-CEB0618BEDE0}" type="presParOf" srcId="{4A2741A9-F0E2-4EEE-99A3-B27966FA9E2C}" destId="{63535B49-1105-45B6-A084-5835E6B26766}" srcOrd="2" destOrd="0" presId="urn:microsoft.com/office/officeart/2005/8/layout/orgChart1"/>
    <dgm:cxn modelId="{825348B0-DE76-46BC-AA44-08C7731610DC}" type="presParOf" srcId="{7FB78744-5562-411D-82E1-06170D068C7B}" destId="{3D6A5BD6-B43A-4810-BACA-1FA1344A9721}" srcOrd="2" destOrd="0" presId="urn:microsoft.com/office/officeart/2005/8/layout/orgChar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245AA010-DAB4-4B97-97D0-CFCEACC4E4E9}" type="doc">
      <dgm:prSet loTypeId="urn:microsoft.com/office/officeart/2005/8/layout/hierarchy3" loCatId="hierarchy" qsTypeId="urn:microsoft.com/office/officeart/2005/8/quickstyle/simple3" qsCatId="simple" csTypeId="urn:microsoft.com/office/officeart/2005/8/colors/colorful1" csCatId="colorful" phldr="1"/>
      <dgm:spPr/>
      <dgm:t>
        <a:bodyPr/>
        <a:lstStyle/>
        <a:p>
          <a:endParaRPr lang="en-IN"/>
        </a:p>
      </dgm:t>
    </dgm:pt>
    <dgm:pt modelId="{F6C116CD-7300-44CA-847D-FD7DF9AE69B6}">
      <dgm:prSet phldrT="[Text]" custT="1"/>
      <dgm:spPr/>
      <dgm:t>
        <a:bodyPr/>
        <a:lstStyle/>
        <a:p>
          <a:r>
            <a:rPr lang="en-IN" sz="1800" b="0" i="0" dirty="0"/>
            <a:t> Reference Data Types</a:t>
          </a:r>
          <a:endParaRPr lang="en-IN" sz="1800" b="0" dirty="0"/>
        </a:p>
      </dgm:t>
    </dgm:pt>
    <dgm:pt modelId="{3E48ABCC-1F24-448D-BA13-E2BE904AC4A9}" type="parTrans" cxnId="{A4F3C85B-04A0-41EA-88BF-9B2D4155727F}">
      <dgm:prSet/>
      <dgm:spPr/>
      <dgm:t>
        <a:bodyPr/>
        <a:lstStyle/>
        <a:p>
          <a:endParaRPr lang="en-IN" sz="1800" b="0"/>
        </a:p>
      </dgm:t>
    </dgm:pt>
    <dgm:pt modelId="{06578F13-124C-4B4E-86DA-1677E70D0647}" type="sibTrans" cxnId="{A4F3C85B-04A0-41EA-88BF-9B2D4155727F}">
      <dgm:prSet/>
      <dgm:spPr/>
      <dgm:t>
        <a:bodyPr/>
        <a:lstStyle/>
        <a:p>
          <a:endParaRPr lang="en-IN" sz="1800" b="0"/>
        </a:p>
      </dgm:t>
    </dgm:pt>
    <dgm:pt modelId="{C1333A8C-1639-4584-91B7-6CF53A774B77}">
      <dgm:prSet phldrT="[Text]" custT="1"/>
      <dgm:spPr/>
      <dgm:t>
        <a:bodyPr/>
        <a:lstStyle/>
        <a:p>
          <a:r>
            <a:rPr lang="en-IN" sz="1800" b="0" i="0" dirty="0"/>
            <a:t>String</a:t>
          </a:r>
          <a:endParaRPr lang="en-IN" sz="1800" b="0" dirty="0"/>
        </a:p>
      </dgm:t>
    </dgm:pt>
    <dgm:pt modelId="{8F95FAA4-AD31-40D3-BB63-DFF6B8AC0204}" type="parTrans" cxnId="{D2C7C444-FE6F-49B3-86D4-3C0FD8E4AC54}">
      <dgm:prSet/>
      <dgm:spPr/>
      <dgm:t>
        <a:bodyPr/>
        <a:lstStyle/>
        <a:p>
          <a:endParaRPr lang="en-IN" sz="1800" b="0"/>
        </a:p>
      </dgm:t>
    </dgm:pt>
    <dgm:pt modelId="{B98E42C9-05A4-47E2-973F-76C0DA084F49}" type="sibTrans" cxnId="{D2C7C444-FE6F-49B3-86D4-3C0FD8E4AC54}">
      <dgm:prSet/>
      <dgm:spPr/>
      <dgm:t>
        <a:bodyPr/>
        <a:lstStyle/>
        <a:p>
          <a:endParaRPr lang="en-IN" sz="1800" b="0"/>
        </a:p>
      </dgm:t>
    </dgm:pt>
    <dgm:pt modelId="{2EC6D66C-4E14-4DFD-B672-3B33D93A188D}">
      <dgm:prSet phldrT="[Text]" custT="1"/>
      <dgm:spPr/>
      <dgm:t>
        <a:bodyPr/>
        <a:lstStyle/>
        <a:p>
          <a:r>
            <a:rPr lang="en-IN" sz="1800" b="0" i="0"/>
            <a:t>Array</a:t>
          </a:r>
          <a:endParaRPr lang="en-IN" sz="1800" b="0" dirty="0"/>
        </a:p>
      </dgm:t>
    </dgm:pt>
    <dgm:pt modelId="{8F0E8F04-97BA-4F37-8BB4-9E846A35D448}" type="parTrans" cxnId="{E46EF047-1DE3-4462-AE4E-390015C68F83}">
      <dgm:prSet/>
      <dgm:spPr/>
      <dgm:t>
        <a:bodyPr/>
        <a:lstStyle/>
        <a:p>
          <a:endParaRPr lang="en-IN" sz="1800" b="0"/>
        </a:p>
      </dgm:t>
    </dgm:pt>
    <dgm:pt modelId="{DC31527E-FD30-4FB1-9CCD-21C065541781}" type="sibTrans" cxnId="{E46EF047-1DE3-4462-AE4E-390015C68F83}">
      <dgm:prSet/>
      <dgm:spPr/>
      <dgm:t>
        <a:bodyPr/>
        <a:lstStyle/>
        <a:p>
          <a:endParaRPr lang="en-IN" sz="1800" b="0"/>
        </a:p>
      </dgm:t>
    </dgm:pt>
    <dgm:pt modelId="{6AB40ACD-1964-4B8D-A62C-7B32EE5EA95F}">
      <dgm:prSet phldrT="[Text]" custT="1"/>
      <dgm:spPr/>
      <dgm:t>
        <a:bodyPr/>
        <a:lstStyle/>
        <a:p>
          <a:r>
            <a:rPr lang="en-IN" sz="1800" b="0" i="0" dirty="0"/>
            <a:t>Interface</a:t>
          </a:r>
          <a:endParaRPr lang="en-IN" sz="1800" b="0" dirty="0"/>
        </a:p>
      </dgm:t>
    </dgm:pt>
    <dgm:pt modelId="{B69398CD-39DB-45B3-9D89-0C0C0E61E8EE}" type="parTrans" cxnId="{45D9C907-1E92-4841-9F0C-A072BF52F4C8}">
      <dgm:prSet/>
      <dgm:spPr/>
      <dgm:t>
        <a:bodyPr/>
        <a:lstStyle/>
        <a:p>
          <a:endParaRPr lang="en-IN" sz="1800" b="0"/>
        </a:p>
      </dgm:t>
    </dgm:pt>
    <dgm:pt modelId="{C3FA644E-51F8-48E6-8208-EF01E72FCEBA}" type="sibTrans" cxnId="{45D9C907-1E92-4841-9F0C-A072BF52F4C8}">
      <dgm:prSet/>
      <dgm:spPr/>
      <dgm:t>
        <a:bodyPr/>
        <a:lstStyle/>
        <a:p>
          <a:endParaRPr lang="en-IN" sz="1800" b="0"/>
        </a:p>
      </dgm:t>
    </dgm:pt>
    <dgm:pt modelId="{5D25BDAC-D80A-42D3-BB8C-C2F613E49590}">
      <dgm:prSet phldrT="[Text]" custT="1"/>
      <dgm:spPr/>
      <dgm:t>
        <a:bodyPr/>
        <a:lstStyle/>
        <a:p>
          <a:r>
            <a:rPr lang="en-IN" sz="1800" b="0" i="0" dirty="0"/>
            <a:t>Enum</a:t>
          </a:r>
          <a:endParaRPr lang="en-IN" sz="1800" b="0" dirty="0"/>
        </a:p>
      </dgm:t>
    </dgm:pt>
    <dgm:pt modelId="{B2B98973-D518-4BD0-9E95-DC6DBB2952E0}" type="parTrans" cxnId="{48979089-EE6A-4763-AC32-EC5B614048DE}">
      <dgm:prSet/>
      <dgm:spPr/>
      <dgm:t>
        <a:bodyPr/>
        <a:lstStyle/>
        <a:p>
          <a:endParaRPr lang="en-IN" sz="1800" b="0"/>
        </a:p>
      </dgm:t>
    </dgm:pt>
    <dgm:pt modelId="{B8AC7636-0B75-4205-BCB3-E44F4436DA2E}" type="sibTrans" cxnId="{48979089-EE6A-4763-AC32-EC5B614048DE}">
      <dgm:prSet/>
      <dgm:spPr/>
      <dgm:t>
        <a:bodyPr/>
        <a:lstStyle/>
        <a:p>
          <a:endParaRPr lang="en-IN" sz="1800" b="0"/>
        </a:p>
      </dgm:t>
    </dgm:pt>
    <dgm:pt modelId="{8F88FD78-38B7-473C-B3B4-66BB9221A494}">
      <dgm:prSet phldrT="[Text]" custT="1"/>
      <dgm:spPr/>
      <dgm:t>
        <a:bodyPr/>
        <a:lstStyle/>
        <a:p>
          <a:r>
            <a:rPr lang="en-IN" sz="1800" b="0" i="0" dirty="0"/>
            <a:t>Class</a:t>
          </a:r>
          <a:endParaRPr lang="en-IN" sz="1800" b="0" dirty="0"/>
        </a:p>
      </dgm:t>
    </dgm:pt>
    <dgm:pt modelId="{338B09BD-01DC-48DE-B68B-23F9C8BDCCC1}" type="parTrans" cxnId="{D37DDFF9-D72E-451F-ACAF-A5FE0A66112B}">
      <dgm:prSet/>
      <dgm:spPr/>
      <dgm:t>
        <a:bodyPr/>
        <a:lstStyle/>
        <a:p>
          <a:endParaRPr lang="en-IN" sz="1800" b="0"/>
        </a:p>
      </dgm:t>
    </dgm:pt>
    <dgm:pt modelId="{4263371D-6830-4CE4-A2D6-6FF896FDFBB3}" type="sibTrans" cxnId="{D37DDFF9-D72E-451F-ACAF-A5FE0A66112B}">
      <dgm:prSet/>
      <dgm:spPr/>
      <dgm:t>
        <a:bodyPr/>
        <a:lstStyle/>
        <a:p>
          <a:endParaRPr lang="en-IN" sz="1800" b="0"/>
        </a:p>
      </dgm:t>
    </dgm:pt>
    <dgm:pt modelId="{32D8D8EE-2594-4438-A3E5-DBDB58F9413D}" type="pres">
      <dgm:prSet presAssocID="{245AA010-DAB4-4B97-97D0-CFCEACC4E4E9}" presName="diagram" presStyleCnt="0">
        <dgm:presLayoutVars>
          <dgm:chPref val="1"/>
          <dgm:dir/>
          <dgm:animOne val="branch"/>
          <dgm:animLvl val="lvl"/>
          <dgm:resizeHandles/>
        </dgm:presLayoutVars>
      </dgm:prSet>
      <dgm:spPr/>
    </dgm:pt>
    <dgm:pt modelId="{4BFE60BF-657F-4B3E-8AB4-A1B14CA346FC}" type="pres">
      <dgm:prSet presAssocID="{F6C116CD-7300-44CA-847D-FD7DF9AE69B6}" presName="root" presStyleCnt="0"/>
      <dgm:spPr/>
    </dgm:pt>
    <dgm:pt modelId="{506CEB34-90D6-4F31-8B4D-A3A907DE1B98}" type="pres">
      <dgm:prSet presAssocID="{F6C116CD-7300-44CA-847D-FD7DF9AE69B6}" presName="rootComposite" presStyleCnt="0"/>
      <dgm:spPr/>
    </dgm:pt>
    <dgm:pt modelId="{EAF66837-9EA6-4197-9560-27CD09A67F78}" type="pres">
      <dgm:prSet presAssocID="{F6C116CD-7300-44CA-847D-FD7DF9AE69B6}" presName="rootText" presStyleLbl="node1" presStyleIdx="0" presStyleCnt="1" custScaleX="254504" custLinFactNeighborY="-13741"/>
      <dgm:spPr/>
    </dgm:pt>
    <dgm:pt modelId="{9E9475C8-E5EB-4F02-95E5-E437C161ECA0}" type="pres">
      <dgm:prSet presAssocID="{F6C116CD-7300-44CA-847D-FD7DF9AE69B6}" presName="rootConnector" presStyleLbl="node1" presStyleIdx="0" presStyleCnt="1"/>
      <dgm:spPr/>
    </dgm:pt>
    <dgm:pt modelId="{36F5D6E7-DAF6-4756-AFF0-936C9D6E65F0}" type="pres">
      <dgm:prSet presAssocID="{F6C116CD-7300-44CA-847D-FD7DF9AE69B6}" presName="childShape" presStyleCnt="0"/>
      <dgm:spPr/>
    </dgm:pt>
    <dgm:pt modelId="{F05D5F0E-2418-45A7-94A7-2DC4D939912D}" type="pres">
      <dgm:prSet presAssocID="{8F95FAA4-AD31-40D3-BB63-DFF6B8AC0204}" presName="Name13" presStyleLbl="parChTrans1D2" presStyleIdx="0" presStyleCnt="5"/>
      <dgm:spPr/>
    </dgm:pt>
    <dgm:pt modelId="{098BF203-7005-418B-AB16-6F7D50B5C53D}" type="pres">
      <dgm:prSet presAssocID="{C1333A8C-1639-4584-91B7-6CF53A774B77}" presName="childText" presStyleLbl="bgAcc1" presStyleIdx="0" presStyleCnt="5" custScaleX="254951">
        <dgm:presLayoutVars>
          <dgm:bulletEnabled val="1"/>
        </dgm:presLayoutVars>
      </dgm:prSet>
      <dgm:spPr/>
    </dgm:pt>
    <dgm:pt modelId="{536B5173-BDAC-4E00-939B-8393BAC17C1C}" type="pres">
      <dgm:prSet presAssocID="{8F0E8F04-97BA-4F37-8BB4-9E846A35D448}" presName="Name13" presStyleLbl="parChTrans1D2" presStyleIdx="1" presStyleCnt="5"/>
      <dgm:spPr/>
    </dgm:pt>
    <dgm:pt modelId="{33ED158B-90B5-4A70-9920-DB8AADE04630}" type="pres">
      <dgm:prSet presAssocID="{2EC6D66C-4E14-4DFD-B672-3B33D93A188D}" presName="childText" presStyleLbl="bgAcc1" presStyleIdx="1" presStyleCnt="5" custScaleX="254951">
        <dgm:presLayoutVars>
          <dgm:bulletEnabled val="1"/>
        </dgm:presLayoutVars>
      </dgm:prSet>
      <dgm:spPr/>
    </dgm:pt>
    <dgm:pt modelId="{04E07175-1A6B-4C19-A742-54BA538453F3}" type="pres">
      <dgm:prSet presAssocID="{B69398CD-39DB-45B3-9D89-0C0C0E61E8EE}" presName="Name13" presStyleLbl="parChTrans1D2" presStyleIdx="2" presStyleCnt="5"/>
      <dgm:spPr/>
    </dgm:pt>
    <dgm:pt modelId="{265DD95D-E59F-469C-A9AB-F322EFD8CE06}" type="pres">
      <dgm:prSet presAssocID="{6AB40ACD-1964-4B8D-A62C-7B32EE5EA95F}" presName="childText" presStyleLbl="bgAcc1" presStyleIdx="2" presStyleCnt="5" custScaleX="254951">
        <dgm:presLayoutVars>
          <dgm:bulletEnabled val="1"/>
        </dgm:presLayoutVars>
      </dgm:prSet>
      <dgm:spPr/>
    </dgm:pt>
    <dgm:pt modelId="{D2348E03-DE33-4E5F-A766-B77F6032A9FF}" type="pres">
      <dgm:prSet presAssocID="{B2B98973-D518-4BD0-9E95-DC6DBB2952E0}" presName="Name13" presStyleLbl="parChTrans1D2" presStyleIdx="3" presStyleCnt="5"/>
      <dgm:spPr/>
    </dgm:pt>
    <dgm:pt modelId="{500786C9-3F8C-460F-9D7D-ABC2B848E5BC}" type="pres">
      <dgm:prSet presAssocID="{5D25BDAC-D80A-42D3-BB8C-C2F613E49590}" presName="childText" presStyleLbl="bgAcc1" presStyleIdx="3" presStyleCnt="5" custScaleX="254951">
        <dgm:presLayoutVars>
          <dgm:bulletEnabled val="1"/>
        </dgm:presLayoutVars>
      </dgm:prSet>
      <dgm:spPr/>
    </dgm:pt>
    <dgm:pt modelId="{36B13B34-6C03-4A14-BC3D-29EE8A652D12}" type="pres">
      <dgm:prSet presAssocID="{338B09BD-01DC-48DE-B68B-23F9C8BDCCC1}" presName="Name13" presStyleLbl="parChTrans1D2" presStyleIdx="4" presStyleCnt="5"/>
      <dgm:spPr/>
    </dgm:pt>
    <dgm:pt modelId="{6C0D643D-9BE3-4D93-912B-BBBC6DE68A77}" type="pres">
      <dgm:prSet presAssocID="{8F88FD78-38B7-473C-B3B4-66BB9221A494}" presName="childText" presStyleLbl="bgAcc1" presStyleIdx="4" presStyleCnt="5" custScaleX="254951">
        <dgm:presLayoutVars>
          <dgm:bulletEnabled val="1"/>
        </dgm:presLayoutVars>
      </dgm:prSet>
      <dgm:spPr/>
    </dgm:pt>
  </dgm:ptLst>
  <dgm:cxnLst>
    <dgm:cxn modelId="{45D9C907-1E92-4841-9F0C-A072BF52F4C8}" srcId="{F6C116CD-7300-44CA-847D-FD7DF9AE69B6}" destId="{6AB40ACD-1964-4B8D-A62C-7B32EE5EA95F}" srcOrd="2" destOrd="0" parTransId="{B69398CD-39DB-45B3-9D89-0C0C0E61E8EE}" sibTransId="{C3FA644E-51F8-48E6-8208-EF01E72FCEBA}"/>
    <dgm:cxn modelId="{A4F3C85B-04A0-41EA-88BF-9B2D4155727F}" srcId="{245AA010-DAB4-4B97-97D0-CFCEACC4E4E9}" destId="{F6C116CD-7300-44CA-847D-FD7DF9AE69B6}" srcOrd="0" destOrd="0" parTransId="{3E48ABCC-1F24-448D-BA13-E2BE904AC4A9}" sibTransId="{06578F13-124C-4B4E-86DA-1677E70D0647}"/>
    <dgm:cxn modelId="{FE41B85C-0B74-4BE6-AF7F-82C2C20C11DA}" type="presOf" srcId="{245AA010-DAB4-4B97-97D0-CFCEACC4E4E9}" destId="{32D8D8EE-2594-4438-A3E5-DBDB58F9413D}" srcOrd="0" destOrd="0" presId="urn:microsoft.com/office/officeart/2005/8/layout/hierarchy3"/>
    <dgm:cxn modelId="{D2C7C444-FE6F-49B3-86D4-3C0FD8E4AC54}" srcId="{F6C116CD-7300-44CA-847D-FD7DF9AE69B6}" destId="{C1333A8C-1639-4584-91B7-6CF53A774B77}" srcOrd="0" destOrd="0" parTransId="{8F95FAA4-AD31-40D3-BB63-DFF6B8AC0204}" sibTransId="{B98E42C9-05A4-47E2-973F-76C0DA084F49}"/>
    <dgm:cxn modelId="{E46EF047-1DE3-4462-AE4E-390015C68F83}" srcId="{F6C116CD-7300-44CA-847D-FD7DF9AE69B6}" destId="{2EC6D66C-4E14-4DFD-B672-3B33D93A188D}" srcOrd="1" destOrd="0" parTransId="{8F0E8F04-97BA-4F37-8BB4-9E846A35D448}" sibTransId="{DC31527E-FD30-4FB1-9CCD-21C065541781}"/>
    <dgm:cxn modelId="{FD20F967-26B0-4022-9195-1A0B5918C6A7}" type="presOf" srcId="{F6C116CD-7300-44CA-847D-FD7DF9AE69B6}" destId="{EAF66837-9EA6-4197-9560-27CD09A67F78}" srcOrd="0" destOrd="0" presId="urn:microsoft.com/office/officeart/2005/8/layout/hierarchy3"/>
    <dgm:cxn modelId="{A23D2769-861B-4DF1-A3F7-BE5CF6296D95}" type="presOf" srcId="{2EC6D66C-4E14-4DFD-B672-3B33D93A188D}" destId="{33ED158B-90B5-4A70-9920-DB8AADE04630}" srcOrd="0" destOrd="0" presId="urn:microsoft.com/office/officeart/2005/8/layout/hierarchy3"/>
    <dgm:cxn modelId="{423B5078-E086-4B07-8676-61953500CD36}" type="presOf" srcId="{5D25BDAC-D80A-42D3-BB8C-C2F613E49590}" destId="{500786C9-3F8C-460F-9D7D-ABC2B848E5BC}" srcOrd="0" destOrd="0" presId="urn:microsoft.com/office/officeart/2005/8/layout/hierarchy3"/>
    <dgm:cxn modelId="{E1C75583-0C77-4C04-9B18-F93238D724FF}" type="presOf" srcId="{338B09BD-01DC-48DE-B68B-23F9C8BDCCC1}" destId="{36B13B34-6C03-4A14-BC3D-29EE8A652D12}" srcOrd="0" destOrd="0" presId="urn:microsoft.com/office/officeart/2005/8/layout/hierarchy3"/>
    <dgm:cxn modelId="{48979089-EE6A-4763-AC32-EC5B614048DE}" srcId="{F6C116CD-7300-44CA-847D-FD7DF9AE69B6}" destId="{5D25BDAC-D80A-42D3-BB8C-C2F613E49590}" srcOrd="3" destOrd="0" parTransId="{B2B98973-D518-4BD0-9E95-DC6DBB2952E0}" sibTransId="{B8AC7636-0B75-4205-BCB3-E44F4436DA2E}"/>
    <dgm:cxn modelId="{143D65A1-971D-4DBE-AEC4-E9BDBDF2F0BB}" type="presOf" srcId="{6AB40ACD-1964-4B8D-A62C-7B32EE5EA95F}" destId="{265DD95D-E59F-469C-A9AB-F322EFD8CE06}" srcOrd="0" destOrd="0" presId="urn:microsoft.com/office/officeart/2005/8/layout/hierarchy3"/>
    <dgm:cxn modelId="{D1952CBD-667E-421B-B6AA-B0017D567388}" type="presOf" srcId="{8F88FD78-38B7-473C-B3B4-66BB9221A494}" destId="{6C0D643D-9BE3-4D93-912B-BBBC6DE68A77}" srcOrd="0" destOrd="0" presId="urn:microsoft.com/office/officeart/2005/8/layout/hierarchy3"/>
    <dgm:cxn modelId="{42E6EFC3-078D-4F50-829A-8A3E69FA6E84}" type="presOf" srcId="{B2B98973-D518-4BD0-9E95-DC6DBB2952E0}" destId="{D2348E03-DE33-4E5F-A766-B77F6032A9FF}" srcOrd="0" destOrd="0" presId="urn:microsoft.com/office/officeart/2005/8/layout/hierarchy3"/>
    <dgm:cxn modelId="{B03C0FCD-69BC-497E-8E6F-D724F1DE3E47}" type="presOf" srcId="{8F0E8F04-97BA-4F37-8BB4-9E846A35D448}" destId="{536B5173-BDAC-4E00-939B-8393BAC17C1C}" srcOrd="0" destOrd="0" presId="urn:microsoft.com/office/officeart/2005/8/layout/hierarchy3"/>
    <dgm:cxn modelId="{AB145FE4-813B-44A6-992C-DB6D8BFF0214}" type="presOf" srcId="{F6C116CD-7300-44CA-847D-FD7DF9AE69B6}" destId="{9E9475C8-E5EB-4F02-95E5-E437C161ECA0}" srcOrd="1" destOrd="0" presId="urn:microsoft.com/office/officeart/2005/8/layout/hierarchy3"/>
    <dgm:cxn modelId="{82CB8BE4-4BE2-4B9C-BFB3-C20DEFF93DAC}" type="presOf" srcId="{C1333A8C-1639-4584-91B7-6CF53A774B77}" destId="{098BF203-7005-418B-AB16-6F7D50B5C53D}" srcOrd="0" destOrd="0" presId="urn:microsoft.com/office/officeart/2005/8/layout/hierarchy3"/>
    <dgm:cxn modelId="{A131E0E5-B8E6-4462-98B3-EA7178859849}" type="presOf" srcId="{B69398CD-39DB-45B3-9D89-0C0C0E61E8EE}" destId="{04E07175-1A6B-4C19-A742-54BA538453F3}" srcOrd="0" destOrd="0" presId="urn:microsoft.com/office/officeart/2005/8/layout/hierarchy3"/>
    <dgm:cxn modelId="{AAEC63E7-B5BA-4B5D-8F6D-809743ED791D}" type="presOf" srcId="{8F95FAA4-AD31-40D3-BB63-DFF6B8AC0204}" destId="{F05D5F0E-2418-45A7-94A7-2DC4D939912D}" srcOrd="0" destOrd="0" presId="urn:microsoft.com/office/officeart/2005/8/layout/hierarchy3"/>
    <dgm:cxn modelId="{D37DDFF9-D72E-451F-ACAF-A5FE0A66112B}" srcId="{F6C116CD-7300-44CA-847D-FD7DF9AE69B6}" destId="{8F88FD78-38B7-473C-B3B4-66BB9221A494}" srcOrd="4" destOrd="0" parTransId="{338B09BD-01DC-48DE-B68B-23F9C8BDCCC1}" sibTransId="{4263371D-6830-4CE4-A2D6-6FF896FDFBB3}"/>
    <dgm:cxn modelId="{33091D96-6AD5-4EBD-B70F-7148ADDC59AF}" type="presParOf" srcId="{32D8D8EE-2594-4438-A3E5-DBDB58F9413D}" destId="{4BFE60BF-657F-4B3E-8AB4-A1B14CA346FC}" srcOrd="0" destOrd="0" presId="urn:microsoft.com/office/officeart/2005/8/layout/hierarchy3"/>
    <dgm:cxn modelId="{22053331-76E3-46D3-A8E2-B06384F5DC88}" type="presParOf" srcId="{4BFE60BF-657F-4B3E-8AB4-A1B14CA346FC}" destId="{506CEB34-90D6-4F31-8B4D-A3A907DE1B98}" srcOrd="0" destOrd="0" presId="urn:microsoft.com/office/officeart/2005/8/layout/hierarchy3"/>
    <dgm:cxn modelId="{E2B423C1-A0E2-4BEF-8E93-7E2D3B45DE52}" type="presParOf" srcId="{506CEB34-90D6-4F31-8B4D-A3A907DE1B98}" destId="{EAF66837-9EA6-4197-9560-27CD09A67F78}" srcOrd="0" destOrd="0" presId="urn:microsoft.com/office/officeart/2005/8/layout/hierarchy3"/>
    <dgm:cxn modelId="{A21894A0-CD39-433B-8B89-9FC85B92999F}" type="presParOf" srcId="{506CEB34-90D6-4F31-8B4D-A3A907DE1B98}" destId="{9E9475C8-E5EB-4F02-95E5-E437C161ECA0}" srcOrd="1" destOrd="0" presId="urn:microsoft.com/office/officeart/2005/8/layout/hierarchy3"/>
    <dgm:cxn modelId="{7038649F-F019-49B3-9170-367F5D164D28}" type="presParOf" srcId="{4BFE60BF-657F-4B3E-8AB4-A1B14CA346FC}" destId="{36F5D6E7-DAF6-4756-AFF0-936C9D6E65F0}" srcOrd="1" destOrd="0" presId="urn:microsoft.com/office/officeart/2005/8/layout/hierarchy3"/>
    <dgm:cxn modelId="{A0CFDC44-81E5-4DA8-BFDA-2A82268A5FD7}" type="presParOf" srcId="{36F5D6E7-DAF6-4756-AFF0-936C9D6E65F0}" destId="{F05D5F0E-2418-45A7-94A7-2DC4D939912D}" srcOrd="0" destOrd="0" presId="urn:microsoft.com/office/officeart/2005/8/layout/hierarchy3"/>
    <dgm:cxn modelId="{CF8B4E27-E2B5-44B8-BD31-DD8B410E521E}" type="presParOf" srcId="{36F5D6E7-DAF6-4756-AFF0-936C9D6E65F0}" destId="{098BF203-7005-418B-AB16-6F7D50B5C53D}" srcOrd="1" destOrd="0" presId="urn:microsoft.com/office/officeart/2005/8/layout/hierarchy3"/>
    <dgm:cxn modelId="{97CF6CB2-0383-435F-8E0D-CA53E1CF4864}" type="presParOf" srcId="{36F5D6E7-DAF6-4756-AFF0-936C9D6E65F0}" destId="{536B5173-BDAC-4E00-939B-8393BAC17C1C}" srcOrd="2" destOrd="0" presId="urn:microsoft.com/office/officeart/2005/8/layout/hierarchy3"/>
    <dgm:cxn modelId="{B60DB7C2-C494-4651-819A-43475645A963}" type="presParOf" srcId="{36F5D6E7-DAF6-4756-AFF0-936C9D6E65F0}" destId="{33ED158B-90B5-4A70-9920-DB8AADE04630}" srcOrd="3" destOrd="0" presId="urn:microsoft.com/office/officeart/2005/8/layout/hierarchy3"/>
    <dgm:cxn modelId="{F52988C3-557B-434F-9290-771B595725AC}" type="presParOf" srcId="{36F5D6E7-DAF6-4756-AFF0-936C9D6E65F0}" destId="{04E07175-1A6B-4C19-A742-54BA538453F3}" srcOrd="4" destOrd="0" presId="urn:microsoft.com/office/officeart/2005/8/layout/hierarchy3"/>
    <dgm:cxn modelId="{C4C510EC-AB61-47F7-A994-E494F68D80E3}" type="presParOf" srcId="{36F5D6E7-DAF6-4756-AFF0-936C9D6E65F0}" destId="{265DD95D-E59F-469C-A9AB-F322EFD8CE06}" srcOrd="5" destOrd="0" presId="urn:microsoft.com/office/officeart/2005/8/layout/hierarchy3"/>
    <dgm:cxn modelId="{722EA7FB-9E8C-49DD-9E0C-19D7321F2FB2}" type="presParOf" srcId="{36F5D6E7-DAF6-4756-AFF0-936C9D6E65F0}" destId="{D2348E03-DE33-4E5F-A766-B77F6032A9FF}" srcOrd="6" destOrd="0" presId="urn:microsoft.com/office/officeart/2005/8/layout/hierarchy3"/>
    <dgm:cxn modelId="{633AFFB9-90BF-4659-8E86-DFB31C668DA9}" type="presParOf" srcId="{36F5D6E7-DAF6-4756-AFF0-936C9D6E65F0}" destId="{500786C9-3F8C-460F-9D7D-ABC2B848E5BC}" srcOrd="7" destOrd="0" presId="urn:microsoft.com/office/officeart/2005/8/layout/hierarchy3"/>
    <dgm:cxn modelId="{58255F62-BEE0-42E4-A07C-08FA5BDACA8B}" type="presParOf" srcId="{36F5D6E7-DAF6-4756-AFF0-936C9D6E65F0}" destId="{36B13B34-6C03-4A14-BC3D-29EE8A652D12}" srcOrd="8" destOrd="0" presId="urn:microsoft.com/office/officeart/2005/8/layout/hierarchy3"/>
    <dgm:cxn modelId="{813AF0D8-63E1-40B5-BD52-FCD35055518D}" type="presParOf" srcId="{36F5D6E7-DAF6-4756-AFF0-936C9D6E65F0}" destId="{6C0D643D-9BE3-4D93-912B-BBBC6DE68A77}" srcOrd="9" destOrd="0" presId="urn:microsoft.com/office/officeart/2005/8/layout/hierarchy3"/>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2AA76CEC-4A49-446A-81B7-FEB22EC2776D}" type="doc">
      <dgm:prSet loTypeId="urn:microsoft.com/office/officeart/2008/layout/HorizontalMultiLevelHierarchy" loCatId="hierarchy" qsTypeId="urn:microsoft.com/office/officeart/2005/8/quickstyle/simple3" qsCatId="simple" csTypeId="urn:microsoft.com/office/officeart/2005/8/colors/colorful5" csCatId="colorful" phldr="1"/>
      <dgm:spPr/>
      <dgm:t>
        <a:bodyPr/>
        <a:lstStyle/>
        <a:p>
          <a:endParaRPr lang="en-IN"/>
        </a:p>
      </dgm:t>
    </dgm:pt>
    <dgm:pt modelId="{E6D89FC3-19A5-4E45-8A94-4D03AE3A5F2C}">
      <dgm:prSet phldrT="[Text]" custT="1"/>
      <dgm:spPr/>
      <dgm:t>
        <a:bodyPr/>
        <a:lstStyle/>
        <a:p>
          <a:r>
            <a:rPr lang="en-IN" sz="2000" dirty="0"/>
            <a:t>Types of Operators</a:t>
          </a:r>
        </a:p>
      </dgm:t>
    </dgm:pt>
    <dgm:pt modelId="{FC728F0C-C5FA-4E9C-9A2C-802026F52466}" type="parTrans" cxnId="{938BB137-69BC-41E2-822B-96DE1424B1D8}">
      <dgm:prSet/>
      <dgm:spPr/>
      <dgm:t>
        <a:bodyPr/>
        <a:lstStyle/>
        <a:p>
          <a:endParaRPr lang="en-IN" sz="1600"/>
        </a:p>
      </dgm:t>
    </dgm:pt>
    <dgm:pt modelId="{F51FE7B1-9CAF-42FB-A819-BEF374F30EFA}" type="sibTrans" cxnId="{938BB137-69BC-41E2-822B-96DE1424B1D8}">
      <dgm:prSet/>
      <dgm:spPr/>
      <dgm:t>
        <a:bodyPr/>
        <a:lstStyle/>
        <a:p>
          <a:endParaRPr lang="en-IN" sz="1600"/>
        </a:p>
      </dgm:t>
    </dgm:pt>
    <dgm:pt modelId="{C4EEA271-3D87-4C0C-912A-3F99AFAC0669}">
      <dgm:prSet phldrT="[Text]" custT="1"/>
      <dgm:spPr/>
      <dgm:t>
        <a:bodyPr/>
        <a:lstStyle/>
        <a:p>
          <a:pPr algn="l"/>
          <a:r>
            <a:rPr lang="en-IN" sz="1600" b="0" i="0" dirty="0"/>
            <a:t>1. Arithmetic Operators</a:t>
          </a:r>
          <a:endParaRPr lang="en-IN" sz="1600" dirty="0"/>
        </a:p>
      </dgm:t>
    </dgm:pt>
    <dgm:pt modelId="{3C7574BD-DFEF-44E8-B378-D391289AB0C5}" type="parTrans" cxnId="{93E30C64-A5D3-40F0-82EA-4FE492CCA767}">
      <dgm:prSet custT="1"/>
      <dgm:spPr/>
      <dgm:t>
        <a:bodyPr/>
        <a:lstStyle/>
        <a:p>
          <a:endParaRPr lang="en-IN" sz="1600"/>
        </a:p>
      </dgm:t>
    </dgm:pt>
    <dgm:pt modelId="{76C037FC-C43B-4CB5-9D12-A5B10064505E}" type="sibTrans" cxnId="{93E30C64-A5D3-40F0-82EA-4FE492CCA767}">
      <dgm:prSet/>
      <dgm:spPr/>
      <dgm:t>
        <a:bodyPr/>
        <a:lstStyle/>
        <a:p>
          <a:endParaRPr lang="en-IN" sz="1600"/>
        </a:p>
      </dgm:t>
    </dgm:pt>
    <dgm:pt modelId="{98638CDC-BE70-483E-A025-26870C3283CD}">
      <dgm:prSet phldrT="[Text]" custT="1"/>
      <dgm:spPr/>
      <dgm:t>
        <a:bodyPr/>
        <a:lstStyle/>
        <a:p>
          <a:pPr algn="l"/>
          <a:r>
            <a:rPr lang="en-IN" sz="1600" b="0" i="0" dirty="0"/>
            <a:t>2. Assignment Operators</a:t>
          </a:r>
          <a:endParaRPr lang="en-IN" sz="1600" dirty="0"/>
        </a:p>
      </dgm:t>
    </dgm:pt>
    <dgm:pt modelId="{35272958-6A4F-4BD8-88CF-BF3BA51B35FF}" type="parTrans" cxnId="{4DC4BBEF-9F8F-42AB-9084-49BB92DC5F43}">
      <dgm:prSet custT="1"/>
      <dgm:spPr/>
      <dgm:t>
        <a:bodyPr/>
        <a:lstStyle/>
        <a:p>
          <a:endParaRPr lang="en-IN" sz="1600"/>
        </a:p>
      </dgm:t>
    </dgm:pt>
    <dgm:pt modelId="{761CAF09-2A54-4748-AB50-42A2A603C695}" type="sibTrans" cxnId="{4DC4BBEF-9F8F-42AB-9084-49BB92DC5F43}">
      <dgm:prSet/>
      <dgm:spPr/>
      <dgm:t>
        <a:bodyPr/>
        <a:lstStyle/>
        <a:p>
          <a:endParaRPr lang="en-IN" sz="1600"/>
        </a:p>
      </dgm:t>
    </dgm:pt>
    <dgm:pt modelId="{D8C112DC-D5D9-4F93-850E-0CB7D562F558}">
      <dgm:prSet phldrT="[Text]" custT="1"/>
      <dgm:spPr/>
      <dgm:t>
        <a:bodyPr/>
        <a:lstStyle/>
        <a:p>
          <a:pPr algn="l"/>
          <a:r>
            <a:rPr lang="en-IN" sz="1600" b="0" i="0" dirty="0"/>
            <a:t>3. Comparison Operators</a:t>
          </a:r>
          <a:endParaRPr lang="en-IN" sz="1600" dirty="0"/>
        </a:p>
      </dgm:t>
    </dgm:pt>
    <dgm:pt modelId="{3FA1BEFF-91E7-4C5F-BB5B-1F3EF63EA843}" type="parTrans" cxnId="{C0FF34B4-0CF5-45EE-9178-CFB1A95FEACE}">
      <dgm:prSet custT="1"/>
      <dgm:spPr/>
      <dgm:t>
        <a:bodyPr/>
        <a:lstStyle/>
        <a:p>
          <a:endParaRPr lang="en-IN" sz="1600"/>
        </a:p>
      </dgm:t>
    </dgm:pt>
    <dgm:pt modelId="{A1F9DA93-F2B9-4B3E-BB36-144A6C1B5896}" type="sibTrans" cxnId="{C0FF34B4-0CF5-45EE-9178-CFB1A95FEACE}">
      <dgm:prSet/>
      <dgm:spPr/>
      <dgm:t>
        <a:bodyPr/>
        <a:lstStyle/>
        <a:p>
          <a:endParaRPr lang="en-IN" sz="1600"/>
        </a:p>
      </dgm:t>
    </dgm:pt>
    <dgm:pt modelId="{8EF17BD3-ABC1-4914-92F7-E71083DC6502}">
      <dgm:prSet custT="1"/>
      <dgm:spPr/>
      <dgm:t>
        <a:bodyPr/>
        <a:lstStyle/>
        <a:p>
          <a:pPr algn="l"/>
          <a:r>
            <a:rPr lang="en-IN" sz="1600" b="0" i="0" dirty="0"/>
            <a:t>4. Logical Operators</a:t>
          </a:r>
          <a:endParaRPr lang="en-IN" sz="1600" dirty="0"/>
        </a:p>
      </dgm:t>
    </dgm:pt>
    <dgm:pt modelId="{A71BB647-835D-4389-ACF8-CF71C5AAAC79}" type="parTrans" cxnId="{B63C245F-6424-4353-AF3E-8D2C0FBDF3DB}">
      <dgm:prSet custT="1"/>
      <dgm:spPr/>
      <dgm:t>
        <a:bodyPr/>
        <a:lstStyle/>
        <a:p>
          <a:endParaRPr lang="en-IN" sz="1600"/>
        </a:p>
      </dgm:t>
    </dgm:pt>
    <dgm:pt modelId="{6BFAE0E8-5A45-4AAE-8798-B1D274E52585}" type="sibTrans" cxnId="{B63C245F-6424-4353-AF3E-8D2C0FBDF3DB}">
      <dgm:prSet/>
      <dgm:spPr/>
      <dgm:t>
        <a:bodyPr/>
        <a:lstStyle/>
        <a:p>
          <a:endParaRPr lang="en-IN" sz="1600"/>
        </a:p>
      </dgm:t>
    </dgm:pt>
    <dgm:pt modelId="{3DFD13A5-D89C-40C6-BC47-51E02996BD53}">
      <dgm:prSet custT="1"/>
      <dgm:spPr/>
      <dgm:t>
        <a:bodyPr/>
        <a:lstStyle/>
        <a:p>
          <a:pPr algn="l"/>
          <a:r>
            <a:rPr lang="en-IN" sz="1600" b="0" dirty="0"/>
            <a:t>5. Unary Operators</a:t>
          </a:r>
          <a:endParaRPr lang="en-IN" sz="1600" dirty="0"/>
        </a:p>
      </dgm:t>
    </dgm:pt>
    <dgm:pt modelId="{0493CE3E-B075-4418-910D-DEBE06869E35}" type="parTrans" cxnId="{70AFB806-4D6E-4188-99AE-BF9570AAA3DE}">
      <dgm:prSet custT="1"/>
      <dgm:spPr/>
      <dgm:t>
        <a:bodyPr/>
        <a:lstStyle/>
        <a:p>
          <a:endParaRPr lang="en-IN" sz="1600"/>
        </a:p>
      </dgm:t>
    </dgm:pt>
    <dgm:pt modelId="{39C1EB49-60D8-4D6F-846D-E2C48B8AB330}" type="sibTrans" cxnId="{70AFB806-4D6E-4188-99AE-BF9570AAA3DE}">
      <dgm:prSet/>
      <dgm:spPr/>
      <dgm:t>
        <a:bodyPr/>
        <a:lstStyle/>
        <a:p>
          <a:endParaRPr lang="en-IN" sz="1600"/>
        </a:p>
      </dgm:t>
    </dgm:pt>
    <dgm:pt modelId="{6E6A29A6-458D-401B-8BD6-3579D5748DF8}">
      <dgm:prSet custT="1"/>
      <dgm:spPr/>
      <dgm:t>
        <a:bodyPr/>
        <a:lstStyle/>
        <a:p>
          <a:pPr algn="l"/>
          <a:r>
            <a:rPr lang="en-IN" sz="1600" b="0" dirty="0"/>
            <a:t>6. Ternary/ Conditional Operator</a:t>
          </a:r>
          <a:endParaRPr lang="en-IN" sz="1600" dirty="0"/>
        </a:p>
      </dgm:t>
    </dgm:pt>
    <dgm:pt modelId="{60031E9E-871E-4CBF-BCBF-06EFF6F9838A}" type="parTrans" cxnId="{69A21FEA-B000-4584-833D-9EC8E3716232}">
      <dgm:prSet custT="1"/>
      <dgm:spPr/>
      <dgm:t>
        <a:bodyPr/>
        <a:lstStyle/>
        <a:p>
          <a:endParaRPr lang="en-IN" sz="1600"/>
        </a:p>
      </dgm:t>
    </dgm:pt>
    <dgm:pt modelId="{F7D64699-C0A2-41FE-A69A-7327A0B8C882}" type="sibTrans" cxnId="{69A21FEA-B000-4584-833D-9EC8E3716232}">
      <dgm:prSet/>
      <dgm:spPr/>
      <dgm:t>
        <a:bodyPr/>
        <a:lstStyle/>
        <a:p>
          <a:endParaRPr lang="en-IN" sz="1600"/>
        </a:p>
      </dgm:t>
    </dgm:pt>
    <dgm:pt modelId="{90965327-7CD8-4FB6-82A8-D6FC4A0D3EF0}">
      <dgm:prSet custT="1"/>
      <dgm:spPr/>
      <dgm:t>
        <a:bodyPr/>
        <a:lstStyle/>
        <a:p>
          <a:r>
            <a:rPr lang="en-IN" sz="1600" b="0" i="0" dirty="0"/>
            <a:t>+, -, *, /, %, ++, --</a:t>
          </a:r>
          <a:endParaRPr lang="en-IN" sz="1600" dirty="0"/>
        </a:p>
      </dgm:t>
    </dgm:pt>
    <dgm:pt modelId="{98F3A1F0-0CF5-456E-9040-ED826FB40DB0}" type="parTrans" cxnId="{EC403CFB-201F-4DDD-83BA-3E2896451CF3}">
      <dgm:prSet custT="1"/>
      <dgm:spPr/>
      <dgm:t>
        <a:bodyPr/>
        <a:lstStyle/>
        <a:p>
          <a:endParaRPr lang="en-IN" sz="1600"/>
        </a:p>
      </dgm:t>
    </dgm:pt>
    <dgm:pt modelId="{1475F798-996D-46A9-B62D-1B10A871F039}" type="sibTrans" cxnId="{EC403CFB-201F-4DDD-83BA-3E2896451CF3}">
      <dgm:prSet/>
      <dgm:spPr/>
      <dgm:t>
        <a:bodyPr/>
        <a:lstStyle/>
        <a:p>
          <a:endParaRPr lang="en-IN" sz="1600"/>
        </a:p>
      </dgm:t>
    </dgm:pt>
    <dgm:pt modelId="{F323F8AC-CD12-4A34-8ED6-2BBD18CBB69A}">
      <dgm:prSet custT="1"/>
      <dgm:spPr/>
      <dgm:t>
        <a:bodyPr/>
        <a:lstStyle/>
        <a:p>
          <a:r>
            <a:rPr lang="en-IN" sz="1600" b="0" i="0" dirty="0"/>
            <a:t>=, +=, -=, *=, /=, %=</a:t>
          </a:r>
          <a:endParaRPr lang="en-IN" sz="1600" dirty="0"/>
        </a:p>
      </dgm:t>
    </dgm:pt>
    <dgm:pt modelId="{D2592922-E96F-4274-BDA5-5F66E6D2E080}" type="parTrans" cxnId="{5A96B73A-BB53-4B90-8DE6-126D7C34EC16}">
      <dgm:prSet custT="1"/>
      <dgm:spPr/>
      <dgm:t>
        <a:bodyPr/>
        <a:lstStyle/>
        <a:p>
          <a:endParaRPr lang="en-IN" sz="1600"/>
        </a:p>
      </dgm:t>
    </dgm:pt>
    <dgm:pt modelId="{4FF06D29-1288-40DD-9506-06AA3A739A1F}" type="sibTrans" cxnId="{5A96B73A-BB53-4B90-8DE6-126D7C34EC16}">
      <dgm:prSet/>
      <dgm:spPr/>
      <dgm:t>
        <a:bodyPr/>
        <a:lstStyle/>
        <a:p>
          <a:endParaRPr lang="en-IN" sz="1600"/>
        </a:p>
      </dgm:t>
    </dgm:pt>
    <dgm:pt modelId="{09B06724-8F4B-456C-83D5-9EBF69F16348}">
      <dgm:prSet custT="1"/>
      <dgm:spPr/>
      <dgm:t>
        <a:bodyPr/>
        <a:lstStyle/>
        <a:p>
          <a:r>
            <a:rPr lang="en-IN" sz="1600" b="0" i="0" dirty="0"/>
            <a:t>==, !=, &gt;, &lt;, &gt;=, &lt;=</a:t>
          </a:r>
          <a:endParaRPr lang="en-IN" sz="1600" dirty="0"/>
        </a:p>
      </dgm:t>
    </dgm:pt>
    <dgm:pt modelId="{DBBF3B4B-C55F-48EE-9853-75E8194115E5}" type="parTrans" cxnId="{F77DB2BE-25DA-4BE9-AAFD-B22419C2007C}">
      <dgm:prSet custT="1"/>
      <dgm:spPr/>
      <dgm:t>
        <a:bodyPr/>
        <a:lstStyle/>
        <a:p>
          <a:endParaRPr lang="en-IN" sz="1600"/>
        </a:p>
      </dgm:t>
    </dgm:pt>
    <dgm:pt modelId="{C9522EFF-5B8D-425E-8353-F2F35B3FFB73}" type="sibTrans" cxnId="{F77DB2BE-25DA-4BE9-AAFD-B22419C2007C}">
      <dgm:prSet/>
      <dgm:spPr/>
      <dgm:t>
        <a:bodyPr/>
        <a:lstStyle/>
        <a:p>
          <a:endParaRPr lang="en-IN" sz="1600"/>
        </a:p>
      </dgm:t>
    </dgm:pt>
    <dgm:pt modelId="{93A030E9-0B58-4273-9825-B57D1C7F58D4}">
      <dgm:prSet custT="1"/>
      <dgm:spPr/>
      <dgm:t>
        <a:bodyPr/>
        <a:lstStyle/>
        <a:p>
          <a:r>
            <a:rPr lang="en-IN" sz="1600" b="0" i="0" dirty="0"/>
            <a:t>&amp;&amp;, ||, !</a:t>
          </a:r>
          <a:endParaRPr lang="en-IN" sz="1600" dirty="0"/>
        </a:p>
      </dgm:t>
    </dgm:pt>
    <dgm:pt modelId="{302120D0-C393-4D15-8A89-160B09FFACF9}" type="parTrans" cxnId="{B3556912-D040-480A-BC65-AAD232107D49}">
      <dgm:prSet custT="1"/>
      <dgm:spPr/>
      <dgm:t>
        <a:bodyPr/>
        <a:lstStyle/>
        <a:p>
          <a:endParaRPr lang="en-IN" sz="1600"/>
        </a:p>
      </dgm:t>
    </dgm:pt>
    <dgm:pt modelId="{97636223-3932-4B63-A675-7B252043B435}" type="sibTrans" cxnId="{B3556912-D040-480A-BC65-AAD232107D49}">
      <dgm:prSet/>
      <dgm:spPr/>
      <dgm:t>
        <a:bodyPr/>
        <a:lstStyle/>
        <a:p>
          <a:endParaRPr lang="en-IN" sz="1600"/>
        </a:p>
      </dgm:t>
    </dgm:pt>
    <dgm:pt modelId="{73D0A252-CE7E-4982-BEA4-525E9B4F483F}">
      <dgm:prSet custT="1"/>
      <dgm:spPr/>
      <dgm:t>
        <a:bodyPr/>
        <a:lstStyle/>
        <a:p>
          <a:r>
            <a:rPr lang="en-IN" sz="1600" b="0" i="0" dirty="0"/>
            <a:t>++, --, !</a:t>
          </a:r>
          <a:endParaRPr lang="en-IN" sz="1600" dirty="0"/>
        </a:p>
      </dgm:t>
    </dgm:pt>
    <dgm:pt modelId="{6513655F-A333-4670-BBF3-2B15592E7EEE}" type="parTrans" cxnId="{57F3A391-AC7C-434A-A7AF-8C5F87BCF680}">
      <dgm:prSet custT="1"/>
      <dgm:spPr/>
      <dgm:t>
        <a:bodyPr/>
        <a:lstStyle/>
        <a:p>
          <a:endParaRPr lang="en-IN" sz="1600"/>
        </a:p>
      </dgm:t>
    </dgm:pt>
    <dgm:pt modelId="{85574AC3-7927-42EB-9CE4-A9A680DE00A1}" type="sibTrans" cxnId="{57F3A391-AC7C-434A-A7AF-8C5F87BCF680}">
      <dgm:prSet/>
      <dgm:spPr/>
      <dgm:t>
        <a:bodyPr/>
        <a:lstStyle/>
        <a:p>
          <a:endParaRPr lang="en-IN" sz="1600"/>
        </a:p>
      </dgm:t>
    </dgm:pt>
    <dgm:pt modelId="{0606D593-B241-4FDA-B558-9AA884BAF273}">
      <dgm:prSet custT="1"/>
      <dgm:spPr/>
      <dgm:t>
        <a:bodyPr/>
        <a:lstStyle/>
        <a:p>
          <a:r>
            <a:rPr lang="en-IN" sz="1600" b="0" i="0" dirty="0"/>
            <a:t>?:</a:t>
          </a:r>
          <a:endParaRPr lang="en-IN" sz="1600" dirty="0"/>
        </a:p>
      </dgm:t>
    </dgm:pt>
    <dgm:pt modelId="{F8C3F68D-E18C-4184-AE19-13465D321A91}" type="parTrans" cxnId="{D13374BD-C102-40AA-8130-0EE6CCD2F1B5}">
      <dgm:prSet custT="1"/>
      <dgm:spPr/>
      <dgm:t>
        <a:bodyPr/>
        <a:lstStyle/>
        <a:p>
          <a:endParaRPr lang="en-IN" sz="1600"/>
        </a:p>
      </dgm:t>
    </dgm:pt>
    <dgm:pt modelId="{75A7741B-7E67-40CC-99A9-3064FF58157C}" type="sibTrans" cxnId="{D13374BD-C102-40AA-8130-0EE6CCD2F1B5}">
      <dgm:prSet/>
      <dgm:spPr/>
      <dgm:t>
        <a:bodyPr/>
        <a:lstStyle/>
        <a:p>
          <a:endParaRPr lang="en-IN" sz="1600"/>
        </a:p>
      </dgm:t>
    </dgm:pt>
    <dgm:pt modelId="{B8B22CA7-4AC4-46F0-B063-FEE144544271}">
      <dgm:prSet custT="1"/>
      <dgm:spPr/>
      <dgm:t>
        <a:bodyPr/>
        <a:lstStyle/>
        <a:p>
          <a:r>
            <a:rPr lang="en-IN" sz="1600" b="0" i="0" dirty="0"/>
            <a:t>instanceof</a:t>
          </a:r>
          <a:endParaRPr lang="en-IN" sz="1600" dirty="0"/>
        </a:p>
      </dgm:t>
    </dgm:pt>
    <dgm:pt modelId="{532D6B11-C9D6-444B-B4EA-AD76AB293CA4}" type="sibTrans" cxnId="{7E63104D-5B67-461A-AE94-DB01B2488559}">
      <dgm:prSet/>
      <dgm:spPr/>
      <dgm:t>
        <a:bodyPr/>
        <a:lstStyle/>
        <a:p>
          <a:endParaRPr lang="en-IN" sz="1600"/>
        </a:p>
      </dgm:t>
    </dgm:pt>
    <dgm:pt modelId="{2112A9CA-C97E-47AC-8E84-631A8BC7A292}" type="parTrans" cxnId="{7E63104D-5B67-461A-AE94-DB01B2488559}">
      <dgm:prSet custT="1"/>
      <dgm:spPr/>
      <dgm:t>
        <a:bodyPr/>
        <a:lstStyle/>
        <a:p>
          <a:endParaRPr lang="en-IN" sz="1600"/>
        </a:p>
      </dgm:t>
    </dgm:pt>
    <dgm:pt modelId="{E38C92F8-6B33-4CBC-B469-2043B66B53C5}">
      <dgm:prSet custT="1"/>
      <dgm:spPr/>
      <dgm:t>
        <a:bodyPr/>
        <a:lstStyle/>
        <a:p>
          <a:pPr algn="l"/>
          <a:r>
            <a:rPr lang="en-IN" sz="1600" b="0" dirty="0"/>
            <a:t>7. instanceof Operator</a:t>
          </a:r>
          <a:endParaRPr lang="en-IN" sz="1600" dirty="0"/>
        </a:p>
      </dgm:t>
    </dgm:pt>
    <dgm:pt modelId="{26A3169A-2F6E-4990-81CF-B1E772B11B17}" type="sibTrans" cxnId="{786E4FC5-31E1-4EFB-B6C9-023F5CFA563C}">
      <dgm:prSet/>
      <dgm:spPr/>
      <dgm:t>
        <a:bodyPr/>
        <a:lstStyle/>
        <a:p>
          <a:endParaRPr lang="en-IN" sz="1600"/>
        </a:p>
      </dgm:t>
    </dgm:pt>
    <dgm:pt modelId="{85DBBA0C-5EF9-48D7-A2BD-C5269842CFA2}" type="parTrans" cxnId="{786E4FC5-31E1-4EFB-B6C9-023F5CFA563C}">
      <dgm:prSet custT="1"/>
      <dgm:spPr/>
      <dgm:t>
        <a:bodyPr/>
        <a:lstStyle/>
        <a:p>
          <a:endParaRPr lang="en-IN" sz="1600"/>
        </a:p>
      </dgm:t>
    </dgm:pt>
    <dgm:pt modelId="{4F1D59FC-A2DC-4E9B-A493-0DCD365C6B7D}" type="pres">
      <dgm:prSet presAssocID="{2AA76CEC-4A49-446A-81B7-FEB22EC2776D}" presName="Name0" presStyleCnt="0">
        <dgm:presLayoutVars>
          <dgm:chPref val="1"/>
          <dgm:dir/>
          <dgm:animOne val="branch"/>
          <dgm:animLvl val="lvl"/>
          <dgm:resizeHandles val="exact"/>
        </dgm:presLayoutVars>
      </dgm:prSet>
      <dgm:spPr/>
    </dgm:pt>
    <dgm:pt modelId="{5DB3531A-B1F1-4591-8416-2ED5032E7515}" type="pres">
      <dgm:prSet presAssocID="{E6D89FC3-19A5-4E45-8A94-4D03AE3A5F2C}" presName="root1" presStyleCnt="0"/>
      <dgm:spPr/>
    </dgm:pt>
    <dgm:pt modelId="{6B5453D1-7FB8-48BC-A5EB-790C5AB1A04D}" type="pres">
      <dgm:prSet presAssocID="{E6D89FC3-19A5-4E45-8A94-4D03AE3A5F2C}" presName="LevelOneTextNode" presStyleLbl="node0" presStyleIdx="0" presStyleCnt="1" custAng="5400000" custScaleX="149755" custScaleY="41409" custLinFactNeighborX="-23737" custLinFactNeighborY="-255">
        <dgm:presLayoutVars>
          <dgm:chPref val="3"/>
        </dgm:presLayoutVars>
      </dgm:prSet>
      <dgm:spPr>
        <a:prstGeom prst="roundRect">
          <a:avLst/>
        </a:prstGeom>
      </dgm:spPr>
    </dgm:pt>
    <dgm:pt modelId="{89182EC1-834C-454A-9567-225DB60369FE}" type="pres">
      <dgm:prSet presAssocID="{E6D89FC3-19A5-4E45-8A94-4D03AE3A5F2C}" presName="level2hierChild" presStyleCnt="0"/>
      <dgm:spPr/>
    </dgm:pt>
    <dgm:pt modelId="{7A1173EC-7951-405F-988C-4A3339513BAF}" type="pres">
      <dgm:prSet presAssocID="{3C7574BD-DFEF-44E8-B378-D391289AB0C5}" presName="conn2-1" presStyleLbl="parChTrans1D2" presStyleIdx="0" presStyleCnt="7"/>
      <dgm:spPr/>
    </dgm:pt>
    <dgm:pt modelId="{F6600933-488A-4D38-BB4B-622873C15697}" type="pres">
      <dgm:prSet presAssocID="{3C7574BD-DFEF-44E8-B378-D391289AB0C5}" presName="connTx" presStyleLbl="parChTrans1D2" presStyleIdx="0" presStyleCnt="7"/>
      <dgm:spPr/>
    </dgm:pt>
    <dgm:pt modelId="{EE81D14C-57A6-4AE2-A2E7-58F02282C6AF}" type="pres">
      <dgm:prSet presAssocID="{C4EEA271-3D87-4C0C-912A-3F99AFAC0669}" presName="root2" presStyleCnt="0"/>
      <dgm:spPr/>
    </dgm:pt>
    <dgm:pt modelId="{4C131322-4382-4E40-86AE-C3F0C280FCDE}" type="pres">
      <dgm:prSet presAssocID="{C4EEA271-3D87-4C0C-912A-3F99AFAC0669}" presName="LevelTwoTextNode" presStyleLbl="node2" presStyleIdx="0" presStyleCnt="7" custScaleX="109356" custScaleY="95607" custLinFactNeighborX="21546">
        <dgm:presLayoutVars>
          <dgm:chPref val="3"/>
        </dgm:presLayoutVars>
      </dgm:prSet>
      <dgm:spPr>
        <a:prstGeom prst="roundRect">
          <a:avLst/>
        </a:prstGeom>
      </dgm:spPr>
    </dgm:pt>
    <dgm:pt modelId="{4D50E11A-1789-4F5E-A4C2-827D2A892CBA}" type="pres">
      <dgm:prSet presAssocID="{C4EEA271-3D87-4C0C-912A-3F99AFAC0669}" presName="level3hierChild" presStyleCnt="0"/>
      <dgm:spPr/>
    </dgm:pt>
    <dgm:pt modelId="{76C923EC-810F-4F89-A05B-9049065D6949}" type="pres">
      <dgm:prSet presAssocID="{98F3A1F0-0CF5-456E-9040-ED826FB40DB0}" presName="conn2-1" presStyleLbl="parChTrans1D3" presStyleIdx="0" presStyleCnt="7"/>
      <dgm:spPr/>
    </dgm:pt>
    <dgm:pt modelId="{30091E92-198B-4A70-B5F1-3E60B6D2339B}" type="pres">
      <dgm:prSet presAssocID="{98F3A1F0-0CF5-456E-9040-ED826FB40DB0}" presName="connTx" presStyleLbl="parChTrans1D3" presStyleIdx="0" presStyleCnt="7"/>
      <dgm:spPr/>
    </dgm:pt>
    <dgm:pt modelId="{18C580CD-3CB9-4DA7-8078-68FBC60439E7}" type="pres">
      <dgm:prSet presAssocID="{90965327-7CD8-4FB6-82A8-D6FC4A0D3EF0}" presName="root2" presStyleCnt="0"/>
      <dgm:spPr/>
    </dgm:pt>
    <dgm:pt modelId="{B1233D1E-763E-4057-A6CC-51EA999B2D12}" type="pres">
      <dgm:prSet presAssocID="{90965327-7CD8-4FB6-82A8-D6FC4A0D3EF0}" presName="LevelTwoTextNode" presStyleLbl="node3" presStyleIdx="0" presStyleCnt="7" custScaleX="101541" custLinFactNeighborX="15483" custLinFactNeighborY="-37">
        <dgm:presLayoutVars>
          <dgm:chPref val="3"/>
        </dgm:presLayoutVars>
      </dgm:prSet>
      <dgm:spPr>
        <a:prstGeom prst="roundRect">
          <a:avLst/>
        </a:prstGeom>
      </dgm:spPr>
    </dgm:pt>
    <dgm:pt modelId="{4F1F6F15-FBD5-44CF-A904-5CAC919A1E0B}" type="pres">
      <dgm:prSet presAssocID="{90965327-7CD8-4FB6-82A8-D6FC4A0D3EF0}" presName="level3hierChild" presStyleCnt="0"/>
      <dgm:spPr/>
    </dgm:pt>
    <dgm:pt modelId="{6F4BED67-2607-4388-B17A-0E93C7CB9A76}" type="pres">
      <dgm:prSet presAssocID="{35272958-6A4F-4BD8-88CF-BF3BA51B35FF}" presName="conn2-1" presStyleLbl="parChTrans1D2" presStyleIdx="1" presStyleCnt="7"/>
      <dgm:spPr/>
    </dgm:pt>
    <dgm:pt modelId="{2AF4F491-ED82-4EF9-AB1A-74BAC533C440}" type="pres">
      <dgm:prSet presAssocID="{35272958-6A4F-4BD8-88CF-BF3BA51B35FF}" presName="connTx" presStyleLbl="parChTrans1D2" presStyleIdx="1" presStyleCnt="7"/>
      <dgm:spPr/>
    </dgm:pt>
    <dgm:pt modelId="{22AD2B0D-EFA7-45D0-B277-A8C471C6928B}" type="pres">
      <dgm:prSet presAssocID="{98638CDC-BE70-483E-A025-26870C3283CD}" presName="root2" presStyleCnt="0"/>
      <dgm:spPr/>
    </dgm:pt>
    <dgm:pt modelId="{AFB54971-8213-4BF6-B989-C1F03C508D8C}" type="pres">
      <dgm:prSet presAssocID="{98638CDC-BE70-483E-A025-26870C3283CD}" presName="LevelTwoTextNode" presStyleLbl="node2" presStyleIdx="1" presStyleCnt="7" custScaleX="109356" custScaleY="95607" custLinFactNeighborX="21546">
        <dgm:presLayoutVars>
          <dgm:chPref val="3"/>
        </dgm:presLayoutVars>
      </dgm:prSet>
      <dgm:spPr>
        <a:prstGeom prst="roundRect">
          <a:avLst/>
        </a:prstGeom>
      </dgm:spPr>
    </dgm:pt>
    <dgm:pt modelId="{D9AEE524-53E8-4168-8667-324F88DD71CC}" type="pres">
      <dgm:prSet presAssocID="{98638CDC-BE70-483E-A025-26870C3283CD}" presName="level3hierChild" presStyleCnt="0"/>
      <dgm:spPr/>
    </dgm:pt>
    <dgm:pt modelId="{376BB3E1-24FA-4A67-B855-420E82C83148}" type="pres">
      <dgm:prSet presAssocID="{D2592922-E96F-4274-BDA5-5F66E6D2E080}" presName="conn2-1" presStyleLbl="parChTrans1D3" presStyleIdx="1" presStyleCnt="7"/>
      <dgm:spPr/>
    </dgm:pt>
    <dgm:pt modelId="{550DF758-C74B-4C53-A5A2-CDCC89665F54}" type="pres">
      <dgm:prSet presAssocID="{D2592922-E96F-4274-BDA5-5F66E6D2E080}" presName="connTx" presStyleLbl="parChTrans1D3" presStyleIdx="1" presStyleCnt="7"/>
      <dgm:spPr/>
    </dgm:pt>
    <dgm:pt modelId="{48ED582D-33ED-4970-91C0-22178349C52B}" type="pres">
      <dgm:prSet presAssocID="{F323F8AC-CD12-4A34-8ED6-2BBD18CBB69A}" presName="root2" presStyleCnt="0"/>
      <dgm:spPr/>
    </dgm:pt>
    <dgm:pt modelId="{C82DADE4-1539-49DE-A908-EDFE45D02BDB}" type="pres">
      <dgm:prSet presAssocID="{F323F8AC-CD12-4A34-8ED6-2BBD18CBB69A}" presName="LevelTwoTextNode" presStyleLbl="node3" presStyleIdx="1" presStyleCnt="7" custScaleX="101541" custLinFactNeighborX="18567" custLinFactNeighborY="-453">
        <dgm:presLayoutVars>
          <dgm:chPref val="3"/>
        </dgm:presLayoutVars>
      </dgm:prSet>
      <dgm:spPr>
        <a:prstGeom prst="roundRect">
          <a:avLst/>
        </a:prstGeom>
      </dgm:spPr>
    </dgm:pt>
    <dgm:pt modelId="{78AE6E32-23A8-4F45-BA2C-2973B3A0FDE1}" type="pres">
      <dgm:prSet presAssocID="{F323F8AC-CD12-4A34-8ED6-2BBD18CBB69A}" presName="level3hierChild" presStyleCnt="0"/>
      <dgm:spPr/>
    </dgm:pt>
    <dgm:pt modelId="{810F9A6E-5E46-4247-8B5E-D65E16238166}" type="pres">
      <dgm:prSet presAssocID="{3FA1BEFF-91E7-4C5F-BB5B-1F3EF63EA843}" presName="conn2-1" presStyleLbl="parChTrans1D2" presStyleIdx="2" presStyleCnt="7"/>
      <dgm:spPr/>
    </dgm:pt>
    <dgm:pt modelId="{3FEB91AE-5D29-4DE6-A039-125C32643811}" type="pres">
      <dgm:prSet presAssocID="{3FA1BEFF-91E7-4C5F-BB5B-1F3EF63EA843}" presName="connTx" presStyleLbl="parChTrans1D2" presStyleIdx="2" presStyleCnt="7"/>
      <dgm:spPr/>
    </dgm:pt>
    <dgm:pt modelId="{550F8BE6-EAC0-4CBB-B1D3-95C3990ED253}" type="pres">
      <dgm:prSet presAssocID="{D8C112DC-D5D9-4F93-850E-0CB7D562F558}" presName="root2" presStyleCnt="0"/>
      <dgm:spPr/>
    </dgm:pt>
    <dgm:pt modelId="{BE8B01AE-4C2E-4E64-B116-C955DDCB6562}" type="pres">
      <dgm:prSet presAssocID="{D8C112DC-D5D9-4F93-850E-0CB7D562F558}" presName="LevelTwoTextNode" presStyleLbl="node2" presStyleIdx="2" presStyleCnt="7" custScaleX="109356" custScaleY="95607" custLinFactNeighborX="21546">
        <dgm:presLayoutVars>
          <dgm:chPref val="3"/>
        </dgm:presLayoutVars>
      </dgm:prSet>
      <dgm:spPr>
        <a:prstGeom prst="roundRect">
          <a:avLst/>
        </a:prstGeom>
      </dgm:spPr>
    </dgm:pt>
    <dgm:pt modelId="{CB614749-C425-4208-AAB0-4B34EC460B67}" type="pres">
      <dgm:prSet presAssocID="{D8C112DC-D5D9-4F93-850E-0CB7D562F558}" presName="level3hierChild" presStyleCnt="0"/>
      <dgm:spPr/>
    </dgm:pt>
    <dgm:pt modelId="{F6FD7EE2-D062-4FDD-BCC2-CBDBD17F204E}" type="pres">
      <dgm:prSet presAssocID="{DBBF3B4B-C55F-48EE-9853-75E8194115E5}" presName="conn2-1" presStyleLbl="parChTrans1D3" presStyleIdx="2" presStyleCnt="7"/>
      <dgm:spPr/>
    </dgm:pt>
    <dgm:pt modelId="{63D1CB3D-FF50-423E-B956-1CEDB9EA5010}" type="pres">
      <dgm:prSet presAssocID="{DBBF3B4B-C55F-48EE-9853-75E8194115E5}" presName="connTx" presStyleLbl="parChTrans1D3" presStyleIdx="2" presStyleCnt="7"/>
      <dgm:spPr/>
    </dgm:pt>
    <dgm:pt modelId="{BDED3B18-53DF-4AFF-8F0E-0A849F763B2D}" type="pres">
      <dgm:prSet presAssocID="{09B06724-8F4B-456C-83D5-9EBF69F16348}" presName="root2" presStyleCnt="0"/>
      <dgm:spPr/>
    </dgm:pt>
    <dgm:pt modelId="{7645CBC2-6DDE-44FD-963F-D454B261CC34}" type="pres">
      <dgm:prSet presAssocID="{09B06724-8F4B-456C-83D5-9EBF69F16348}" presName="LevelTwoTextNode" presStyleLbl="node3" presStyleIdx="2" presStyleCnt="7" custScaleX="101541" custLinFactNeighborX="19723">
        <dgm:presLayoutVars>
          <dgm:chPref val="3"/>
        </dgm:presLayoutVars>
      </dgm:prSet>
      <dgm:spPr>
        <a:prstGeom prst="roundRect">
          <a:avLst/>
        </a:prstGeom>
      </dgm:spPr>
    </dgm:pt>
    <dgm:pt modelId="{E5732A8F-68E2-4A32-BB45-CF5B00437C97}" type="pres">
      <dgm:prSet presAssocID="{09B06724-8F4B-456C-83D5-9EBF69F16348}" presName="level3hierChild" presStyleCnt="0"/>
      <dgm:spPr/>
    </dgm:pt>
    <dgm:pt modelId="{572E8DCE-EFB8-4781-B6B7-1D99076A84BD}" type="pres">
      <dgm:prSet presAssocID="{A71BB647-835D-4389-ACF8-CF71C5AAAC79}" presName="conn2-1" presStyleLbl="parChTrans1D2" presStyleIdx="3" presStyleCnt="7"/>
      <dgm:spPr/>
    </dgm:pt>
    <dgm:pt modelId="{20FA0134-B25A-45B4-860B-318E93109A17}" type="pres">
      <dgm:prSet presAssocID="{A71BB647-835D-4389-ACF8-CF71C5AAAC79}" presName="connTx" presStyleLbl="parChTrans1D2" presStyleIdx="3" presStyleCnt="7"/>
      <dgm:spPr/>
    </dgm:pt>
    <dgm:pt modelId="{42CCF8E9-7DCB-4D43-B2CF-F0A932D30979}" type="pres">
      <dgm:prSet presAssocID="{8EF17BD3-ABC1-4914-92F7-E71083DC6502}" presName="root2" presStyleCnt="0"/>
      <dgm:spPr/>
    </dgm:pt>
    <dgm:pt modelId="{D678C46F-B710-4B96-A391-8061DF65A5AD}" type="pres">
      <dgm:prSet presAssocID="{8EF17BD3-ABC1-4914-92F7-E71083DC6502}" presName="LevelTwoTextNode" presStyleLbl="node2" presStyleIdx="3" presStyleCnt="7" custScaleX="109356" custScaleY="95607" custLinFactNeighborX="21546">
        <dgm:presLayoutVars>
          <dgm:chPref val="3"/>
        </dgm:presLayoutVars>
      </dgm:prSet>
      <dgm:spPr>
        <a:prstGeom prst="roundRect">
          <a:avLst/>
        </a:prstGeom>
      </dgm:spPr>
    </dgm:pt>
    <dgm:pt modelId="{554621C3-C659-4FB1-8833-A5B277C53F7E}" type="pres">
      <dgm:prSet presAssocID="{8EF17BD3-ABC1-4914-92F7-E71083DC6502}" presName="level3hierChild" presStyleCnt="0"/>
      <dgm:spPr/>
    </dgm:pt>
    <dgm:pt modelId="{FF7DD197-C1EE-406B-B9C5-86625078CA8B}" type="pres">
      <dgm:prSet presAssocID="{302120D0-C393-4D15-8A89-160B09FFACF9}" presName="conn2-1" presStyleLbl="parChTrans1D3" presStyleIdx="3" presStyleCnt="7"/>
      <dgm:spPr/>
    </dgm:pt>
    <dgm:pt modelId="{C4B0B601-0182-4CB4-A046-56F7D5B1E97E}" type="pres">
      <dgm:prSet presAssocID="{302120D0-C393-4D15-8A89-160B09FFACF9}" presName="connTx" presStyleLbl="parChTrans1D3" presStyleIdx="3" presStyleCnt="7"/>
      <dgm:spPr/>
    </dgm:pt>
    <dgm:pt modelId="{0CD0786B-8757-4E03-835D-1047FADAAD48}" type="pres">
      <dgm:prSet presAssocID="{93A030E9-0B58-4273-9825-B57D1C7F58D4}" presName="root2" presStyleCnt="0"/>
      <dgm:spPr/>
    </dgm:pt>
    <dgm:pt modelId="{71EAA35A-1105-413A-9AFE-2084FB001D14}" type="pres">
      <dgm:prSet presAssocID="{93A030E9-0B58-4273-9825-B57D1C7F58D4}" presName="LevelTwoTextNode" presStyleLbl="node3" presStyleIdx="3" presStyleCnt="7" custScaleX="101541" custLinFactNeighborX="19723">
        <dgm:presLayoutVars>
          <dgm:chPref val="3"/>
        </dgm:presLayoutVars>
      </dgm:prSet>
      <dgm:spPr>
        <a:prstGeom prst="roundRect">
          <a:avLst/>
        </a:prstGeom>
      </dgm:spPr>
    </dgm:pt>
    <dgm:pt modelId="{B9AF350D-D659-44A7-B18D-F1AEF36E526A}" type="pres">
      <dgm:prSet presAssocID="{93A030E9-0B58-4273-9825-B57D1C7F58D4}" presName="level3hierChild" presStyleCnt="0"/>
      <dgm:spPr/>
    </dgm:pt>
    <dgm:pt modelId="{580DCB9B-B0FA-48A1-976B-50CDD33B60AF}" type="pres">
      <dgm:prSet presAssocID="{0493CE3E-B075-4418-910D-DEBE06869E35}" presName="conn2-1" presStyleLbl="parChTrans1D2" presStyleIdx="4" presStyleCnt="7"/>
      <dgm:spPr/>
    </dgm:pt>
    <dgm:pt modelId="{08C8A575-D760-4283-BA0D-16ABBE11FD3F}" type="pres">
      <dgm:prSet presAssocID="{0493CE3E-B075-4418-910D-DEBE06869E35}" presName="connTx" presStyleLbl="parChTrans1D2" presStyleIdx="4" presStyleCnt="7"/>
      <dgm:spPr/>
    </dgm:pt>
    <dgm:pt modelId="{764938DD-FEFC-49FD-901B-2684A1101CB3}" type="pres">
      <dgm:prSet presAssocID="{3DFD13A5-D89C-40C6-BC47-51E02996BD53}" presName="root2" presStyleCnt="0"/>
      <dgm:spPr/>
    </dgm:pt>
    <dgm:pt modelId="{980A9586-210D-410C-89D0-9C1CA8423E33}" type="pres">
      <dgm:prSet presAssocID="{3DFD13A5-D89C-40C6-BC47-51E02996BD53}" presName="LevelTwoTextNode" presStyleLbl="node2" presStyleIdx="4" presStyleCnt="7" custScaleX="109356" custScaleY="95607" custLinFactNeighborX="21546">
        <dgm:presLayoutVars>
          <dgm:chPref val="3"/>
        </dgm:presLayoutVars>
      </dgm:prSet>
      <dgm:spPr>
        <a:prstGeom prst="roundRect">
          <a:avLst/>
        </a:prstGeom>
      </dgm:spPr>
    </dgm:pt>
    <dgm:pt modelId="{D98A36A5-A199-4628-A4D7-005F6C9CA5D7}" type="pres">
      <dgm:prSet presAssocID="{3DFD13A5-D89C-40C6-BC47-51E02996BD53}" presName="level3hierChild" presStyleCnt="0"/>
      <dgm:spPr/>
    </dgm:pt>
    <dgm:pt modelId="{EFD2FBE0-DEC6-475F-812D-39BEA12CBE85}" type="pres">
      <dgm:prSet presAssocID="{6513655F-A333-4670-BBF3-2B15592E7EEE}" presName="conn2-1" presStyleLbl="parChTrans1D3" presStyleIdx="4" presStyleCnt="7"/>
      <dgm:spPr/>
    </dgm:pt>
    <dgm:pt modelId="{5FF0863B-0004-4490-BC10-1AF7E1FF6D42}" type="pres">
      <dgm:prSet presAssocID="{6513655F-A333-4670-BBF3-2B15592E7EEE}" presName="connTx" presStyleLbl="parChTrans1D3" presStyleIdx="4" presStyleCnt="7"/>
      <dgm:spPr/>
    </dgm:pt>
    <dgm:pt modelId="{8AC22F7D-5033-4C87-BD1F-0F53F859B66E}" type="pres">
      <dgm:prSet presAssocID="{73D0A252-CE7E-4982-BEA4-525E9B4F483F}" presName="root2" presStyleCnt="0"/>
      <dgm:spPr/>
    </dgm:pt>
    <dgm:pt modelId="{69D8C28D-23E7-4EA8-898D-BBE48E89CBA2}" type="pres">
      <dgm:prSet presAssocID="{73D0A252-CE7E-4982-BEA4-525E9B4F483F}" presName="LevelTwoTextNode" presStyleLbl="node3" presStyleIdx="4" presStyleCnt="7" custScaleX="101541" custLinFactNeighborX="19723">
        <dgm:presLayoutVars>
          <dgm:chPref val="3"/>
        </dgm:presLayoutVars>
      </dgm:prSet>
      <dgm:spPr>
        <a:prstGeom prst="roundRect">
          <a:avLst/>
        </a:prstGeom>
      </dgm:spPr>
    </dgm:pt>
    <dgm:pt modelId="{E6731DEB-8897-4D44-91F0-9F19C0FFABB6}" type="pres">
      <dgm:prSet presAssocID="{73D0A252-CE7E-4982-BEA4-525E9B4F483F}" presName="level3hierChild" presStyleCnt="0"/>
      <dgm:spPr/>
    </dgm:pt>
    <dgm:pt modelId="{389378D9-04E3-4F1D-BCC3-E28B39B19133}" type="pres">
      <dgm:prSet presAssocID="{60031E9E-871E-4CBF-BCBF-06EFF6F9838A}" presName="conn2-1" presStyleLbl="parChTrans1D2" presStyleIdx="5" presStyleCnt="7"/>
      <dgm:spPr/>
    </dgm:pt>
    <dgm:pt modelId="{06280840-0E79-4BF8-8995-D6D194216693}" type="pres">
      <dgm:prSet presAssocID="{60031E9E-871E-4CBF-BCBF-06EFF6F9838A}" presName="connTx" presStyleLbl="parChTrans1D2" presStyleIdx="5" presStyleCnt="7"/>
      <dgm:spPr/>
    </dgm:pt>
    <dgm:pt modelId="{979BF660-1298-47C8-9206-FE9F443F2CA0}" type="pres">
      <dgm:prSet presAssocID="{6E6A29A6-458D-401B-8BD6-3579D5748DF8}" presName="root2" presStyleCnt="0"/>
      <dgm:spPr/>
    </dgm:pt>
    <dgm:pt modelId="{E90DF07C-09FF-4A52-A7BC-8AB231010A0E}" type="pres">
      <dgm:prSet presAssocID="{6E6A29A6-458D-401B-8BD6-3579D5748DF8}" presName="LevelTwoTextNode" presStyleLbl="node2" presStyleIdx="5" presStyleCnt="7" custScaleX="109356" custScaleY="95607" custLinFactNeighborX="20815">
        <dgm:presLayoutVars>
          <dgm:chPref val="3"/>
        </dgm:presLayoutVars>
      </dgm:prSet>
      <dgm:spPr>
        <a:prstGeom prst="roundRect">
          <a:avLst/>
        </a:prstGeom>
      </dgm:spPr>
    </dgm:pt>
    <dgm:pt modelId="{D269ED29-6CEE-4ABB-8136-D9BD325F0DFB}" type="pres">
      <dgm:prSet presAssocID="{6E6A29A6-458D-401B-8BD6-3579D5748DF8}" presName="level3hierChild" presStyleCnt="0"/>
      <dgm:spPr/>
    </dgm:pt>
    <dgm:pt modelId="{74874E82-83D4-4206-BC74-BF03FBBBD9AF}" type="pres">
      <dgm:prSet presAssocID="{F8C3F68D-E18C-4184-AE19-13465D321A91}" presName="conn2-1" presStyleLbl="parChTrans1D3" presStyleIdx="5" presStyleCnt="7"/>
      <dgm:spPr/>
    </dgm:pt>
    <dgm:pt modelId="{220630BA-09E8-4468-9A41-EE3152AE4C88}" type="pres">
      <dgm:prSet presAssocID="{F8C3F68D-E18C-4184-AE19-13465D321A91}" presName="connTx" presStyleLbl="parChTrans1D3" presStyleIdx="5" presStyleCnt="7"/>
      <dgm:spPr/>
    </dgm:pt>
    <dgm:pt modelId="{4AADD34C-3375-4490-8ABB-2E0DF8D3459C}" type="pres">
      <dgm:prSet presAssocID="{0606D593-B241-4FDA-B558-9AA884BAF273}" presName="root2" presStyleCnt="0"/>
      <dgm:spPr/>
    </dgm:pt>
    <dgm:pt modelId="{6D2F1CD8-20A2-4E33-B504-91F38AB0EB49}" type="pres">
      <dgm:prSet presAssocID="{0606D593-B241-4FDA-B558-9AA884BAF273}" presName="LevelTwoTextNode" presStyleLbl="node3" presStyleIdx="5" presStyleCnt="7" custScaleX="101541" custLinFactNeighborX="19723">
        <dgm:presLayoutVars>
          <dgm:chPref val="3"/>
        </dgm:presLayoutVars>
      </dgm:prSet>
      <dgm:spPr>
        <a:prstGeom prst="roundRect">
          <a:avLst/>
        </a:prstGeom>
      </dgm:spPr>
    </dgm:pt>
    <dgm:pt modelId="{C75BFF26-DE5A-4CB9-B2B5-068CA7C03AD9}" type="pres">
      <dgm:prSet presAssocID="{0606D593-B241-4FDA-B558-9AA884BAF273}" presName="level3hierChild" presStyleCnt="0"/>
      <dgm:spPr/>
    </dgm:pt>
    <dgm:pt modelId="{0DB4B853-501E-4B7C-A3F8-EF56141C35D0}" type="pres">
      <dgm:prSet presAssocID="{85DBBA0C-5EF9-48D7-A2BD-C5269842CFA2}" presName="conn2-1" presStyleLbl="parChTrans1D2" presStyleIdx="6" presStyleCnt="7"/>
      <dgm:spPr/>
    </dgm:pt>
    <dgm:pt modelId="{CB88477C-D3D3-47EB-87B6-50232728F271}" type="pres">
      <dgm:prSet presAssocID="{85DBBA0C-5EF9-48D7-A2BD-C5269842CFA2}" presName="connTx" presStyleLbl="parChTrans1D2" presStyleIdx="6" presStyleCnt="7"/>
      <dgm:spPr/>
    </dgm:pt>
    <dgm:pt modelId="{01E88675-4D70-4809-8DFD-3C8C3DA588EA}" type="pres">
      <dgm:prSet presAssocID="{E38C92F8-6B33-4CBC-B469-2043B66B53C5}" presName="root2" presStyleCnt="0"/>
      <dgm:spPr/>
    </dgm:pt>
    <dgm:pt modelId="{5A241086-AEAA-4590-AEF3-1203E653346A}" type="pres">
      <dgm:prSet presAssocID="{E38C92F8-6B33-4CBC-B469-2043B66B53C5}" presName="LevelTwoTextNode" presStyleLbl="node2" presStyleIdx="6" presStyleCnt="7" custScaleX="109356" custScaleY="95607" custLinFactNeighborX="20815">
        <dgm:presLayoutVars>
          <dgm:chPref val="3"/>
        </dgm:presLayoutVars>
      </dgm:prSet>
      <dgm:spPr>
        <a:prstGeom prst="roundRect">
          <a:avLst/>
        </a:prstGeom>
      </dgm:spPr>
    </dgm:pt>
    <dgm:pt modelId="{75FD6D4C-6C6F-497D-969B-0EB4B7FD1C15}" type="pres">
      <dgm:prSet presAssocID="{E38C92F8-6B33-4CBC-B469-2043B66B53C5}" presName="level3hierChild" presStyleCnt="0"/>
      <dgm:spPr/>
    </dgm:pt>
    <dgm:pt modelId="{66E19965-C02E-40CA-9F7C-C234575A8EF1}" type="pres">
      <dgm:prSet presAssocID="{2112A9CA-C97E-47AC-8E84-631A8BC7A292}" presName="conn2-1" presStyleLbl="parChTrans1D3" presStyleIdx="6" presStyleCnt="7"/>
      <dgm:spPr/>
    </dgm:pt>
    <dgm:pt modelId="{9C6D88B5-35A0-4912-8D2D-0CA68AE2B790}" type="pres">
      <dgm:prSet presAssocID="{2112A9CA-C97E-47AC-8E84-631A8BC7A292}" presName="connTx" presStyleLbl="parChTrans1D3" presStyleIdx="6" presStyleCnt="7"/>
      <dgm:spPr/>
    </dgm:pt>
    <dgm:pt modelId="{2F8E792D-FB96-49DE-B312-43CF4D7456B8}" type="pres">
      <dgm:prSet presAssocID="{B8B22CA7-4AC4-46F0-B063-FEE144544271}" presName="root2" presStyleCnt="0"/>
      <dgm:spPr/>
    </dgm:pt>
    <dgm:pt modelId="{2536BF04-CF68-4378-965B-D4C96FC71D54}" type="pres">
      <dgm:prSet presAssocID="{B8B22CA7-4AC4-46F0-B063-FEE144544271}" presName="LevelTwoTextNode" presStyleLbl="node3" presStyleIdx="6" presStyleCnt="7" custScaleX="101541" custLinFactNeighborX="19723">
        <dgm:presLayoutVars>
          <dgm:chPref val="3"/>
        </dgm:presLayoutVars>
      </dgm:prSet>
      <dgm:spPr>
        <a:prstGeom prst="roundRect">
          <a:avLst/>
        </a:prstGeom>
      </dgm:spPr>
    </dgm:pt>
    <dgm:pt modelId="{AB806627-AB3E-4483-B204-7BAA69D28185}" type="pres">
      <dgm:prSet presAssocID="{B8B22CA7-4AC4-46F0-B063-FEE144544271}" presName="level3hierChild" presStyleCnt="0"/>
      <dgm:spPr/>
    </dgm:pt>
  </dgm:ptLst>
  <dgm:cxnLst>
    <dgm:cxn modelId="{3F18BB02-0F2D-4724-BC8E-51BF3B281A33}" type="presOf" srcId="{E38C92F8-6B33-4CBC-B469-2043B66B53C5}" destId="{5A241086-AEAA-4590-AEF3-1203E653346A}" srcOrd="0" destOrd="0" presId="urn:microsoft.com/office/officeart/2008/layout/HorizontalMultiLevelHierarchy"/>
    <dgm:cxn modelId="{70AFB806-4D6E-4188-99AE-BF9570AAA3DE}" srcId="{E6D89FC3-19A5-4E45-8A94-4D03AE3A5F2C}" destId="{3DFD13A5-D89C-40C6-BC47-51E02996BD53}" srcOrd="4" destOrd="0" parTransId="{0493CE3E-B075-4418-910D-DEBE06869E35}" sibTransId="{39C1EB49-60D8-4D6F-846D-E2C48B8AB330}"/>
    <dgm:cxn modelId="{F83DB507-EF2B-4698-AC7B-B6C0D71C4770}" type="presOf" srcId="{A71BB647-835D-4389-ACF8-CF71C5AAAC79}" destId="{20FA0134-B25A-45B4-860B-318E93109A17}" srcOrd="1" destOrd="0" presId="urn:microsoft.com/office/officeart/2008/layout/HorizontalMultiLevelHierarchy"/>
    <dgm:cxn modelId="{B3104910-4E7B-4E0E-A1DF-33405703816D}" type="presOf" srcId="{2112A9CA-C97E-47AC-8E84-631A8BC7A292}" destId="{66E19965-C02E-40CA-9F7C-C234575A8EF1}" srcOrd="0" destOrd="0" presId="urn:microsoft.com/office/officeart/2008/layout/HorizontalMultiLevelHierarchy"/>
    <dgm:cxn modelId="{B3556912-D040-480A-BC65-AAD232107D49}" srcId="{8EF17BD3-ABC1-4914-92F7-E71083DC6502}" destId="{93A030E9-0B58-4273-9825-B57D1C7F58D4}" srcOrd="0" destOrd="0" parTransId="{302120D0-C393-4D15-8A89-160B09FFACF9}" sibTransId="{97636223-3932-4B63-A675-7B252043B435}"/>
    <dgm:cxn modelId="{DAB35715-C476-43BF-BA85-99CC2C6DFD95}" type="presOf" srcId="{8EF17BD3-ABC1-4914-92F7-E71083DC6502}" destId="{D678C46F-B710-4B96-A391-8061DF65A5AD}" srcOrd="0" destOrd="0" presId="urn:microsoft.com/office/officeart/2008/layout/HorizontalMultiLevelHierarchy"/>
    <dgm:cxn modelId="{EFF09D19-888F-4298-A16B-59C78CBBBCBD}" type="presOf" srcId="{DBBF3B4B-C55F-48EE-9853-75E8194115E5}" destId="{F6FD7EE2-D062-4FDD-BCC2-CBDBD17F204E}" srcOrd="0" destOrd="0" presId="urn:microsoft.com/office/officeart/2008/layout/HorizontalMultiLevelHierarchy"/>
    <dgm:cxn modelId="{034F111C-3B99-479C-9E3B-BFDAB2328649}" type="presOf" srcId="{F323F8AC-CD12-4A34-8ED6-2BBD18CBB69A}" destId="{C82DADE4-1539-49DE-A908-EDFE45D02BDB}" srcOrd="0" destOrd="0" presId="urn:microsoft.com/office/officeart/2008/layout/HorizontalMultiLevelHierarchy"/>
    <dgm:cxn modelId="{2006ED28-7463-4AAE-A4C2-7FF2E0511216}" type="presOf" srcId="{A71BB647-835D-4389-ACF8-CF71C5AAAC79}" destId="{572E8DCE-EFB8-4781-B6B7-1D99076A84BD}" srcOrd="0" destOrd="0" presId="urn:microsoft.com/office/officeart/2008/layout/HorizontalMultiLevelHierarchy"/>
    <dgm:cxn modelId="{725B0C2E-A07D-46C8-BC7D-F2E8D53FDAE8}" type="presOf" srcId="{DBBF3B4B-C55F-48EE-9853-75E8194115E5}" destId="{63D1CB3D-FF50-423E-B956-1CEDB9EA5010}" srcOrd="1" destOrd="0" presId="urn:microsoft.com/office/officeart/2008/layout/HorizontalMultiLevelHierarchy"/>
    <dgm:cxn modelId="{FFD03630-D449-472E-A0FF-062324D774B8}" type="presOf" srcId="{90965327-7CD8-4FB6-82A8-D6FC4A0D3EF0}" destId="{B1233D1E-763E-4057-A6CC-51EA999B2D12}" srcOrd="0" destOrd="0" presId="urn:microsoft.com/office/officeart/2008/layout/HorizontalMultiLevelHierarchy"/>
    <dgm:cxn modelId="{938BB137-69BC-41E2-822B-96DE1424B1D8}" srcId="{2AA76CEC-4A49-446A-81B7-FEB22EC2776D}" destId="{E6D89FC3-19A5-4E45-8A94-4D03AE3A5F2C}" srcOrd="0" destOrd="0" parTransId="{FC728F0C-C5FA-4E9C-9A2C-802026F52466}" sibTransId="{F51FE7B1-9CAF-42FB-A819-BEF374F30EFA}"/>
    <dgm:cxn modelId="{5A96B73A-BB53-4B90-8DE6-126D7C34EC16}" srcId="{98638CDC-BE70-483E-A025-26870C3283CD}" destId="{F323F8AC-CD12-4A34-8ED6-2BBD18CBB69A}" srcOrd="0" destOrd="0" parTransId="{D2592922-E96F-4274-BDA5-5F66E6D2E080}" sibTransId="{4FF06D29-1288-40DD-9506-06AA3A739A1F}"/>
    <dgm:cxn modelId="{532E663B-8C55-4140-A7A9-30B4E0A01DC6}" type="presOf" srcId="{2AA76CEC-4A49-446A-81B7-FEB22EC2776D}" destId="{4F1D59FC-A2DC-4E9B-A493-0DCD365C6B7D}" srcOrd="0" destOrd="0" presId="urn:microsoft.com/office/officeart/2008/layout/HorizontalMultiLevelHierarchy"/>
    <dgm:cxn modelId="{B63C245F-6424-4353-AF3E-8D2C0FBDF3DB}" srcId="{E6D89FC3-19A5-4E45-8A94-4D03AE3A5F2C}" destId="{8EF17BD3-ABC1-4914-92F7-E71083DC6502}" srcOrd="3" destOrd="0" parTransId="{A71BB647-835D-4389-ACF8-CF71C5AAAC79}" sibTransId="{6BFAE0E8-5A45-4AAE-8798-B1D274E52585}"/>
    <dgm:cxn modelId="{AE5DF662-907A-40F1-90EE-AF3DCB201C03}" type="presOf" srcId="{0493CE3E-B075-4418-910D-DEBE06869E35}" destId="{580DCB9B-B0FA-48A1-976B-50CDD33B60AF}" srcOrd="0" destOrd="0" presId="urn:microsoft.com/office/officeart/2008/layout/HorizontalMultiLevelHierarchy"/>
    <dgm:cxn modelId="{93E30C64-A5D3-40F0-82EA-4FE492CCA767}" srcId="{E6D89FC3-19A5-4E45-8A94-4D03AE3A5F2C}" destId="{C4EEA271-3D87-4C0C-912A-3F99AFAC0669}" srcOrd="0" destOrd="0" parTransId="{3C7574BD-DFEF-44E8-B378-D391289AB0C5}" sibTransId="{76C037FC-C43B-4CB5-9D12-A5B10064505E}"/>
    <dgm:cxn modelId="{1D95C146-7FBA-40F7-A129-876ECAF28DA2}" type="presOf" srcId="{3C7574BD-DFEF-44E8-B378-D391289AB0C5}" destId="{F6600933-488A-4D38-BB4B-622873C15697}" srcOrd="1" destOrd="0" presId="urn:microsoft.com/office/officeart/2008/layout/HorizontalMultiLevelHierarchy"/>
    <dgm:cxn modelId="{7E63104D-5B67-461A-AE94-DB01B2488559}" srcId="{E38C92F8-6B33-4CBC-B469-2043B66B53C5}" destId="{B8B22CA7-4AC4-46F0-B063-FEE144544271}" srcOrd="0" destOrd="0" parTransId="{2112A9CA-C97E-47AC-8E84-631A8BC7A292}" sibTransId="{532D6B11-C9D6-444B-B4EA-AD76AB293CA4}"/>
    <dgm:cxn modelId="{69B09E6D-3D2E-40A0-9886-B2AB9F56DD58}" type="presOf" srcId="{60031E9E-871E-4CBF-BCBF-06EFF6F9838A}" destId="{389378D9-04E3-4F1D-BCC3-E28B39B19133}" srcOrd="0" destOrd="0" presId="urn:microsoft.com/office/officeart/2008/layout/HorizontalMultiLevelHierarchy"/>
    <dgm:cxn modelId="{E070BD6D-EF0A-495F-8C95-B53F12A5A989}" type="presOf" srcId="{302120D0-C393-4D15-8A89-160B09FFACF9}" destId="{C4B0B601-0182-4CB4-A046-56F7D5B1E97E}" srcOrd="1" destOrd="0" presId="urn:microsoft.com/office/officeart/2008/layout/HorizontalMultiLevelHierarchy"/>
    <dgm:cxn modelId="{B1781150-A9AC-4BB9-995A-29FE6F243949}" type="presOf" srcId="{C4EEA271-3D87-4C0C-912A-3F99AFAC0669}" destId="{4C131322-4382-4E40-86AE-C3F0C280FCDE}" srcOrd="0" destOrd="0" presId="urn:microsoft.com/office/officeart/2008/layout/HorizontalMultiLevelHierarchy"/>
    <dgm:cxn modelId="{7EB08570-D967-43D6-BE2C-A52C90481C14}" type="presOf" srcId="{2112A9CA-C97E-47AC-8E84-631A8BC7A292}" destId="{9C6D88B5-35A0-4912-8D2D-0CA68AE2B790}" srcOrd="1" destOrd="0" presId="urn:microsoft.com/office/officeart/2008/layout/HorizontalMultiLevelHierarchy"/>
    <dgm:cxn modelId="{46445755-901B-4639-8EB2-63E12E26B712}" type="presOf" srcId="{0493CE3E-B075-4418-910D-DEBE06869E35}" destId="{08C8A575-D760-4283-BA0D-16ABBE11FD3F}" srcOrd="1" destOrd="0" presId="urn:microsoft.com/office/officeart/2008/layout/HorizontalMultiLevelHierarchy"/>
    <dgm:cxn modelId="{5E476D79-E090-4820-A552-29A9A5C611A4}" type="presOf" srcId="{F8C3F68D-E18C-4184-AE19-13465D321A91}" destId="{74874E82-83D4-4206-BC74-BF03FBBBD9AF}" srcOrd="0" destOrd="0" presId="urn:microsoft.com/office/officeart/2008/layout/HorizontalMultiLevelHierarchy"/>
    <dgm:cxn modelId="{87B2E87E-F28D-4347-8AF8-07DFF1B71378}" type="presOf" srcId="{B8B22CA7-4AC4-46F0-B063-FEE144544271}" destId="{2536BF04-CF68-4378-965B-D4C96FC71D54}" srcOrd="0" destOrd="0" presId="urn:microsoft.com/office/officeart/2008/layout/HorizontalMultiLevelHierarchy"/>
    <dgm:cxn modelId="{8D257086-BD20-4643-B985-FA354C99A8A1}" type="presOf" srcId="{60031E9E-871E-4CBF-BCBF-06EFF6F9838A}" destId="{06280840-0E79-4BF8-8995-D6D194216693}" srcOrd="1" destOrd="0" presId="urn:microsoft.com/office/officeart/2008/layout/HorizontalMultiLevelHierarchy"/>
    <dgm:cxn modelId="{58CFAE87-2E34-49F0-A516-623969111841}" type="presOf" srcId="{6E6A29A6-458D-401B-8BD6-3579D5748DF8}" destId="{E90DF07C-09FF-4A52-A7BC-8AB231010A0E}" srcOrd="0" destOrd="0" presId="urn:microsoft.com/office/officeart/2008/layout/HorizontalMultiLevelHierarchy"/>
    <dgm:cxn modelId="{95BFBC87-1028-44AC-BC6E-F9DCAD610B72}" type="presOf" srcId="{D2592922-E96F-4274-BDA5-5F66E6D2E080}" destId="{376BB3E1-24FA-4A67-B855-420E82C83148}" srcOrd="0" destOrd="0" presId="urn:microsoft.com/office/officeart/2008/layout/HorizontalMultiLevelHierarchy"/>
    <dgm:cxn modelId="{B2643391-2F59-4FF2-8BE8-B5858520056C}" type="presOf" srcId="{3C7574BD-DFEF-44E8-B378-D391289AB0C5}" destId="{7A1173EC-7951-405F-988C-4A3339513BAF}" srcOrd="0" destOrd="0" presId="urn:microsoft.com/office/officeart/2008/layout/HorizontalMultiLevelHierarchy"/>
    <dgm:cxn modelId="{57F3A391-AC7C-434A-A7AF-8C5F87BCF680}" srcId="{3DFD13A5-D89C-40C6-BC47-51E02996BD53}" destId="{73D0A252-CE7E-4982-BEA4-525E9B4F483F}" srcOrd="0" destOrd="0" parTransId="{6513655F-A333-4670-BBF3-2B15592E7EEE}" sibTransId="{85574AC3-7927-42EB-9CE4-A9A680DE00A1}"/>
    <dgm:cxn modelId="{932E2A99-2BEE-44FD-BAD2-06C01F9743D7}" type="presOf" srcId="{98F3A1F0-0CF5-456E-9040-ED826FB40DB0}" destId="{30091E92-198B-4A70-B5F1-3E60B6D2339B}" srcOrd="1" destOrd="0" presId="urn:microsoft.com/office/officeart/2008/layout/HorizontalMultiLevelHierarchy"/>
    <dgm:cxn modelId="{21B8849B-19DD-4750-9A31-713A56F4270B}" type="presOf" srcId="{6513655F-A333-4670-BBF3-2B15592E7EEE}" destId="{EFD2FBE0-DEC6-475F-812D-39BEA12CBE85}" srcOrd="0" destOrd="0" presId="urn:microsoft.com/office/officeart/2008/layout/HorizontalMultiLevelHierarchy"/>
    <dgm:cxn modelId="{3D37FA9F-863C-454E-BE61-D685A5507B84}" type="presOf" srcId="{0606D593-B241-4FDA-B558-9AA884BAF273}" destId="{6D2F1CD8-20A2-4E33-B504-91F38AB0EB49}" srcOrd="0" destOrd="0" presId="urn:microsoft.com/office/officeart/2008/layout/HorizontalMultiLevelHierarchy"/>
    <dgm:cxn modelId="{0A931CA3-414B-4835-88C9-251A0666172E}" type="presOf" srcId="{3DFD13A5-D89C-40C6-BC47-51E02996BD53}" destId="{980A9586-210D-410C-89D0-9C1CA8423E33}" srcOrd="0" destOrd="0" presId="urn:microsoft.com/office/officeart/2008/layout/HorizontalMultiLevelHierarchy"/>
    <dgm:cxn modelId="{ABCBCEA4-2489-43D4-9B74-FE6135065D78}" type="presOf" srcId="{73D0A252-CE7E-4982-BEA4-525E9B4F483F}" destId="{69D8C28D-23E7-4EA8-898D-BBE48E89CBA2}" srcOrd="0" destOrd="0" presId="urn:microsoft.com/office/officeart/2008/layout/HorizontalMultiLevelHierarchy"/>
    <dgm:cxn modelId="{BABB5EA5-4260-4800-A6CA-1B75C2D143C4}" type="presOf" srcId="{302120D0-C393-4D15-8A89-160B09FFACF9}" destId="{FF7DD197-C1EE-406B-B9C5-86625078CA8B}" srcOrd="0" destOrd="0" presId="urn:microsoft.com/office/officeart/2008/layout/HorizontalMultiLevelHierarchy"/>
    <dgm:cxn modelId="{EB929CA8-7B06-4018-9BDF-4F19C0FC6F85}" type="presOf" srcId="{3FA1BEFF-91E7-4C5F-BB5B-1F3EF63EA843}" destId="{3FEB91AE-5D29-4DE6-A039-125C32643811}" srcOrd="1" destOrd="0" presId="urn:microsoft.com/office/officeart/2008/layout/HorizontalMultiLevelHierarchy"/>
    <dgm:cxn modelId="{F2C2A6A8-9719-4929-9FAE-9F3C328F0A71}" type="presOf" srcId="{98F3A1F0-0CF5-456E-9040-ED826FB40DB0}" destId="{76C923EC-810F-4F89-A05B-9049065D6949}" srcOrd="0" destOrd="0" presId="urn:microsoft.com/office/officeart/2008/layout/HorizontalMultiLevelHierarchy"/>
    <dgm:cxn modelId="{8F340AAE-0B20-48A8-88F6-04A7A7A667C7}" type="presOf" srcId="{93A030E9-0B58-4273-9825-B57D1C7F58D4}" destId="{71EAA35A-1105-413A-9AFE-2084FB001D14}" srcOrd="0" destOrd="0" presId="urn:microsoft.com/office/officeart/2008/layout/HorizontalMultiLevelHierarchy"/>
    <dgm:cxn modelId="{C0FF34B4-0CF5-45EE-9178-CFB1A95FEACE}" srcId="{E6D89FC3-19A5-4E45-8A94-4D03AE3A5F2C}" destId="{D8C112DC-D5D9-4F93-850E-0CB7D562F558}" srcOrd="2" destOrd="0" parTransId="{3FA1BEFF-91E7-4C5F-BB5B-1F3EF63EA843}" sibTransId="{A1F9DA93-F2B9-4B3E-BB36-144A6C1B5896}"/>
    <dgm:cxn modelId="{D13374BD-C102-40AA-8130-0EE6CCD2F1B5}" srcId="{6E6A29A6-458D-401B-8BD6-3579D5748DF8}" destId="{0606D593-B241-4FDA-B558-9AA884BAF273}" srcOrd="0" destOrd="0" parTransId="{F8C3F68D-E18C-4184-AE19-13465D321A91}" sibTransId="{75A7741B-7E67-40CC-99A9-3064FF58157C}"/>
    <dgm:cxn modelId="{F77DB2BE-25DA-4BE9-AAFD-B22419C2007C}" srcId="{D8C112DC-D5D9-4F93-850E-0CB7D562F558}" destId="{09B06724-8F4B-456C-83D5-9EBF69F16348}" srcOrd="0" destOrd="0" parTransId="{DBBF3B4B-C55F-48EE-9853-75E8194115E5}" sibTransId="{C9522EFF-5B8D-425E-8353-F2F35B3FFB73}"/>
    <dgm:cxn modelId="{997D43C2-BF39-4C99-B07A-F46A3BC1815F}" type="presOf" srcId="{85DBBA0C-5EF9-48D7-A2BD-C5269842CFA2}" destId="{0DB4B853-501E-4B7C-A3F8-EF56141C35D0}" srcOrd="0" destOrd="0" presId="urn:microsoft.com/office/officeart/2008/layout/HorizontalMultiLevelHierarchy"/>
    <dgm:cxn modelId="{786E4FC5-31E1-4EFB-B6C9-023F5CFA563C}" srcId="{E6D89FC3-19A5-4E45-8A94-4D03AE3A5F2C}" destId="{E38C92F8-6B33-4CBC-B469-2043B66B53C5}" srcOrd="6" destOrd="0" parTransId="{85DBBA0C-5EF9-48D7-A2BD-C5269842CFA2}" sibTransId="{26A3169A-2F6E-4990-81CF-B1E772B11B17}"/>
    <dgm:cxn modelId="{3913EBC7-3168-4886-AE15-C8BE08A96A85}" type="presOf" srcId="{85DBBA0C-5EF9-48D7-A2BD-C5269842CFA2}" destId="{CB88477C-D3D3-47EB-87B6-50232728F271}" srcOrd="1" destOrd="0" presId="urn:microsoft.com/office/officeart/2008/layout/HorizontalMultiLevelHierarchy"/>
    <dgm:cxn modelId="{D5BD95CD-95C4-4973-BAC4-C303C2303CD0}" type="presOf" srcId="{98638CDC-BE70-483E-A025-26870C3283CD}" destId="{AFB54971-8213-4BF6-B989-C1F03C508D8C}" srcOrd="0" destOrd="0" presId="urn:microsoft.com/office/officeart/2008/layout/HorizontalMultiLevelHierarchy"/>
    <dgm:cxn modelId="{FC65D5CD-773B-4473-8D2A-05424FD407D3}" type="presOf" srcId="{F8C3F68D-E18C-4184-AE19-13465D321A91}" destId="{220630BA-09E8-4468-9A41-EE3152AE4C88}" srcOrd="1" destOrd="0" presId="urn:microsoft.com/office/officeart/2008/layout/HorizontalMultiLevelHierarchy"/>
    <dgm:cxn modelId="{D5D841DD-F4AC-47CD-ABDF-1E0B263AFEDB}" type="presOf" srcId="{6513655F-A333-4670-BBF3-2B15592E7EEE}" destId="{5FF0863B-0004-4490-BC10-1AF7E1FF6D42}" srcOrd="1" destOrd="0" presId="urn:microsoft.com/office/officeart/2008/layout/HorizontalMultiLevelHierarchy"/>
    <dgm:cxn modelId="{0A8E72E3-586B-4726-AEB5-AB554F44BE22}" type="presOf" srcId="{35272958-6A4F-4BD8-88CF-BF3BA51B35FF}" destId="{6F4BED67-2607-4388-B17A-0E93C7CB9A76}" srcOrd="0" destOrd="0" presId="urn:microsoft.com/office/officeart/2008/layout/HorizontalMultiLevelHierarchy"/>
    <dgm:cxn modelId="{8307FCE3-3EF1-430B-9007-F8FB39987F10}" type="presOf" srcId="{3FA1BEFF-91E7-4C5F-BB5B-1F3EF63EA843}" destId="{810F9A6E-5E46-4247-8B5E-D65E16238166}" srcOrd="0" destOrd="0" presId="urn:microsoft.com/office/officeart/2008/layout/HorizontalMultiLevelHierarchy"/>
    <dgm:cxn modelId="{69A21FEA-B000-4584-833D-9EC8E3716232}" srcId="{E6D89FC3-19A5-4E45-8A94-4D03AE3A5F2C}" destId="{6E6A29A6-458D-401B-8BD6-3579D5748DF8}" srcOrd="5" destOrd="0" parTransId="{60031E9E-871E-4CBF-BCBF-06EFF6F9838A}" sibTransId="{F7D64699-C0A2-41FE-A69A-7327A0B8C882}"/>
    <dgm:cxn modelId="{6E5EA8EF-BBA8-4B5A-B2F2-412D1155CB39}" type="presOf" srcId="{09B06724-8F4B-456C-83D5-9EBF69F16348}" destId="{7645CBC2-6DDE-44FD-963F-D454B261CC34}" srcOrd="0" destOrd="0" presId="urn:microsoft.com/office/officeart/2008/layout/HorizontalMultiLevelHierarchy"/>
    <dgm:cxn modelId="{4DC4BBEF-9F8F-42AB-9084-49BB92DC5F43}" srcId="{E6D89FC3-19A5-4E45-8A94-4D03AE3A5F2C}" destId="{98638CDC-BE70-483E-A025-26870C3283CD}" srcOrd="1" destOrd="0" parTransId="{35272958-6A4F-4BD8-88CF-BF3BA51B35FF}" sibTransId="{761CAF09-2A54-4748-AB50-42A2A603C695}"/>
    <dgm:cxn modelId="{E9E66AF6-E71F-49DC-878B-F4FC7222231E}" type="presOf" srcId="{35272958-6A4F-4BD8-88CF-BF3BA51B35FF}" destId="{2AF4F491-ED82-4EF9-AB1A-74BAC533C440}" srcOrd="1" destOrd="0" presId="urn:microsoft.com/office/officeart/2008/layout/HorizontalMultiLevelHierarchy"/>
    <dgm:cxn modelId="{4560DAF6-9480-4D83-B173-C76071536456}" type="presOf" srcId="{D8C112DC-D5D9-4F93-850E-0CB7D562F558}" destId="{BE8B01AE-4C2E-4E64-B116-C955DDCB6562}" srcOrd="0" destOrd="0" presId="urn:microsoft.com/office/officeart/2008/layout/HorizontalMultiLevelHierarchy"/>
    <dgm:cxn modelId="{821147F9-B8A8-4590-A25E-0BC10ACBD4FE}" type="presOf" srcId="{D2592922-E96F-4274-BDA5-5F66E6D2E080}" destId="{550DF758-C74B-4C53-A5A2-CDCC89665F54}" srcOrd="1" destOrd="0" presId="urn:microsoft.com/office/officeart/2008/layout/HorizontalMultiLevelHierarchy"/>
    <dgm:cxn modelId="{EC403CFB-201F-4DDD-83BA-3E2896451CF3}" srcId="{C4EEA271-3D87-4C0C-912A-3F99AFAC0669}" destId="{90965327-7CD8-4FB6-82A8-D6FC4A0D3EF0}" srcOrd="0" destOrd="0" parTransId="{98F3A1F0-0CF5-456E-9040-ED826FB40DB0}" sibTransId="{1475F798-996D-46A9-B62D-1B10A871F039}"/>
    <dgm:cxn modelId="{197E12FE-81A7-4530-B40B-3EC7E79AA031}" type="presOf" srcId="{E6D89FC3-19A5-4E45-8A94-4D03AE3A5F2C}" destId="{6B5453D1-7FB8-48BC-A5EB-790C5AB1A04D}" srcOrd="0" destOrd="0" presId="urn:microsoft.com/office/officeart/2008/layout/HorizontalMultiLevelHierarchy"/>
    <dgm:cxn modelId="{24AFD814-8270-4E07-A876-A8A1604E0AE6}" type="presParOf" srcId="{4F1D59FC-A2DC-4E9B-A493-0DCD365C6B7D}" destId="{5DB3531A-B1F1-4591-8416-2ED5032E7515}" srcOrd="0" destOrd="0" presId="urn:microsoft.com/office/officeart/2008/layout/HorizontalMultiLevelHierarchy"/>
    <dgm:cxn modelId="{2DE8EDFF-55B7-43F4-BAFF-AD60267A741D}" type="presParOf" srcId="{5DB3531A-B1F1-4591-8416-2ED5032E7515}" destId="{6B5453D1-7FB8-48BC-A5EB-790C5AB1A04D}" srcOrd="0" destOrd="0" presId="urn:microsoft.com/office/officeart/2008/layout/HorizontalMultiLevelHierarchy"/>
    <dgm:cxn modelId="{A738338C-4492-4311-840E-052FDCDE4427}" type="presParOf" srcId="{5DB3531A-B1F1-4591-8416-2ED5032E7515}" destId="{89182EC1-834C-454A-9567-225DB60369FE}" srcOrd="1" destOrd="0" presId="urn:microsoft.com/office/officeart/2008/layout/HorizontalMultiLevelHierarchy"/>
    <dgm:cxn modelId="{43363C42-B73C-4F0E-BE23-B18916380754}" type="presParOf" srcId="{89182EC1-834C-454A-9567-225DB60369FE}" destId="{7A1173EC-7951-405F-988C-4A3339513BAF}" srcOrd="0" destOrd="0" presId="urn:microsoft.com/office/officeart/2008/layout/HorizontalMultiLevelHierarchy"/>
    <dgm:cxn modelId="{D69A1F7E-03A4-4C54-ADF4-E48248A7332A}" type="presParOf" srcId="{7A1173EC-7951-405F-988C-4A3339513BAF}" destId="{F6600933-488A-4D38-BB4B-622873C15697}" srcOrd="0" destOrd="0" presId="urn:microsoft.com/office/officeart/2008/layout/HorizontalMultiLevelHierarchy"/>
    <dgm:cxn modelId="{0E27423E-2193-4635-8A48-FF559E3E05D6}" type="presParOf" srcId="{89182EC1-834C-454A-9567-225DB60369FE}" destId="{EE81D14C-57A6-4AE2-A2E7-58F02282C6AF}" srcOrd="1" destOrd="0" presId="urn:microsoft.com/office/officeart/2008/layout/HorizontalMultiLevelHierarchy"/>
    <dgm:cxn modelId="{C6F21D92-1974-4DB3-AA4C-3BF83A48816F}" type="presParOf" srcId="{EE81D14C-57A6-4AE2-A2E7-58F02282C6AF}" destId="{4C131322-4382-4E40-86AE-C3F0C280FCDE}" srcOrd="0" destOrd="0" presId="urn:microsoft.com/office/officeart/2008/layout/HorizontalMultiLevelHierarchy"/>
    <dgm:cxn modelId="{C9B87934-2E49-4817-AB99-1CB0189AAFC2}" type="presParOf" srcId="{EE81D14C-57A6-4AE2-A2E7-58F02282C6AF}" destId="{4D50E11A-1789-4F5E-A4C2-827D2A892CBA}" srcOrd="1" destOrd="0" presId="urn:microsoft.com/office/officeart/2008/layout/HorizontalMultiLevelHierarchy"/>
    <dgm:cxn modelId="{5CFBE617-F167-4996-BEEF-DED38B781B23}" type="presParOf" srcId="{4D50E11A-1789-4F5E-A4C2-827D2A892CBA}" destId="{76C923EC-810F-4F89-A05B-9049065D6949}" srcOrd="0" destOrd="0" presId="urn:microsoft.com/office/officeart/2008/layout/HorizontalMultiLevelHierarchy"/>
    <dgm:cxn modelId="{6FC1FC73-C608-4BA1-8AE5-EDFA7C3C2440}" type="presParOf" srcId="{76C923EC-810F-4F89-A05B-9049065D6949}" destId="{30091E92-198B-4A70-B5F1-3E60B6D2339B}" srcOrd="0" destOrd="0" presId="urn:microsoft.com/office/officeart/2008/layout/HorizontalMultiLevelHierarchy"/>
    <dgm:cxn modelId="{0EEE07EE-CC89-48D0-A398-0E28EFF59C60}" type="presParOf" srcId="{4D50E11A-1789-4F5E-A4C2-827D2A892CBA}" destId="{18C580CD-3CB9-4DA7-8078-68FBC60439E7}" srcOrd="1" destOrd="0" presId="urn:microsoft.com/office/officeart/2008/layout/HorizontalMultiLevelHierarchy"/>
    <dgm:cxn modelId="{E3FAE3DE-3055-4A01-B3DE-4EE700818D36}" type="presParOf" srcId="{18C580CD-3CB9-4DA7-8078-68FBC60439E7}" destId="{B1233D1E-763E-4057-A6CC-51EA999B2D12}" srcOrd="0" destOrd="0" presId="urn:microsoft.com/office/officeart/2008/layout/HorizontalMultiLevelHierarchy"/>
    <dgm:cxn modelId="{BDDF2E50-6772-4D21-8D5F-F9D77EBE6E2B}" type="presParOf" srcId="{18C580CD-3CB9-4DA7-8078-68FBC60439E7}" destId="{4F1F6F15-FBD5-44CF-A904-5CAC919A1E0B}" srcOrd="1" destOrd="0" presId="urn:microsoft.com/office/officeart/2008/layout/HorizontalMultiLevelHierarchy"/>
    <dgm:cxn modelId="{E0D3949D-E501-4B50-9ED1-76AA18364C88}" type="presParOf" srcId="{89182EC1-834C-454A-9567-225DB60369FE}" destId="{6F4BED67-2607-4388-B17A-0E93C7CB9A76}" srcOrd="2" destOrd="0" presId="urn:microsoft.com/office/officeart/2008/layout/HorizontalMultiLevelHierarchy"/>
    <dgm:cxn modelId="{3CFFFAC2-9463-4036-8C86-16DAF7534430}" type="presParOf" srcId="{6F4BED67-2607-4388-B17A-0E93C7CB9A76}" destId="{2AF4F491-ED82-4EF9-AB1A-74BAC533C440}" srcOrd="0" destOrd="0" presId="urn:microsoft.com/office/officeart/2008/layout/HorizontalMultiLevelHierarchy"/>
    <dgm:cxn modelId="{C0337C43-5BA6-4EC7-9A73-E27DB133EB0C}" type="presParOf" srcId="{89182EC1-834C-454A-9567-225DB60369FE}" destId="{22AD2B0D-EFA7-45D0-B277-A8C471C6928B}" srcOrd="3" destOrd="0" presId="urn:microsoft.com/office/officeart/2008/layout/HorizontalMultiLevelHierarchy"/>
    <dgm:cxn modelId="{40272868-C11B-47A8-A144-5966244C53A0}" type="presParOf" srcId="{22AD2B0D-EFA7-45D0-B277-A8C471C6928B}" destId="{AFB54971-8213-4BF6-B989-C1F03C508D8C}" srcOrd="0" destOrd="0" presId="urn:microsoft.com/office/officeart/2008/layout/HorizontalMultiLevelHierarchy"/>
    <dgm:cxn modelId="{5EB77E98-9902-42AC-9D76-5C4B1E8F6A2D}" type="presParOf" srcId="{22AD2B0D-EFA7-45D0-B277-A8C471C6928B}" destId="{D9AEE524-53E8-4168-8667-324F88DD71CC}" srcOrd="1" destOrd="0" presId="urn:microsoft.com/office/officeart/2008/layout/HorizontalMultiLevelHierarchy"/>
    <dgm:cxn modelId="{CB021288-90C4-4AF1-A036-075A69E921EB}" type="presParOf" srcId="{D9AEE524-53E8-4168-8667-324F88DD71CC}" destId="{376BB3E1-24FA-4A67-B855-420E82C83148}" srcOrd="0" destOrd="0" presId="urn:microsoft.com/office/officeart/2008/layout/HorizontalMultiLevelHierarchy"/>
    <dgm:cxn modelId="{B1C0E479-16E8-4777-AE91-59DA78D5C009}" type="presParOf" srcId="{376BB3E1-24FA-4A67-B855-420E82C83148}" destId="{550DF758-C74B-4C53-A5A2-CDCC89665F54}" srcOrd="0" destOrd="0" presId="urn:microsoft.com/office/officeart/2008/layout/HorizontalMultiLevelHierarchy"/>
    <dgm:cxn modelId="{487D5593-D48F-4463-9817-451B0D1446AE}" type="presParOf" srcId="{D9AEE524-53E8-4168-8667-324F88DD71CC}" destId="{48ED582D-33ED-4970-91C0-22178349C52B}" srcOrd="1" destOrd="0" presId="urn:microsoft.com/office/officeart/2008/layout/HorizontalMultiLevelHierarchy"/>
    <dgm:cxn modelId="{9CCE92D7-5F4E-49E5-9CF6-11531B5FEE18}" type="presParOf" srcId="{48ED582D-33ED-4970-91C0-22178349C52B}" destId="{C82DADE4-1539-49DE-A908-EDFE45D02BDB}" srcOrd="0" destOrd="0" presId="urn:microsoft.com/office/officeart/2008/layout/HorizontalMultiLevelHierarchy"/>
    <dgm:cxn modelId="{2807FFEE-FF2C-4E4E-8378-A41A1DB62870}" type="presParOf" srcId="{48ED582D-33ED-4970-91C0-22178349C52B}" destId="{78AE6E32-23A8-4F45-BA2C-2973B3A0FDE1}" srcOrd="1" destOrd="0" presId="urn:microsoft.com/office/officeart/2008/layout/HorizontalMultiLevelHierarchy"/>
    <dgm:cxn modelId="{46CA9108-58B2-42B6-81E6-7F416A3CB12A}" type="presParOf" srcId="{89182EC1-834C-454A-9567-225DB60369FE}" destId="{810F9A6E-5E46-4247-8B5E-D65E16238166}" srcOrd="4" destOrd="0" presId="urn:microsoft.com/office/officeart/2008/layout/HorizontalMultiLevelHierarchy"/>
    <dgm:cxn modelId="{FD80DC05-FB11-4A1A-B473-E96E6AD9C86B}" type="presParOf" srcId="{810F9A6E-5E46-4247-8B5E-D65E16238166}" destId="{3FEB91AE-5D29-4DE6-A039-125C32643811}" srcOrd="0" destOrd="0" presId="urn:microsoft.com/office/officeart/2008/layout/HorizontalMultiLevelHierarchy"/>
    <dgm:cxn modelId="{B3E8D87B-DC8C-440C-960C-FFF0C7E85669}" type="presParOf" srcId="{89182EC1-834C-454A-9567-225DB60369FE}" destId="{550F8BE6-EAC0-4CBB-B1D3-95C3990ED253}" srcOrd="5" destOrd="0" presId="urn:microsoft.com/office/officeart/2008/layout/HorizontalMultiLevelHierarchy"/>
    <dgm:cxn modelId="{1E9A2E74-0B57-49D3-94CA-56DACB13EA7E}" type="presParOf" srcId="{550F8BE6-EAC0-4CBB-B1D3-95C3990ED253}" destId="{BE8B01AE-4C2E-4E64-B116-C955DDCB6562}" srcOrd="0" destOrd="0" presId="urn:microsoft.com/office/officeart/2008/layout/HorizontalMultiLevelHierarchy"/>
    <dgm:cxn modelId="{D037A35D-8302-4D41-B235-AF0C118D8360}" type="presParOf" srcId="{550F8BE6-EAC0-4CBB-B1D3-95C3990ED253}" destId="{CB614749-C425-4208-AAB0-4B34EC460B67}" srcOrd="1" destOrd="0" presId="urn:microsoft.com/office/officeart/2008/layout/HorizontalMultiLevelHierarchy"/>
    <dgm:cxn modelId="{AA51ACD2-2875-49EB-AB69-333D2C9B7767}" type="presParOf" srcId="{CB614749-C425-4208-AAB0-4B34EC460B67}" destId="{F6FD7EE2-D062-4FDD-BCC2-CBDBD17F204E}" srcOrd="0" destOrd="0" presId="urn:microsoft.com/office/officeart/2008/layout/HorizontalMultiLevelHierarchy"/>
    <dgm:cxn modelId="{A62B08C6-C02F-4600-924D-860E20E909D6}" type="presParOf" srcId="{F6FD7EE2-D062-4FDD-BCC2-CBDBD17F204E}" destId="{63D1CB3D-FF50-423E-B956-1CEDB9EA5010}" srcOrd="0" destOrd="0" presId="urn:microsoft.com/office/officeart/2008/layout/HorizontalMultiLevelHierarchy"/>
    <dgm:cxn modelId="{27ACEF76-4716-4242-A051-D2CEC66A2D20}" type="presParOf" srcId="{CB614749-C425-4208-AAB0-4B34EC460B67}" destId="{BDED3B18-53DF-4AFF-8F0E-0A849F763B2D}" srcOrd="1" destOrd="0" presId="urn:microsoft.com/office/officeart/2008/layout/HorizontalMultiLevelHierarchy"/>
    <dgm:cxn modelId="{F892075E-E1FE-4A04-AA18-61B34B4AD385}" type="presParOf" srcId="{BDED3B18-53DF-4AFF-8F0E-0A849F763B2D}" destId="{7645CBC2-6DDE-44FD-963F-D454B261CC34}" srcOrd="0" destOrd="0" presId="urn:microsoft.com/office/officeart/2008/layout/HorizontalMultiLevelHierarchy"/>
    <dgm:cxn modelId="{A43ABB8E-F3B5-4515-AA98-26E82259EA0A}" type="presParOf" srcId="{BDED3B18-53DF-4AFF-8F0E-0A849F763B2D}" destId="{E5732A8F-68E2-4A32-BB45-CF5B00437C97}" srcOrd="1" destOrd="0" presId="urn:microsoft.com/office/officeart/2008/layout/HorizontalMultiLevelHierarchy"/>
    <dgm:cxn modelId="{1E5FBA09-07BD-4524-ADBD-E56CEB91FDB0}" type="presParOf" srcId="{89182EC1-834C-454A-9567-225DB60369FE}" destId="{572E8DCE-EFB8-4781-B6B7-1D99076A84BD}" srcOrd="6" destOrd="0" presId="urn:microsoft.com/office/officeart/2008/layout/HorizontalMultiLevelHierarchy"/>
    <dgm:cxn modelId="{7F024A15-683C-4498-B83C-147B4A35AA2F}" type="presParOf" srcId="{572E8DCE-EFB8-4781-B6B7-1D99076A84BD}" destId="{20FA0134-B25A-45B4-860B-318E93109A17}" srcOrd="0" destOrd="0" presId="urn:microsoft.com/office/officeart/2008/layout/HorizontalMultiLevelHierarchy"/>
    <dgm:cxn modelId="{F7D55179-3B0B-4EF0-BE80-9F1DF21EB06D}" type="presParOf" srcId="{89182EC1-834C-454A-9567-225DB60369FE}" destId="{42CCF8E9-7DCB-4D43-B2CF-F0A932D30979}" srcOrd="7" destOrd="0" presId="urn:microsoft.com/office/officeart/2008/layout/HorizontalMultiLevelHierarchy"/>
    <dgm:cxn modelId="{F8294856-A09F-4D53-9016-E1A3793F2343}" type="presParOf" srcId="{42CCF8E9-7DCB-4D43-B2CF-F0A932D30979}" destId="{D678C46F-B710-4B96-A391-8061DF65A5AD}" srcOrd="0" destOrd="0" presId="urn:microsoft.com/office/officeart/2008/layout/HorizontalMultiLevelHierarchy"/>
    <dgm:cxn modelId="{8CF37705-4E22-4F67-975A-DE9F0B675EFE}" type="presParOf" srcId="{42CCF8E9-7DCB-4D43-B2CF-F0A932D30979}" destId="{554621C3-C659-4FB1-8833-A5B277C53F7E}" srcOrd="1" destOrd="0" presId="urn:microsoft.com/office/officeart/2008/layout/HorizontalMultiLevelHierarchy"/>
    <dgm:cxn modelId="{1CA66B86-D998-4C75-A750-B358A4E86DF9}" type="presParOf" srcId="{554621C3-C659-4FB1-8833-A5B277C53F7E}" destId="{FF7DD197-C1EE-406B-B9C5-86625078CA8B}" srcOrd="0" destOrd="0" presId="urn:microsoft.com/office/officeart/2008/layout/HorizontalMultiLevelHierarchy"/>
    <dgm:cxn modelId="{20DB1DE8-8DFC-44D8-83ED-24AD725886BD}" type="presParOf" srcId="{FF7DD197-C1EE-406B-B9C5-86625078CA8B}" destId="{C4B0B601-0182-4CB4-A046-56F7D5B1E97E}" srcOrd="0" destOrd="0" presId="urn:microsoft.com/office/officeart/2008/layout/HorizontalMultiLevelHierarchy"/>
    <dgm:cxn modelId="{C0F62EA3-3A58-4D4F-8547-54A6E1C1A000}" type="presParOf" srcId="{554621C3-C659-4FB1-8833-A5B277C53F7E}" destId="{0CD0786B-8757-4E03-835D-1047FADAAD48}" srcOrd="1" destOrd="0" presId="urn:microsoft.com/office/officeart/2008/layout/HorizontalMultiLevelHierarchy"/>
    <dgm:cxn modelId="{116C0F6C-0A05-4809-B730-CB0CC5782C14}" type="presParOf" srcId="{0CD0786B-8757-4E03-835D-1047FADAAD48}" destId="{71EAA35A-1105-413A-9AFE-2084FB001D14}" srcOrd="0" destOrd="0" presId="urn:microsoft.com/office/officeart/2008/layout/HorizontalMultiLevelHierarchy"/>
    <dgm:cxn modelId="{0B67160C-8136-4B0A-AB2C-464BE73DBFED}" type="presParOf" srcId="{0CD0786B-8757-4E03-835D-1047FADAAD48}" destId="{B9AF350D-D659-44A7-B18D-F1AEF36E526A}" srcOrd="1" destOrd="0" presId="urn:microsoft.com/office/officeart/2008/layout/HorizontalMultiLevelHierarchy"/>
    <dgm:cxn modelId="{1E356C01-45A2-4531-B48D-59DB21B4F351}" type="presParOf" srcId="{89182EC1-834C-454A-9567-225DB60369FE}" destId="{580DCB9B-B0FA-48A1-976B-50CDD33B60AF}" srcOrd="8" destOrd="0" presId="urn:microsoft.com/office/officeart/2008/layout/HorizontalMultiLevelHierarchy"/>
    <dgm:cxn modelId="{7C808A59-B8B8-4C35-81F3-EECAC98B862F}" type="presParOf" srcId="{580DCB9B-B0FA-48A1-976B-50CDD33B60AF}" destId="{08C8A575-D760-4283-BA0D-16ABBE11FD3F}" srcOrd="0" destOrd="0" presId="urn:microsoft.com/office/officeart/2008/layout/HorizontalMultiLevelHierarchy"/>
    <dgm:cxn modelId="{0838607C-9FBF-4A03-ADB4-B357A7BC58DA}" type="presParOf" srcId="{89182EC1-834C-454A-9567-225DB60369FE}" destId="{764938DD-FEFC-49FD-901B-2684A1101CB3}" srcOrd="9" destOrd="0" presId="urn:microsoft.com/office/officeart/2008/layout/HorizontalMultiLevelHierarchy"/>
    <dgm:cxn modelId="{624977D1-F01C-4BA4-AF88-F223F5CB490C}" type="presParOf" srcId="{764938DD-FEFC-49FD-901B-2684A1101CB3}" destId="{980A9586-210D-410C-89D0-9C1CA8423E33}" srcOrd="0" destOrd="0" presId="urn:microsoft.com/office/officeart/2008/layout/HorizontalMultiLevelHierarchy"/>
    <dgm:cxn modelId="{0B6914F5-2B3B-4C1A-BFF9-F6CFCB5723CD}" type="presParOf" srcId="{764938DD-FEFC-49FD-901B-2684A1101CB3}" destId="{D98A36A5-A199-4628-A4D7-005F6C9CA5D7}" srcOrd="1" destOrd="0" presId="urn:microsoft.com/office/officeart/2008/layout/HorizontalMultiLevelHierarchy"/>
    <dgm:cxn modelId="{8908CD5D-1A4B-441F-B576-089A90D172ED}" type="presParOf" srcId="{D98A36A5-A199-4628-A4D7-005F6C9CA5D7}" destId="{EFD2FBE0-DEC6-475F-812D-39BEA12CBE85}" srcOrd="0" destOrd="0" presId="urn:microsoft.com/office/officeart/2008/layout/HorizontalMultiLevelHierarchy"/>
    <dgm:cxn modelId="{5A4681D2-7BD0-412E-8745-6A5EFD030683}" type="presParOf" srcId="{EFD2FBE0-DEC6-475F-812D-39BEA12CBE85}" destId="{5FF0863B-0004-4490-BC10-1AF7E1FF6D42}" srcOrd="0" destOrd="0" presId="urn:microsoft.com/office/officeart/2008/layout/HorizontalMultiLevelHierarchy"/>
    <dgm:cxn modelId="{24F63D69-7619-4587-875B-AA7D4B3EE602}" type="presParOf" srcId="{D98A36A5-A199-4628-A4D7-005F6C9CA5D7}" destId="{8AC22F7D-5033-4C87-BD1F-0F53F859B66E}" srcOrd="1" destOrd="0" presId="urn:microsoft.com/office/officeart/2008/layout/HorizontalMultiLevelHierarchy"/>
    <dgm:cxn modelId="{19F5389A-82E2-4CD3-984A-4169A877E35A}" type="presParOf" srcId="{8AC22F7D-5033-4C87-BD1F-0F53F859B66E}" destId="{69D8C28D-23E7-4EA8-898D-BBE48E89CBA2}" srcOrd="0" destOrd="0" presId="urn:microsoft.com/office/officeart/2008/layout/HorizontalMultiLevelHierarchy"/>
    <dgm:cxn modelId="{778B9648-1141-4DC6-807F-225D75916F5F}" type="presParOf" srcId="{8AC22F7D-5033-4C87-BD1F-0F53F859B66E}" destId="{E6731DEB-8897-4D44-91F0-9F19C0FFABB6}" srcOrd="1" destOrd="0" presId="urn:microsoft.com/office/officeart/2008/layout/HorizontalMultiLevelHierarchy"/>
    <dgm:cxn modelId="{7E3D2D43-7501-4F69-823D-54009CD2795D}" type="presParOf" srcId="{89182EC1-834C-454A-9567-225DB60369FE}" destId="{389378D9-04E3-4F1D-BCC3-E28B39B19133}" srcOrd="10" destOrd="0" presId="urn:microsoft.com/office/officeart/2008/layout/HorizontalMultiLevelHierarchy"/>
    <dgm:cxn modelId="{24500D0C-8298-47DA-848E-14C0473D0F2E}" type="presParOf" srcId="{389378D9-04E3-4F1D-BCC3-E28B39B19133}" destId="{06280840-0E79-4BF8-8995-D6D194216693}" srcOrd="0" destOrd="0" presId="urn:microsoft.com/office/officeart/2008/layout/HorizontalMultiLevelHierarchy"/>
    <dgm:cxn modelId="{D3D21A6E-838C-49C3-A42F-A1C97D9AB241}" type="presParOf" srcId="{89182EC1-834C-454A-9567-225DB60369FE}" destId="{979BF660-1298-47C8-9206-FE9F443F2CA0}" srcOrd="11" destOrd="0" presId="urn:microsoft.com/office/officeart/2008/layout/HorizontalMultiLevelHierarchy"/>
    <dgm:cxn modelId="{922FF750-BC31-41A2-BA12-362856BD96E4}" type="presParOf" srcId="{979BF660-1298-47C8-9206-FE9F443F2CA0}" destId="{E90DF07C-09FF-4A52-A7BC-8AB231010A0E}" srcOrd="0" destOrd="0" presId="urn:microsoft.com/office/officeart/2008/layout/HorizontalMultiLevelHierarchy"/>
    <dgm:cxn modelId="{A2EBFE75-7617-4B4B-A332-38626E7788DA}" type="presParOf" srcId="{979BF660-1298-47C8-9206-FE9F443F2CA0}" destId="{D269ED29-6CEE-4ABB-8136-D9BD325F0DFB}" srcOrd="1" destOrd="0" presId="urn:microsoft.com/office/officeart/2008/layout/HorizontalMultiLevelHierarchy"/>
    <dgm:cxn modelId="{98FD069A-5FB6-43CA-9733-904B0A54217E}" type="presParOf" srcId="{D269ED29-6CEE-4ABB-8136-D9BD325F0DFB}" destId="{74874E82-83D4-4206-BC74-BF03FBBBD9AF}" srcOrd="0" destOrd="0" presId="urn:microsoft.com/office/officeart/2008/layout/HorizontalMultiLevelHierarchy"/>
    <dgm:cxn modelId="{41E62D86-E9AA-452A-ADBC-47EFFEBEDF94}" type="presParOf" srcId="{74874E82-83D4-4206-BC74-BF03FBBBD9AF}" destId="{220630BA-09E8-4468-9A41-EE3152AE4C88}" srcOrd="0" destOrd="0" presId="urn:microsoft.com/office/officeart/2008/layout/HorizontalMultiLevelHierarchy"/>
    <dgm:cxn modelId="{F5B91202-4E32-4388-BEC0-F82F60B6CCE3}" type="presParOf" srcId="{D269ED29-6CEE-4ABB-8136-D9BD325F0DFB}" destId="{4AADD34C-3375-4490-8ABB-2E0DF8D3459C}" srcOrd="1" destOrd="0" presId="urn:microsoft.com/office/officeart/2008/layout/HorizontalMultiLevelHierarchy"/>
    <dgm:cxn modelId="{2F3D341B-7448-4CE9-8B52-E6485DE24217}" type="presParOf" srcId="{4AADD34C-3375-4490-8ABB-2E0DF8D3459C}" destId="{6D2F1CD8-20A2-4E33-B504-91F38AB0EB49}" srcOrd="0" destOrd="0" presId="urn:microsoft.com/office/officeart/2008/layout/HorizontalMultiLevelHierarchy"/>
    <dgm:cxn modelId="{59A30E46-49DB-4CA4-92A7-98A0CE2BD0F7}" type="presParOf" srcId="{4AADD34C-3375-4490-8ABB-2E0DF8D3459C}" destId="{C75BFF26-DE5A-4CB9-B2B5-068CA7C03AD9}" srcOrd="1" destOrd="0" presId="urn:microsoft.com/office/officeart/2008/layout/HorizontalMultiLevelHierarchy"/>
    <dgm:cxn modelId="{8FCDAF36-FFCD-48EF-9ECA-EFA6E568BEC8}" type="presParOf" srcId="{89182EC1-834C-454A-9567-225DB60369FE}" destId="{0DB4B853-501E-4B7C-A3F8-EF56141C35D0}" srcOrd="12" destOrd="0" presId="urn:microsoft.com/office/officeart/2008/layout/HorizontalMultiLevelHierarchy"/>
    <dgm:cxn modelId="{FC4F5B8B-FB68-4602-90C9-B87641648B0F}" type="presParOf" srcId="{0DB4B853-501E-4B7C-A3F8-EF56141C35D0}" destId="{CB88477C-D3D3-47EB-87B6-50232728F271}" srcOrd="0" destOrd="0" presId="urn:microsoft.com/office/officeart/2008/layout/HorizontalMultiLevelHierarchy"/>
    <dgm:cxn modelId="{9C72878A-2B03-4F05-9C3A-A6A8F8AAF0B9}" type="presParOf" srcId="{89182EC1-834C-454A-9567-225DB60369FE}" destId="{01E88675-4D70-4809-8DFD-3C8C3DA588EA}" srcOrd="13" destOrd="0" presId="urn:microsoft.com/office/officeart/2008/layout/HorizontalMultiLevelHierarchy"/>
    <dgm:cxn modelId="{9CD6FE64-9D93-4F23-8CBE-509C24200B59}" type="presParOf" srcId="{01E88675-4D70-4809-8DFD-3C8C3DA588EA}" destId="{5A241086-AEAA-4590-AEF3-1203E653346A}" srcOrd="0" destOrd="0" presId="urn:microsoft.com/office/officeart/2008/layout/HorizontalMultiLevelHierarchy"/>
    <dgm:cxn modelId="{CD81C711-9001-45C0-960B-9E6E60957BB1}" type="presParOf" srcId="{01E88675-4D70-4809-8DFD-3C8C3DA588EA}" destId="{75FD6D4C-6C6F-497D-969B-0EB4B7FD1C15}" srcOrd="1" destOrd="0" presId="urn:microsoft.com/office/officeart/2008/layout/HorizontalMultiLevelHierarchy"/>
    <dgm:cxn modelId="{B02BA1BE-22C2-4790-8CDA-A10657CEAC5F}" type="presParOf" srcId="{75FD6D4C-6C6F-497D-969B-0EB4B7FD1C15}" destId="{66E19965-C02E-40CA-9F7C-C234575A8EF1}" srcOrd="0" destOrd="0" presId="urn:microsoft.com/office/officeart/2008/layout/HorizontalMultiLevelHierarchy"/>
    <dgm:cxn modelId="{DDBB6F02-99D1-4013-BE07-B3299355ED3F}" type="presParOf" srcId="{66E19965-C02E-40CA-9F7C-C234575A8EF1}" destId="{9C6D88B5-35A0-4912-8D2D-0CA68AE2B790}" srcOrd="0" destOrd="0" presId="urn:microsoft.com/office/officeart/2008/layout/HorizontalMultiLevelHierarchy"/>
    <dgm:cxn modelId="{D9CE1BAC-D313-4C12-BFD4-CD6F028AC7D7}" type="presParOf" srcId="{75FD6D4C-6C6F-497D-969B-0EB4B7FD1C15}" destId="{2F8E792D-FB96-49DE-B312-43CF4D7456B8}" srcOrd="1" destOrd="0" presId="urn:microsoft.com/office/officeart/2008/layout/HorizontalMultiLevelHierarchy"/>
    <dgm:cxn modelId="{9C73317D-5579-45E2-AAAD-F40D356E7DE3}" type="presParOf" srcId="{2F8E792D-FB96-49DE-B312-43CF4D7456B8}" destId="{2536BF04-CF68-4378-965B-D4C96FC71D54}" srcOrd="0" destOrd="0" presId="urn:microsoft.com/office/officeart/2008/layout/HorizontalMultiLevelHierarchy"/>
    <dgm:cxn modelId="{F5F3D3AD-47F3-48E2-8BDF-309CF6EF7DB9}" type="presParOf" srcId="{2F8E792D-FB96-49DE-B312-43CF4D7456B8}" destId="{AB806627-AB3E-4483-B204-7BAA69D28185}" srcOrd="1" destOrd="0" presId="urn:microsoft.com/office/officeart/2008/layout/HorizontalMultiLevelHierarchy"/>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2AA76CEC-4A49-446A-81B7-FEB22EC2776D}" type="doc">
      <dgm:prSet loTypeId="urn:microsoft.com/office/officeart/2008/layout/LinedList" loCatId="hierarchy" qsTypeId="urn:microsoft.com/office/officeart/2005/8/quickstyle/simple3" qsCatId="simple" csTypeId="urn:microsoft.com/office/officeart/2005/8/colors/colorful5" csCatId="colorful" phldr="1"/>
      <dgm:spPr/>
      <dgm:t>
        <a:bodyPr/>
        <a:lstStyle/>
        <a:p>
          <a:endParaRPr lang="en-IN"/>
        </a:p>
      </dgm:t>
    </dgm:pt>
    <dgm:pt modelId="{E6D89FC3-19A5-4E45-8A94-4D03AE3A5F2C}">
      <dgm:prSet phldrT="[Text]" custT="1"/>
      <dgm:spPr/>
      <dgm:t>
        <a:bodyPr/>
        <a:lstStyle/>
        <a:p>
          <a:r>
            <a:rPr lang="en-IN" sz="1800" dirty="0"/>
            <a:t>Types of Operators</a:t>
          </a:r>
        </a:p>
      </dgm:t>
    </dgm:pt>
    <dgm:pt modelId="{FC728F0C-C5FA-4E9C-9A2C-802026F52466}" type="parTrans" cxnId="{938BB137-69BC-41E2-822B-96DE1424B1D8}">
      <dgm:prSet/>
      <dgm:spPr/>
      <dgm:t>
        <a:bodyPr/>
        <a:lstStyle/>
        <a:p>
          <a:endParaRPr lang="en-IN" sz="1800"/>
        </a:p>
      </dgm:t>
    </dgm:pt>
    <dgm:pt modelId="{F51FE7B1-9CAF-42FB-A819-BEF374F30EFA}" type="sibTrans" cxnId="{938BB137-69BC-41E2-822B-96DE1424B1D8}">
      <dgm:prSet/>
      <dgm:spPr/>
      <dgm:t>
        <a:bodyPr/>
        <a:lstStyle/>
        <a:p>
          <a:endParaRPr lang="en-IN" sz="1800"/>
        </a:p>
      </dgm:t>
    </dgm:pt>
    <dgm:pt modelId="{C4EEA271-3D87-4C0C-912A-3F99AFAC0669}">
      <dgm:prSet phldrT="[Text]" custT="1"/>
      <dgm:spPr>
        <a:solidFill>
          <a:srgbClr val="FFFF00"/>
        </a:solidFill>
      </dgm:spPr>
      <dgm:t>
        <a:bodyPr/>
        <a:lstStyle/>
        <a:p>
          <a:r>
            <a:rPr lang="en-IN" sz="1800" b="0" i="0" dirty="0"/>
            <a:t>Arithmetic Operators</a:t>
          </a:r>
          <a:endParaRPr lang="en-IN" sz="1800" dirty="0"/>
        </a:p>
      </dgm:t>
    </dgm:pt>
    <dgm:pt modelId="{3C7574BD-DFEF-44E8-B378-D391289AB0C5}" type="parTrans" cxnId="{93E30C64-A5D3-40F0-82EA-4FE492CCA767}">
      <dgm:prSet custT="1"/>
      <dgm:spPr/>
      <dgm:t>
        <a:bodyPr/>
        <a:lstStyle/>
        <a:p>
          <a:endParaRPr lang="en-IN" sz="1800"/>
        </a:p>
      </dgm:t>
    </dgm:pt>
    <dgm:pt modelId="{76C037FC-C43B-4CB5-9D12-A5B10064505E}" type="sibTrans" cxnId="{93E30C64-A5D3-40F0-82EA-4FE492CCA767}">
      <dgm:prSet/>
      <dgm:spPr/>
      <dgm:t>
        <a:bodyPr/>
        <a:lstStyle/>
        <a:p>
          <a:endParaRPr lang="en-IN" sz="1800"/>
        </a:p>
      </dgm:t>
    </dgm:pt>
    <dgm:pt modelId="{98638CDC-BE70-483E-A025-26870C3283CD}">
      <dgm:prSet phldrT="[Text]" custT="1"/>
      <dgm:spPr/>
      <dgm:t>
        <a:bodyPr/>
        <a:lstStyle/>
        <a:p>
          <a:r>
            <a:rPr lang="en-IN" sz="1800" b="0" i="0" dirty="0"/>
            <a:t>Assignment Operators</a:t>
          </a:r>
          <a:endParaRPr lang="en-IN" sz="1800" dirty="0"/>
        </a:p>
      </dgm:t>
    </dgm:pt>
    <dgm:pt modelId="{35272958-6A4F-4BD8-88CF-BF3BA51B35FF}" type="parTrans" cxnId="{4DC4BBEF-9F8F-42AB-9084-49BB92DC5F43}">
      <dgm:prSet custT="1"/>
      <dgm:spPr/>
      <dgm:t>
        <a:bodyPr/>
        <a:lstStyle/>
        <a:p>
          <a:endParaRPr lang="en-IN" sz="1800"/>
        </a:p>
      </dgm:t>
    </dgm:pt>
    <dgm:pt modelId="{761CAF09-2A54-4748-AB50-42A2A603C695}" type="sibTrans" cxnId="{4DC4BBEF-9F8F-42AB-9084-49BB92DC5F43}">
      <dgm:prSet/>
      <dgm:spPr/>
      <dgm:t>
        <a:bodyPr/>
        <a:lstStyle/>
        <a:p>
          <a:endParaRPr lang="en-IN" sz="1800"/>
        </a:p>
      </dgm:t>
    </dgm:pt>
    <dgm:pt modelId="{D8C112DC-D5D9-4F93-850E-0CB7D562F558}">
      <dgm:prSet phldrT="[Text]" custT="1"/>
      <dgm:spPr/>
      <dgm:t>
        <a:bodyPr/>
        <a:lstStyle/>
        <a:p>
          <a:r>
            <a:rPr lang="en-IN" sz="1800" b="0" i="0" dirty="0"/>
            <a:t>Comparison Operators</a:t>
          </a:r>
          <a:endParaRPr lang="en-IN" sz="1800" dirty="0"/>
        </a:p>
      </dgm:t>
    </dgm:pt>
    <dgm:pt modelId="{3FA1BEFF-91E7-4C5F-BB5B-1F3EF63EA843}" type="parTrans" cxnId="{C0FF34B4-0CF5-45EE-9178-CFB1A95FEACE}">
      <dgm:prSet custT="1"/>
      <dgm:spPr/>
      <dgm:t>
        <a:bodyPr/>
        <a:lstStyle/>
        <a:p>
          <a:endParaRPr lang="en-IN" sz="1800"/>
        </a:p>
      </dgm:t>
    </dgm:pt>
    <dgm:pt modelId="{A1F9DA93-F2B9-4B3E-BB36-144A6C1B5896}" type="sibTrans" cxnId="{C0FF34B4-0CF5-45EE-9178-CFB1A95FEACE}">
      <dgm:prSet/>
      <dgm:spPr/>
      <dgm:t>
        <a:bodyPr/>
        <a:lstStyle/>
        <a:p>
          <a:endParaRPr lang="en-IN" sz="1800"/>
        </a:p>
      </dgm:t>
    </dgm:pt>
    <dgm:pt modelId="{8EF17BD3-ABC1-4914-92F7-E71083DC6502}">
      <dgm:prSet custT="1"/>
      <dgm:spPr/>
      <dgm:t>
        <a:bodyPr/>
        <a:lstStyle/>
        <a:p>
          <a:r>
            <a:rPr lang="en-IN" sz="1800" b="0" i="0" dirty="0"/>
            <a:t>Logical Operators</a:t>
          </a:r>
          <a:endParaRPr lang="en-IN" sz="1800" dirty="0"/>
        </a:p>
      </dgm:t>
    </dgm:pt>
    <dgm:pt modelId="{A71BB647-835D-4389-ACF8-CF71C5AAAC79}" type="parTrans" cxnId="{B63C245F-6424-4353-AF3E-8D2C0FBDF3DB}">
      <dgm:prSet custT="1"/>
      <dgm:spPr/>
      <dgm:t>
        <a:bodyPr/>
        <a:lstStyle/>
        <a:p>
          <a:endParaRPr lang="en-IN" sz="1800"/>
        </a:p>
      </dgm:t>
    </dgm:pt>
    <dgm:pt modelId="{6BFAE0E8-5A45-4AAE-8798-B1D274E52585}" type="sibTrans" cxnId="{B63C245F-6424-4353-AF3E-8D2C0FBDF3DB}">
      <dgm:prSet/>
      <dgm:spPr/>
      <dgm:t>
        <a:bodyPr/>
        <a:lstStyle/>
        <a:p>
          <a:endParaRPr lang="en-IN" sz="1800"/>
        </a:p>
      </dgm:t>
    </dgm:pt>
    <dgm:pt modelId="{3DFD13A5-D89C-40C6-BC47-51E02996BD53}">
      <dgm:prSet custT="1"/>
      <dgm:spPr/>
      <dgm:t>
        <a:bodyPr/>
        <a:lstStyle/>
        <a:p>
          <a:r>
            <a:rPr lang="en-IN" sz="1800" b="0" dirty="0"/>
            <a:t>Unary Operators</a:t>
          </a:r>
          <a:endParaRPr lang="en-IN" sz="1800" dirty="0"/>
        </a:p>
      </dgm:t>
    </dgm:pt>
    <dgm:pt modelId="{0493CE3E-B075-4418-910D-DEBE06869E35}" type="parTrans" cxnId="{70AFB806-4D6E-4188-99AE-BF9570AAA3DE}">
      <dgm:prSet custT="1"/>
      <dgm:spPr/>
      <dgm:t>
        <a:bodyPr/>
        <a:lstStyle/>
        <a:p>
          <a:endParaRPr lang="en-IN" sz="1800"/>
        </a:p>
      </dgm:t>
    </dgm:pt>
    <dgm:pt modelId="{39C1EB49-60D8-4D6F-846D-E2C48B8AB330}" type="sibTrans" cxnId="{70AFB806-4D6E-4188-99AE-BF9570AAA3DE}">
      <dgm:prSet/>
      <dgm:spPr/>
      <dgm:t>
        <a:bodyPr/>
        <a:lstStyle/>
        <a:p>
          <a:endParaRPr lang="en-IN" sz="1800"/>
        </a:p>
      </dgm:t>
    </dgm:pt>
    <dgm:pt modelId="{6E6A29A6-458D-401B-8BD6-3579D5748DF8}">
      <dgm:prSet custT="1"/>
      <dgm:spPr/>
      <dgm:t>
        <a:bodyPr/>
        <a:lstStyle/>
        <a:p>
          <a:r>
            <a:rPr lang="en-IN" sz="1800" b="0" dirty="0"/>
            <a:t>Ternary/ Conditional Operator</a:t>
          </a:r>
          <a:endParaRPr lang="en-IN" sz="1800" dirty="0"/>
        </a:p>
      </dgm:t>
    </dgm:pt>
    <dgm:pt modelId="{60031E9E-871E-4CBF-BCBF-06EFF6F9838A}" type="parTrans" cxnId="{69A21FEA-B000-4584-833D-9EC8E3716232}">
      <dgm:prSet custT="1"/>
      <dgm:spPr/>
      <dgm:t>
        <a:bodyPr/>
        <a:lstStyle/>
        <a:p>
          <a:endParaRPr lang="en-IN" sz="1800"/>
        </a:p>
      </dgm:t>
    </dgm:pt>
    <dgm:pt modelId="{F7D64699-C0A2-41FE-A69A-7327A0B8C882}" type="sibTrans" cxnId="{69A21FEA-B000-4584-833D-9EC8E3716232}">
      <dgm:prSet/>
      <dgm:spPr/>
      <dgm:t>
        <a:bodyPr/>
        <a:lstStyle/>
        <a:p>
          <a:endParaRPr lang="en-IN" sz="1800"/>
        </a:p>
      </dgm:t>
    </dgm:pt>
    <dgm:pt modelId="{E38C92F8-6B33-4CBC-B469-2043B66B53C5}">
      <dgm:prSet custT="1"/>
      <dgm:spPr/>
      <dgm:t>
        <a:bodyPr/>
        <a:lstStyle/>
        <a:p>
          <a:r>
            <a:rPr lang="en-IN" sz="1800" b="0" dirty="0"/>
            <a:t>instanceof Operator</a:t>
          </a:r>
          <a:endParaRPr lang="en-IN" sz="1800" dirty="0"/>
        </a:p>
      </dgm:t>
    </dgm:pt>
    <dgm:pt modelId="{26A3169A-2F6E-4990-81CF-B1E772B11B17}" type="sibTrans" cxnId="{786E4FC5-31E1-4EFB-B6C9-023F5CFA563C}">
      <dgm:prSet/>
      <dgm:spPr/>
      <dgm:t>
        <a:bodyPr/>
        <a:lstStyle/>
        <a:p>
          <a:endParaRPr lang="en-IN" sz="1800"/>
        </a:p>
      </dgm:t>
    </dgm:pt>
    <dgm:pt modelId="{85DBBA0C-5EF9-48D7-A2BD-C5269842CFA2}" type="parTrans" cxnId="{786E4FC5-31E1-4EFB-B6C9-023F5CFA563C}">
      <dgm:prSet custT="1"/>
      <dgm:spPr/>
      <dgm:t>
        <a:bodyPr/>
        <a:lstStyle/>
        <a:p>
          <a:endParaRPr lang="en-IN" sz="1800"/>
        </a:p>
      </dgm:t>
    </dgm:pt>
    <dgm:pt modelId="{000A36FB-B827-4AF1-8D8E-9FAF15BC6333}" type="pres">
      <dgm:prSet presAssocID="{2AA76CEC-4A49-446A-81B7-FEB22EC2776D}" presName="vert0" presStyleCnt="0">
        <dgm:presLayoutVars>
          <dgm:dir/>
          <dgm:animOne val="branch"/>
          <dgm:animLvl val="lvl"/>
        </dgm:presLayoutVars>
      </dgm:prSet>
      <dgm:spPr/>
    </dgm:pt>
    <dgm:pt modelId="{204BBE35-1F99-4177-A3C5-2EC9B949E5D5}" type="pres">
      <dgm:prSet presAssocID="{E6D89FC3-19A5-4E45-8A94-4D03AE3A5F2C}" presName="thickLine" presStyleLbl="alignNode1" presStyleIdx="0" presStyleCnt="1"/>
      <dgm:spPr/>
    </dgm:pt>
    <dgm:pt modelId="{94CB4109-FB27-4483-A801-2E917C5DA35C}" type="pres">
      <dgm:prSet presAssocID="{E6D89FC3-19A5-4E45-8A94-4D03AE3A5F2C}" presName="horz1" presStyleCnt="0"/>
      <dgm:spPr/>
    </dgm:pt>
    <dgm:pt modelId="{7C31FA62-7DCF-4159-92CD-6840FBF7259F}" type="pres">
      <dgm:prSet presAssocID="{E6D89FC3-19A5-4E45-8A94-4D03AE3A5F2C}" presName="tx1" presStyleLbl="revTx" presStyleIdx="0" presStyleCnt="8" custScaleX="222132"/>
      <dgm:spPr/>
    </dgm:pt>
    <dgm:pt modelId="{CAF41426-51D0-419D-9E4B-207C32F4DDB8}" type="pres">
      <dgm:prSet presAssocID="{E6D89FC3-19A5-4E45-8A94-4D03AE3A5F2C}" presName="vert1" presStyleCnt="0"/>
      <dgm:spPr/>
    </dgm:pt>
    <dgm:pt modelId="{107F0B28-0617-434B-B29A-342D0CB44058}" type="pres">
      <dgm:prSet presAssocID="{C4EEA271-3D87-4C0C-912A-3F99AFAC0669}" presName="vertSpace2a" presStyleCnt="0"/>
      <dgm:spPr/>
    </dgm:pt>
    <dgm:pt modelId="{EA150CDB-C789-45AC-8C83-BF74ED372D69}" type="pres">
      <dgm:prSet presAssocID="{C4EEA271-3D87-4C0C-912A-3F99AFAC0669}" presName="horz2" presStyleCnt="0"/>
      <dgm:spPr/>
    </dgm:pt>
    <dgm:pt modelId="{F44E7406-8B6D-45BC-9925-14AE18963237}" type="pres">
      <dgm:prSet presAssocID="{C4EEA271-3D87-4C0C-912A-3F99AFAC0669}" presName="horzSpace2" presStyleCnt="0"/>
      <dgm:spPr/>
    </dgm:pt>
    <dgm:pt modelId="{8DC4FE41-CDBE-4AC4-B463-98FF866824DA}" type="pres">
      <dgm:prSet presAssocID="{C4EEA271-3D87-4C0C-912A-3F99AFAC0669}" presName="tx2" presStyleLbl="revTx" presStyleIdx="1" presStyleCnt="8"/>
      <dgm:spPr/>
    </dgm:pt>
    <dgm:pt modelId="{53AD6B86-8610-4243-ABB4-B8836909123C}" type="pres">
      <dgm:prSet presAssocID="{C4EEA271-3D87-4C0C-912A-3F99AFAC0669}" presName="vert2" presStyleCnt="0"/>
      <dgm:spPr/>
    </dgm:pt>
    <dgm:pt modelId="{80DB9D29-DDDB-4582-B792-FB81CCA6C9FB}" type="pres">
      <dgm:prSet presAssocID="{C4EEA271-3D87-4C0C-912A-3F99AFAC0669}" presName="thinLine2b" presStyleLbl="callout" presStyleIdx="0" presStyleCnt="7"/>
      <dgm:spPr/>
    </dgm:pt>
    <dgm:pt modelId="{AC40A90E-41E0-4558-8E83-6FFEE96DA169}" type="pres">
      <dgm:prSet presAssocID="{C4EEA271-3D87-4C0C-912A-3F99AFAC0669}" presName="vertSpace2b" presStyleCnt="0"/>
      <dgm:spPr/>
    </dgm:pt>
    <dgm:pt modelId="{48C240C3-99A5-4666-9430-EC110E118F3D}" type="pres">
      <dgm:prSet presAssocID="{98638CDC-BE70-483E-A025-26870C3283CD}" presName="horz2" presStyleCnt="0"/>
      <dgm:spPr/>
    </dgm:pt>
    <dgm:pt modelId="{4EC5B154-19F9-4BE6-97F2-110FFEB985B9}" type="pres">
      <dgm:prSet presAssocID="{98638CDC-BE70-483E-A025-26870C3283CD}" presName="horzSpace2" presStyleCnt="0"/>
      <dgm:spPr/>
    </dgm:pt>
    <dgm:pt modelId="{99F5DFB5-8775-4BAB-9DBD-F10BA17078AD}" type="pres">
      <dgm:prSet presAssocID="{98638CDC-BE70-483E-A025-26870C3283CD}" presName="tx2" presStyleLbl="revTx" presStyleIdx="2" presStyleCnt="8"/>
      <dgm:spPr/>
    </dgm:pt>
    <dgm:pt modelId="{BFD050F6-52ED-44FF-BDBA-A348A5EE3FAC}" type="pres">
      <dgm:prSet presAssocID="{98638CDC-BE70-483E-A025-26870C3283CD}" presName="vert2" presStyleCnt="0"/>
      <dgm:spPr/>
    </dgm:pt>
    <dgm:pt modelId="{1A32E401-DA1D-4D42-9482-C2645401774B}" type="pres">
      <dgm:prSet presAssocID="{98638CDC-BE70-483E-A025-26870C3283CD}" presName="thinLine2b" presStyleLbl="callout" presStyleIdx="1" presStyleCnt="7"/>
      <dgm:spPr/>
    </dgm:pt>
    <dgm:pt modelId="{F25301CA-26A3-4010-A745-D7F94888B09F}" type="pres">
      <dgm:prSet presAssocID="{98638CDC-BE70-483E-A025-26870C3283CD}" presName="vertSpace2b" presStyleCnt="0"/>
      <dgm:spPr/>
    </dgm:pt>
    <dgm:pt modelId="{D485C292-52AF-482A-A4EB-B277DA05D29E}" type="pres">
      <dgm:prSet presAssocID="{D8C112DC-D5D9-4F93-850E-0CB7D562F558}" presName="horz2" presStyleCnt="0"/>
      <dgm:spPr/>
    </dgm:pt>
    <dgm:pt modelId="{5DBDC5C1-3DC7-4A22-B949-1B9E0A6C5E72}" type="pres">
      <dgm:prSet presAssocID="{D8C112DC-D5D9-4F93-850E-0CB7D562F558}" presName="horzSpace2" presStyleCnt="0"/>
      <dgm:spPr/>
    </dgm:pt>
    <dgm:pt modelId="{21D69948-6332-4CD4-871A-5D52EFE46A04}" type="pres">
      <dgm:prSet presAssocID="{D8C112DC-D5D9-4F93-850E-0CB7D562F558}" presName="tx2" presStyleLbl="revTx" presStyleIdx="3" presStyleCnt="8"/>
      <dgm:spPr/>
    </dgm:pt>
    <dgm:pt modelId="{2093BD50-F5B8-46B6-A5EC-05D534CA40B8}" type="pres">
      <dgm:prSet presAssocID="{D8C112DC-D5D9-4F93-850E-0CB7D562F558}" presName="vert2" presStyleCnt="0"/>
      <dgm:spPr/>
    </dgm:pt>
    <dgm:pt modelId="{19F7E037-4803-4406-BB0C-D4FBEAFAEA87}" type="pres">
      <dgm:prSet presAssocID="{D8C112DC-D5D9-4F93-850E-0CB7D562F558}" presName="thinLine2b" presStyleLbl="callout" presStyleIdx="2" presStyleCnt="7"/>
      <dgm:spPr/>
    </dgm:pt>
    <dgm:pt modelId="{4CDFDA1A-8B82-4CBE-B3AF-314D7597941E}" type="pres">
      <dgm:prSet presAssocID="{D8C112DC-D5D9-4F93-850E-0CB7D562F558}" presName="vertSpace2b" presStyleCnt="0"/>
      <dgm:spPr/>
    </dgm:pt>
    <dgm:pt modelId="{BA0AE109-1908-4FF4-99C5-1B20356187B2}" type="pres">
      <dgm:prSet presAssocID="{8EF17BD3-ABC1-4914-92F7-E71083DC6502}" presName="horz2" presStyleCnt="0"/>
      <dgm:spPr/>
    </dgm:pt>
    <dgm:pt modelId="{4F727F8C-5EE1-43C7-8D55-7D20CDA38F00}" type="pres">
      <dgm:prSet presAssocID="{8EF17BD3-ABC1-4914-92F7-E71083DC6502}" presName="horzSpace2" presStyleCnt="0"/>
      <dgm:spPr/>
    </dgm:pt>
    <dgm:pt modelId="{7380F50D-0A8C-499F-9058-4EF1DA7749CD}" type="pres">
      <dgm:prSet presAssocID="{8EF17BD3-ABC1-4914-92F7-E71083DC6502}" presName="tx2" presStyleLbl="revTx" presStyleIdx="4" presStyleCnt="8"/>
      <dgm:spPr/>
    </dgm:pt>
    <dgm:pt modelId="{830DAB4C-2E9A-4F1E-A8BD-3B173B715A3D}" type="pres">
      <dgm:prSet presAssocID="{8EF17BD3-ABC1-4914-92F7-E71083DC6502}" presName="vert2" presStyleCnt="0"/>
      <dgm:spPr/>
    </dgm:pt>
    <dgm:pt modelId="{FF3D9E33-E774-4838-B00C-D036750CD321}" type="pres">
      <dgm:prSet presAssocID="{8EF17BD3-ABC1-4914-92F7-E71083DC6502}" presName="thinLine2b" presStyleLbl="callout" presStyleIdx="3" presStyleCnt="7"/>
      <dgm:spPr/>
    </dgm:pt>
    <dgm:pt modelId="{0399D71B-1422-4292-98D4-6FB896D5B0AF}" type="pres">
      <dgm:prSet presAssocID="{8EF17BD3-ABC1-4914-92F7-E71083DC6502}" presName="vertSpace2b" presStyleCnt="0"/>
      <dgm:spPr/>
    </dgm:pt>
    <dgm:pt modelId="{E60C3F0D-3B63-4A9E-A526-291D03251E91}" type="pres">
      <dgm:prSet presAssocID="{3DFD13A5-D89C-40C6-BC47-51E02996BD53}" presName="horz2" presStyleCnt="0"/>
      <dgm:spPr/>
    </dgm:pt>
    <dgm:pt modelId="{6B1DDA01-5837-4866-BF33-BD1F7110B6C2}" type="pres">
      <dgm:prSet presAssocID="{3DFD13A5-D89C-40C6-BC47-51E02996BD53}" presName="horzSpace2" presStyleCnt="0"/>
      <dgm:spPr/>
    </dgm:pt>
    <dgm:pt modelId="{54662282-0506-41B3-B41C-EEFD1D125C3D}" type="pres">
      <dgm:prSet presAssocID="{3DFD13A5-D89C-40C6-BC47-51E02996BD53}" presName="tx2" presStyleLbl="revTx" presStyleIdx="5" presStyleCnt="8"/>
      <dgm:spPr/>
    </dgm:pt>
    <dgm:pt modelId="{D486FDFE-CE22-46B1-985D-D89CD6ADED05}" type="pres">
      <dgm:prSet presAssocID="{3DFD13A5-D89C-40C6-BC47-51E02996BD53}" presName="vert2" presStyleCnt="0"/>
      <dgm:spPr/>
    </dgm:pt>
    <dgm:pt modelId="{A3DEB657-0CCB-4DC3-BFEC-E11D7AA8E5DD}" type="pres">
      <dgm:prSet presAssocID="{3DFD13A5-D89C-40C6-BC47-51E02996BD53}" presName="thinLine2b" presStyleLbl="callout" presStyleIdx="4" presStyleCnt="7"/>
      <dgm:spPr/>
    </dgm:pt>
    <dgm:pt modelId="{8F1D75E3-FAF2-4311-A183-CB601B47100F}" type="pres">
      <dgm:prSet presAssocID="{3DFD13A5-D89C-40C6-BC47-51E02996BD53}" presName="vertSpace2b" presStyleCnt="0"/>
      <dgm:spPr/>
    </dgm:pt>
    <dgm:pt modelId="{1FFA63AC-D4E2-41AB-8112-A21F1BAF83B1}" type="pres">
      <dgm:prSet presAssocID="{6E6A29A6-458D-401B-8BD6-3579D5748DF8}" presName="horz2" presStyleCnt="0"/>
      <dgm:spPr/>
    </dgm:pt>
    <dgm:pt modelId="{DA94869F-A388-4391-B5FB-F6871FCCAA67}" type="pres">
      <dgm:prSet presAssocID="{6E6A29A6-458D-401B-8BD6-3579D5748DF8}" presName="horzSpace2" presStyleCnt="0"/>
      <dgm:spPr/>
    </dgm:pt>
    <dgm:pt modelId="{1E8277E9-A421-4F4E-826A-37359E981746}" type="pres">
      <dgm:prSet presAssocID="{6E6A29A6-458D-401B-8BD6-3579D5748DF8}" presName="tx2" presStyleLbl="revTx" presStyleIdx="6" presStyleCnt="8"/>
      <dgm:spPr/>
    </dgm:pt>
    <dgm:pt modelId="{F3863652-1F6D-43AC-BEFC-E5BD1D568AC3}" type="pres">
      <dgm:prSet presAssocID="{6E6A29A6-458D-401B-8BD6-3579D5748DF8}" presName="vert2" presStyleCnt="0"/>
      <dgm:spPr/>
    </dgm:pt>
    <dgm:pt modelId="{50DB1A0B-13D5-4FC7-B1D8-9F9379317C82}" type="pres">
      <dgm:prSet presAssocID="{6E6A29A6-458D-401B-8BD6-3579D5748DF8}" presName="thinLine2b" presStyleLbl="callout" presStyleIdx="5" presStyleCnt="7"/>
      <dgm:spPr/>
    </dgm:pt>
    <dgm:pt modelId="{4E402236-A7AA-47A7-943E-D92C8A7AC9C1}" type="pres">
      <dgm:prSet presAssocID="{6E6A29A6-458D-401B-8BD6-3579D5748DF8}" presName="vertSpace2b" presStyleCnt="0"/>
      <dgm:spPr/>
    </dgm:pt>
    <dgm:pt modelId="{5E8B1615-078A-404F-9A4A-CB9E3C468543}" type="pres">
      <dgm:prSet presAssocID="{E38C92F8-6B33-4CBC-B469-2043B66B53C5}" presName="horz2" presStyleCnt="0"/>
      <dgm:spPr/>
    </dgm:pt>
    <dgm:pt modelId="{CEC596CF-82B4-4A6C-8C58-C343535CF7AE}" type="pres">
      <dgm:prSet presAssocID="{E38C92F8-6B33-4CBC-B469-2043B66B53C5}" presName="horzSpace2" presStyleCnt="0"/>
      <dgm:spPr/>
    </dgm:pt>
    <dgm:pt modelId="{43052584-286B-4058-A607-12B9CDE8CA5E}" type="pres">
      <dgm:prSet presAssocID="{E38C92F8-6B33-4CBC-B469-2043B66B53C5}" presName="tx2" presStyleLbl="revTx" presStyleIdx="7" presStyleCnt="8"/>
      <dgm:spPr/>
    </dgm:pt>
    <dgm:pt modelId="{C489C27E-2308-4E5F-8DD9-1EECB3F41603}" type="pres">
      <dgm:prSet presAssocID="{E38C92F8-6B33-4CBC-B469-2043B66B53C5}" presName="vert2" presStyleCnt="0"/>
      <dgm:spPr/>
    </dgm:pt>
    <dgm:pt modelId="{F6164107-97FE-4A81-83CC-00060ECC8902}" type="pres">
      <dgm:prSet presAssocID="{E38C92F8-6B33-4CBC-B469-2043B66B53C5}" presName="thinLine2b" presStyleLbl="callout" presStyleIdx="6" presStyleCnt="7"/>
      <dgm:spPr/>
    </dgm:pt>
    <dgm:pt modelId="{D801FA35-1F4D-439E-9A41-6D23FCB17389}" type="pres">
      <dgm:prSet presAssocID="{E38C92F8-6B33-4CBC-B469-2043B66B53C5}" presName="vertSpace2b" presStyleCnt="0"/>
      <dgm:spPr/>
    </dgm:pt>
  </dgm:ptLst>
  <dgm:cxnLst>
    <dgm:cxn modelId="{70AFB806-4D6E-4188-99AE-BF9570AAA3DE}" srcId="{E6D89FC3-19A5-4E45-8A94-4D03AE3A5F2C}" destId="{3DFD13A5-D89C-40C6-BC47-51E02996BD53}" srcOrd="4" destOrd="0" parTransId="{0493CE3E-B075-4418-910D-DEBE06869E35}" sibTransId="{39C1EB49-60D8-4D6F-846D-E2C48B8AB330}"/>
    <dgm:cxn modelId="{3603D435-522C-47F2-BED9-7709180F4E23}" type="presOf" srcId="{C4EEA271-3D87-4C0C-912A-3F99AFAC0669}" destId="{8DC4FE41-CDBE-4AC4-B463-98FF866824DA}" srcOrd="0" destOrd="0" presId="urn:microsoft.com/office/officeart/2008/layout/LinedList"/>
    <dgm:cxn modelId="{938BB137-69BC-41E2-822B-96DE1424B1D8}" srcId="{2AA76CEC-4A49-446A-81B7-FEB22EC2776D}" destId="{E6D89FC3-19A5-4E45-8A94-4D03AE3A5F2C}" srcOrd="0" destOrd="0" parTransId="{FC728F0C-C5FA-4E9C-9A2C-802026F52466}" sibTransId="{F51FE7B1-9CAF-42FB-A819-BEF374F30EFA}"/>
    <dgm:cxn modelId="{B63C245F-6424-4353-AF3E-8D2C0FBDF3DB}" srcId="{E6D89FC3-19A5-4E45-8A94-4D03AE3A5F2C}" destId="{8EF17BD3-ABC1-4914-92F7-E71083DC6502}" srcOrd="3" destOrd="0" parTransId="{A71BB647-835D-4389-ACF8-CF71C5AAAC79}" sibTransId="{6BFAE0E8-5A45-4AAE-8798-B1D274E52585}"/>
    <dgm:cxn modelId="{93E30C64-A5D3-40F0-82EA-4FE492CCA767}" srcId="{E6D89FC3-19A5-4E45-8A94-4D03AE3A5F2C}" destId="{C4EEA271-3D87-4C0C-912A-3F99AFAC0669}" srcOrd="0" destOrd="0" parTransId="{3C7574BD-DFEF-44E8-B378-D391289AB0C5}" sibTransId="{76C037FC-C43B-4CB5-9D12-A5B10064505E}"/>
    <dgm:cxn modelId="{9DE9F852-41FB-4086-BBD0-9979CB8D9F6F}" type="presOf" srcId="{8EF17BD3-ABC1-4914-92F7-E71083DC6502}" destId="{7380F50D-0A8C-499F-9058-4EF1DA7749CD}" srcOrd="0" destOrd="0" presId="urn:microsoft.com/office/officeart/2008/layout/LinedList"/>
    <dgm:cxn modelId="{1EA43E53-762C-4F9E-B81E-4F957ADDBC30}" type="presOf" srcId="{6E6A29A6-458D-401B-8BD6-3579D5748DF8}" destId="{1E8277E9-A421-4F4E-826A-37359E981746}" srcOrd="0" destOrd="0" presId="urn:microsoft.com/office/officeart/2008/layout/LinedList"/>
    <dgm:cxn modelId="{654D218E-D177-40B0-BD28-E3F8014C9755}" type="presOf" srcId="{D8C112DC-D5D9-4F93-850E-0CB7D562F558}" destId="{21D69948-6332-4CD4-871A-5D52EFE46A04}" srcOrd="0" destOrd="0" presId="urn:microsoft.com/office/officeart/2008/layout/LinedList"/>
    <dgm:cxn modelId="{F995CEAA-BDD0-4ED8-807D-83039420DD6C}" type="presOf" srcId="{2AA76CEC-4A49-446A-81B7-FEB22EC2776D}" destId="{000A36FB-B827-4AF1-8D8E-9FAF15BC6333}" srcOrd="0" destOrd="0" presId="urn:microsoft.com/office/officeart/2008/layout/LinedList"/>
    <dgm:cxn modelId="{CB9126AE-8A23-4131-BD5B-B7A52B9324EE}" type="presOf" srcId="{3DFD13A5-D89C-40C6-BC47-51E02996BD53}" destId="{54662282-0506-41B3-B41C-EEFD1D125C3D}" srcOrd="0" destOrd="0" presId="urn:microsoft.com/office/officeart/2008/layout/LinedList"/>
    <dgm:cxn modelId="{C0FF34B4-0CF5-45EE-9178-CFB1A95FEACE}" srcId="{E6D89FC3-19A5-4E45-8A94-4D03AE3A5F2C}" destId="{D8C112DC-D5D9-4F93-850E-0CB7D562F558}" srcOrd="2" destOrd="0" parTransId="{3FA1BEFF-91E7-4C5F-BB5B-1F3EF63EA843}" sibTransId="{A1F9DA93-F2B9-4B3E-BB36-144A6C1B5896}"/>
    <dgm:cxn modelId="{28A26FB7-BEF6-4179-BAFF-22B83BBA93D2}" type="presOf" srcId="{98638CDC-BE70-483E-A025-26870C3283CD}" destId="{99F5DFB5-8775-4BAB-9DBD-F10BA17078AD}" srcOrd="0" destOrd="0" presId="urn:microsoft.com/office/officeart/2008/layout/LinedList"/>
    <dgm:cxn modelId="{786E4FC5-31E1-4EFB-B6C9-023F5CFA563C}" srcId="{E6D89FC3-19A5-4E45-8A94-4D03AE3A5F2C}" destId="{E38C92F8-6B33-4CBC-B469-2043B66B53C5}" srcOrd="6" destOrd="0" parTransId="{85DBBA0C-5EF9-48D7-A2BD-C5269842CFA2}" sibTransId="{26A3169A-2F6E-4990-81CF-B1E772B11B17}"/>
    <dgm:cxn modelId="{11D290C9-2B36-418B-914B-F8E10C12F281}" type="presOf" srcId="{E38C92F8-6B33-4CBC-B469-2043B66B53C5}" destId="{43052584-286B-4058-A607-12B9CDE8CA5E}" srcOrd="0" destOrd="0" presId="urn:microsoft.com/office/officeart/2008/layout/LinedList"/>
    <dgm:cxn modelId="{E20F30CA-4344-4C7A-B37C-BDD1AD264584}" type="presOf" srcId="{E6D89FC3-19A5-4E45-8A94-4D03AE3A5F2C}" destId="{7C31FA62-7DCF-4159-92CD-6840FBF7259F}" srcOrd="0" destOrd="0" presId="urn:microsoft.com/office/officeart/2008/layout/LinedList"/>
    <dgm:cxn modelId="{69A21FEA-B000-4584-833D-9EC8E3716232}" srcId="{E6D89FC3-19A5-4E45-8A94-4D03AE3A5F2C}" destId="{6E6A29A6-458D-401B-8BD6-3579D5748DF8}" srcOrd="5" destOrd="0" parTransId="{60031E9E-871E-4CBF-BCBF-06EFF6F9838A}" sibTransId="{F7D64699-C0A2-41FE-A69A-7327A0B8C882}"/>
    <dgm:cxn modelId="{4DC4BBEF-9F8F-42AB-9084-49BB92DC5F43}" srcId="{E6D89FC3-19A5-4E45-8A94-4D03AE3A5F2C}" destId="{98638CDC-BE70-483E-A025-26870C3283CD}" srcOrd="1" destOrd="0" parTransId="{35272958-6A4F-4BD8-88CF-BF3BA51B35FF}" sibTransId="{761CAF09-2A54-4748-AB50-42A2A603C695}"/>
    <dgm:cxn modelId="{1E5F7A5B-2AFF-48A2-BAB0-F66A3EBCAF19}" type="presParOf" srcId="{000A36FB-B827-4AF1-8D8E-9FAF15BC6333}" destId="{204BBE35-1F99-4177-A3C5-2EC9B949E5D5}" srcOrd="0" destOrd="0" presId="urn:microsoft.com/office/officeart/2008/layout/LinedList"/>
    <dgm:cxn modelId="{F6EF1FC2-3650-4656-8C7B-86F31E46E0E5}" type="presParOf" srcId="{000A36FB-B827-4AF1-8D8E-9FAF15BC6333}" destId="{94CB4109-FB27-4483-A801-2E917C5DA35C}" srcOrd="1" destOrd="0" presId="urn:microsoft.com/office/officeart/2008/layout/LinedList"/>
    <dgm:cxn modelId="{7EA70293-31D6-413B-90C9-4D10E9308602}" type="presParOf" srcId="{94CB4109-FB27-4483-A801-2E917C5DA35C}" destId="{7C31FA62-7DCF-4159-92CD-6840FBF7259F}" srcOrd="0" destOrd="0" presId="urn:microsoft.com/office/officeart/2008/layout/LinedList"/>
    <dgm:cxn modelId="{A5B202D1-C093-4258-92FA-2810E79526EF}" type="presParOf" srcId="{94CB4109-FB27-4483-A801-2E917C5DA35C}" destId="{CAF41426-51D0-419D-9E4B-207C32F4DDB8}" srcOrd="1" destOrd="0" presId="urn:microsoft.com/office/officeart/2008/layout/LinedList"/>
    <dgm:cxn modelId="{10049AFC-BAA1-46F9-85CC-8BE3CEF09044}" type="presParOf" srcId="{CAF41426-51D0-419D-9E4B-207C32F4DDB8}" destId="{107F0B28-0617-434B-B29A-342D0CB44058}" srcOrd="0" destOrd="0" presId="urn:microsoft.com/office/officeart/2008/layout/LinedList"/>
    <dgm:cxn modelId="{9A84CFE1-C242-4DDF-8F05-9B90E50D1C56}" type="presParOf" srcId="{CAF41426-51D0-419D-9E4B-207C32F4DDB8}" destId="{EA150CDB-C789-45AC-8C83-BF74ED372D69}" srcOrd="1" destOrd="0" presId="urn:microsoft.com/office/officeart/2008/layout/LinedList"/>
    <dgm:cxn modelId="{2E9F0536-C2A0-497E-9F8A-72C251C566FA}" type="presParOf" srcId="{EA150CDB-C789-45AC-8C83-BF74ED372D69}" destId="{F44E7406-8B6D-45BC-9925-14AE18963237}" srcOrd="0" destOrd="0" presId="urn:microsoft.com/office/officeart/2008/layout/LinedList"/>
    <dgm:cxn modelId="{8EE8D0C5-FA30-4B08-95C5-665F4C7C42D5}" type="presParOf" srcId="{EA150CDB-C789-45AC-8C83-BF74ED372D69}" destId="{8DC4FE41-CDBE-4AC4-B463-98FF866824DA}" srcOrd="1" destOrd="0" presId="urn:microsoft.com/office/officeart/2008/layout/LinedList"/>
    <dgm:cxn modelId="{4A32B877-3683-4AA5-9D30-AB93D81F1444}" type="presParOf" srcId="{EA150CDB-C789-45AC-8C83-BF74ED372D69}" destId="{53AD6B86-8610-4243-ABB4-B8836909123C}" srcOrd="2" destOrd="0" presId="urn:microsoft.com/office/officeart/2008/layout/LinedList"/>
    <dgm:cxn modelId="{9AE36D49-3DE8-4844-B652-F87A1A4474E3}" type="presParOf" srcId="{CAF41426-51D0-419D-9E4B-207C32F4DDB8}" destId="{80DB9D29-DDDB-4582-B792-FB81CCA6C9FB}" srcOrd="2" destOrd="0" presId="urn:microsoft.com/office/officeart/2008/layout/LinedList"/>
    <dgm:cxn modelId="{F4B173FC-9504-4E2C-9CEB-34D7C814DDC9}" type="presParOf" srcId="{CAF41426-51D0-419D-9E4B-207C32F4DDB8}" destId="{AC40A90E-41E0-4558-8E83-6FFEE96DA169}" srcOrd="3" destOrd="0" presId="urn:microsoft.com/office/officeart/2008/layout/LinedList"/>
    <dgm:cxn modelId="{09688C43-2934-4612-994F-C81BA00387C7}" type="presParOf" srcId="{CAF41426-51D0-419D-9E4B-207C32F4DDB8}" destId="{48C240C3-99A5-4666-9430-EC110E118F3D}" srcOrd="4" destOrd="0" presId="urn:microsoft.com/office/officeart/2008/layout/LinedList"/>
    <dgm:cxn modelId="{0B7BF192-197C-416D-BED6-D2F0643F0F78}" type="presParOf" srcId="{48C240C3-99A5-4666-9430-EC110E118F3D}" destId="{4EC5B154-19F9-4BE6-97F2-110FFEB985B9}" srcOrd="0" destOrd="0" presId="urn:microsoft.com/office/officeart/2008/layout/LinedList"/>
    <dgm:cxn modelId="{0D32B6E3-6C0A-45D3-86C7-7ED2DA3FF7D8}" type="presParOf" srcId="{48C240C3-99A5-4666-9430-EC110E118F3D}" destId="{99F5DFB5-8775-4BAB-9DBD-F10BA17078AD}" srcOrd="1" destOrd="0" presId="urn:microsoft.com/office/officeart/2008/layout/LinedList"/>
    <dgm:cxn modelId="{2035C7EA-F739-415D-B3C5-99A436F22705}" type="presParOf" srcId="{48C240C3-99A5-4666-9430-EC110E118F3D}" destId="{BFD050F6-52ED-44FF-BDBA-A348A5EE3FAC}" srcOrd="2" destOrd="0" presId="urn:microsoft.com/office/officeart/2008/layout/LinedList"/>
    <dgm:cxn modelId="{6B90F056-BB15-41DF-A80A-5842AE5E6B1A}" type="presParOf" srcId="{CAF41426-51D0-419D-9E4B-207C32F4DDB8}" destId="{1A32E401-DA1D-4D42-9482-C2645401774B}" srcOrd="5" destOrd="0" presId="urn:microsoft.com/office/officeart/2008/layout/LinedList"/>
    <dgm:cxn modelId="{A2CEAB55-0217-4060-85D5-C2AC86F6C0E3}" type="presParOf" srcId="{CAF41426-51D0-419D-9E4B-207C32F4DDB8}" destId="{F25301CA-26A3-4010-A745-D7F94888B09F}" srcOrd="6" destOrd="0" presId="urn:microsoft.com/office/officeart/2008/layout/LinedList"/>
    <dgm:cxn modelId="{A381F37C-BD3A-4986-BB0B-C2B53553F5CB}" type="presParOf" srcId="{CAF41426-51D0-419D-9E4B-207C32F4DDB8}" destId="{D485C292-52AF-482A-A4EB-B277DA05D29E}" srcOrd="7" destOrd="0" presId="urn:microsoft.com/office/officeart/2008/layout/LinedList"/>
    <dgm:cxn modelId="{BB3B73D2-4DC0-42C3-9243-67E9D99174E4}" type="presParOf" srcId="{D485C292-52AF-482A-A4EB-B277DA05D29E}" destId="{5DBDC5C1-3DC7-4A22-B949-1B9E0A6C5E72}" srcOrd="0" destOrd="0" presId="urn:microsoft.com/office/officeart/2008/layout/LinedList"/>
    <dgm:cxn modelId="{43777B8A-39BF-435A-90E5-61C894822334}" type="presParOf" srcId="{D485C292-52AF-482A-A4EB-B277DA05D29E}" destId="{21D69948-6332-4CD4-871A-5D52EFE46A04}" srcOrd="1" destOrd="0" presId="urn:microsoft.com/office/officeart/2008/layout/LinedList"/>
    <dgm:cxn modelId="{9F1FF45A-CF10-4971-A037-7248D4AA5F9B}" type="presParOf" srcId="{D485C292-52AF-482A-A4EB-B277DA05D29E}" destId="{2093BD50-F5B8-46B6-A5EC-05D534CA40B8}" srcOrd="2" destOrd="0" presId="urn:microsoft.com/office/officeart/2008/layout/LinedList"/>
    <dgm:cxn modelId="{7278B6E9-CE75-4EE2-8AF0-5B4A5FACD144}" type="presParOf" srcId="{CAF41426-51D0-419D-9E4B-207C32F4DDB8}" destId="{19F7E037-4803-4406-BB0C-D4FBEAFAEA87}" srcOrd="8" destOrd="0" presId="urn:microsoft.com/office/officeart/2008/layout/LinedList"/>
    <dgm:cxn modelId="{21186977-0587-4217-8BD2-AFC189A228E2}" type="presParOf" srcId="{CAF41426-51D0-419D-9E4B-207C32F4DDB8}" destId="{4CDFDA1A-8B82-4CBE-B3AF-314D7597941E}" srcOrd="9" destOrd="0" presId="urn:microsoft.com/office/officeart/2008/layout/LinedList"/>
    <dgm:cxn modelId="{CCAA8D8C-EB8E-4ED8-AE73-861501368105}" type="presParOf" srcId="{CAF41426-51D0-419D-9E4B-207C32F4DDB8}" destId="{BA0AE109-1908-4FF4-99C5-1B20356187B2}" srcOrd="10" destOrd="0" presId="urn:microsoft.com/office/officeart/2008/layout/LinedList"/>
    <dgm:cxn modelId="{D5CD0F15-3F99-4833-BC60-B7A0F1699787}" type="presParOf" srcId="{BA0AE109-1908-4FF4-99C5-1B20356187B2}" destId="{4F727F8C-5EE1-43C7-8D55-7D20CDA38F00}" srcOrd="0" destOrd="0" presId="urn:microsoft.com/office/officeart/2008/layout/LinedList"/>
    <dgm:cxn modelId="{78C4795A-10F3-48BF-87A1-ED27DECD29B9}" type="presParOf" srcId="{BA0AE109-1908-4FF4-99C5-1B20356187B2}" destId="{7380F50D-0A8C-499F-9058-4EF1DA7749CD}" srcOrd="1" destOrd="0" presId="urn:microsoft.com/office/officeart/2008/layout/LinedList"/>
    <dgm:cxn modelId="{259AD902-6A98-4AA0-BAE1-B3BF15A3E48D}" type="presParOf" srcId="{BA0AE109-1908-4FF4-99C5-1B20356187B2}" destId="{830DAB4C-2E9A-4F1E-A8BD-3B173B715A3D}" srcOrd="2" destOrd="0" presId="urn:microsoft.com/office/officeart/2008/layout/LinedList"/>
    <dgm:cxn modelId="{6D3457EC-7D30-47F0-969C-0F168A7EC1E9}" type="presParOf" srcId="{CAF41426-51D0-419D-9E4B-207C32F4DDB8}" destId="{FF3D9E33-E774-4838-B00C-D036750CD321}" srcOrd="11" destOrd="0" presId="urn:microsoft.com/office/officeart/2008/layout/LinedList"/>
    <dgm:cxn modelId="{B98E9010-8D73-48C9-9E77-E6AE4724A9D7}" type="presParOf" srcId="{CAF41426-51D0-419D-9E4B-207C32F4DDB8}" destId="{0399D71B-1422-4292-98D4-6FB896D5B0AF}" srcOrd="12" destOrd="0" presId="urn:microsoft.com/office/officeart/2008/layout/LinedList"/>
    <dgm:cxn modelId="{1A5FA69A-2326-4E05-BEC3-6867B7810C26}" type="presParOf" srcId="{CAF41426-51D0-419D-9E4B-207C32F4DDB8}" destId="{E60C3F0D-3B63-4A9E-A526-291D03251E91}" srcOrd="13" destOrd="0" presId="urn:microsoft.com/office/officeart/2008/layout/LinedList"/>
    <dgm:cxn modelId="{F376C3B0-E714-40B9-8485-46D873637F6F}" type="presParOf" srcId="{E60C3F0D-3B63-4A9E-A526-291D03251E91}" destId="{6B1DDA01-5837-4866-BF33-BD1F7110B6C2}" srcOrd="0" destOrd="0" presId="urn:microsoft.com/office/officeart/2008/layout/LinedList"/>
    <dgm:cxn modelId="{7E07BD21-71B9-43BF-9A44-0EF675E9E2D6}" type="presParOf" srcId="{E60C3F0D-3B63-4A9E-A526-291D03251E91}" destId="{54662282-0506-41B3-B41C-EEFD1D125C3D}" srcOrd="1" destOrd="0" presId="urn:microsoft.com/office/officeart/2008/layout/LinedList"/>
    <dgm:cxn modelId="{EE4A3C76-5556-46A8-BC41-1A67ADD9FE87}" type="presParOf" srcId="{E60C3F0D-3B63-4A9E-A526-291D03251E91}" destId="{D486FDFE-CE22-46B1-985D-D89CD6ADED05}" srcOrd="2" destOrd="0" presId="urn:microsoft.com/office/officeart/2008/layout/LinedList"/>
    <dgm:cxn modelId="{3F118342-AF57-4793-801C-58309497298C}" type="presParOf" srcId="{CAF41426-51D0-419D-9E4B-207C32F4DDB8}" destId="{A3DEB657-0CCB-4DC3-BFEC-E11D7AA8E5DD}" srcOrd="14" destOrd="0" presId="urn:microsoft.com/office/officeart/2008/layout/LinedList"/>
    <dgm:cxn modelId="{679A92D2-8C10-4C64-8D65-6A41100C38C5}" type="presParOf" srcId="{CAF41426-51D0-419D-9E4B-207C32F4DDB8}" destId="{8F1D75E3-FAF2-4311-A183-CB601B47100F}" srcOrd="15" destOrd="0" presId="urn:microsoft.com/office/officeart/2008/layout/LinedList"/>
    <dgm:cxn modelId="{CE3214A5-4D69-47CE-A64A-CE2B74F148F1}" type="presParOf" srcId="{CAF41426-51D0-419D-9E4B-207C32F4DDB8}" destId="{1FFA63AC-D4E2-41AB-8112-A21F1BAF83B1}" srcOrd="16" destOrd="0" presId="urn:microsoft.com/office/officeart/2008/layout/LinedList"/>
    <dgm:cxn modelId="{E1BE76C9-FD35-43FA-8D40-93C9B04B6ABA}" type="presParOf" srcId="{1FFA63AC-D4E2-41AB-8112-A21F1BAF83B1}" destId="{DA94869F-A388-4391-B5FB-F6871FCCAA67}" srcOrd="0" destOrd="0" presId="urn:microsoft.com/office/officeart/2008/layout/LinedList"/>
    <dgm:cxn modelId="{F11C5F8C-8291-4D28-A316-22A19A8B9938}" type="presParOf" srcId="{1FFA63AC-D4E2-41AB-8112-A21F1BAF83B1}" destId="{1E8277E9-A421-4F4E-826A-37359E981746}" srcOrd="1" destOrd="0" presId="urn:microsoft.com/office/officeart/2008/layout/LinedList"/>
    <dgm:cxn modelId="{9ED430B8-A679-4CE0-B64E-F3256401B19A}" type="presParOf" srcId="{1FFA63AC-D4E2-41AB-8112-A21F1BAF83B1}" destId="{F3863652-1F6D-43AC-BEFC-E5BD1D568AC3}" srcOrd="2" destOrd="0" presId="urn:microsoft.com/office/officeart/2008/layout/LinedList"/>
    <dgm:cxn modelId="{9F0FC137-87BD-4C9C-8321-9F9CD2E47047}" type="presParOf" srcId="{CAF41426-51D0-419D-9E4B-207C32F4DDB8}" destId="{50DB1A0B-13D5-4FC7-B1D8-9F9379317C82}" srcOrd="17" destOrd="0" presId="urn:microsoft.com/office/officeart/2008/layout/LinedList"/>
    <dgm:cxn modelId="{643D2807-9504-489D-A8D6-AD4D2EC75952}" type="presParOf" srcId="{CAF41426-51D0-419D-9E4B-207C32F4DDB8}" destId="{4E402236-A7AA-47A7-943E-D92C8A7AC9C1}" srcOrd="18" destOrd="0" presId="urn:microsoft.com/office/officeart/2008/layout/LinedList"/>
    <dgm:cxn modelId="{D5176B5C-3108-4EC8-961F-FD9F48FE90F0}" type="presParOf" srcId="{CAF41426-51D0-419D-9E4B-207C32F4DDB8}" destId="{5E8B1615-078A-404F-9A4A-CB9E3C468543}" srcOrd="19" destOrd="0" presId="urn:microsoft.com/office/officeart/2008/layout/LinedList"/>
    <dgm:cxn modelId="{A75EE93B-D926-461F-92B5-8A71E6E82AD3}" type="presParOf" srcId="{5E8B1615-078A-404F-9A4A-CB9E3C468543}" destId="{CEC596CF-82B4-4A6C-8C58-C343535CF7AE}" srcOrd="0" destOrd="0" presId="urn:microsoft.com/office/officeart/2008/layout/LinedList"/>
    <dgm:cxn modelId="{4EB29668-0598-42B5-A518-9E33BA7767AB}" type="presParOf" srcId="{5E8B1615-078A-404F-9A4A-CB9E3C468543}" destId="{43052584-286B-4058-A607-12B9CDE8CA5E}" srcOrd="1" destOrd="0" presId="urn:microsoft.com/office/officeart/2008/layout/LinedList"/>
    <dgm:cxn modelId="{CE3ED477-28B4-4740-BC5E-7183B2AF3EF4}" type="presParOf" srcId="{5E8B1615-078A-404F-9A4A-CB9E3C468543}" destId="{C489C27E-2308-4E5F-8DD9-1EECB3F41603}" srcOrd="2" destOrd="0" presId="urn:microsoft.com/office/officeart/2008/layout/LinedList"/>
    <dgm:cxn modelId="{7B1A754F-D61E-4CDF-BDFC-E93A9F895D00}" type="presParOf" srcId="{CAF41426-51D0-419D-9E4B-207C32F4DDB8}" destId="{F6164107-97FE-4A81-83CC-00060ECC8902}" srcOrd="20" destOrd="0" presId="urn:microsoft.com/office/officeart/2008/layout/LinedList"/>
    <dgm:cxn modelId="{D0FF6A36-0925-47AC-8754-EC3567B0E15B}" type="presParOf" srcId="{CAF41426-51D0-419D-9E4B-207C32F4DDB8}" destId="{D801FA35-1F4D-439E-9A41-6D23FCB17389}" srcOrd="21" destOrd="0" presId="urn:microsoft.com/office/officeart/2008/layout/Lined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2AA76CEC-4A49-446A-81B7-FEB22EC2776D}" type="doc">
      <dgm:prSet loTypeId="urn:microsoft.com/office/officeart/2008/layout/LinedList" loCatId="hierarchy" qsTypeId="urn:microsoft.com/office/officeart/2005/8/quickstyle/simple3" qsCatId="simple" csTypeId="urn:microsoft.com/office/officeart/2005/8/colors/colorful5" csCatId="colorful" phldr="1"/>
      <dgm:spPr/>
      <dgm:t>
        <a:bodyPr/>
        <a:lstStyle/>
        <a:p>
          <a:endParaRPr lang="en-IN"/>
        </a:p>
      </dgm:t>
    </dgm:pt>
    <dgm:pt modelId="{E6D89FC3-19A5-4E45-8A94-4D03AE3A5F2C}">
      <dgm:prSet phldrT="[Text]" custT="1"/>
      <dgm:spPr/>
      <dgm:t>
        <a:bodyPr/>
        <a:lstStyle/>
        <a:p>
          <a:r>
            <a:rPr lang="en-IN" sz="1800" dirty="0"/>
            <a:t>Types of Operators</a:t>
          </a:r>
        </a:p>
      </dgm:t>
    </dgm:pt>
    <dgm:pt modelId="{FC728F0C-C5FA-4E9C-9A2C-802026F52466}" type="parTrans" cxnId="{938BB137-69BC-41E2-822B-96DE1424B1D8}">
      <dgm:prSet/>
      <dgm:spPr/>
      <dgm:t>
        <a:bodyPr/>
        <a:lstStyle/>
        <a:p>
          <a:endParaRPr lang="en-IN" sz="1800"/>
        </a:p>
      </dgm:t>
    </dgm:pt>
    <dgm:pt modelId="{F51FE7B1-9CAF-42FB-A819-BEF374F30EFA}" type="sibTrans" cxnId="{938BB137-69BC-41E2-822B-96DE1424B1D8}">
      <dgm:prSet/>
      <dgm:spPr/>
      <dgm:t>
        <a:bodyPr/>
        <a:lstStyle/>
        <a:p>
          <a:endParaRPr lang="en-IN" sz="1800"/>
        </a:p>
      </dgm:t>
    </dgm:pt>
    <dgm:pt modelId="{C4EEA271-3D87-4C0C-912A-3F99AFAC0669}">
      <dgm:prSet phldrT="[Text]" custT="1"/>
      <dgm:spPr>
        <a:solidFill>
          <a:schemeClr val="bg1"/>
        </a:solidFill>
      </dgm:spPr>
      <dgm:t>
        <a:bodyPr/>
        <a:lstStyle/>
        <a:p>
          <a:r>
            <a:rPr lang="en-IN" sz="1800" b="0" i="0" dirty="0"/>
            <a:t>Arithmetic Operators</a:t>
          </a:r>
          <a:endParaRPr lang="en-IN" sz="1800" dirty="0"/>
        </a:p>
      </dgm:t>
    </dgm:pt>
    <dgm:pt modelId="{3C7574BD-DFEF-44E8-B378-D391289AB0C5}" type="parTrans" cxnId="{93E30C64-A5D3-40F0-82EA-4FE492CCA767}">
      <dgm:prSet custT="1"/>
      <dgm:spPr/>
      <dgm:t>
        <a:bodyPr/>
        <a:lstStyle/>
        <a:p>
          <a:endParaRPr lang="en-IN" sz="1800"/>
        </a:p>
      </dgm:t>
    </dgm:pt>
    <dgm:pt modelId="{76C037FC-C43B-4CB5-9D12-A5B10064505E}" type="sibTrans" cxnId="{93E30C64-A5D3-40F0-82EA-4FE492CCA767}">
      <dgm:prSet/>
      <dgm:spPr/>
      <dgm:t>
        <a:bodyPr/>
        <a:lstStyle/>
        <a:p>
          <a:endParaRPr lang="en-IN" sz="1800"/>
        </a:p>
      </dgm:t>
    </dgm:pt>
    <dgm:pt modelId="{98638CDC-BE70-483E-A025-26870C3283CD}">
      <dgm:prSet phldrT="[Text]" custT="1"/>
      <dgm:spPr>
        <a:solidFill>
          <a:srgbClr val="FFFF00"/>
        </a:solidFill>
      </dgm:spPr>
      <dgm:t>
        <a:bodyPr/>
        <a:lstStyle/>
        <a:p>
          <a:r>
            <a:rPr lang="en-IN" sz="1800" b="0" i="0" dirty="0"/>
            <a:t>Assignment Operators</a:t>
          </a:r>
          <a:endParaRPr lang="en-IN" sz="1800" dirty="0"/>
        </a:p>
      </dgm:t>
    </dgm:pt>
    <dgm:pt modelId="{35272958-6A4F-4BD8-88CF-BF3BA51B35FF}" type="parTrans" cxnId="{4DC4BBEF-9F8F-42AB-9084-49BB92DC5F43}">
      <dgm:prSet custT="1"/>
      <dgm:spPr/>
      <dgm:t>
        <a:bodyPr/>
        <a:lstStyle/>
        <a:p>
          <a:endParaRPr lang="en-IN" sz="1800"/>
        </a:p>
      </dgm:t>
    </dgm:pt>
    <dgm:pt modelId="{761CAF09-2A54-4748-AB50-42A2A603C695}" type="sibTrans" cxnId="{4DC4BBEF-9F8F-42AB-9084-49BB92DC5F43}">
      <dgm:prSet/>
      <dgm:spPr/>
      <dgm:t>
        <a:bodyPr/>
        <a:lstStyle/>
        <a:p>
          <a:endParaRPr lang="en-IN" sz="1800"/>
        </a:p>
      </dgm:t>
    </dgm:pt>
    <dgm:pt modelId="{D8C112DC-D5D9-4F93-850E-0CB7D562F558}">
      <dgm:prSet phldrT="[Text]" custT="1"/>
      <dgm:spPr/>
      <dgm:t>
        <a:bodyPr/>
        <a:lstStyle/>
        <a:p>
          <a:r>
            <a:rPr lang="en-IN" sz="1800" b="0" i="0" dirty="0"/>
            <a:t>Comparison Operators</a:t>
          </a:r>
          <a:endParaRPr lang="en-IN" sz="1800" dirty="0"/>
        </a:p>
      </dgm:t>
    </dgm:pt>
    <dgm:pt modelId="{3FA1BEFF-91E7-4C5F-BB5B-1F3EF63EA843}" type="parTrans" cxnId="{C0FF34B4-0CF5-45EE-9178-CFB1A95FEACE}">
      <dgm:prSet custT="1"/>
      <dgm:spPr/>
      <dgm:t>
        <a:bodyPr/>
        <a:lstStyle/>
        <a:p>
          <a:endParaRPr lang="en-IN" sz="1800"/>
        </a:p>
      </dgm:t>
    </dgm:pt>
    <dgm:pt modelId="{A1F9DA93-F2B9-4B3E-BB36-144A6C1B5896}" type="sibTrans" cxnId="{C0FF34B4-0CF5-45EE-9178-CFB1A95FEACE}">
      <dgm:prSet/>
      <dgm:spPr/>
      <dgm:t>
        <a:bodyPr/>
        <a:lstStyle/>
        <a:p>
          <a:endParaRPr lang="en-IN" sz="1800"/>
        </a:p>
      </dgm:t>
    </dgm:pt>
    <dgm:pt modelId="{8EF17BD3-ABC1-4914-92F7-E71083DC6502}">
      <dgm:prSet custT="1"/>
      <dgm:spPr/>
      <dgm:t>
        <a:bodyPr/>
        <a:lstStyle/>
        <a:p>
          <a:r>
            <a:rPr lang="en-IN" sz="1800" b="0" i="0" dirty="0"/>
            <a:t>Logical Operators</a:t>
          </a:r>
          <a:endParaRPr lang="en-IN" sz="1800" dirty="0"/>
        </a:p>
      </dgm:t>
    </dgm:pt>
    <dgm:pt modelId="{A71BB647-835D-4389-ACF8-CF71C5AAAC79}" type="parTrans" cxnId="{B63C245F-6424-4353-AF3E-8D2C0FBDF3DB}">
      <dgm:prSet custT="1"/>
      <dgm:spPr/>
      <dgm:t>
        <a:bodyPr/>
        <a:lstStyle/>
        <a:p>
          <a:endParaRPr lang="en-IN" sz="1800"/>
        </a:p>
      </dgm:t>
    </dgm:pt>
    <dgm:pt modelId="{6BFAE0E8-5A45-4AAE-8798-B1D274E52585}" type="sibTrans" cxnId="{B63C245F-6424-4353-AF3E-8D2C0FBDF3DB}">
      <dgm:prSet/>
      <dgm:spPr/>
      <dgm:t>
        <a:bodyPr/>
        <a:lstStyle/>
        <a:p>
          <a:endParaRPr lang="en-IN" sz="1800"/>
        </a:p>
      </dgm:t>
    </dgm:pt>
    <dgm:pt modelId="{3DFD13A5-D89C-40C6-BC47-51E02996BD53}">
      <dgm:prSet custT="1"/>
      <dgm:spPr/>
      <dgm:t>
        <a:bodyPr/>
        <a:lstStyle/>
        <a:p>
          <a:r>
            <a:rPr lang="en-IN" sz="1800" b="0" dirty="0"/>
            <a:t>Unary Operators</a:t>
          </a:r>
          <a:endParaRPr lang="en-IN" sz="1800" dirty="0"/>
        </a:p>
      </dgm:t>
    </dgm:pt>
    <dgm:pt modelId="{0493CE3E-B075-4418-910D-DEBE06869E35}" type="parTrans" cxnId="{70AFB806-4D6E-4188-99AE-BF9570AAA3DE}">
      <dgm:prSet custT="1"/>
      <dgm:spPr/>
      <dgm:t>
        <a:bodyPr/>
        <a:lstStyle/>
        <a:p>
          <a:endParaRPr lang="en-IN" sz="1800"/>
        </a:p>
      </dgm:t>
    </dgm:pt>
    <dgm:pt modelId="{39C1EB49-60D8-4D6F-846D-E2C48B8AB330}" type="sibTrans" cxnId="{70AFB806-4D6E-4188-99AE-BF9570AAA3DE}">
      <dgm:prSet/>
      <dgm:spPr/>
      <dgm:t>
        <a:bodyPr/>
        <a:lstStyle/>
        <a:p>
          <a:endParaRPr lang="en-IN" sz="1800"/>
        </a:p>
      </dgm:t>
    </dgm:pt>
    <dgm:pt modelId="{6E6A29A6-458D-401B-8BD6-3579D5748DF8}">
      <dgm:prSet custT="1"/>
      <dgm:spPr/>
      <dgm:t>
        <a:bodyPr/>
        <a:lstStyle/>
        <a:p>
          <a:r>
            <a:rPr lang="en-IN" sz="1800" b="0" dirty="0"/>
            <a:t>Ternary/ Conditional Operator</a:t>
          </a:r>
          <a:endParaRPr lang="en-IN" sz="1800" dirty="0"/>
        </a:p>
      </dgm:t>
    </dgm:pt>
    <dgm:pt modelId="{60031E9E-871E-4CBF-BCBF-06EFF6F9838A}" type="parTrans" cxnId="{69A21FEA-B000-4584-833D-9EC8E3716232}">
      <dgm:prSet custT="1"/>
      <dgm:spPr/>
      <dgm:t>
        <a:bodyPr/>
        <a:lstStyle/>
        <a:p>
          <a:endParaRPr lang="en-IN" sz="1800"/>
        </a:p>
      </dgm:t>
    </dgm:pt>
    <dgm:pt modelId="{F7D64699-C0A2-41FE-A69A-7327A0B8C882}" type="sibTrans" cxnId="{69A21FEA-B000-4584-833D-9EC8E3716232}">
      <dgm:prSet/>
      <dgm:spPr/>
      <dgm:t>
        <a:bodyPr/>
        <a:lstStyle/>
        <a:p>
          <a:endParaRPr lang="en-IN" sz="1800"/>
        </a:p>
      </dgm:t>
    </dgm:pt>
    <dgm:pt modelId="{E38C92F8-6B33-4CBC-B469-2043B66B53C5}">
      <dgm:prSet custT="1"/>
      <dgm:spPr/>
      <dgm:t>
        <a:bodyPr/>
        <a:lstStyle/>
        <a:p>
          <a:r>
            <a:rPr lang="en-IN" sz="1800" b="0" dirty="0"/>
            <a:t>instanceof Operator</a:t>
          </a:r>
          <a:endParaRPr lang="en-IN" sz="1800" dirty="0"/>
        </a:p>
      </dgm:t>
    </dgm:pt>
    <dgm:pt modelId="{26A3169A-2F6E-4990-81CF-B1E772B11B17}" type="sibTrans" cxnId="{786E4FC5-31E1-4EFB-B6C9-023F5CFA563C}">
      <dgm:prSet/>
      <dgm:spPr/>
      <dgm:t>
        <a:bodyPr/>
        <a:lstStyle/>
        <a:p>
          <a:endParaRPr lang="en-IN" sz="1800"/>
        </a:p>
      </dgm:t>
    </dgm:pt>
    <dgm:pt modelId="{85DBBA0C-5EF9-48D7-A2BD-C5269842CFA2}" type="parTrans" cxnId="{786E4FC5-31E1-4EFB-B6C9-023F5CFA563C}">
      <dgm:prSet custT="1"/>
      <dgm:spPr/>
      <dgm:t>
        <a:bodyPr/>
        <a:lstStyle/>
        <a:p>
          <a:endParaRPr lang="en-IN" sz="1800"/>
        </a:p>
      </dgm:t>
    </dgm:pt>
    <dgm:pt modelId="{000A36FB-B827-4AF1-8D8E-9FAF15BC6333}" type="pres">
      <dgm:prSet presAssocID="{2AA76CEC-4A49-446A-81B7-FEB22EC2776D}" presName="vert0" presStyleCnt="0">
        <dgm:presLayoutVars>
          <dgm:dir/>
          <dgm:animOne val="branch"/>
          <dgm:animLvl val="lvl"/>
        </dgm:presLayoutVars>
      </dgm:prSet>
      <dgm:spPr/>
    </dgm:pt>
    <dgm:pt modelId="{204BBE35-1F99-4177-A3C5-2EC9B949E5D5}" type="pres">
      <dgm:prSet presAssocID="{E6D89FC3-19A5-4E45-8A94-4D03AE3A5F2C}" presName="thickLine" presStyleLbl="alignNode1" presStyleIdx="0" presStyleCnt="1"/>
      <dgm:spPr/>
    </dgm:pt>
    <dgm:pt modelId="{94CB4109-FB27-4483-A801-2E917C5DA35C}" type="pres">
      <dgm:prSet presAssocID="{E6D89FC3-19A5-4E45-8A94-4D03AE3A5F2C}" presName="horz1" presStyleCnt="0"/>
      <dgm:spPr/>
    </dgm:pt>
    <dgm:pt modelId="{7C31FA62-7DCF-4159-92CD-6840FBF7259F}" type="pres">
      <dgm:prSet presAssocID="{E6D89FC3-19A5-4E45-8A94-4D03AE3A5F2C}" presName="tx1" presStyleLbl="revTx" presStyleIdx="0" presStyleCnt="8" custScaleX="222132"/>
      <dgm:spPr/>
    </dgm:pt>
    <dgm:pt modelId="{CAF41426-51D0-419D-9E4B-207C32F4DDB8}" type="pres">
      <dgm:prSet presAssocID="{E6D89FC3-19A5-4E45-8A94-4D03AE3A5F2C}" presName="vert1" presStyleCnt="0"/>
      <dgm:spPr/>
    </dgm:pt>
    <dgm:pt modelId="{107F0B28-0617-434B-B29A-342D0CB44058}" type="pres">
      <dgm:prSet presAssocID="{C4EEA271-3D87-4C0C-912A-3F99AFAC0669}" presName="vertSpace2a" presStyleCnt="0"/>
      <dgm:spPr/>
    </dgm:pt>
    <dgm:pt modelId="{EA150CDB-C789-45AC-8C83-BF74ED372D69}" type="pres">
      <dgm:prSet presAssocID="{C4EEA271-3D87-4C0C-912A-3F99AFAC0669}" presName="horz2" presStyleCnt="0"/>
      <dgm:spPr/>
    </dgm:pt>
    <dgm:pt modelId="{F44E7406-8B6D-45BC-9925-14AE18963237}" type="pres">
      <dgm:prSet presAssocID="{C4EEA271-3D87-4C0C-912A-3F99AFAC0669}" presName="horzSpace2" presStyleCnt="0"/>
      <dgm:spPr/>
    </dgm:pt>
    <dgm:pt modelId="{8DC4FE41-CDBE-4AC4-B463-98FF866824DA}" type="pres">
      <dgm:prSet presAssocID="{C4EEA271-3D87-4C0C-912A-3F99AFAC0669}" presName="tx2" presStyleLbl="revTx" presStyleIdx="1" presStyleCnt="8"/>
      <dgm:spPr/>
    </dgm:pt>
    <dgm:pt modelId="{53AD6B86-8610-4243-ABB4-B8836909123C}" type="pres">
      <dgm:prSet presAssocID="{C4EEA271-3D87-4C0C-912A-3F99AFAC0669}" presName="vert2" presStyleCnt="0"/>
      <dgm:spPr/>
    </dgm:pt>
    <dgm:pt modelId="{80DB9D29-DDDB-4582-B792-FB81CCA6C9FB}" type="pres">
      <dgm:prSet presAssocID="{C4EEA271-3D87-4C0C-912A-3F99AFAC0669}" presName="thinLine2b" presStyleLbl="callout" presStyleIdx="0" presStyleCnt="7"/>
      <dgm:spPr/>
    </dgm:pt>
    <dgm:pt modelId="{AC40A90E-41E0-4558-8E83-6FFEE96DA169}" type="pres">
      <dgm:prSet presAssocID="{C4EEA271-3D87-4C0C-912A-3F99AFAC0669}" presName="vertSpace2b" presStyleCnt="0"/>
      <dgm:spPr/>
    </dgm:pt>
    <dgm:pt modelId="{48C240C3-99A5-4666-9430-EC110E118F3D}" type="pres">
      <dgm:prSet presAssocID="{98638CDC-BE70-483E-A025-26870C3283CD}" presName="horz2" presStyleCnt="0"/>
      <dgm:spPr/>
    </dgm:pt>
    <dgm:pt modelId="{4EC5B154-19F9-4BE6-97F2-110FFEB985B9}" type="pres">
      <dgm:prSet presAssocID="{98638CDC-BE70-483E-A025-26870C3283CD}" presName="horzSpace2" presStyleCnt="0"/>
      <dgm:spPr/>
    </dgm:pt>
    <dgm:pt modelId="{99F5DFB5-8775-4BAB-9DBD-F10BA17078AD}" type="pres">
      <dgm:prSet presAssocID="{98638CDC-BE70-483E-A025-26870C3283CD}" presName="tx2" presStyleLbl="revTx" presStyleIdx="2" presStyleCnt="8"/>
      <dgm:spPr/>
    </dgm:pt>
    <dgm:pt modelId="{BFD050F6-52ED-44FF-BDBA-A348A5EE3FAC}" type="pres">
      <dgm:prSet presAssocID="{98638CDC-BE70-483E-A025-26870C3283CD}" presName="vert2" presStyleCnt="0"/>
      <dgm:spPr/>
    </dgm:pt>
    <dgm:pt modelId="{1A32E401-DA1D-4D42-9482-C2645401774B}" type="pres">
      <dgm:prSet presAssocID="{98638CDC-BE70-483E-A025-26870C3283CD}" presName="thinLine2b" presStyleLbl="callout" presStyleIdx="1" presStyleCnt="7"/>
      <dgm:spPr/>
    </dgm:pt>
    <dgm:pt modelId="{F25301CA-26A3-4010-A745-D7F94888B09F}" type="pres">
      <dgm:prSet presAssocID="{98638CDC-BE70-483E-A025-26870C3283CD}" presName="vertSpace2b" presStyleCnt="0"/>
      <dgm:spPr/>
    </dgm:pt>
    <dgm:pt modelId="{D485C292-52AF-482A-A4EB-B277DA05D29E}" type="pres">
      <dgm:prSet presAssocID="{D8C112DC-D5D9-4F93-850E-0CB7D562F558}" presName="horz2" presStyleCnt="0"/>
      <dgm:spPr/>
    </dgm:pt>
    <dgm:pt modelId="{5DBDC5C1-3DC7-4A22-B949-1B9E0A6C5E72}" type="pres">
      <dgm:prSet presAssocID="{D8C112DC-D5D9-4F93-850E-0CB7D562F558}" presName="horzSpace2" presStyleCnt="0"/>
      <dgm:spPr/>
    </dgm:pt>
    <dgm:pt modelId="{21D69948-6332-4CD4-871A-5D52EFE46A04}" type="pres">
      <dgm:prSet presAssocID="{D8C112DC-D5D9-4F93-850E-0CB7D562F558}" presName="tx2" presStyleLbl="revTx" presStyleIdx="3" presStyleCnt="8"/>
      <dgm:spPr/>
    </dgm:pt>
    <dgm:pt modelId="{2093BD50-F5B8-46B6-A5EC-05D534CA40B8}" type="pres">
      <dgm:prSet presAssocID="{D8C112DC-D5D9-4F93-850E-0CB7D562F558}" presName="vert2" presStyleCnt="0"/>
      <dgm:spPr/>
    </dgm:pt>
    <dgm:pt modelId="{19F7E037-4803-4406-BB0C-D4FBEAFAEA87}" type="pres">
      <dgm:prSet presAssocID="{D8C112DC-D5D9-4F93-850E-0CB7D562F558}" presName="thinLine2b" presStyleLbl="callout" presStyleIdx="2" presStyleCnt="7"/>
      <dgm:spPr/>
    </dgm:pt>
    <dgm:pt modelId="{4CDFDA1A-8B82-4CBE-B3AF-314D7597941E}" type="pres">
      <dgm:prSet presAssocID="{D8C112DC-D5D9-4F93-850E-0CB7D562F558}" presName="vertSpace2b" presStyleCnt="0"/>
      <dgm:spPr/>
    </dgm:pt>
    <dgm:pt modelId="{BA0AE109-1908-4FF4-99C5-1B20356187B2}" type="pres">
      <dgm:prSet presAssocID="{8EF17BD3-ABC1-4914-92F7-E71083DC6502}" presName="horz2" presStyleCnt="0"/>
      <dgm:spPr/>
    </dgm:pt>
    <dgm:pt modelId="{4F727F8C-5EE1-43C7-8D55-7D20CDA38F00}" type="pres">
      <dgm:prSet presAssocID="{8EF17BD3-ABC1-4914-92F7-E71083DC6502}" presName="horzSpace2" presStyleCnt="0"/>
      <dgm:spPr/>
    </dgm:pt>
    <dgm:pt modelId="{7380F50D-0A8C-499F-9058-4EF1DA7749CD}" type="pres">
      <dgm:prSet presAssocID="{8EF17BD3-ABC1-4914-92F7-E71083DC6502}" presName="tx2" presStyleLbl="revTx" presStyleIdx="4" presStyleCnt="8"/>
      <dgm:spPr/>
    </dgm:pt>
    <dgm:pt modelId="{830DAB4C-2E9A-4F1E-A8BD-3B173B715A3D}" type="pres">
      <dgm:prSet presAssocID="{8EF17BD3-ABC1-4914-92F7-E71083DC6502}" presName="vert2" presStyleCnt="0"/>
      <dgm:spPr/>
    </dgm:pt>
    <dgm:pt modelId="{FF3D9E33-E774-4838-B00C-D036750CD321}" type="pres">
      <dgm:prSet presAssocID="{8EF17BD3-ABC1-4914-92F7-E71083DC6502}" presName="thinLine2b" presStyleLbl="callout" presStyleIdx="3" presStyleCnt="7"/>
      <dgm:spPr/>
    </dgm:pt>
    <dgm:pt modelId="{0399D71B-1422-4292-98D4-6FB896D5B0AF}" type="pres">
      <dgm:prSet presAssocID="{8EF17BD3-ABC1-4914-92F7-E71083DC6502}" presName="vertSpace2b" presStyleCnt="0"/>
      <dgm:spPr/>
    </dgm:pt>
    <dgm:pt modelId="{E60C3F0D-3B63-4A9E-A526-291D03251E91}" type="pres">
      <dgm:prSet presAssocID="{3DFD13A5-D89C-40C6-BC47-51E02996BD53}" presName="horz2" presStyleCnt="0"/>
      <dgm:spPr/>
    </dgm:pt>
    <dgm:pt modelId="{6B1DDA01-5837-4866-BF33-BD1F7110B6C2}" type="pres">
      <dgm:prSet presAssocID="{3DFD13A5-D89C-40C6-BC47-51E02996BD53}" presName="horzSpace2" presStyleCnt="0"/>
      <dgm:spPr/>
    </dgm:pt>
    <dgm:pt modelId="{54662282-0506-41B3-B41C-EEFD1D125C3D}" type="pres">
      <dgm:prSet presAssocID="{3DFD13A5-D89C-40C6-BC47-51E02996BD53}" presName="tx2" presStyleLbl="revTx" presStyleIdx="5" presStyleCnt="8"/>
      <dgm:spPr/>
    </dgm:pt>
    <dgm:pt modelId="{D486FDFE-CE22-46B1-985D-D89CD6ADED05}" type="pres">
      <dgm:prSet presAssocID="{3DFD13A5-D89C-40C6-BC47-51E02996BD53}" presName="vert2" presStyleCnt="0"/>
      <dgm:spPr/>
    </dgm:pt>
    <dgm:pt modelId="{A3DEB657-0CCB-4DC3-BFEC-E11D7AA8E5DD}" type="pres">
      <dgm:prSet presAssocID="{3DFD13A5-D89C-40C6-BC47-51E02996BD53}" presName="thinLine2b" presStyleLbl="callout" presStyleIdx="4" presStyleCnt="7"/>
      <dgm:spPr/>
    </dgm:pt>
    <dgm:pt modelId="{8F1D75E3-FAF2-4311-A183-CB601B47100F}" type="pres">
      <dgm:prSet presAssocID="{3DFD13A5-D89C-40C6-BC47-51E02996BD53}" presName="vertSpace2b" presStyleCnt="0"/>
      <dgm:spPr/>
    </dgm:pt>
    <dgm:pt modelId="{1FFA63AC-D4E2-41AB-8112-A21F1BAF83B1}" type="pres">
      <dgm:prSet presAssocID="{6E6A29A6-458D-401B-8BD6-3579D5748DF8}" presName="horz2" presStyleCnt="0"/>
      <dgm:spPr/>
    </dgm:pt>
    <dgm:pt modelId="{DA94869F-A388-4391-B5FB-F6871FCCAA67}" type="pres">
      <dgm:prSet presAssocID="{6E6A29A6-458D-401B-8BD6-3579D5748DF8}" presName="horzSpace2" presStyleCnt="0"/>
      <dgm:spPr/>
    </dgm:pt>
    <dgm:pt modelId="{1E8277E9-A421-4F4E-826A-37359E981746}" type="pres">
      <dgm:prSet presAssocID="{6E6A29A6-458D-401B-8BD6-3579D5748DF8}" presName="tx2" presStyleLbl="revTx" presStyleIdx="6" presStyleCnt="8"/>
      <dgm:spPr/>
    </dgm:pt>
    <dgm:pt modelId="{F3863652-1F6D-43AC-BEFC-E5BD1D568AC3}" type="pres">
      <dgm:prSet presAssocID="{6E6A29A6-458D-401B-8BD6-3579D5748DF8}" presName="vert2" presStyleCnt="0"/>
      <dgm:spPr/>
    </dgm:pt>
    <dgm:pt modelId="{50DB1A0B-13D5-4FC7-B1D8-9F9379317C82}" type="pres">
      <dgm:prSet presAssocID="{6E6A29A6-458D-401B-8BD6-3579D5748DF8}" presName="thinLine2b" presStyleLbl="callout" presStyleIdx="5" presStyleCnt="7"/>
      <dgm:spPr/>
    </dgm:pt>
    <dgm:pt modelId="{4E402236-A7AA-47A7-943E-D92C8A7AC9C1}" type="pres">
      <dgm:prSet presAssocID="{6E6A29A6-458D-401B-8BD6-3579D5748DF8}" presName="vertSpace2b" presStyleCnt="0"/>
      <dgm:spPr/>
    </dgm:pt>
    <dgm:pt modelId="{5E8B1615-078A-404F-9A4A-CB9E3C468543}" type="pres">
      <dgm:prSet presAssocID="{E38C92F8-6B33-4CBC-B469-2043B66B53C5}" presName="horz2" presStyleCnt="0"/>
      <dgm:spPr/>
    </dgm:pt>
    <dgm:pt modelId="{CEC596CF-82B4-4A6C-8C58-C343535CF7AE}" type="pres">
      <dgm:prSet presAssocID="{E38C92F8-6B33-4CBC-B469-2043B66B53C5}" presName="horzSpace2" presStyleCnt="0"/>
      <dgm:spPr/>
    </dgm:pt>
    <dgm:pt modelId="{43052584-286B-4058-A607-12B9CDE8CA5E}" type="pres">
      <dgm:prSet presAssocID="{E38C92F8-6B33-4CBC-B469-2043B66B53C5}" presName="tx2" presStyleLbl="revTx" presStyleIdx="7" presStyleCnt="8"/>
      <dgm:spPr/>
    </dgm:pt>
    <dgm:pt modelId="{C489C27E-2308-4E5F-8DD9-1EECB3F41603}" type="pres">
      <dgm:prSet presAssocID="{E38C92F8-6B33-4CBC-B469-2043B66B53C5}" presName="vert2" presStyleCnt="0"/>
      <dgm:spPr/>
    </dgm:pt>
    <dgm:pt modelId="{F6164107-97FE-4A81-83CC-00060ECC8902}" type="pres">
      <dgm:prSet presAssocID="{E38C92F8-6B33-4CBC-B469-2043B66B53C5}" presName="thinLine2b" presStyleLbl="callout" presStyleIdx="6" presStyleCnt="7"/>
      <dgm:spPr/>
    </dgm:pt>
    <dgm:pt modelId="{D801FA35-1F4D-439E-9A41-6D23FCB17389}" type="pres">
      <dgm:prSet presAssocID="{E38C92F8-6B33-4CBC-B469-2043B66B53C5}" presName="vertSpace2b" presStyleCnt="0"/>
      <dgm:spPr/>
    </dgm:pt>
  </dgm:ptLst>
  <dgm:cxnLst>
    <dgm:cxn modelId="{70AFB806-4D6E-4188-99AE-BF9570AAA3DE}" srcId="{E6D89FC3-19A5-4E45-8A94-4D03AE3A5F2C}" destId="{3DFD13A5-D89C-40C6-BC47-51E02996BD53}" srcOrd="4" destOrd="0" parTransId="{0493CE3E-B075-4418-910D-DEBE06869E35}" sibTransId="{39C1EB49-60D8-4D6F-846D-E2C48B8AB330}"/>
    <dgm:cxn modelId="{3603D435-522C-47F2-BED9-7709180F4E23}" type="presOf" srcId="{C4EEA271-3D87-4C0C-912A-3F99AFAC0669}" destId="{8DC4FE41-CDBE-4AC4-B463-98FF866824DA}" srcOrd="0" destOrd="0" presId="urn:microsoft.com/office/officeart/2008/layout/LinedList"/>
    <dgm:cxn modelId="{938BB137-69BC-41E2-822B-96DE1424B1D8}" srcId="{2AA76CEC-4A49-446A-81B7-FEB22EC2776D}" destId="{E6D89FC3-19A5-4E45-8A94-4D03AE3A5F2C}" srcOrd="0" destOrd="0" parTransId="{FC728F0C-C5FA-4E9C-9A2C-802026F52466}" sibTransId="{F51FE7B1-9CAF-42FB-A819-BEF374F30EFA}"/>
    <dgm:cxn modelId="{B63C245F-6424-4353-AF3E-8D2C0FBDF3DB}" srcId="{E6D89FC3-19A5-4E45-8A94-4D03AE3A5F2C}" destId="{8EF17BD3-ABC1-4914-92F7-E71083DC6502}" srcOrd="3" destOrd="0" parTransId="{A71BB647-835D-4389-ACF8-CF71C5AAAC79}" sibTransId="{6BFAE0E8-5A45-4AAE-8798-B1D274E52585}"/>
    <dgm:cxn modelId="{93E30C64-A5D3-40F0-82EA-4FE492CCA767}" srcId="{E6D89FC3-19A5-4E45-8A94-4D03AE3A5F2C}" destId="{C4EEA271-3D87-4C0C-912A-3F99AFAC0669}" srcOrd="0" destOrd="0" parTransId="{3C7574BD-DFEF-44E8-B378-D391289AB0C5}" sibTransId="{76C037FC-C43B-4CB5-9D12-A5B10064505E}"/>
    <dgm:cxn modelId="{9DE9F852-41FB-4086-BBD0-9979CB8D9F6F}" type="presOf" srcId="{8EF17BD3-ABC1-4914-92F7-E71083DC6502}" destId="{7380F50D-0A8C-499F-9058-4EF1DA7749CD}" srcOrd="0" destOrd="0" presId="urn:microsoft.com/office/officeart/2008/layout/LinedList"/>
    <dgm:cxn modelId="{1EA43E53-762C-4F9E-B81E-4F957ADDBC30}" type="presOf" srcId="{6E6A29A6-458D-401B-8BD6-3579D5748DF8}" destId="{1E8277E9-A421-4F4E-826A-37359E981746}" srcOrd="0" destOrd="0" presId="urn:microsoft.com/office/officeart/2008/layout/LinedList"/>
    <dgm:cxn modelId="{654D218E-D177-40B0-BD28-E3F8014C9755}" type="presOf" srcId="{D8C112DC-D5D9-4F93-850E-0CB7D562F558}" destId="{21D69948-6332-4CD4-871A-5D52EFE46A04}" srcOrd="0" destOrd="0" presId="urn:microsoft.com/office/officeart/2008/layout/LinedList"/>
    <dgm:cxn modelId="{F995CEAA-BDD0-4ED8-807D-83039420DD6C}" type="presOf" srcId="{2AA76CEC-4A49-446A-81B7-FEB22EC2776D}" destId="{000A36FB-B827-4AF1-8D8E-9FAF15BC6333}" srcOrd="0" destOrd="0" presId="urn:microsoft.com/office/officeart/2008/layout/LinedList"/>
    <dgm:cxn modelId="{CB9126AE-8A23-4131-BD5B-B7A52B9324EE}" type="presOf" srcId="{3DFD13A5-D89C-40C6-BC47-51E02996BD53}" destId="{54662282-0506-41B3-B41C-EEFD1D125C3D}" srcOrd="0" destOrd="0" presId="urn:microsoft.com/office/officeart/2008/layout/LinedList"/>
    <dgm:cxn modelId="{C0FF34B4-0CF5-45EE-9178-CFB1A95FEACE}" srcId="{E6D89FC3-19A5-4E45-8A94-4D03AE3A5F2C}" destId="{D8C112DC-D5D9-4F93-850E-0CB7D562F558}" srcOrd="2" destOrd="0" parTransId="{3FA1BEFF-91E7-4C5F-BB5B-1F3EF63EA843}" sibTransId="{A1F9DA93-F2B9-4B3E-BB36-144A6C1B5896}"/>
    <dgm:cxn modelId="{28A26FB7-BEF6-4179-BAFF-22B83BBA93D2}" type="presOf" srcId="{98638CDC-BE70-483E-A025-26870C3283CD}" destId="{99F5DFB5-8775-4BAB-9DBD-F10BA17078AD}" srcOrd="0" destOrd="0" presId="urn:microsoft.com/office/officeart/2008/layout/LinedList"/>
    <dgm:cxn modelId="{786E4FC5-31E1-4EFB-B6C9-023F5CFA563C}" srcId="{E6D89FC3-19A5-4E45-8A94-4D03AE3A5F2C}" destId="{E38C92F8-6B33-4CBC-B469-2043B66B53C5}" srcOrd="6" destOrd="0" parTransId="{85DBBA0C-5EF9-48D7-A2BD-C5269842CFA2}" sibTransId="{26A3169A-2F6E-4990-81CF-B1E772B11B17}"/>
    <dgm:cxn modelId="{11D290C9-2B36-418B-914B-F8E10C12F281}" type="presOf" srcId="{E38C92F8-6B33-4CBC-B469-2043B66B53C5}" destId="{43052584-286B-4058-A607-12B9CDE8CA5E}" srcOrd="0" destOrd="0" presId="urn:microsoft.com/office/officeart/2008/layout/LinedList"/>
    <dgm:cxn modelId="{E20F30CA-4344-4C7A-B37C-BDD1AD264584}" type="presOf" srcId="{E6D89FC3-19A5-4E45-8A94-4D03AE3A5F2C}" destId="{7C31FA62-7DCF-4159-92CD-6840FBF7259F}" srcOrd="0" destOrd="0" presId="urn:microsoft.com/office/officeart/2008/layout/LinedList"/>
    <dgm:cxn modelId="{69A21FEA-B000-4584-833D-9EC8E3716232}" srcId="{E6D89FC3-19A5-4E45-8A94-4D03AE3A5F2C}" destId="{6E6A29A6-458D-401B-8BD6-3579D5748DF8}" srcOrd="5" destOrd="0" parTransId="{60031E9E-871E-4CBF-BCBF-06EFF6F9838A}" sibTransId="{F7D64699-C0A2-41FE-A69A-7327A0B8C882}"/>
    <dgm:cxn modelId="{4DC4BBEF-9F8F-42AB-9084-49BB92DC5F43}" srcId="{E6D89FC3-19A5-4E45-8A94-4D03AE3A5F2C}" destId="{98638CDC-BE70-483E-A025-26870C3283CD}" srcOrd="1" destOrd="0" parTransId="{35272958-6A4F-4BD8-88CF-BF3BA51B35FF}" sibTransId="{761CAF09-2A54-4748-AB50-42A2A603C695}"/>
    <dgm:cxn modelId="{1E5F7A5B-2AFF-48A2-BAB0-F66A3EBCAF19}" type="presParOf" srcId="{000A36FB-B827-4AF1-8D8E-9FAF15BC6333}" destId="{204BBE35-1F99-4177-A3C5-2EC9B949E5D5}" srcOrd="0" destOrd="0" presId="urn:microsoft.com/office/officeart/2008/layout/LinedList"/>
    <dgm:cxn modelId="{F6EF1FC2-3650-4656-8C7B-86F31E46E0E5}" type="presParOf" srcId="{000A36FB-B827-4AF1-8D8E-9FAF15BC6333}" destId="{94CB4109-FB27-4483-A801-2E917C5DA35C}" srcOrd="1" destOrd="0" presId="urn:microsoft.com/office/officeart/2008/layout/LinedList"/>
    <dgm:cxn modelId="{7EA70293-31D6-413B-90C9-4D10E9308602}" type="presParOf" srcId="{94CB4109-FB27-4483-A801-2E917C5DA35C}" destId="{7C31FA62-7DCF-4159-92CD-6840FBF7259F}" srcOrd="0" destOrd="0" presId="urn:microsoft.com/office/officeart/2008/layout/LinedList"/>
    <dgm:cxn modelId="{A5B202D1-C093-4258-92FA-2810E79526EF}" type="presParOf" srcId="{94CB4109-FB27-4483-A801-2E917C5DA35C}" destId="{CAF41426-51D0-419D-9E4B-207C32F4DDB8}" srcOrd="1" destOrd="0" presId="urn:microsoft.com/office/officeart/2008/layout/LinedList"/>
    <dgm:cxn modelId="{10049AFC-BAA1-46F9-85CC-8BE3CEF09044}" type="presParOf" srcId="{CAF41426-51D0-419D-9E4B-207C32F4DDB8}" destId="{107F0B28-0617-434B-B29A-342D0CB44058}" srcOrd="0" destOrd="0" presId="urn:microsoft.com/office/officeart/2008/layout/LinedList"/>
    <dgm:cxn modelId="{9A84CFE1-C242-4DDF-8F05-9B90E50D1C56}" type="presParOf" srcId="{CAF41426-51D0-419D-9E4B-207C32F4DDB8}" destId="{EA150CDB-C789-45AC-8C83-BF74ED372D69}" srcOrd="1" destOrd="0" presId="urn:microsoft.com/office/officeart/2008/layout/LinedList"/>
    <dgm:cxn modelId="{2E9F0536-C2A0-497E-9F8A-72C251C566FA}" type="presParOf" srcId="{EA150CDB-C789-45AC-8C83-BF74ED372D69}" destId="{F44E7406-8B6D-45BC-9925-14AE18963237}" srcOrd="0" destOrd="0" presId="urn:microsoft.com/office/officeart/2008/layout/LinedList"/>
    <dgm:cxn modelId="{8EE8D0C5-FA30-4B08-95C5-665F4C7C42D5}" type="presParOf" srcId="{EA150CDB-C789-45AC-8C83-BF74ED372D69}" destId="{8DC4FE41-CDBE-4AC4-B463-98FF866824DA}" srcOrd="1" destOrd="0" presId="urn:microsoft.com/office/officeart/2008/layout/LinedList"/>
    <dgm:cxn modelId="{4A32B877-3683-4AA5-9D30-AB93D81F1444}" type="presParOf" srcId="{EA150CDB-C789-45AC-8C83-BF74ED372D69}" destId="{53AD6B86-8610-4243-ABB4-B8836909123C}" srcOrd="2" destOrd="0" presId="urn:microsoft.com/office/officeart/2008/layout/LinedList"/>
    <dgm:cxn modelId="{9AE36D49-3DE8-4844-B652-F87A1A4474E3}" type="presParOf" srcId="{CAF41426-51D0-419D-9E4B-207C32F4DDB8}" destId="{80DB9D29-DDDB-4582-B792-FB81CCA6C9FB}" srcOrd="2" destOrd="0" presId="urn:microsoft.com/office/officeart/2008/layout/LinedList"/>
    <dgm:cxn modelId="{F4B173FC-9504-4E2C-9CEB-34D7C814DDC9}" type="presParOf" srcId="{CAF41426-51D0-419D-9E4B-207C32F4DDB8}" destId="{AC40A90E-41E0-4558-8E83-6FFEE96DA169}" srcOrd="3" destOrd="0" presId="urn:microsoft.com/office/officeart/2008/layout/LinedList"/>
    <dgm:cxn modelId="{09688C43-2934-4612-994F-C81BA00387C7}" type="presParOf" srcId="{CAF41426-51D0-419D-9E4B-207C32F4DDB8}" destId="{48C240C3-99A5-4666-9430-EC110E118F3D}" srcOrd="4" destOrd="0" presId="urn:microsoft.com/office/officeart/2008/layout/LinedList"/>
    <dgm:cxn modelId="{0B7BF192-197C-416D-BED6-D2F0643F0F78}" type="presParOf" srcId="{48C240C3-99A5-4666-9430-EC110E118F3D}" destId="{4EC5B154-19F9-4BE6-97F2-110FFEB985B9}" srcOrd="0" destOrd="0" presId="urn:microsoft.com/office/officeart/2008/layout/LinedList"/>
    <dgm:cxn modelId="{0D32B6E3-6C0A-45D3-86C7-7ED2DA3FF7D8}" type="presParOf" srcId="{48C240C3-99A5-4666-9430-EC110E118F3D}" destId="{99F5DFB5-8775-4BAB-9DBD-F10BA17078AD}" srcOrd="1" destOrd="0" presId="urn:microsoft.com/office/officeart/2008/layout/LinedList"/>
    <dgm:cxn modelId="{2035C7EA-F739-415D-B3C5-99A436F22705}" type="presParOf" srcId="{48C240C3-99A5-4666-9430-EC110E118F3D}" destId="{BFD050F6-52ED-44FF-BDBA-A348A5EE3FAC}" srcOrd="2" destOrd="0" presId="urn:microsoft.com/office/officeart/2008/layout/LinedList"/>
    <dgm:cxn modelId="{6B90F056-BB15-41DF-A80A-5842AE5E6B1A}" type="presParOf" srcId="{CAF41426-51D0-419D-9E4B-207C32F4DDB8}" destId="{1A32E401-DA1D-4D42-9482-C2645401774B}" srcOrd="5" destOrd="0" presId="urn:microsoft.com/office/officeart/2008/layout/LinedList"/>
    <dgm:cxn modelId="{A2CEAB55-0217-4060-85D5-C2AC86F6C0E3}" type="presParOf" srcId="{CAF41426-51D0-419D-9E4B-207C32F4DDB8}" destId="{F25301CA-26A3-4010-A745-D7F94888B09F}" srcOrd="6" destOrd="0" presId="urn:microsoft.com/office/officeart/2008/layout/LinedList"/>
    <dgm:cxn modelId="{A381F37C-BD3A-4986-BB0B-C2B53553F5CB}" type="presParOf" srcId="{CAF41426-51D0-419D-9E4B-207C32F4DDB8}" destId="{D485C292-52AF-482A-A4EB-B277DA05D29E}" srcOrd="7" destOrd="0" presId="urn:microsoft.com/office/officeart/2008/layout/LinedList"/>
    <dgm:cxn modelId="{BB3B73D2-4DC0-42C3-9243-67E9D99174E4}" type="presParOf" srcId="{D485C292-52AF-482A-A4EB-B277DA05D29E}" destId="{5DBDC5C1-3DC7-4A22-B949-1B9E0A6C5E72}" srcOrd="0" destOrd="0" presId="urn:microsoft.com/office/officeart/2008/layout/LinedList"/>
    <dgm:cxn modelId="{43777B8A-39BF-435A-90E5-61C894822334}" type="presParOf" srcId="{D485C292-52AF-482A-A4EB-B277DA05D29E}" destId="{21D69948-6332-4CD4-871A-5D52EFE46A04}" srcOrd="1" destOrd="0" presId="urn:microsoft.com/office/officeart/2008/layout/LinedList"/>
    <dgm:cxn modelId="{9F1FF45A-CF10-4971-A037-7248D4AA5F9B}" type="presParOf" srcId="{D485C292-52AF-482A-A4EB-B277DA05D29E}" destId="{2093BD50-F5B8-46B6-A5EC-05D534CA40B8}" srcOrd="2" destOrd="0" presId="urn:microsoft.com/office/officeart/2008/layout/LinedList"/>
    <dgm:cxn modelId="{7278B6E9-CE75-4EE2-8AF0-5B4A5FACD144}" type="presParOf" srcId="{CAF41426-51D0-419D-9E4B-207C32F4DDB8}" destId="{19F7E037-4803-4406-BB0C-D4FBEAFAEA87}" srcOrd="8" destOrd="0" presId="urn:microsoft.com/office/officeart/2008/layout/LinedList"/>
    <dgm:cxn modelId="{21186977-0587-4217-8BD2-AFC189A228E2}" type="presParOf" srcId="{CAF41426-51D0-419D-9E4B-207C32F4DDB8}" destId="{4CDFDA1A-8B82-4CBE-B3AF-314D7597941E}" srcOrd="9" destOrd="0" presId="urn:microsoft.com/office/officeart/2008/layout/LinedList"/>
    <dgm:cxn modelId="{CCAA8D8C-EB8E-4ED8-AE73-861501368105}" type="presParOf" srcId="{CAF41426-51D0-419D-9E4B-207C32F4DDB8}" destId="{BA0AE109-1908-4FF4-99C5-1B20356187B2}" srcOrd="10" destOrd="0" presId="urn:microsoft.com/office/officeart/2008/layout/LinedList"/>
    <dgm:cxn modelId="{D5CD0F15-3F99-4833-BC60-B7A0F1699787}" type="presParOf" srcId="{BA0AE109-1908-4FF4-99C5-1B20356187B2}" destId="{4F727F8C-5EE1-43C7-8D55-7D20CDA38F00}" srcOrd="0" destOrd="0" presId="urn:microsoft.com/office/officeart/2008/layout/LinedList"/>
    <dgm:cxn modelId="{78C4795A-10F3-48BF-87A1-ED27DECD29B9}" type="presParOf" srcId="{BA0AE109-1908-4FF4-99C5-1B20356187B2}" destId="{7380F50D-0A8C-499F-9058-4EF1DA7749CD}" srcOrd="1" destOrd="0" presId="urn:microsoft.com/office/officeart/2008/layout/LinedList"/>
    <dgm:cxn modelId="{259AD902-6A98-4AA0-BAE1-B3BF15A3E48D}" type="presParOf" srcId="{BA0AE109-1908-4FF4-99C5-1B20356187B2}" destId="{830DAB4C-2E9A-4F1E-A8BD-3B173B715A3D}" srcOrd="2" destOrd="0" presId="urn:microsoft.com/office/officeart/2008/layout/LinedList"/>
    <dgm:cxn modelId="{6D3457EC-7D30-47F0-969C-0F168A7EC1E9}" type="presParOf" srcId="{CAF41426-51D0-419D-9E4B-207C32F4DDB8}" destId="{FF3D9E33-E774-4838-B00C-D036750CD321}" srcOrd="11" destOrd="0" presId="urn:microsoft.com/office/officeart/2008/layout/LinedList"/>
    <dgm:cxn modelId="{B98E9010-8D73-48C9-9E77-E6AE4724A9D7}" type="presParOf" srcId="{CAF41426-51D0-419D-9E4B-207C32F4DDB8}" destId="{0399D71B-1422-4292-98D4-6FB896D5B0AF}" srcOrd="12" destOrd="0" presId="urn:microsoft.com/office/officeart/2008/layout/LinedList"/>
    <dgm:cxn modelId="{1A5FA69A-2326-4E05-BEC3-6867B7810C26}" type="presParOf" srcId="{CAF41426-51D0-419D-9E4B-207C32F4DDB8}" destId="{E60C3F0D-3B63-4A9E-A526-291D03251E91}" srcOrd="13" destOrd="0" presId="urn:microsoft.com/office/officeart/2008/layout/LinedList"/>
    <dgm:cxn modelId="{F376C3B0-E714-40B9-8485-46D873637F6F}" type="presParOf" srcId="{E60C3F0D-3B63-4A9E-A526-291D03251E91}" destId="{6B1DDA01-5837-4866-BF33-BD1F7110B6C2}" srcOrd="0" destOrd="0" presId="urn:microsoft.com/office/officeart/2008/layout/LinedList"/>
    <dgm:cxn modelId="{7E07BD21-71B9-43BF-9A44-0EF675E9E2D6}" type="presParOf" srcId="{E60C3F0D-3B63-4A9E-A526-291D03251E91}" destId="{54662282-0506-41B3-B41C-EEFD1D125C3D}" srcOrd="1" destOrd="0" presId="urn:microsoft.com/office/officeart/2008/layout/LinedList"/>
    <dgm:cxn modelId="{EE4A3C76-5556-46A8-BC41-1A67ADD9FE87}" type="presParOf" srcId="{E60C3F0D-3B63-4A9E-A526-291D03251E91}" destId="{D486FDFE-CE22-46B1-985D-D89CD6ADED05}" srcOrd="2" destOrd="0" presId="urn:microsoft.com/office/officeart/2008/layout/LinedList"/>
    <dgm:cxn modelId="{3F118342-AF57-4793-801C-58309497298C}" type="presParOf" srcId="{CAF41426-51D0-419D-9E4B-207C32F4DDB8}" destId="{A3DEB657-0CCB-4DC3-BFEC-E11D7AA8E5DD}" srcOrd="14" destOrd="0" presId="urn:microsoft.com/office/officeart/2008/layout/LinedList"/>
    <dgm:cxn modelId="{679A92D2-8C10-4C64-8D65-6A41100C38C5}" type="presParOf" srcId="{CAF41426-51D0-419D-9E4B-207C32F4DDB8}" destId="{8F1D75E3-FAF2-4311-A183-CB601B47100F}" srcOrd="15" destOrd="0" presId="urn:microsoft.com/office/officeart/2008/layout/LinedList"/>
    <dgm:cxn modelId="{CE3214A5-4D69-47CE-A64A-CE2B74F148F1}" type="presParOf" srcId="{CAF41426-51D0-419D-9E4B-207C32F4DDB8}" destId="{1FFA63AC-D4E2-41AB-8112-A21F1BAF83B1}" srcOrd="16" destOrd="0" presId="urn:microsoft.com/office/officeart/2008/layout/LinedList"/>
    <dgm:cxn modelId="{E1BE76C9-FD35-43FA-8D40-93C9B04B6ABA}" type="presParOf" srcId="{1FFA63AC-D4E2-41AB-8112-A21F1BAF83B1}" destId="{DA94869F-A388-4391-B5FB-F6871FCCAA67}" srcOrd="0" destOrd="0" presId="urn:microsoft.com/office/officeart/2008/layout/LinedList"/>
    <dgm:cxn modelId="{F11C5F8C-8291-4D28-A316-22A19A8B9938}" type="presParOf" srcId="{1FFA63AC-D4E2-41AB-8112-A21F1BAF83B1}" destId="{1E8277E9-A421-4F4E-826A-37359E981746}" srcOrd="1" destOrd="0" presId="urn:microsoft.com/office/officeart/2008/layout/LinedList"/>
    <dgm:cxn modelId="{9ED430B8-A679-4CE0-B64E-F3256401B19A}" type="presParOf" srcId="{1FFA63AC-D4E2-41AB-8112-A21F1BAF83B1}" destId="{F3863652-1F6D-43AC-BEFC-E5BD1D568AC3}" srcOrd="2" destOrd="0" presId="urn:microsoft.com/office/officeart/2008/layout/LinedList"/>
    <dgm:cxn modelId="{9F0FC137-87BD-4C9C-8321-9F9CD2E47047}" type="presParOf" srcId="{CAF41426-51D0-419D-9E4B-207C32F4DDB8}" destId="{50DB1A0B-13D5-4FC7-B1D8-9F9379317C82}" srcOrd="17" destOrd="0" presId="urn:microsoft.com/office/officeart/2008/layout/LinedList"/>
    <dgm:cxn modelId="{643D2807-9504-489D-A8D6-AD4D2EC75952}" type="presParOf" srcId="{CAF41426-51D0-419D-9E4B-207C32F4DDB8}" destId="{4E402236-A7AA-47A7-943E-D92C8A7AC9C1}" srcOrd="18" destOrd="0" presId="urn:microsoft.com/office/officeart/2008/layout/LinedList"/>
    <dgm:cxn modelId="{D5176B5C-3108-4EC8-961F-FD9F48FE90F0}" type="presParOf" srcId="{CAF41426-51D0-419D-9E4B-207C32F4DDB8}" destId="{5E8B1615-078A-404F-9A4A-CB9E3C468543}" srcOrd="19" destOrd="0" presId="urn:microsoft.com/office/officeart/2008/layout/LinedList"/>
    <dgm:cxn modelId="{A75EE93B-D926-461F-92B5-8A71E6E82AD3}" type="presParOf" srcId="{5E8B1615-078A-404F-9A4A-CB9E3C468543}" destId="{CEC596CF-82B4-4A6C-8C58-C343535CF7AE}" srcOrd="0" destOrd="0" presId="urn:microsoft.com/office/officeart/2008/layout/LinedList"/>
    <dgm:cxn modelId="{4EB29668-0598-42B5-A518-9E33BA7767AB}" type="presParOf" srcId="{5E8B1615-078A-404F-9A4A-CB9E3C468543}" destId="{43052584-286B-4058-A607-12B9CDE8CA5E}" srcOrd="1" destOrd="0" presId="urn:microsoft.com/office/officeart/2008/layout/LinedList"/>
    <dgm:cxn modelId="{CE3ED477-28B4-4740-BC5E-7183B2AF3EF4}" type="presParOf" srcId="{5E8B1615-078A-404F-9A4A-CB9E3C468543}" destId="{C489C27E-2308-4E5F-8DD9-1EECB3F41603}" srcOrd="2" destOrd="0" presId="urn:microsoft.com/office/officeart/2008/layout/LinedList"/>
    <dgm:cxn modelId="{7B1A754F-D61E-4CDF-BDFC-E93A9F895D00}" type="presParOf" srcId="{CAF41426-51D0-419D-9E4B-207C32F4DDB8}" destId="{F6164107-97FE-4A81-83CC-00060ECC8902}" srcOrd="20" destOrd="0" presId="urn:microsoft.com/office/officeart/2008/layout/LinedList"/>
    <dgm:cxn modelId="{D0FF6A36-0925-47AC-8754-EC3567B0E15B}" type="presParOf" srcId="{CAF41426-51D0-419D-9E4B-207C32F4DDB8}" destId="{D801FA35-1F4D-439E-9A41-6D23FCB17389}" srcOrd="21" destOrd="0" presId="urn:microsoft.com/office/officeart/2008/layout/LinedList"/>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2AA76CEC-4A49-446A-81B7-FEB22EC2776D}" type="doc">
      <dgm:prSet loTypeId="urn:microsoft.com/office/officeart/2008/layout/LinedList" loCatId="hierarchy" qsTypeId="urn:microsoft.com/office/officeart/2005/8/quickstyle/simple3" qsCatId="simple" csTypeId="urn:microsoft.com/office/officeart/2005/8/colors/colorful5" csCatId="colorful" phldr="1"/>
      <dgm:spPr/>
      <dgm:t>
        <a:bodyPr/>
        <a:lstStyle/>
        <a:p>
          <a:endParaRPr lang="en-IN"/>
        </a:p>
      </dgm:t>
    </dgm:pt>
    <dgm:pt modelId="{E6D89FC3-19A5-4E45-8A94-4D03AE3A5F2C}">
      <dgm:prSet phldrT="[Text]" custT="1"/>
      <dgm:spPr/>
      <dgm:t>
        <a:bodyPr/>
        <a:lstStyle/>
        <a:p>
          <a:r>
            <a:rPr lang="en-IN" sz="1800" dirty="0"/>
            <a:t>Types of Operators</a:t>
          </a:r>
        </a:p>
      </dgm:t>
    </dgm:pt>
    <dgm:pt modelId="{FC728F0C-C5FA-4E9C-9A2C-802026F52466}" type="parTrans" cxnId="{938BB137-69BC-41E2-822B-96DE1424B1D8}">
      <dgm:prSet/>
      <dgm:spPr/>
      <dgm:t>
        <a:bodyPr/>
        <a:lstStyle/>
        <a:p>
          <a:endParaRPr lang="en-IN" sz="1800"/>
        </a:p>
      </dgm:t>
    </dgm:pt>
    <dgm:pt modelId="{F51FE7B1-9CAF-42FB-A819-BEF374F30EFA}" type="sibTrans" cxnId="{938BB137-69BC-41E2-822B-96DE1424B1D8}">
      <dgm:prSet/>
      <dgm:spPr/>
      <dgm:t>
        <a:bodyPr/>
        <a:lstStyle/>
        <a:p>
          <a:endParaRPr lang="en-IN" sz="1800"/>
        </a:p>
      </dgm:t>
    </dgm:pt>
    <dgm:pt modelId="{C4EEA271-3D87-4C0C-912A-3F99AFAC0669}">
      <dgm:prSet phldrT="[Text]" custT="1"/>
      <dgm:spPr>
        <a:solidFill>
          <a:schemeClr val="bg1"/>
        </a:solidFill>
      </dgm:spPr>
      <dgm:t>
        <a:bodyPr/>
        <a:lstStyle/>
        <a:p>
          <a:r>
            <a:rPr lang="en-IN" sz="1800" b="0" i="0" dirty="0"/>
            <a:t>Arithmetic Operators</a:t>
          </a:r>
          <a:endParaRPr lang="en-IN" sz="1800" dirty="0"/>
        </a:p>
      </dgm:t>
    </dgm:pt>
    <dgm:pt modelId="{3C7574BD-DFEF-44E8-B378-D391289AB0C5}" type="parTrans" cxnId="{93E30C64-A5D3-40F0-82EA-4FE492CCA767}">
      <dgm:prSet custT="1"/>
      <dgm:spPr/>
      <dgm:t>
        <a:bodyPr/>
        <a:lstStyle/>
        <a:p>
          <a:endParaRPr lang="en-IN" sz="1800"/>
        </a:p>
      </dgm:t>
    </dgm:pt>
    <dgm:pt modelId="{76C037FC-C43B-4CB5-9D12-A5B10064505E}" type="sibTrans" cxnId="{93E30C64-A5D3-40F0-82EA-4FE492CCA767}">
      <dgm:prSet/>
      <dgm:spPr/>
      <dgm:t>
        <a:bodyPr/>
        <a:lstStyle/>
        <a:p>
          <a:endParaRPr lang="en-IN" sz="1800"/>
        </a:p>
      </dgm:t>
    </dgm:pt>
    <dgm:pt modelId="{98638CDC-BE70-483E-A025-26870C3283CD}">
      <dgm:prSet phldrT="[Text]" custT="1"/>
      <dgm:spPr/>
      <dgm:t>
        <a:bodyPr/>
        <a:lstStyle/>
        <a:p>
          <a:r>
            <a:rPr lang="en-IN" sz="1800" b="0" i="0" dirty="0"/>
            <a:t>Assignment Operators</a:t>
          </a:r>
          <a:endParaRPr lang="en-IN" sz="1800" dirty="0"/>
        </a:p>
      </dgm:t>
    </dgm:pt>
    <dgm:pt modelId="{35272958-6A4F-4BD8-88CF-BF3BA51B35FF}" type="parTrans" cxnId="{4DC4BBEF-9F8F-42AB-9084-49BB92DC5F43}">
      <dgm:prSet custT="1"/>
      <dgm:spPr/>
      <dgm:t>
        <a:bodyPr/>
        <a:lstStyle/>
        <a:p>
          <a:endParaRPr lang="en-IN" sz="1800"/>
        </a:p>
      </dgm:t>
    </dgm:pt>
    <dgm:pt modelId="{761CAF09-2A54-4748-AB50-42A2A603C695}" type="sibTrans" cxnId="{4DC4BBEF-9F8F-42AB-9084-49BB92DC5F43}">
      <dgm:prSet/>
      <dgm:spPr/>
      <dgm:t>
        <a:bodyPr/>
        <a:lstStyle/>
        <a:p>
          <a:endParaRPr lang="en-IN" sz="1800"/>
        </a:p>
      </dgm:t>
    </dgm:pt>
    <dgm:pt modelId="{D8C112DC-D5D9-4F93-850E-0CB7D562F558}">
      <dgm:prSet phldrT="[Text]" custT="1"/>
      <dgm:spPr>
        <a:solidFill>
          <a:srgbClr val="FFFF00"/>
        </a:solidFill>
      </dgm:spPr>
      <dgm:t>
        <a:bodyPr/>
        <a:lstStyle/>
        <a:p>
          <a:r>
            <a:rPr lang="en-IN" sz="1800" b="0" i="0" dirty="0"/>
            <a:t>Comparison Operators</a:t>
          </a:r>
          <a:endParaRPr lang="en-IN" sz="1800" dirty="0"/>
        </a:p>
      </dgm:t>
    </dgm:pt>
    <dgm:pt modelId="{3FA1BEFF-91E7-4C5F-BB5B-1F3EF63EA843}" type="parTrans" cxnId="{C0FF34B4-0CF5-45EE-9178-CFB1A95FEACE}">
      <dgm:prSet custT="1"/>
      <dgm:spPr/>
      <dgm:t>
        <a:bodyPr/>
        <a:lstStyle/>
        <a:p>
          <a:endParaRPr lang="en-IN" sz="1800"/>
        </a:p>
      </dgm:t>
    </dgm:pt>
    <dgm:pt modelId="{A1F9DA93-F2B9-4B3E-BB36-144A6C1B5896}" type="sibTrans" cxnId="{C0FF34B4-0CF5-45EE-9178-CFB1A95FEACE}">
      <dgm:prSet/>
      <dgm:spPr/>
      <dgm:t>
        <a:bodyPr/>
        <a:lstStyle/>
        <a:p>
          <a:endParaRPr lang="en-IN" sz="1800"/>
        </a:p>
      </dgm:t>
    </dgm:pt>
    <dgm:pt modelId="{8EF17BD3-ABC1-4914-92F7-E71083DC6502}">
      <dgm:prSet custT="1"/>
      <dgm:spPr/>
      <dgm:t>
        <a:bodyPr/>
        <a:lstStyle/>
        <a:p>
          <a:r>
            <a:rPr lang="en-IN" sz="1800" b="0" i="0" dirty="0"/>
            <a:t>Logical Operators</a:t>
          </a:r>
          <a:endParaRPr lang="en-IN" sz="1800" dirty="0"/>
        </a:p>
      </dgm:t>
    </dgm:pt>
    <dgm:pt modelId="{A71BB647-835D-4389-ACF8-CF71C5AAAC79}" type="parTrans" cxnId="{B63C245F-6424-4353-AF3E-8D2C0FBDF3DB}">
      <dgm:prSet custT="1"/>
      <dgm:spPr/>
      <dgm:t>
        <a:bodyPr/>
        <a:lstStyle/>
        <a:p>
          <a:endParaRPr lang="en-IN" sz="1800"/>
        </a:p>
      </dgm:t>
    </dgm:pt>
    <dgm:pt modelId="{6BFAE0E8-5A45-4AAE-8798-B1D274E52585}" type="sibTrans" cxnId="{B63C245F-6424-4353-AF3E-8D2C0FBDF3DB}">
      <dgm:prSet/>
      <dgm:spPr/>
      <dgm:t>
        <a:bodyPr/>
        <a:lstStyle/>
        <a:p>
          <a:endParaRPr lang="en-IN" sz="1800"/>
        </a:p>
      </dgm:t>
    </dgm:pt>
    <dgm:pt modelId="{3DFD13A5-D89C-40C6-BC47-51E02996BD53}">
      <dgm:prSet custT="1"/>
      <dgm:spPr/>
      <dgm:t>
        <a:bodyPr/>
        <a:lstStyle/>
        <a:p>
          <a:r>
            <a:rPr lang="en-IN" sz="1800" b="0" dirty="0"/>
            <a:t>Unary Operators</a:t>
          </a:r>
          <a:endParaRPr lang="en-IN" sz="1800" dirty="0"/>
        </a:p>
      </dgm:t>
    </dgm:pt>
    <dgm:pt modelId="{0493CE3E-B075-4418-910D-DEBE06869E35}" type="parTrans" cxnId="{70AFB806-4D6E-4188-99AE-BF9570AAA3DE}">
      <dgm:prSet custT="1"/>
      <dgm:spPr/>
      <dgm:t>
        <a:bodyPr/>
        <a:lstStyle/>
        <a:p>
          <a:endParaRPr lang="en-IN" sz="1800"/>
        </a:p>
      </dgm:t>
    </dgm:pt>
    <dgm:pt modelId="{39C1EB49-60D8-4D6F-846D-E2C48B8AB330}" type="sibTrans" cxnId="{70AFB806-4D6E-4188-99AE-BF9570AAA3DE}">
      <dgm:prSet/>
      <dgm:spPr/>
      <dgm:t>
        <a:bodyPr/>
        <a:lstStyle/>
        <a:p>
          <a:endParaRPr lang="en-IN" sz="1800"/>
        </a:p>
      </dgm:t>
    </dgm:pt>
    <dgm:pt modelId="{6E6A29A6-458D-401B-8BD6-3579D5748DF8}">
      <dgm:prSet custT="1"/>
      <dgm:spPr/>
      <dgm:t>
        <a:bodyPr/>
        <a:lstStyle/>
        <a:p>
          <a:r>
            <a:rPr lang="en-IN" sz="1800" b="0" dirty="0"/>
            <a:t>Ternary/ Conditional Operator</a:t>
          </a:r>
          <a:endParaRPr lang="en-IN" sz="1800" dirty="0"/>
        </a:p>
      </dgm:t>
    </dgm:pt>
    <dgm:pt modelId="{60031E9E-871E-4CBF-BCBF-06EFF6F9838A}" type="parTrans" cxnId="{69A21FEA-B000-4584-833D-9EC8E3716232}">
      <dgm:prSet custT="1"/>
      <dgm:spPr/>
      <dgm:t>
        <a:bodyPr/>
        <a:lstStyle/>
        <a:p>
          <a:endParaRPr lang="en-IN" sz="1800"/>
        </a:p>
      </dgm:t>
    </dgm:pt>
    <dgm:pt modelId="{F7D64699-C0A2-41FE-A69A-7327A0B8C882}" type="sibTrans" cxnId="{69A21FEA-B000-4584-833D-9EC8E3716232}">
      <dgm:prSet/>
      <dgm:spPr/>
      <dgm:t>
        <a:bodyPr/>
        <a:lstStyle/>
        <a:p>
          <a:endParaRPr lang="en-IN" sz="1800"/>
        </a:p>
      </dgm:t>
    </dgm:pt>
    <dgm:pt modelId="{E38C92F8-6B33-4CBC-B469-2043B66B53C5}">
      <dgm:prSet custT="1"/>
      <dgm:spPr/>
      <dgm:t>
        <a:bodyPr/>
        <a:lstStyle/>
        <a:p>
          <a:r>
            <a:rPr lang="en-IN" sz="1800" b="0" dirty="0"/>
            <a:t>instanceof Operator</a:t>
          </a:r>
          <a:endParaRPr lang="en-IN" sz="1800" dirty="0"/>
        </a:p>
      </dgm:t>
    </dgm:pt>
    <dgm:pt modelId="{26A3169A-2F6E-4990-81CF-B1E772B11B17}" type="sibTrans" cxnId="{786E4FC5-31E1-4EFB-B6C9-023F5CFA563C}">
      <dgm:prSet/>
      <dgm:spPr/>
      <dgm:t>
        <a:bodyPr/>
        <a:lstStyle/>
        <a:p>
          <a:endParaRPr lang="en-IN" sz="1800"/>
        </a:p>
      </dgm:t>
    </dgm:pt>
    <dgm:pt modelId="{85DBBA0C-5EF9-48D7-A2BD-C5269842CFA2}" type="parTrans" cxnId="{786E4FC5-31E1-4EFB-B6C9-023F5CFA563C}">
      <dgm:prSet custT="1"/>
      <dgm:spPr/>
      <dgm:t>
        <a:bodyPr/>
        <a:lstStyle/>
        <a:p>
          <a:endParaRPr lang="en-IN" sz="1800"/>
        </a:p>
      </dgm:t>
    </dgm:pt>
    <dgm:pt modelId="{000A36FB-B827-4AF1-8D8E-9FAF15BC6333}" type="pres">
      <dgm:prSet presAssocID="{2AA76CEC-4A49-446A-81B7-FEB22EC2776D}" presName="vert0" presStyleCnt="0">
        <dgm:presLayoutVars>
          <dgm:dir/>
          <dgm:animOne val="branch"/>
          <dgm:animLvl val="lvl"/>
        </dgm:presLayoutVars>
      </dgm:prSet>
      <dgm:spPr/>
    </dgm:pt>
    <dgm:pt modelId="{204BBE35-1F99-4177-A3C5-2EC9B949E5D5}" type="pres">
      <dgm:prSet presAssocID="{E6D89FC3-19A5-4E45-8A94-4D03AE3A5F2C}" presName="thickLine" presStyleLbl="alignNode1" presStyleIdx="0" presStyleCnt="1"/>
      <dgm:spPr/>
    </dgm:pt>
    <dgm:pt modelId="{94CB4109-FB27-4483-A801-2E917C5DA35C}" type="pres">
      <dgm:prSet presAssocID="{E6D89FC3-19A5-4E45-8A94-4D03AE3A5F2C}" presName="horz1" presStyleCnt="0"/>
      <dgm:spPr/>
    </dgm:pt>
    <dgm:pt modelId="{7C31FA62-7DCF-4159-92CD-6840FBF7259F}" type="pres">
      <dgm:prSet presAssocID="{E6D89FC3-19A5-4E45-8A94-4D03AE3A5F2C}" presName="tx1" presStyleLbl="revTx" presStyleIdx="0" presStyleCnt="8" custScaleX="222132"/>
      <dgm:spPr/>
    </dgm:pt>
    <dgm:pt modelId="{CAF41426-51D0-419D-9E4B-207C32F4DDB8}" type="pres">
      <dgm:prSet presAssocID="{E6D89FC3-19A5-4E45-8A94-4D03AE3A5F2C}" presName="vert1" presStyleCnt="0"/>
      <dgm:spPr/>
    </dgm:pt>
    <dgm:pt modelId="{107F0B28-0617-434B-B29A-342D0CB44058}" type="pres">
      <dgm:prSet presAssocID="{C4EEA271-3D87-4C0C-912A-3F99AFAC0669}" presName="vertSpace2a" presStyleCnt="0"/>
      <dgm:spPr/>
    </dgm:pt>
    <dgm:pt modelId="{EA150CDB-C789-45AC-8C83-BF74ED372D69}" type="pres">
      <dgm:prSet presAssocID="{C4EEA271-3D87-4C0C-912A-3F99AFAC0669}" presName="horz2" presStyleCnt="0"/>
      <dgm:spPr/>
    </dgm:pt>
    <dgm:pt modelId="{F44E7406-8B6D-45BC-9925-14AE18963237}" type="pres">
      <dgm:prSet presAssocID="{C4EEA271-3D87-4C0C-912A-3F99AFAC0669}" presName="horzSpace2" presStyleCnt="0"/>
      <dgm:spPr/>
    </dgm:pt>
    <dgm:pt modelId="{8DC4FE41-CDBE-4AC4-B463-98FF866824DA}" type="pres">
      <dgm:prSet presAssocID="{C4EEA271-3D87-4C0C-912A-3F99AFAC0669}" presName="tx2" presStyleLbl="revTx" presStyleIdx="1" presStyleCnt="8"/>
      <dgm:spPr/>
    </dgm:pt>
    <dgm:pt modelId="{53AD6B86-8610-4243-ABB4-B8836909123C}" type="pres">
      <dgm:prSet presAssocID="{C4EEA271-3D87-4C0C-912A-3F99AFAC0669}" presName="vert2" presStyleCnt="0"/>
      <dgm:spPr/>
    </dgm:pt>
    <dgm:pt modelId="{80DB9D29-DDDB-4582-B792-FB81CCA6C9FB}" type="pres">
      <dgm:prSet presAssocID="{C4EEA271-3D87-4C0C-912A-3F99AFAC0669}" presName="thinLine2b" presStyleLbl="callout" presStyleIdx="0" presStyleCnt="7"/>
      <dgm:spPr/>
    </dgm:pt>
    <dgm:pt modelId="{AC40A90E-41E0-4558-8E83-6FFEE96DA169}" type="pres">
      <dgm:prSet presAssocID="{C4EEA271-3D87-4C0C-912A-3F99AFAC0669}" presName="vertSpace2b" presStyleCnt="0"/>
      <dgm:spPr/>
    </dgm:pt>
    <dgm:pt modelId="{48C240C3-99A5-4666-9430-EC110E118F3D}" type="pres">
      <dgm:prSet presAssocID="{98638CDC-BE70-483E-A025-26870C3283CD}" presName="horz2" presStyleCnt="0"/>
      <dgm:spPr/>
    </dgm:pt>
    <dgm:pt modelId="{4EC5B154-19F9-4BE6-97F2-110FFEB985B9}" type="pres">
      <dgm:prSet presAssocID="{98638CDC-BE70-483E-A025-26870C3283CD}" presName="horzSpace2" presStyleCnt="0"/>
      <dgm:spPr/>
    </dgm:pt>
    <dgm:pt modelId="{99F5DFB5-8775-4BAB-9DBD-F10BA17078AD}" type="pres">
      <dgm:prSet presAssocID="{98638CDC-BE70-483E-A025-26870C3283CD}" presName="tx2" presStyleLbl="revTx" presStyleIdx="2" presStyleCnt="8"/>
      <dgm:spPr/>
    </dgm:pt>
    <dgm:pt modelId="{BFD050F6-52ED-44FF-BDBA-A348A5EE3FAC}" type="pres">
      <dgm:prSet presAssocID="{98638CDC-BE70-483E-A025-26870C3283CD}" presName="vert2" presStyleCnt="0"/>
      <dgm:spPr/>
    </dgm:pt>
    <dgm:pt modelId="{1A32E401-DA1D-4D42-9482-C2645401774B}" type="pres">
      <dgm:prSet presAssocID="{98638CDC-BE70-483E-A025-26870C3283CD}" presName="thinLine2b" presStyleLbl="callout" presStyleIdx="1" presStyleCnt="7"/>
      <dgm:spPr/>
    </dgm:pt>
    <dgm:pt modelId="{F25301CA-26A3-4010-A745-D7F94888B09F}" type="pres">
      <dgm:prSet presAssocID="{98638CDC-BE70-483E-A025-26870C3283CD}" presName="vertSpace2b" presStyleCnt="0"/>
      <dgm:spPr/>
    </dgm:pt>
    <dgm:pt modelId="{D485C292-52AF-482A-A4EB-B277DA05D29E}" type="pres">
      <dgm:prSet presAssocID="{D8C112DC-D5D9-4F93-850E-0CB7D562F558}" presName="horz2" presStyleCnt="0"/>
      <dgm:spPr/>
    </dgm:pt>
    <dgm:pt modelId="{5DBDC5C1-3DC7-4A22-B949-1B9E0A6C5E72}" type="pres">
      <dgm:prSet presAssocID="{D8C112DC-D5D9-4F93-850E-0CB7D562F558}" presName="horzSpace2" presStyleCnt="0"/>
      <dgm:spPr/>
    </dgm:pt>
    <dgm:pt modelId="{21D69948-6332-4CD4-871A-5D52EFE46A04}" type="pres">
      <dgm:prSet presAssocID="{D8C112DC-D5D9-4F93-850E-0CB7D562F558}" presName="tx2" presStyleLbl="revTx" presStyleIdx="3" presStyleCnt="8"/>
      <dgm:spPr/>
    </dgm:pt>
    <dgm:pt modelId="{2093BD50-F5B8-46B6-A5EC-05D534CA40B8}" type="pres">
      <dgm:prSet presAssocID="{D8C112DC-D5D9-4F93-850E-0CB7D562F558}" presName="vert2" presStyleCnt="0"/>
      <dgm:spPr/>
    </dgm:pt>
    <dgm:pt modelId="{19F7E037-4803-4406-BB0C-D4FBEAFAEA87}" type="pres">
      <dgm:prSet presAssocID="{D8C112DC-D5D9-4F93-850E-0CB7D562F558}" presName="thinLine2b" presStyleLbl="callout" presStyleIdx="2" presStyleCnt="7"/>
      <dgm:spPr/>
    </dgm:pt>
    <dgm:pt modelId="{4CDFDA1A-8B82-4CBE-B3AF-314D7597941E}" type="pres">
      <dgm:prSet presAssocID="{D8C112DC-D5D9-4F93-850E-0CB7D562F558}" presName="vertSpace2b" presStyleCnt="0"/>
      <dgm:spPr/>
    </dgm:pt>
    <dgm:pt modelId="{BA0AE109-1908-4FF4-99C5-1B20356187B2}" type="pres">
      <dgm:prSet presAssocID="{8EF17BD3-ABC1-4914-92F7-E71083DC6502}" presName="horz2" presStyleCnt="0"/>
      <dgm:spPr/>
    </dgm:pt>
    <dgm:pt modelId="{4F727F8C-5EE1-43C7-8D55-7D20CDA38F00}" type="pres">
      <dgm:prSet presAssocID="{8EF17BD3-ABC1-4914-92F7-E71083DC6502}" presName="horzSpace2" presStyleCnt="0"/>
      <dgm:spPr/>
    </dgm:pt>
    <dgm:pt modelId="{7380F50D-0A8C-499F-9058-4EF1DA7749CD}" type="pres">
      <dgm:prSet presAssocID="{8EF17BD3-ABC1-4914-92F7-E71083DC6502}" presName="tx2" presStyleLbl="revTx" presStyleIdx="4" presStyleCnt="8"/>
      <dgm:spPr/>
    </dgm:pt>
    <dgm:pt modelId="{830DAB4C-2E9A-4F1E-A8BD-3B173B715A3D}" type="pres">
      <dgm:prSet presAssocID="{8EF17BD3-ABC1-4914-92F7-E71083DC6502}" presName="vert2" presStyleCnt="0"/>
      <dgm:spPr/>
    </dgm:pt>
    <dgm:pt modelId="{FF3D9E33-E774-4838-B00C-D036750CD321}" type="pres">
      <dgm:prSet presAssocID="{8EF17BD3-ABC1-4914-92F7-E71083DC6502}" presName="thinLine2b" presStyleLbl="callout" presStyleIdx="3" presStyleCnt="7"/>
      <dgm:spPr/>
    </dgm:pt>
    <dgm:pt modelId="{0399D71B-1422-4292-98D4-6FB896D5B0AF}" type="pres">
      <dgm:prSet presAssocID="{8EF17BD3-ABC1-4914-92F7-E71083DC6502}" presName="vertSpace2b" presStyleCnt="0"/>
      <dgm:spPr/>
    </dgm:pt>
    <dgm:pt modelId="{E60C3F0D-3B63-4A9E-A526-291D03251E91}" type="pres">
      <dgm:prSet presAssocID="{3DFD13A5-D89C-40C6-BC47-51E02996BD53}" presName="horz2" presStyleCnt="0"/>
      <dgm:spPr/>
    </dgm:pt>
    <dgm:pt modelId="{6B1DDA01-5837-4866-BF33-BD1F7110B6C2}" type="pres">
      <dgm:prSet presAssocID="{3DFD13A5-D89C-40C6-BC47-51E02996BD53}" presName="horzSpace2" presStyleCnt="0"/>
      <dgm:spPr/>
    </dgm:pt>
    <dgm:pt modelId="{54662282-0506-41B3-B41C-EEFD1D125C3D}" type="pres">
      <dgm:prSet presAssocID="{3DFD13A5-D89C-40C6-BC47-51E02996BD53}" presName="tx2" presStyleLbl="revTx" presStyleIdx="5" presStyleCnt="8"/>
      <dgm:spPr/>
    </dgm:pt>
    <dgm:pt modelId="{D486FDFE-CE22-46B1-985D-D89CD6ADED05}" type="pres">
      <dgm:prSet presAssocID="{3DFD13A5-D89C-40C6-BC47-51E02996BD53}" presName="vert2" presStyleCnt="0"/>
      <dgm:spPr/>
    </dgm:pt>
    <dgm:pt modelId="{A3DEB657-0CCB-4DC3-BFEC-E11D7AA8E5DD}" type="pres">
      <dgm:prSet presAssocID="{3DFD13A5-D89C-40C6-BC47-51E02996BD53}" presName="thinLine2b" presStyleLbl="callout" presStyleIdx="4" presStyleCnt="7"/>
      <dgm:spPr/>
    </dgm:pt>
    <dgm:pt modelId="{8F1D75E3-FAF2-4311-A183-CB601B47100F}" type="pres">
      <dgm:prSet presAssocID="{3DFD13A5-D89C-40C6-BC47-51E02996BD53}" presName="vertSpace2b" presStyleCnt="0"/>
      <dgm:spPr/>
    </dgm:pt>
    <dgm:pt modelId="{1FFA63AC-D4E2-41AB-8112-A21F1BAF83B1}" type="pres">
      <dgm:prSet presAssocID="{6E6A29A6-458D-401B-8BD6-3579D5748DF8}" presName="horz2" presStyleCnt="0"/>
      <dgm:spPr/>
    </dgm:pt>
    <dgm:pt modelId="{DA94869F-A388-4391-B5FB-F6871FCCAA67}" type="pres">
      <dgm:prSet presAssocID="{6E6A29A6-458D-401B-8BD6-3579D5748DF8}" presName="horzSpace2" presStyleCnt="0"/>
      <dgm:spPr/>
    </dgm:pt>
    <dgm:pt modelId="{1E8277E9-A421-4F4E-826A-37359E981746}" type="pres">
      <dgm:prSet presAssocID="{6E6A29A6-458D-401B-8BD6-3579D5748DF8}" presName="tx2" presStyleLbl="revTx" presStyleIdx="6" presStyleCnt="8"/>
      <dgm:spPr/>
    </dgm:pt>
    <dgm:pt modelId="{F3863652-1F6D-43AC-BEFC-E5BD1D568AC3}" type="pres">
      <dgm:prSet presAssocID="{6E6A29A6-458D-401B-8BD6-3579D5748DF8}" presName="vert2" presStyleCnt="0"/>
      <dgm:spPr/>
    </dgm:pt>
    <dgm:pt modelId="{50DB1A0B-13D5-4FC7-B1D8-9F9379317C82}" type="pres">
      <dgm:prSet presAssocID="{6E6A29A6-458D-401B-8BD6-3579D5748DF8}" presName="thinLine2b" presStyleLbl="callout" presStyleIdx="5" presStyleCnt="7"/>
      <dgm:spPr/>
    </dgm:pt>
    <dgm:pt modelId="{4E402236-A7AA-47A7-943E-D92C8A7AC9C1}" type="pres">
      <dgm:prSet presAssocID="{6E6A29A6-458D-401B-8BD6-3579D5748DF8}" presName="vertSpace2b" presStyleCnt="0"/>
      <dgm:spPr/>
    </dgm:pt>
    <dgm:pt modelId="{5E8B1615-078A-404F-9A4A-CB9E3C468543}" type="pres">
      <dgm:prSet presAssocID="{E38C92F8-6B33-4CBC-B469-2043B66B53C5}" presName="horz2" presStyleCnt="0"/>
      <dgm:spPr/>
    </dgm:pt>
    <dgm:pt modelId="{CEC596CF-82B4-4A6C-8C58-C343535CF7AE}" type="pres">
      <dgm:prSet presAssocID="{E38C92F8-6B33-4CBC-B469-2043B66B53C5}" presName="horzSpace2" presStyleCnt="0"/>
      <dgm:spPr/>
    </dgm:pt>
    <dgm:pt modelId="{43052584-286B-4058-A607-12B9CDE8CA5E}" type="pres">
      <dgm:prSet presAssocID="{E38C92F8-6B33-4CBC-B469-2043B66B53C5}" presName="tx2" presStyleLbl="revTx" presStyleIdx="7" presStyleCnt="8"/>
      <dgm:spPr/>
    </dgm:pt>
    <dgm:pt modelId="{C489C27E-2308-4E5F-8DD9-1EECB3F41603}" type="pres">
      <dgm:prSet presAssocID="{E38C92F8-6B33-4CBC-B469-2043B66B53C5}" presName="vert2" presStyleCnt="0"/>
      <dgm:spPr/>
    </dgm:pt>
    <dgm:pt modelId="{F6164107-97FE-4A81-83CC-00060ECC8902}" type="pres">
      <dgm:prSet presAssocID="{E38C92F8-6B33-4CBC-B469-2043B66B53C5}" presName="thinLine2b" presStyleLbl="callout" presStyleIdx="6" presStyleCnt="7"/>
      <dgm:spPr/>
    </dgm:pt>
    <dgm:pt modelId="{D801FA35-1F4D-439E-9A41-6D23FCB17389}" type="pres">
      <dgm:prSet presAssocID="{E38C92F8-6B33-4CBC-B469-2043B66B53C5}" presName="vertSpace2b" presStyleCnt="0"/>
      <dgm:spPr/>
    </dgm:pt>
  </dgm:ptLst>
  <dgm:cxnLst>
    <dgm:cxn modelId="{70AFB806-4D6E-4188-99AE-BF9570AAA3DE}" srcId="{E6D89FC3-19A5-4E45-8A94-4D03AE3A5F2C}" destId="{3DFD13A5-D89C-40C6-BC47-51E02996BD53}" srcOrd="4" destOrd="0" parTransId="{0493CE3E-B075-4418-910D-DEBE06869E35}" sibTransId="{39C1EB49-60D8-4D6F-846D-E2C48B8AB330}"/>
    <dgm:cxn modelId="{3603D435-522C-47F2-BED9-7709180F4E23}" type="presOf" srcId="{C4EEA271-3D87-4C0C-912A-3F99AFAC0669}" destId="{8DC4FE41-CDBE-4AC4-B463-98FF866824DA}" srcOrd="0" destOrd="0" presId="urn:microsoft.com/office/officeart/2008/layout/LinedList"/>
    <dgm:cxn modelId="{938BB137-69BC-41E2-822B-96DE1424B1D8}" srcId="{2AA76CEC-4A49-446A-81B7-FEB22EC2776D}" destId="{E6D89FC3-19A5-4E45-8A94-4D03AE3A5F2C}" srcOrd="0" destOrd="0" parTransId="{FC728F0C-C5FA-4E9C-9A2C-802026F52466}" sibTransId="{F51FE7B1-9CAF-42FB-A819-BEF374F30EFA}"/>
    <dgm:cxn modelId="{B63C245F-6424-4353-AF3E-8D2C0FBDF3DB}" srcId="{E6D89FC3-19A5-4E45-8A94-4D03AE3A5F2C}" destId="{8EF17BD3-ABC1-4914-92F7-E71083DC6502}" srcOrd="3" destOrd="0" parTransId="{A71BB647-835D-4389-ACF8-CF71C5AAAC79}" sibTransId="{6BFAE0E8-5A45-4AAE-8798-B1D274E52585}"/>
    <dgm:cxn modelId="{93E30C64-A5D3-40F0-82EA-4FE492CCA767}" srcId="{E6D89FC3-19A5-4E45-8A94-4D03AE3A5F2C}" destId="{C4EEA271-3D87-4C0C-912A-3F99AFAC0669}" srcOrd="0" destOrd="0" parTransId="{3C7574BD-DFEF-44E8-B378-D391289AB0C5}" sibTransId="{76C037FC-C43B-4CB5-9D12-A5B10064505E}"/>
    <dgm:cxn modelId="{9DE9F852-41FB-4086-BBD0-9979CB8D9F6F}" type="presOf" srcId="{8EF17BD3-ABC1-4914-92F7-E71083DC6502}" destId="{7380F50D-0A8C-499F-9058-4EF1DA7749CD}" srcOrd="0" destOrd="0" presId="urn:microsoft.com/office/officeart/2008/layout/LinedList"/>
    <dgm:cxn modelId="{1EA43E53-762C-4F9E-B81E-4F957ADDBC30}" type="presOf" srcId="{6E6A29A6-458D-401B-8BD6-3579D5748DF8}" destId="{1E8277E9-A421-4F4E-826A-37359E981746}" srcOrd="0" destOrd="0" presId="urn:microsoft.com/office/officeart/2008/layout/LinedList"/>
    <dgm:cxn modelId="{654D218E-D177-40B0-BD28-E3F8014C9755}" type="presOf" srcId="{D8C112DC-D5D9-4F93-850E-0CB7D562F558}" destId="{21D69948-6332-4CD4-871A-5D52EFE46A04}" srcOrd="0" destOrd="0" presId="urn:microsoft.com/office/officeart/2008/layout/LinedList"/>
    <dgm:cxn modelId="{F995CEAA-BDD0-4ED8-807D-83039420DD6C}" type="presOf" srcId="{2AA76CEC-4A49-446A-81B7-FEB22EC2776D}" destId="{000A36FB-B827-4AF1-8D8E-9FAF15BC6333}" srcOrd="0" destOrd="0" presId="urn:microsoft.com/office/officeart/2008/layout/LinedList"/>
    <dgm:cxn modelId="{CB9126AE-8A23-4131-BD5B-B7A52B9324EE}" type="presOf" srcId="{3DFD13A5-D89C-40C6-BC47-51E02996BD53}" destId="{54662282-0506-41B3-B41C-EEFD1D125C3D}" srcOrd="0" destOrd="0" presId="urn:microsoft.com/office/officeart/2008/layout/LinedList"/>
    <dgm:cxn modelId="{C0FF34B4-0CF5-45EE-9178-CFB1A95FEACE}" srcId="{E6D89FC3-19A5-4E45-8A94-4D03AE3A5F2C}" destId="{D8C112DC-D5D9-4F93-850E-0CB7D562F558}" srcOrd="2" destOrd="0" parTransId="{3FA1BEFF-91E7-4C5F-BB5B-1F3EF63EA843}" sibTransId="{A1F9DA93-F2B9-4B3E-BB36-144A6C1B5896}"/>
    <dgm:cxn modelId="{28A26FB7-BEF6-4179-BAFF-22B83BBA93D2}" type="presOf" srcId="{98638CDC-BE70-483E-A025-26870C3283CD}" destId="{99F5DFB5-8775-4BAB-9DBD-F10BA17078AD}" srcOrd="0" destOrd="0" presId="urn:microsoft.com/office/officeart/2008/layout/LinedList"/>
    <dgm:cxn modelId="{786E4FC5-31E1-4EFB-B6C9-023F5CFA563C}" srcId="{E6D89FC3-19A5-4E45-8A94-4D03AE3A5F2C}" destId="{E38C92F8-6B33-4CBC-B469-2043B66B53C5}" srcOrd="6" destOrd="0" parTransId="{85DBBA0C-5EF9-48D7-A2BD-C5269842CFA2}" sibTransId="{26A3169A-2F6E-4990-81CF-B1E772B11B17}"/>
    <dgm:cxn modelId="{11D290C9-2B36-418B-914B-F8E10C12F281}" type="presOf" srcId="{E38C92F8-6B33-4CBC-B469-2043B66B53C5}" destId="{43052584-286B-4058-A607-12B9CDE8CA5E}" srcOrd="0" destOrd="0" presId="urn:microsoft.com/office/officeart/2008/layout/LinedList"/>
    <dgm:cxn modelId="{E20F30CA-4344-4C7A-B37C-BDD1AD264584}" type="presOf" srcId="{E6D89FC3-19A5-4E45-8A94-4D03AE3A5F2C}" destId="{7C31FA62-7DCF-4159-92CD-6840FBF7259F}" srcOrd="0" destOrd="0" presId="urn:microsoft.com/office/officeart/2008/layout/LinedList"/>
    <dgm:cxn modelId="{69A21FEA-B000-4584-833D-9EC8E3716232}" srcId="{E6D89FC3-19A5-4E45-8A94-4D03AE3A5F2C}" destId="{6E6A29A6-458D-401B-8BD6-3579D5748DF8}" srcOrd="5" destOrd="0" parTransId="{60031E9E-871E-4CBF-BCBF-06EFF6F9838A}" sibTransId="{F7D64699-C0A2-41FE-A69A-7327A0B8C882}"/>
    <dgm:cxn modelId="{4DC4BBEF-9F8F-42AB-9084-49BB92DC5F43}" srcId="{E6D89FC3-19A5-4E45-8A94-4D03AE3A5F2C}" destId="{98638CDC-BE70-483E-A025-26870C3283CD}" srcOrd="1" destOrd="0" parTransId="{35272958-6A4F-4BD8-88CF-BF3BA51B35FF}" sibTransId="{761CAF09-2A54-4748-AB50-42A2A603C695}"/>
    <dgm:cxn modelId="{1E5F7A5B-2AFF-48A2-BAB0-F66A3EBCAF19}" type="presParOf" srcId="{000A36FB-B827-4AF1-8D8E-9FAF15BC6333}" destId="{204BBE35-1F99-4177-A3C5-2EC9B949E5D5}" srcOrd="0" destOrd="0" presId="urn:microsoft.com/office/officeart/2008/layout/LinedList"/>
    <dgm:cxn modelId="{F6EF1FC2-3650-4656-8C7B-86F31E46E0E5}" type="presParOf" srcId="{000A36FB-B827-4AF1-8D8E-9FAF15BC6333}" destId="{94CB4109-FB27-4483-A801-2E917C5DA35C}" srcOrd="1" destOrd="0" presId="urn:microsoft.com/office/officeart/2008/layout/LinedList"/>
    <dgm:cxn modelId="{7EA70293-31D6-413B-90C9-4D10E9308602}" type="presParOf" srcId="{94CB4109-FB27-4483-A801-2E917C5DA35C}" destId="{7C31FA62-7DCF-4159-92CD-6840FBF7259F}" srcOrd="0" destOrd="0" presId="urn:microsoft.com/office/officeart/2008/layout/LinedList"/>
    <dgm:cxn modelId="{A5B202D1-C093-4258-92FA-2810E79526EF}" type="presParOf" srcId="{94CB4109-FB27-4483-A801-2E917C5DA35C}" destId="{CAF41426-51D0-419D-9E4B-207C32F4DDB8}" srcOrd="1" destOrd="0" presId="urn:microsoft.com/office/officeart/2008/layout/LinedList"/>
    <dgm:cxn modelId="{10049AFC-BAA1-46F9-85CC-8BE3CEF09044}" type="presParOf" srcId="{CAF41426-51D0-419D-9E4B-207C32F4DDB8}" destId="{107F0B28-0617-434B-B29A-342D0CB44058}" srcOrd="0" destOrd="0" presId="urn:microsoft.com/office/officeart/2008/layout/LinedList"/>
    <dgm:cxn modelId="{9A84CFE1-C242-4DDF-8F05-9B90E50D1C56}" type="presParOf" srcId="{CAF41426-51D0-419D-9E4B-207C32F4DDB8}" destId="{EA150CDB-C789-45AC-8C83-BF74ED372D69}" srcOrd="1" destOrd="0" presId="urn:microsoft.com/office/officeart/2008/layout/LinedList"/>
    <dgm:cxn modelId="{2E9F0536-C2A0-497E-9F8A-72C251C566FA}" type="presParOf" srcId="{EA150CDB-C789-45AC-8C83-BF74ED372D69}" destId="{F44E7406-8B6D-45BC-9925-14AE18963237}" srcOrd="0" destOrd="0" presId="urn:microsoft.com/office/officeart/2008/layout/LinedList"/>
    <dgm:cxn modelId="{8EE8D0C5-FA30-4B08-95C5-665F4C7C42D5}" type="presParOf" srcId="{EA150CDB-C789-45AC-8C83-BF74ED372D69}" destId="{8DC4FE41-CDBE-4AC4-B463-98FF866824DA}" srcOrd="1" destOrd="0" presId="urn:microsoft.com/office/officeart/2008/layout/LinedList"/>
    <dgm:cxn modelId="{4A32B877-3683-4AA5-9D30-AB93D81F1444}" type="presParOf" srcId="{EA150CDB-C789-45AC-8C83-BF74ED372D69}" destId="{53AD6B86-8610-4243-ABB4-B8836909123C}" srcOrd="2" destOrd="0" presId="urn:microsoft.com/office/officeart/2008/layout/LinedList"/>
    <dgm:cxn modelId="{9AE36D49-3DE8-4844-B652-F87A1A4474E3}" type="presParOf" srcId="{CAF41426-51D0-419D-9E4B-207C32F4DDB8}" destId="{80DB9D29-DDDB-4582-B792-FB81CCA6C9FB}" srcOrd="2" destOrd="0" presId="urn:microsoft.com/office/officeart/2008/layout/LinedList"/>
    <dgm:cxn modelId="{F4B173FC-9504-4E2C-9CEB-34D7C814DDC9}" type="presParOf" srcId="{CAF41426-51D0-419D-9E4B-207C32F4DDB8}" destId="{AC40A90E-41E0-4558-8E83-6FFEE96DA169}" srcOrd="3" destOrd="0" presId="urn:microsoft.com/office/officeart/2008/layout/LinedList"/>
    <dgm:cxn modelId="{09688C43-2934-4612-994F-C81BA00387C7}" type="presParOf" srcId="{CAF41426-51D0-419D-9E4B-207C32F4DDB8}" destId="{48C240C3-99A5-4666-9430-EC110E118F3D}" srcOrd="4" destOrd="0" presId="urn:microsoft.com/office/officeart/2008/layout/LinedList"/>
    <dgm:cxn modelId="{0B7BF192-197C-416D-BED6-D2F0643F0F78}" type="presParOf" srcId="{48C240C3-99A5-4666-9430-EC110E118F3D}" destId="{4EC5B154-19F9-4BE6-97F2-110FFEB985B9}" srcOrd="0" destOrd="0" presId="urn:microsoft.com/office/officeart/2008/layout/LinedList"/>
    <dgm:cxn modelId="{0D32B6E3-6C0A-45D3-86C7-7ED2DA3FF7D8}" type="presParOf" srcId="{48C240C3-99A5-4666-9430-EC110E118F3D}" destId="{99F5DFB5-8775-4BAB-9DBD-F10BA17078AD}" srcOrd="1" destOrd="0" presId="urn:microsoft.com/office/officeart/2008/layout/LinedList"/>
    <dgm:cxn modelId="{2035C7EA-F739-415D-B3C5-99A436F22705}" type="presParOf" srcId="{48C240C3-99A5-4666-9430-EC110E118F3D}" destId="{BFD050F6-52ED-44FF-BDBA-A348A5EE3FAC}" srcOrd="2" destOrd="0" presId="urn:microsoft.com/office/officeart/2008/layout/LinedList"/>
    <dgm:cxn modelId="{6B90F056-BB15-41DF-A80A-5842AE5E6B1A}" type="presParOf" srcId="{CAF41426-51D0-419D-9E4B-207C32F4DDB8}" destId="{1A32E401-DA1D-4D42-9482-C2645401774B}" srcOrd="5" destOrd="0" presId="urn:microsoft.com/office/officeart/2008/layout/LinedList"/>
    <dgm:cxn modelId="{A2CEAB55-0217-4060-85D5-C2AC86F6C0E3}" type="presParOf" srcId="{CAF41426-51D0-419D-9E4B-207C32F4DDB8}" destId="{F25301CA-26A3-4010-A745-D7F94888B09F}" srcOrd="6" destOrd="0" presId="urn:microsoft.com/office/officeart/2008/layout/LinedList"/>
    <dgm:cxn modelId="{A381F37C-BD3A-4986-BB0B-C2B53553F5CB}" type="presParOf" srcId="{CAF41426-51D0-419D-9E4B-207C32F4DDB8}" destId="{D485C292-52AF-482A-A4EB-B277DA05D29E}" srcOrd="7" destOrd="0" presId="urn:microsoft.com/office/officeart/2008/layout/LinedList"/>
    <dgm:cxn modelId="{BB3B73D2-4DC0-42C3-9243-67E9D99174E4}" type="presParOf" srcId="{D485C292-52AF-482A-A4EB-B277DA05D29E}" destId="{5DBDC5C1-3DC7-4A22-B949-1B9E0A6C5E72}" srcOrd="0" destOrd="0" presId="urn:microsoft.com/office/officeart/2008/layout/LinedList"/>
    <dgm:cxn modelId="{43777B8A-39BF-435A-90E5-61C894822334}" type="presParOf" srcId="{D485C292-52AF-482A-A4EB-B277DA05D29E}" destId="{21D69948-6332-4CD4-871A-5D52EFE46A04}" srcOrd="1" destOrd="0" presId="urn:microsoft.com/office/officeart/2008/layout/LinedList"/>
    <dgm:cxn modelId="{9F1FF45A-CF10-4971-A037-7248D4AA5F9B}" type="presParOf" srcId="{D485C292-52AF-482A-A4EB-B277DA05D29E}" destId="{2093BD50-F5B8-46B6-A5EC-05D534CA40B8}" srcOrd="2" destOrd="0" presId="urn:microsoft.com/office/officeart/2008/layout/LinedList"/>
    <dgm:cxn modelId="{7278B6E9-CE75-4EE2-8AF0-5B4A5FACD144}" type="presParOf" srcId="{CAF41426-51D0-419D-9E4B-207C32F4DDB8}" destId="{19F7E037-4803-4406-BB0C-D4FBEAFAEA87}" srcOrd="8" destOrd="0" presId="urn:microsoft.com/office/officeart/2008/layout/LinedList"/>
    <dgm:cxn modelId="{21186977-0587-4217-8BD2-AFC189A228E2}" type="presParOf" srcId="{CAF41426-51D0-419D-9E4B-207C32F4DDB8}" destId="{4CDFDA1A-8B82-4CBE-B3AF-314D7597941E}" srcOrd="9" destOrd="0" presId="urn:microsoft.com/office/officeart/2008/layout/LinedList"/>
    <dgm:cxn modelId="{CCAA8D8C-EB8E-4ED8-AE73-861501368105}" type="presParOf" srcId="{CAF41426-51D0-419D-9E4B-207C32F4DDB8}" destId="{BA0AE109-1908-4FF4-99C5-1B20356187B2}" srcOrd="10" destOrd="0" presId="urn:microsoft.com/office/officeart/2008/layout/LinedList"/>
    <dgm:cxn modelId="{D5CD0F15-3F99-4833-BC60-B7A0F1699787}" type="presParOf" srcId="{BA0AE109-1908-4FF4-99C5-1B20356187B2}" destId="{4F727F8C-5EE1-43C7-8D55-7D20CDA38F00}" srcOrd="0" destOrd="0" presId="urn:microsoft.com/office/officeart/2008/layout/LinedList"/>
    <dgm:cxn modelId="{78C4795A-10F3-48BF-87A1-ED27DECD29B9}" type="presParOf" srcId="{BA0AE109-1908-4FF4-99C5-1B20356187B2}" destId="{7380F50D-0A8C-499F-9058-4EF1DA7749CD}" srcOrd="1" destOrd="0" presId="urn:microsoft.com/office/officeart/2008/layout/LinedList"/>
    <dgm:cxn modelId="{259AD902-6A98-4AA0-BAE1-B3BF15A3E48D}" type="presParOf" srcId="{BA0AE109-1908-4FF4-99C5-1B20356187B2}" destId="{830DAB4C-2E9A-4F1E-A8BD-3B173B715A3D}" srcOrd="2" destOrd="0" presId="urn:microsoft.com/office/officeart/2008/layout/LinedList"/>
    <dgm:cxn modelId="{6D3457EC-7D30-47F0-969C-0F168A7EC1E9}" type="presParOf" srcId="{CAF41426-51D0-419D-9E4B-207C32F4DDB8}" destId="{FF3D9E33-E774-4838-B00C-D036750CD321}" srcOrd="11" destOrd="0" presId="urn:microsoft.com/office/officeart/2008/layout/LinedList"/>
    <dgm:cxn modelId="{B98E9010-8D73-48C9-9E77-E6AE4724A9D7}" type="presParOf" srcId="{CAF41426-51D0-419D-9E4B-207C32F4DDB8}" destId="{0399D71B-1422-4292-98D4-6FB896D5B0AF}" srcOrd="12" destOrd="0" presId="urn:microsoft.com/office/officeart/2008/layout/LinedList"/>
    <dgm:cxn modelId="{1A5FA69A-2326-4E05-BEC3-6867B7810C26}" type="presParOf" srcId="{CAF41426-51D0-419D-9E4B-207C32F4DDB8}" destId="{E60C3F0D-3B63-4A9E-A526-291D03251E91}" srcOrd="13" destOrd="0" presId="urn:microsoft.com/office/officeart/2008/layout/LinedList"/>
    <dgm:cxn modelId="{F376C3B0-E714-40B9-8485-46D873637F6F}" type="presParOf" srcId="{E60C3F0D-3B63-4A9E-A526-291D03251E91}" destId="{6B1DDA01-5837-4866-BF33-BD1F7110B6C2}" srcOrd="0" destOrd="0" presId="urn:microsoft.com/office/officeart/2008/layout/LinedList"/>
    <dgm:cxn modelId="{7E07BD21-71B9-43BF-9A44-0EF675E9E2D6}" type="presParOf" srcId="{E60C3F0D-3B63-4A9E-A526-291D03251E91}" destId="{54662282-0506-41B3-B41C-EEFD1D125C3D}" srcOrd="1" destOrd="0" presId="urn:microsoft.com/office/officeart/2008/layout/LinedList"/>
    <dgm:cxn modelId="{EE4A3C76-5556-46A8-BC41-1A67ADD9FE87}" type="presParOf" srcId="{E60C3F0D-3B63-4A9E-A526-291D03251E91}" destId="{D486FDFE-CE22-46B1-985D-D89CD6ADED05}" srcOrd="2" destOrd="0" presId="urn:microsoft.com/office/officeart/2008/layout/LinedList"/>
    <dgm:cxn modelId="{3F118342-AF57-4793-801C-58309497298C}" type="presParOf" srcId="{CAF41426-51D0-419D-9E4B-207C32F4DDB8}" destId="{A3DEB657-0CCB-4DC3-BFEC-E11D7AA8E5DD}" srcOrd="14" destOrd="0" presId="urn:microsoft.com/office/officeart/2008/layout/LinedList"/>
    <dgm:cxn modelId="{679A92D2-8C10-4C64-8D65-6A41100C38C5}" type="presParOf" srcId="{CAF41426-51D0-419D-9E4B-207C32F4DDB8}" destId="{8F1D75E3-FAF2-4311-A183-CB601B47100F}" srcOrd="15" destOrd="0" presId="urn:microsoft.com/office/officeart/2008/layout/LinedList"/>
    <dgm:cxn modelId="{CE3214A5-4D69-47CE-A64A-CE2B74F148F1}" type="presParOf" srcId="{CAF41426-51D0-419D-9E4B-207C32F4DDB8}" destId="{1FFA63AC-D4E2-41AB-8112-A21F1BAF83B1}" srcOrd="16" destOrd="0" presId="urn:microsoft.com/office/officeart/2008/layout/LinedList"/>
    <dgm:cxn modelId="{E1BE76C9-FD35-43FA-8D40-93C9B04B6ABA}" type="presParOf" srcId="{1FFA63AC-D4E2-41AB-8112-A21F1BAF83B1}" destId="{DA94869F-A388-4391-B5FB-F6871FCCAA67}" srcOrd="0" destOrd="0" presId="urn:microsoft.com/office/officeart/2008/layout/LinedList"/>
    <dgm:cxn modelId="{F11C5F8C-8291-4D28-A316-22A19A8B9938}" type="presParOf" srcId="{1FFA63AC-D4E2-41AB-8112-A21F1BAF83B1}" destId="{1E8277E9-A421-4F4E-826A-37359E981746}" srcOrd="1" destOrd="0" presId="urn:microsoft.com/office/officeart/2008/layout/LinedList"/>
    <dgm:cxn modelId="{9ED430B8-A679-4CE0-B64E-F3256401B19A}" type="presParOf" srcId="{1FFA63AC-D4E2-41AB-8112-A21F1BAF83B1}" destId="{F3863652-1F6D-43AC-BEFC-E5BD1D568AC3}" srcOrd="2" destOrd="0" presId="urn:microsoft.com/office/officeart/2008/layout/LinedList"/>
    <dgm:cxn modelId="{9F0FC137-87BD-4C9C-8321-9F9CD2E47047}" type="presParOf" srcId="{CAF41426-51D0-419D-9E4B-207C32F4DDB8}" destId="{50DB1A0B-13D5-4FC7-B1D8-9F9379317C82}" srcOrd="17" destOrd="0" presId="urn:microsoft.com/office/officeart/2008/layout/LinedList"/>
    <dgm:cxn modelId="{643D2807-9504-489D-A8D6-AD4D2EC75952}" type="presParOf" srcId="{CAF41426-51D0-419D-9E4B-207C32F4DDB8}" destId="{4E402236-A7AA-47A7-943E-D92C8A7AC9C1}" srcOrd="18" destOrd="0" presId="urn:microsoft.com/office/officeart/2008/layout/LinedList"/>
    <dgm:cxn modelId="{D5176B5C-3108-4EC8-961F-FD9F48FE90F0}" type="presParOf" srcId="{CAF41426-51D0-419D-9E4B-207C32F4DDB8}" destId="{5E8B1615-078A-404F-9A4A-CB9E3C468543}" srcOrd="19" destOrd="0" presId="urn:microsoft.com/office/officeart/2008/layout/LinedList"/>
    <dgm:cxn modelId="{A75EE93B-D926-461F-92B5-8A71E6E82AD3}" type="presParOf" srcId="{5E8B1615-078A-404F-9A4A-CB9E3C468543}" destId="{CEC596CF-82B4-4A6C-8C58-C343535CF7AE}" srcOrd="0" destOrd="0" presId="urn:microsoft.com/office/officeart/2008/layout/LinedList"/>
    <dgm:cxn modelId="{4EB29668-0598-42B5-A518-9E33BA7767AB}" type="presParOf" srcId="{5E8B1615-078A-404F-9A4A-CB9E3C468543}" destId="{43052584-286B-4058-A607-12B9CDE8CA5E}" srcOrd="1" destOrd="0" presId="urn:microsoft.com/office/officeart/2008/layout/LinedList"/>
    <dgm:cxn modelId="{CE3ED477-28B4-4740-BC5E-7183B2AF3EF4}" type="presParOf" srcId="{5E8B1615-078A-404F-9A4A-CB9E3C468543}" destId="{C489C27E-2308-4E5F-8DD9-1EECB3F41603}" srcOrd="2" destOrd="0" presId="urn:microsoft.com/office/officeart/2008/layout/LinedList"/>
    <dgm:cxn modelId="{7B1A754F-D61E-4CDF-BDFC-E93A9F895D00}" type="presParOf" srcId="{CAF41426-51D0-419D-9E4B-207C32F4DDB8}" destId="{F6164107-97FE-4A81-83CC-00060ECC8902}" srcOrd="20" destOrd="0" presId="urn:microsoft.com/office/officeart/2008/layout/LinedList"/>
    <dgm:cxn modelId="{D0FF6A36-0925-47AC-8754-EC3567B0E15B}" type="presParOf" srcId="{CAF41426-51D0-419D-9E4B-207C32F4DDB8}" destId="{D801FA35-1F4D-439E-9A41-6D23FCB17389}" srcOrd="21" destOrd="0" presId="urn:microsoft.com/office/officeart/2008/layout/Lined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2AA76CEC-4A49-446A-81B7-FEB22EC2776D}" type="doc">
      <dgm:prSet loTypeId="urn:microsoft.com/office/officeart/2008/layout/LinedList" loCatId="hierarchy" qsTypeId="urn:microsoft.com/office/officeart/2005/8/quickstyle/simple3" qsCatId="simple" csTypeId="urn:microsoft.com/office/officeart/2005/8/colors/colorful5" csCatId="colorful" phldr="1"/>
      <dgm:spPr/>
      <dgm:t>
        <a:bodyPr/>
        <a:lstStyle/>
        <a:p>
          <a:endParaRPr lang="en-IN"/>
        </a:p>
      </dgm:t>
    </dgm:pt>
    <dgm:pt modelId="{E6D89FC3-19A5-4E45-8A94-4D03AE3A5F2C}">
      <dgm:prSet phldrT="[Text]" custT="1"/>
      <dgm:spPr/>
      <dgm:t>
        <a:bodyPr/>
        <a:lstStyle/>
        <a:p>
          <a:r>
            <a:rPr lang="en-IN" sz="1800" dirty="0"/>
            <a:t>Types of Operators</a:t>
          </a:r>
        </a:p>
      </dgm:t>
    </dgm:pt>
    <dgm:pt modelId="{FC728F0C-C5FA-4E9C-9A2C-802026F52466}" type="parTrans" cxnId="{938BB137-69BC-41E2-822B-96DE1424B1D8}">
      <dgm:prSet/>
      <dgm:spPr/>
      <dgm:t>
        <a:bodyPr/>
        <a:lstStyle/>
        <a:p>
          <a:endParaRPr lang="en-IN" sz="1800"/>
        </a:p>
      </dgm:t>
    </dgm:pt>
    <dgm:pt modelId="{F51FE7B1-9CAF-42FB-A819-BEF374F30EFA}" type="sibTrans" cxnId="{938BB137-69BC-41E2-822B-96DE1424B1D8}">
      <dgm:prSet/>
      <dgm:spPr/>
      <dgm:t>
        <a:bodyPr/>
        <a:lstStyle/>
        <a:p>
          <a:endParaRPr lang="en-IN" sz="1800"/>
        </a:p>
      </dgm:t>
    </dgm:pt>
    <dgm:pt modelId="{C4EEA271-3D87-4C0C-912A-3F99AFAC0669}">
      <dgm:prSet phldrT="[Text]" custT="1"/>
      <dgm:spPr>
        <a:solidFill>
          <a:schemeClr val="bg1"/>
        </a:solidFill>
      </dgm:spPr>
      <dgm:t>
        <a:bodyPr/>
        <a:lstStyle/>
        <a:p>
          <a:r>
            <a:rPr lang="en-IN" sz="1800" b="0" i="0" dirty="0"/>
            <a:t>Arithmetic Operators</a:t>
          </a:r>
          <a:endParaRPr lang="en-IN" sz="1800" dirty="0"/>
        </a:p>
      </dgm:t>
    </dgm:pt>
    <dgm:pt modelId="{3C7574BD-DFEF-44E8-B378-D391289AB0C5}" type="parTrans" cxnId="{93E30C64-A5D3-40F0-82EA-4FE492CCA767}">
      <dgm:prSet custT="1"/>
      <dgm:spPr/>
      <dgm:t>
        <a:bodyPr/>
        <a:lstStyle/>
        <a:p>
          <a:endParaRPr lang="en-IN" sz="1800"/>
        </a:p>
      </dgm:t>
    </dgm:pt>
    <dgm:pt modelId="{76C037FC-C43B-4CB5-9D12-A5B10064505E}" type="sibTrans" cxnId="{93E30C64-A5D3-40F0-82EA-4FE492CCA767}">
      <dgm:prSet/>
      <dgm:spPr/>
      <dgm:t>
        <a:bodyPr/>
        <a:lstStyle/>
        <a:p>
          <a:endParaRPr lang="en-IN" sz="1800"/>
        </a:p>
      </dgm:t>
    </dgm:pt>
    <dgm:pt modelId="{98638CDC-BE70-483E-A025-26870C3283CD}">
      <dgm:prSet phldrT="[Text]" custT="1"/>
      <dgm:spPr/>
      <dgm:t>
        <a:bodyPr/>
        <a:lstStyle/>
        <a:p>
          <a:r>
            <a:rPr lang="en-IN" sz="1800" b="0" i="0" dirty="0"/>
            <a:t>Assignment Operators</a:t>
          </a:r>
          <a:endParaRPr lang="en-IN" sz="1800" dirty="0"/>
        </a:p>
      </dgm:t>
    </dgm:pt>
    <dgm:pt modelId="{35272958-6A4F-4BD8-88CF-BF3BA51B35FF}" type="parTrans" cxnId="{4DC4BBEF-9F8F-42AB-9084-49BB92DC5F43}">
      <dgm:prSet custT="1"/>
      <dgm:spPr/>
      <dgm:t>
        <a:bodyPr/>
        <a:lstStyle/>
        <a:p>
          <a:endParaRPr lang="en-IN" sz="1800"/>
        </a:p>
      </dgm:t>
    </dgm:pt>
    <dgm:pt modelId="{761CAF09-2A54-4748-AB50-42A2A603C695}" type="sibTrans" cxnId="{4DC4BBEF-9F8F-42AB-9084-49BB92DC5F43}">
      <dgm:prSet/>
      <dgm:spPr/>
      <dgm:t>
        <a:bodyPr/>
        <a:lstStyle/>
        <a:p>
          <a:endParaRPr lang="en-IN" sz="1800"/>
        </a:p>
      </dgm:t>
    </dgm:pt>
    <dgm:pt modelId="{D8C112DC-D5D9-4F93-850E-0CB7D562F558}">
      <dgm:prSet phldrT="[Text]" custT="1"/>
      <dgm:spPr/>
      <dgm:t>
        <a:bodyPr/>
        <a:lstStyle/>
        <a:p>
          <a:r>
            <a:rPr lang="en-IN" sz="1800" b="0" i="0" dirty="0"/>
            <a:t>Comparison Operators</a:t>
          </a:r>
          <a:endParaRPr lang="en-IN" sz="1800" dirty="0"/>
        </a:p>
      </dgm:t>
    </dgm:pt>
    <dgm:pt modelId="{3FA1BEFF-91E7-4C5F-BB5B-1F3EF63EA843}" type="parTrans" cxnId="{C0FF34B4-0CF5-45EE-9178-CFB1A95FEACE}">
      <dgm:prSet custT="1"/>
      <dgm:spPr/>
      <dgm:t>
        <a:bodyPr/>
        <a:lstStyle/>
        <a:p>
          <a:endParaRPr lang="en-IN" sz="1800"/>
        </a:p>
      </dgm:t>
    </dgm:pt>
    <dgm:pt modelId="{A1F9DA93-F2B9-4B3E-BB36-144A6C1B5896}" type="sibTrans" cxnId="{C0FF34B4-0CF5-45EE-9178-CFB1A95FEACE}">
      <dgm:prSet/>
      <dgm:spPr/>
      <dgm:t>
        <a:bodyPr/>
        <a:lstStyle/>
        <a:p>
          <a:endParaRPr lang="en-IN" sz="1800"/>
        </a:p>
      </dgm:t>
    </dgm:pt>
    <dgm:pt modelId="{8EF17BD3-ABC1-4914-92F7-E71083DC6502}">
      <dgm:prSet custT="1"/>
      <dgm:spPr>
        <a:solidFill>
          <a:srgbClr val="FFFF00"/>
        </a:solidFill>
      </dgm:spPr>
      <dgm:t>
        <a:bodyPr/>
        <a:lstStyle/>
        <a:p>
          <a:r>
            <a:rPr lang="en-IN" sz="1800" b="0" i="0" dirty="0"/>
            <a:t>Logical Operators</a:t>
          </a:r>
          <a:endParaRPr lang="en-IN" sz="1800" dirty="0"/>
        </a:p>
      </dgm:t>
    </dgm:pt>
    <dgm:pt modelId="{A71BB647-835D-4389-ACF8-CF71C5AAAC79}" type="parTrans" cxnId="{B63C245F-6424-4353-AF3E-8D2C0FBDF3DB}">
      <dgm:prSet custT="1"/>
      <dgm:spPr/>
      <dgm:t>
        <a:bodyPr/>
        <a:lstStyle/>
        <a:p>
          <a:endParaRPr lang="en-IN" sz="1800"/>
        </a:p>
      </dgm:t>
    </dgm:pt>
    <dgm:pt modelId="{6BFAE0E8-5A45-4AAE-8798-B1D274E52585}" type="sibTrans" cxnId="{B63C245F-6424-4353-AF3E-8D2C0FBDF3DB}">
      <dgm:prSet/>
      <dgm:spPr/>
      <dgm:t>
        <a:bodyPr/>
        <a:lstStyle/>
        <a:p>
          <a:endParaRPr lang="en-IN" sz="1800"/>
        </a:p>
      </dgm:t>
    </dgm:pt>
    <dgm:pt modelId="{3DFD13A5-D89C-40C6-BC47-51E02996BD53}">
      <dgm:prSet custT="1"/>
      <dgm:spPr/>
      <dgm:t>
        <a:bodyPr/>
        <a:lstStyle/>
        <a:p>
          <a:r>
            <a:rPr lang="en-IN" sz="1800" b="0" dirty="0"/>
            <a:t>Unary Operators</a:t>
          </a:r>
          <a:endParaRPr lang="en-IN" sz="1800" dirty="0"/>
        </a:p>
      </dgm:t>
    </dgm:pt>
    <dgm:pt modelId="{0493CE3E-B075-4418-910D-DEBE06869E35}" type="parTrans" cxnId="{70AFB806-4D6E-4188-99AE-BF9570AAA3DE}">
      <dgm:prSet custT="1"/>
      <dgm:spPr/>
      <dgm:t>
        <a:bodyPr/>
        <a:lstStyle/>
        <a:p>
          <a:endParaRPr lang="en-IN" sz="1800"/>
        </a:p>
      </dgm:t>
    </dgm:pt>
    <dgm:pt modelId="{39C1EB49-60D8-4D6F-846D-E2C48B8AB330}" type="sibTrans" cxnId="{70AFB806-4D6E-4188-99AE-BF9570AAA3DE}">
      <dgm:prSet/>
      <dgm:spPr/>
      <dgm:t>
        <a:bodyPr/>
        <a:lstStyle/>
        <a:p>
          <a:endParaRPr lang="en-IN" sz="1800"/>
        </a:p>
      </dgm:t>
    </dgm:pt>
    <dgm:pt modelId="{6E6A29A6-458D-401B-8BD6-3579D5748DF8}">
      <dgm:prSet custT="1"/>
      <dgm:spPr/>
      <dgm:t>
        <a:bodyPr/>
        <a:lstStyle/>
        <a:p>
          <a:r>
            <a:rPr lang="en-IN" sz="1800" b="0" dirty="0"/>
            <a:t>Ternary/ Conditional Operator</a:t>
          </a:r>
          <a:endParaRPr lang="en-IN" sz="1800" dirty="0"/>
        </a:p>
      </dgm:t>
    </dgm:pt>
    <dgm:pt modelId="{60031E9E-871E-4CBF-BCBF-06EFF6F9838A}" type="parTrans" cxnId="{69A21FEA-B000-4584-833D-9EC8E3716232}">
      <dgm:prSet custT="1"/>
      <dgm:spPr/>
      <dgm:t>
        <a:bodyPr/>
        <a:lstStyle/>
        <a:p>
          <a:endParaRPr lang="en-IN" sz="1800"/>
        </a:p>
      </dgm:t>
    </dgm:pt>
    <dgm:pt modelId="{F7D64699-C0A2-41FE-A69A-7327A0B8C882}" type="sibTrans" cxnId="{69A21FEA-B000-4584-833D-9EC8E3716232}">
      <dgm:prSet/>
      <dgm:spPr/>
      <dgm:t>
        <a:bodyPr/>
        <a:lstStyle/>
        <a:p>
          <a:endParaRPr lang="en-IN" sz="1800"/>
        </a:p>
      </dgm:t>
    </dgm:pt>
    <dgm:pt modelId="{E38C92F8-6B33-4CBC-B469-2043B66B53C5}">
      <dgm:prSet custT="1"/>
      <dgm:spPr/>
      <dgm:t>
        <a:bodyPr/>
        <a:lstStyle/>
        <a:p>
          <a:r>
            <a:rPr lang="en-IN" sz="1800" b="0" dirty="0"/>
            <a:t>instanceof Operator</a:t>
          </a:r>
          <a:endParaRPr lang="en-IN" sz="1800" dirty="0"/>
        </a:p>
      </dgm:t>
    </dgm:pt>
    <dgm:pt modelId="{26A3169A-2F6E-4990-81CF-B1E772B11B17}" type="sibTrans" cxnId="{786E4FC5-31E1-4EFB-B6C9-023F5CFA563C}">
      <dgm:prSet/>
      <dgm:spPr/>
      <dgm:t>
        <a:bodyPr/>
        <a:lstStyle/>
        <a:p>
          <a:endParaRPr lang="en-IN" sz="1800"/>
        </a:p>
      </dgm:t>
    </dgm:pt>
    <dgm:pt modelId="{85DBBA0C-5EF9-48D7-A2BD-C5269842CFA2}" type="parTrans" cxnId="{786E4FC5-31E1-4EFB-B6C9-023F5CFA563C}">
      <dgm:prSet custT="1"/>
      <dgm:spPr/>
      <dgm:t>
        <a:bodyPr/>
        <a:lstStyle/>
        <a:p>
          <a:endParaRPr lang="en-IN" sz="1800"/>
        </a:p>
      </dgm:t>
    </dgm:pt>
    <dgm:pt modelId="{000A36FB-B827-4AF1-8D8E-9FAF15BC6333}" type="pres">
      <dgm:prSet presAssocID="{2AA76CEC-4A49-446A-81B7-FEB22EC2776D}" presName="vert0" presStyleCnt="0">
        <dgm:presLayoutVars>
          <dgm:dir/>
          <dgm:animOne val="branch"/>
          <dgm:animLvl val="lvl"/>
        </dgm:presLayoutVars>
      </dgm:prSet>
      <dgm:spPr/>
    </dgm:pt>
    <dgm:pt modelId="{204BBE35-1F99-4177-A3C5-2EC9B949E5D5}" type="pres">
      <dgm:prSet presAssocID="{E6D89FC3-19A5-4E45-8A94-4D03AE3A5F2C}" presName="thickLine" presStyleLbl="alignNode1" presStyleIdx="0" presStyleCnt="1"/>
      <dgm:spPr/>
    </dgm:pt>
    <dgm:pt modelId="{94CB4109-FB27-4483-A801-2E917C5DA35C}" type="pres">
      <dgm:prSet presAssocID="{E6D89FC3-19A5-4E45-8A94-4D03AE3A5F2C}" presName="horz1" presStyleCnt="0"/>
      <dgm:spPr/>
    </dgm:pt>
    <dgm:pt modelId="{7C31FA62-7DCF-4159-92CD-6840FBF7259F}" type="pres">
      <dgm:prSet presAssocID="{E6D89FC3-19A5-4E45-8A94-4D03AE3A5F2C}" presName="tx1" presStyleLbl="revTx" presStyleIdx="0" presStyleCnt="8" custScaleX="222132"/>
      <dgm:spPr/>
    </dgm:pt>
    <dgm:pt modelId="{CAF41426-51D0-419D-9E4B-207C32F4DDB8}" type="pres">
      <dgm:prSet presAssocID="{E6D89FC3-19A5-4E45-8A94-4D03AE3A5F2C}" presName="vert1" presStyleCnt="0"/>
      <dgm:spPr/>
    </dgm:pt>
    <dgm:pt modelId="{107F0B28-0617-434B-B29A-342D0CB44058}" type="pres">
      <dgm:prSet presAssocID="{C4EEA271-3D87-4C0C-912A-3F99AFAC0669}" presName="vertSpace2a" presStyleCnt="0"/>
      <dgm:spPr/>
    </dgm:pt>
    <dgm:pt modelId="{EA150CDB-C789-45AC-8C83-BF74ED372D69}" type="pres">
      <dgm:prSet presAssocID="{C4EEA271-3D87-4C0C-912A-3F99AFAC0669}" presName="horz2" presStyleCnt="0"/>
      <dgm:spPr/>
    </dgm:pt>
    <dgm:pt modelId="{F44E7406-8B6D-45BC-9925-14AE18963237}" type="pres">
      <dgm:prSet presAssocID="{C4EEA271-3D87-4C0C-912A-3F99AFAC0669}" presName="horzSpace2" presStyleCnt="0"/>
      <dgm:spPr/>
    </dgm:pt>
    <dgm:pt modelId="{8DC4FE41-CDBE-4AC4-B463-98FF866824DA}" type="pres">
      <dgm:prSet presAssocID="{C4EEA271-3D87-4C0C-912A-3F99AFAC0669}" presName="tx2" presStyleLbl="revTx" presStyleIdx="1" presStyleCnt="8"/>
      <dgm:spPr/>
    </dgm:pt>
    <dgm:pt modelId="{53AD6B86-8610-4243-ABB4-B8836909123C}" type="pres">
      <dgm:prSet presAssocID="{C4EEA271-3D87-4C0C-912A-3F99AFAC0669}" presName="vert2" presStyleCnt="0"/>
      <dgm:spPr/>
    </dgm:pt>
    <dgm:pt modelId="{80DB9D29-DDDB-4582-B792-FB81CCA6C9FB}" type="pres">
      <dgm:prSet presAssocID="{C4EEA271-3D87-4C0C-912A-3F99AFAC0669}" presName="thinLine2b" presStyleLbl="callout" presStyleIdx="0" presStyleCnt="7"/>
      <dgm:spPr/>
    </dgm:pt>
    <dgm:pt modelId="{AC40A90E-41E0-4558-8E83-6FFEE96DA169}" type="pres">
      <dgm:prSet presAssocID="{C4EEA271-3D87-4C0C-912A-3F99AFAC0669}" presName="vertSpace2b" presStyleCnt="0"/>
      <dgm:spPr/>
    </dgm:pt>
    <dgm:pt modelId="{48C240C3-99A5-4666-9430-EC110E118F3D}" type="pres">
      <dgm:prSet presAssocID="{98638CDC-BE70-483E-A025-26870C3283CD}" presName="horz2" presStyleCnt="0"/>
      <dgm:spPr/>
    </dgm:pt>
    <dgm:pt modelId="{4EC5B154-19F9-4BE6-97F2-110FFEB985B9}" type="pres">
      <dgm:prSet presAssocID="{98638CDC-BE70-483E-A025-26870C3283CD}" presName="horzSpace2" presStyleCnt="0"/>
      <dgm:spPr/>
    </dgm:pt>
    <dgm:pt modelId="{99F5DFB5-8775-4BAB-9DBD-F10BA17078AD}" type="pres">
      <dgm:prSet presAssocID="{98638CDC-BE70-483E-A025-26870C3283CD}" presName="tx2" presStyleLbl="revTx" presStyleIdx="2" presStyleCnt="8"/>
      <dgm:spPr/>
    </dgm:pt>
    <dgm:pt modelId="{BFD050F6-52ED-44FF-BDBA-A348A5EE3FAC}" type="pres">
      <dgm:prSet presAssocID="{98638CDC-BE70-483E-A025-26870C3283CD}" presName="vert2" presStyleCnt="0"/>
      <dgm:spPr/>
    </dgm:pt>
    <dgm:pt modelId="{1A32E401-DA1D-4D42-9482-C2645401774B}" type="pres">
      <dgm:prSet presAssocID="{98638CDC-BE70-483E-A025-26870C3283CD}" presName="thinLine2b" presStyleLbl="callout" presStyleIdx="1" presStyleCnt="7"/>
      <dgm:spPr/>
    </dgm:pt>
    <dgm:pt modelId="{F25301CA-26A3-4010-A745-D7F94888B09F}" type="pres">
      <dgm:prSet presAssocID="{98638CDC-BE70-483E-A025-26870C3283CD}" presName="vertSpace2b" presStyleCnt="0"/>
      <dgm:spPr/>
    </dgm:pt>
    <dgm:pt modelId="{D485C292-52AF-482A-A4EB-B277DA05D29E}" type="pres">
      <dgm:prSet presAssocID="{D8C112DC-D5D9-4F93-850E-0CB7D562F558}" presName="horz2" presStyleCnt="0"/>
      <dgm:spPr/>
    </dgm:pt>
    <dgm:pt modelId="{5DBDC5C1-3DC7-4A22-B949-1B9E0A6C5E72}" type="pres">
      <dgm:prSet presAssocID="{D8C112DC-D5D9-4F93-850E-0CB7D562F558}" presName="horzSpace2" presStyleCnt="0"/>
      <dgm:spPr/>
    </dgm:pt>
    <dgm:pt modelId="{21D69948-6332-4CD4-871A-5D52EFE46A04}" type="pres">
      <dgm:prSet presAssocID="{D8C112DC-D5D9-4F93-850E-0CB7D562F558}" presName="tx2" presStyleLbl="revTx" presStyleIdx="3" presStyleCnt="8"/>
      <dgm:spPr/>
    </dgm:pt>
    <dgm:pt modelId="{2093BD50-F5B8-46B6-A5EC-05D534CA40B8}" type="pres">
      <dgm:prSet presAssocID="{D8C112DC-D5D9-4F93-850E-0CB7D562F558}" presName="vert2" presStyleCnt="0"/>
      <dgm:spPr/>
    </dgm:pt>
    <dgm:pt modelId="{19F7E037-4803-4406-BB0C-D4FBEAFAEA87}" type="pres">
      <dgm:prSet presAssocID="{D8C112DC-D5D9-4F93-850E-0CB7D562F558}" presName="thinLine2b" presStyleLbl="callout" presStyleIdx="2" presStyleCnt="7"/>
      <dgm:spPr/>
    </dgm:pt>
    <dgm:pt modelId="{4CDFDA1A-8B82-4CBE-B3AF-314D7597941E}" type="pres">
      <dgm:prSet presAssocID="{D8C112DC-D5D9-4F93-850E-0CB7D562F558}" presName="vertSpace2b" presStyleCnt="0"/>
      <dgm:spPr/>
    </dgm:pt>
    <dgm:pt modelId="{BA0AE109-1908-4FF4-99C5-1B20356187B2}" type="pres">
      <dgm:prSet presAssocID="{8EF17BD3-ABC1-4914-92F7-E71083DC6502}" presName="horz2" presStyleCnt="0"/>
      <dgm:spPr/>
    </dgm:pt>
    <dgm:pt modelId="{4F727F8C-5EE1-43C7-8D55-7D20CDA38F00}" type="pres">
      <dgm:prSet presAssocID="{8EF17BD3-ABC1-4914-92F7-E71083DC6502}" presName="horzSpace2" presStyleCnt="0"/>
      <dgm:spPr/>
    </dgm:pt>
    <dgm:pt modelId="{7380F50D-0A8C-499F-9058-4EF1DA7749CD}" type="pres">
      <dgm:prSet presAssocID="{8EF17BD3-ABC1-4914-92F7-E71083DC6502}" presName="tx2" presStyleLbl="revTx" presStyleIdx="4" presStyleCnt="8"/>
      <dgm:spPr/>
    </dgm:pt>
    <dgm:pt modelId="{830DAB4C-2E9A-4F1E-A8BD-3B173B715A3D}" type="pres">
      <dgm:prSet presAssocID="{8EF17BD3-ABC1-4914-92F7-E71083DC6502}" presName="vert2" presStyleCnt="0"/>
      <dgm:spPr/>
    </dgm:pt>
    <dgm:pt modelId="{FF3D9E33-E774-4838-B00C-D036750CD321}" type="pres">
      <dgm:prSet presAssocID="{8EF17BD3-ABC1-4914-92F7-E71083DC6502}" presName="thinLine2b" presStyleLbl="callout" presStyleIdx="3" presStyleCnt="7"/>
      <dgm:spPr/>
    </dgm:pt>
    <dgm:pt modelId="{0399D71B-1422-4292-98D4-6FB896D5B0AF}" type="pres">
      <dgm:prSet presAssocID="{8EF17BD3-ABC1-4914-92F7-E71083DC6502}" presName="vertSpace2b" presStyleCnt="0"/>
      <dgm:spPr/>
    </dgm:pt>
    <dgm:pt modelId="{E60C3F0D-3B63-4A9E-A526-291D03251E91}" type="pres">
      <dgm:prSet presAssocID="{3DFD13A5-D89C-40C6-BC47-51E02996BD53}" presName="horz2" presStyleCnt="0"/>
      <dgm:spPr/>
    </dgm:pt>
    <dgm:pt modelId="{6B1DDA01-5837-4866-BF33-BD1F7110B6C2}" type="pres">
      <dgm:prSet presAssocID="{3DFD13A5-D89C-40C6-BC47-51E02996BD53}" presName="horzSpace2" presStyleCnt="0"/>
      <dgm:spPr/>
    </dgm:pt>
    <dgm:pt modelId="{54662282-0506-41B3-B41C-EEFD1D125C3D}" type="pres">
      <dgm:prSet presAssocID="{3DFD13A5-D89C-40C6-BC47-51E02996BD53}" presName="tx2" presStyleLbl="revTx" presStyleIdx="5" presStyleCnt="8"/>
      <dgm:spPr/>
    </dgm:pt>
    <dgm:pt modelId="{D486FDFE-CE22-46B1-985D-D89CD6ADED05}" type="pres">
      <dgm:prSet presAssocID="{3DFD13A5-D89C-40C6-BC47-51E02996BD53}" presName="vert2" presStyleCnt="0"/>
      <dgm:spPr/>
    </dgm:pt>
    <dgm:pt modelId="{A3DEB657-0CCB-4DC3-BFEC-E11D7AA8E5DD}" type="pres">
      <dgm:prSet presAssocID="{3DFD13A5-D89C-40C6-BC47-51E02996BD53}" presName="thinLine2b" presStyleLbl="callout" presStyleIdx="4" presStyleCnt="7"/>
      <dgm:spPr/>
    </dgm:pt>
    <dgm:pt modelId="{8F1D75E3-FAF2-4311-A183-CB601B47100F}" type="pres">
      <dgm:prSet presAssocID="{3DFD13A5-D89C-40C6-BC47-51E02996BD53}" presName="vertSpace2b" presStyleCnt="0"/>
      <dgm:spPr/>
    </dgm:pt>
    <dgm:pt modelId="{1FFA63AC-D4E2-41AB-8112-A21F1BAF83B1}" type="pres">
      <dgm:prSet presAssocID="{6E6A29A6-458D-401B-8BD6-3579D5748DF8}" presName="horz2" presStyleCnt="0"/>
      <dgm:spPr/>
    </dgm:pt>
    <dgm:pt modelId="{DA94869F-A388-4391-B5FB-F6871FCCAA67}" type="pres">
      <dgm:prSet presAssocID="{6E6A29A6-458D-401B-8BD6-3579D5748DF8}" presName="horzSpace2" presStyleCnt="0"/>
      <dgm:spPr/>
    </dgm:pt>
    <dgm:pt modelId="{1E8277E9-A421-4F4E-826A-37359E981746}" type="pres">
      <dgm:prSet presAssocID="{6E6A29A6-458D-401B-8BD6-3579D5748DF8}" presName="tx2" presStyleLbl="revTx" presStyleIdx="6" presStyleCnt="8"/>
      <dgm:spPr/>
    </dgm:pt>
    <dgm:pt modelId="{F3863652-1F6D-43AC-BEFC-E5BD1D568AC3}" type="pres">
      <dgm:prSet presAssocID="{6E6A29A6-458D-401B-8BD6-3579D5748DF8}" presName="vert2" presStyleCnt="0"/>
      <dgm:spPr/>
    </dgm:pt>
    <dgm:pt modelId="{50DB1A0B-13D5-4FC7-B1D8-9F9379317C82}" type="pres">
      <dgm:prSet presAssocID="{6E6A29A6-458D-401B-8BD6-3579D5748DF8}" presName="thinLine2b" presStyleLbl="callout" presStyleIdx="5" presStyleCnt="7"/>
      <dgm:spPr/>
    </dgm:pt>
    <dgm:pt modelId="{4E402236-A7AA-47A7-943E-D92C8A7AC9C1}" type="pres">
      <dgm:prSet presAssocID="{6E6A29A6-458D-401B-8BD6-3579D5748DF8}" presName="vertSpace2b" presStyleCnt="0"/>
      <dgm:spPr/>
    </dgm:pt>
    <dgm:pt modelId="{5E8B1615-078A-404F-9A4A-CB9E3C468543}" type="pres">
      <dgm:prSet presAssocID="{E38C92F8-6B33-4CBC-B469-2043B66B53C5}" presName="horz2" presStyleCnt="0"/>
      <dgm:spPr/>
    </dgm:pt>
    <dgm:pt modelId="{CEC596CF-82B4-4A6C-8C58-C343535CF7AE}" type="pres">
      <dgm:prSet presAssocID="{E38C92F8-6B33-4CBC-B469-2043B66B53C5}" presName="horzSpace2" presStyleCnt="0"/>
      <dgm:spPr/>
    </dgm:pt>
    <dgm:pt modelId="{43052584-286B-4058-A607-12B9CDE8CA5E}" type="pres">
      <dgm:prSet presAssocID="{E38C92F8-6B33-4CBC-B469-2043B66B53C5}" presName="tx2" presStyleLbl="revTx" presStyleIdx="7" presStyleCnt="8"/>
      <dgm:spPr/>
    </dgm:pt>
    <dgm:pt modelId="{C489C27E-2308-4E5F-8DD9-1EECB3F41603}" type="pres">
      <dgm:prSet presAssocID="{E38C92F8-6B33-4CBC-B469-2043B66B53C5}" presName="vert2" presStyleCnt="0"/>
      <dgm:spPr/>
    </dgm:pt>
    <dgm:pt modelId="{F6164107-97FE-4A81-83CC-00060ECC8902}" type="pres">
      <dgm:prSet presAssocID="{E38C92F8-6B33-4CBC-B469-2043B66B53C5}" presName="thinLine2b" presStyleLbl="callout" presStyleIdx="6" presStyleCnt="7"/>
      <dgm:spPr/>
    </dgm:pt>
    <dgm:pt modelId="{D801FA35-1F4D-439E-9A41-6D23FCB17389}" type="pres">
      <dgm:prSet presAssocID="{E38C92F8-6B33-4CBC-B469-2043B66B53C5}" presName="vertSpace2b" presStyleCnt="0"/>
      <dgm:spPr/>
    </dgm:pt>
  </dgm:ptLst>
  <dgm:cxnLst>
    <dgm:cxn modelId="{70AFB806-4D6E-4188-99AE-BF9570AAA3DE}" srcId="{E6D89FC3-19A5-4E45-8A94-4D03AE3A5F2C}" destId="{3DFD13A5-D89C-40C6-BC47-51E02996BD53}" srcOrd="4" destOrd="0" parTransId="{0493CE3E-B075-4418-910D-DEBE06869E35}" sibTransId="{39C1EB49-60D8-4D6F-846D-E2C48B8AB330}"/>
    <dgm:cxn modelId="{3603D435-522C-47F2-BED9-7709180F4E23}" type="presOf" srcId="{C4EEA271-3D87-4C0C-912A-3F99AFAC0669}" destId="{8DC4FE41-CDBE-4AC4-B463-98FF866824DA}" srcOrd="0" destOrd="0" presId="urn:microsoft.com/office/officeart/2008/layout/LinedList"/>
    <dgm:cxn modelId="{938BB137-69BC-41E2-822B-96DE1424B1D8}" srcId="{2AA76CEC-4A49-446A-81B7-FEB22EC2776D}" destId="{E6D89FC3-19A5-4E45-8A94-4D03AE3A5F2C}" srcOrd="0" destOrd="0" parTransId="{FC728F0C-C5FA-4E9C-9A2C-802026F52466}" sibTransId="{F51FE7B1-9CAF-42FB-A819-BEF374F30EFA}"/>
    <dgm:cxn modelId="{B63C245F-6424-4353-AF3E-8D2C0FBDF3DB}" srcId="{E6D89FC3-19A5-4E45-8A94-4D03AE3A5F2C}" destId="{8EF17BD3-ABC1-4914-92F7-E71083DC6502}" srcOrd="3" destOrd="0" parTransId="{A71BB647-835D-4389-ACF8-CF71C5AAAC79}" sibTransId="{6BFAE0E8-5A45-4AAE-8798-B1D274E52585}"/>
    <dgm:cxn modelId="{93E30C64-A5D3-40F0-82EA-4FE492CCA767}" srcId="{E6D89FC3-19A5-4E45-8A94-4D03AE3A5F2C}" destId="{C4EEA271-3D87-4C0C-912A-3F99AFAC0669}" srcOrd="0" destOrd="0" parTransId="{3C7574BD-DFEF-44E8-B378-D391289AB0C5}" sibTransId="{76C037FC-C43B-4CB5-9D12-A5B10064505E}"/>
    <dgm:cxn modelId="{9DE9F852-41FB-4086-BBD0-9979CB8D9F6F}" type="presOf" srcId="{8EF17BD3-ABC1-4914-92F7-E71083DC6502}" destId="{7380F50D-0A8C-499F-9058-4EF1DA7749CD}" srcOrd="0" destOrd="0" presId="urn:microsoft.com/office/officeart/2008/layout/LinedList"/>
    <dgm:cxn modelId="{1EA43E53-762C-4F9E-B81E-4F957ADDBC30}" type="presOf" srcId="{6E6A29A6-458D-401B-8BD6-3579D5748DF8}" destId="{1E8277E9-A421-4F4E-826A-37359E981746}" srcOrd="0" destOrd="0" presId="urn:microsoft.com/office/officeart/2008/layout/LinedList"/>
    <dgm:cxn modelId="{654D218E-D177-40B0-BD28-E3F8014C9755}" type="presOf" srcId="{D8C112DC-D5D9-4F93-850E-0CB7D562F558}" destId="{21D69948-6332-4CD4-871A-5D52EFE46A04}" srcOrd="0" destOrd="0" presId="urn:microsoft.com/office/officeart/2008/layout/LinedList"/>
    <dgm:cxn modelId="{F995CEAA-BDD0-4ED8-807D-83039420DD6C}" type="presOf" srcId="{2AA76CEC-4A49-446A-81B7-FEB22EC2776D}" destId="{000A36FB-B827-4AF1-8D8E-9FAF15BC6333}" srcOrd="0" destOrd="0" presId="urn:microsoft.com/office/officeart/2008/layout/LinedList"/>
    <dgm:cxn modelId="{CB9126AE-8A23-4131-BD5B-B7A52B9324EE}" type="presOf" srcId="{3DFD13A5-D89C-40C6-BC47-51E02996BD53}" destId="{54662282-0506-41B3-B41C-EEFD1D125C3D}" srcOrd="0" destOrd="0" presId="urn:microsoft.com/office/officeart/2008/layout/LinedList"/>
    <dgm:cxn modelId="{C0FF34B4-0CF5-45EE-9178-CFB1A95FEACE}" srcId="{E6D89FC3-19A5-4E45-8A94-4D03AE3A5F2C}" destId="{D8C112DC-D5D9-4F93-850E-0CB7D562F558}" srcOrd="2" destOrd="0" parTransId="{3FA1BEFF-91E7-4C5F-BB5B-1F3EF63EA843}" sibTransId="{A1F9DA93-F2B9-4B3E-BB36-144A6C1B5896}"/>
    <dgm:cxn modelId="{28A26FB7-BEF6-4179-BAFF-22B83BBA93D2}" type="presOf" srcId="{98638CDC-BE70-483E-A025-26870C3283CD}" destId="{99F5DFB5-8775-4BAB-9DBD-F10BA17078AD}" srcOrd="0" destOrd="0" presId="urn:microsoft.com/office/officeart/2008/layout/LinedList"/>
    <dgm:cxn modelId="{786E4FC5-31E1-4EFB-B6C9-023F5CFA563C}" srcId="{E6D89FC3-19A5-4E45-8A94-4D03AE3A5F2C}" destId="{E38C92F8-6B33-4CBC-B469-2043B66B53C5}" srcOrd="6" destOrd="0" parTransId="{85DBBA0C-5EF9-48D7-A2BD-C5269842CFA2}" sibTransId="{26A3169A-2F6E-4990-81CF-B1E772B11B17}"/>
    <dgm:cxn modelId="{11D290C9-2B36-418B-914B-F8E10C12F281}" type="presOf" srcId="{E38C92F8-6B33-4CBC-B469-2043B66B53C5}" destId="{43052584-286B-4058-A607-12B9CDE8CA5E}" srcOrd="0" destOrd="0" presId="urn:microsoft.com/office/officeart/2008/layout/LinedList"/>
    <dgm:cxn modelId="{E20F30CA-4344-4C7A-B37C-BDD1AD264584}" type="presOf" srcId="{E6D89FC3-19A5-4E45-8A94-4D03AE3A5F2C}" destId="{7C31FA62-7DCF-4159-92CD-6840FBF7259F}" srcOrd="0" destOrd="0" presId="urn:microsoft.com/office/officeart/2008/layout/LinedList"/>
    <dgm:cxn modelId="{69A21FEA-B000-4584-833D-9EC8E3716232}" srcId="{E6D89FC3-19A5-4E45-8A94-4D03AE3A5F2C}" destId="{6E6A29A6-458D-401B-8BD6-3579D5748DF8}" srcOrd="5" destOrd="0" parTransId="{60031E9E-871E-4CBF-BCBF-06EFF6F9838A}" sibTransId="{F7D64699-C0A2-41FE-A69A-7327A0B8C882}"/>
    <dgm:cxn modelId="{4DC4BBEF-9F8F-42AB-9084-49BB92DC5F43}" srcId="{E6D89FC3-19A5-4E45-8A94-4D03AE3A5F2C}" destId="{98638CDC-BE70-483E-A025-26870C3283CD}" srcOrd="1" destOrd="0" parTransId="{35272958-6A4F-4BD8-88CF-BF3BA51B35FF}" sibTransId="{761CAF09-2A54-4748-AB50-42A2A603C695}"/>
    <dgm:cxn modelId="{1E5F7A5B-2AFF-48A2-BAB0-F66A3EBCAF19}" type="presParOf" srcId="{000A36FB-B827-4AF1-8D8E-9FAF15BC6333}" destId="{204BBE35-1F99-4177-A3C5-2EC9B949E5D5}" srcOrd="0" destOrd="0" presId="urn:microsoft.com/office/officeart/2008/layout/LinedList"/>
    <dgm:cxn modelId="{F6EF1FC2-3650-4656-8C7B-86F31E46E0E5}" type="presParOf" srcId="{000A36FB-B827-4AF1-8D8E-9FAF15BC6333}" destId="{94CB4109-FB27-4483-A801-2E917C5DA35C}" srcOrd="1" destOrd="0" presId="urn:microsoft.com/office/officeart/2008/layout/LinedList"/>
    <dgm:cxn modelId="{7EA70293-31D6-413B-90C9-4D10E9308602}" type="presParOf" srcId="{94CB4109-FB27-4483-A801-2E917C5DA35C}" destId="{7C31FA62-7DCF-4159-92CD-6840FBF7259F}" srcOrd="0" destOrd="0" presId="urn:microsoft.com/office/officeart/2008/layout/LinedList"/>
    <dgm:cxn modelId="{A5B202D1-C093-4258-92FA-2810E79526EF}" type="presParOf" srcId="{94CB4109-FB27-4483-A801-2E917C5DA35C}" destId="{CAF41426-51D0-419D-9E4B-207C32F4DDB8}" srcOrd="1" destOrd="0" presId="urn:microsoft.com/office/officeart/2008/layout/LinedList"/>
    <dgm:cxn modelId="{10049AFC-BAA1-46F9-85CC-8BE3CEF09044}" type="presParOf" srcId="{CAF41426-51D0-419D-9E4B-207C32F4DDB8}" destId="{107F0B28-0617-434B-B29A-342D0CB44058}" srcOrd="0" destOrd="0" presId="urn:microsoft.com/office/officeart/2008/layout/LinedList"/>
    <dgm:cxn modelId="{9A84CFE1-C242-4DDF-8F05-9B90E50D1C56}" type="presParOf" srcId="{CAF41426-51D0-419D-9E4B-207C32F4DDB8}" destId="{EA150CDB-C789-45AC-8C83-BF74ED372D69}" srcOrd="1" destOrd="0" presId="urn:microsoft.com/office/officeart/2008/layout/LinedList"/>
    <dgm:cxn modelId="{2E9F0536-C2A0-497E-9F8A-72C251C566FA}" type="presParOf" srcId="{EA150CDB-C789-45AC-8C83-BF74ED372D69}" destId="{F44E7406-8B6D-45BC-9925-14AE18963237}" srcOrd="0" destOrd="0" presId="urn:microsoft.com/office/officeart/2008/layout/LinedList"/>
    <dgm:cxn modelId="{8EE8D0C5-FA30-4B08-95C5-665F4C7C42D5}" type="presParOf" srcId="{EA150CDB-C789-45AC-8C83-BF74ED372D69}" destId="{8DC4FE41-CDBE-4AC4-B463-98FF866824DA}" srcOrd="1" destOrd="0" presId="urn:microsoft.com/office/officeart/2008/layout/LinedList"/>
    <dgm:cxn modelId="{4A32B877-3683-4AA5-9D30-AB93D81F1444}" type="presParOf" srcId="{EA150CDB-C789-45AC-8C83-BF74ED372D69}" destId="{53AD6B86-8610-4243-ABB4-B8836909123C}" srcOrd="2" destOrd="0" presId="urn:microsoft.com/office/officeart/2008/layout/LinedList"/>
    <dgm:cxn modelId="{9AE36D49-3DE8-4844-B652-F87A1A4474E3}" type="presParOf" srcId="{CAF41426-51D0-419D-9E4B-207C32F4DDB8}" destId="{80DB9D29-DDDB-4582-B792-FB81CCA6C9FB}" srcOrd="2" destOrd="0" presId="urn:microsoft.com/office/officeart/2008/layout/LinedList"/>
    <dgm:cxn modelId="{F4B173FC-9504-4E2C-9CEB-34D7C814DDC9}" type="presParOf" srcId="{CAF41426-51D0-419D-9E4B-207C32F4DDB8}" destId="{AC40A90E-41E0-4558-8E83-6FFEE96DA169}" srcOrd="3" destOrd="0" presId="urn:microsoft.com/office/officeart/2008/layout/LinedList"/>
    <dgm:cxn modelId="{09688C43-2934-4612-994F-C81BA00387C7}" type="presParOf" srcId="{CAF41426-51D0-419D-9E4B-207C32F4DDB8}" destId="{48C240C3-99A5-4666-9430-EC110E118F3D}" srcOrd="4" destOrd="0" presId="urn:microsoft.com/office/officeart/2008/layout/LinedList"/>
    <dgm:cxn modelId="{0B7BF192-197C-416D-BED6-D2F0643F0F78}" type="presParOf" srcId="{48C240C3-99A5-4666-9430-EC110E118F3D}" destId="{4EC5B154-19F9-4BE6-97F2-110FFEB985B9}" srcOrd="0" destOrd="0" presId="urn:microsoft.com/office/officeart/2008/layout/LinedList"/>
    <dgm:cxn modelId="{0D32B6E3-6C0A-45D3-86C7-7ED2DA3FF7D8}" type="presParOf" srcId="{48C240C3-99A5-4666-9430-EC110E118F3D}" destId="{99F5DFB5-8775-4BAB-9DBD-F10BA17078AD}" srcOrd="1" destOrd="0" presId="urn:microsoft.com/office/officeart/2008/layout/LinedList"/>
    <dgm:cxn modelId="{2035C7EA-F739-415D-B3C5-99A436F22705}" type="presParOf" srcId="{48C240C3-99A5-4666-9430-EC110E118F3D}" destId="{BFD050F6-52ED-44FF-BDBA-A348A5EE3FAC}" srcOrd="2" destOrd="0" presId="urn:microsoft.com/office/officeart/2008/layout/LinedList"/>
    <dgm:cxn modelId="{6B90F056-BB15-41DF-A80A-5842AE5E6B1A}" type="presParOf" srcId="{CAF41426-51D0-419D-9E4B-207C32F4DDB8}" destId="{1A32E401-DA1D-4D42-9482-C2645401774B}" srcOrd="5" destOrd="0" presId="urn:microsoft.com/office/officeart/2008/layout/LinedList"/>
    <dgm:cxn modelId="{A2CEAB55-0217-4060-85D5-C2AC86F6C0E3}" type="presParOf" srcId="{CAF41426-51D0-419D-9E4B-207C32F4DDB8}" destId="{F25301CA-26A3-4010-A745-D7F94888B09F}" srcOrd="6" destOrd="0" presId="urn:microsoft.com/office/officeart/2008/layout/LinedList"/>
    <dgm:cxn modelId="{A381F37C-BD3A-4986-BB0B-C2B53553F5CB}" type="presParOf" srcId="{CAF41426-51D0-419D-9E4B-207C32F4DDB8}" destId="{D485C292-52AF-482A-A4EB-B277DA05D29E}" srcOrd="7" destOrd="0" presId="urn:microsoft.com/office/officeart/2008/layout/LinedList"/>
    <dgm:cxn modelId="{BB3B73D2-4DC0-42C3-9243-67E9D99174E4}" type="presParOf" srcId="{D485C292-52AF-482A-A4EB-B277DA05D29E}" destId="{5DBDC5C1-3DC7-4A22-B949-1B9E0A6C5E72}" srcOrd="0" destOrd="0" presId="urn:microsoft.com/office/officeart/2008/layout/LinedList"/>
    <dgm:cxn modelId="{43777B8A-39BF-435A-90E5-61C894822334}" type="presParOf" srcId="{D485C292-52AF-482A-A4EB-B277DA05D29E}" destId="{21D69948-6332-4CD4-871A-5D52EFE46A04}" srcOrd="1" destOrd="0" presId="urn:microsoft.com/office/officeart/2008/layout/LinedList"/>
    <dgm:cxn modelId="{9F1FF45A-CF10-4971-A037-7248D4AA5F9B}" type="presParOf" srcId="{D485C292-52AF-482A-A4EB-B277DA05D29E}" destId="{2093BD50-F5B8-46B6-A5EC-05D534CA40B8}" srcOrd="2" destOrd="0" presId="urn:microsoft.com/office/officeart/2008/layout/LinedList"/>
    <dgm:cxn modelId="{7278B6E9-CE75-4EE2-8AF0-5B4A5FACD144}" type="presParOf" srcId="{CAF41426-51D0-419D-9E4B-207C32F4DDB8}" destId="{19F7E037-4803-4406-BB0C-D4FBEAFAEA87}" srcOrd="8" destOrd="0" presId="urn:microsoft.com/office/officeart/2008/layout/LinedList"/>
    <dgm:cxn modelId="{21186977-0587-4217-8BD2-AFC189A228E2}" type="presParOf" srcId="{CAF41426-51D0-419D-9E4B-207C32F4DDB8}" destId="{4CDFDA1A-8B82-4CBE-B3AF-314D7597941E}" srcOrd="9" destOrd="0" presId="urn:microsoft.com/office/officeart/2008/layout/LinedList"/>
    <dgm:cxn modelId="{CCAA8D8C-EB8E-4ED8-AE73-861501368105}" type="presParOf" srcId="{CAF41426-51D0-419D-9E4B-207C32F4DDB8}" destId="{BA0AE109-1908-4FF4-99C5-1B20356187B2}" srcOrd="10" destOrd="0" presId="urn:microsoft.com/office/officeart/2008/layout/LinedList"/>
    <dgm:cxn modelId="{D5CD0F15-3F99-4833-BC60-B7A0F1699787}" type="presParOf" srcId="{BA0AE109-1908-4FF4-99C5-1B20356187B2}" destId="{4F727F8C-5EE1-43C7-8D55-7D20CDA38F00}" srcOrd="0" destOrd="0" presId="urn:microsoft.com/office/officeart/2008/layout/LinedList"/>
    <dgm:cxn modelId="{78C4795A-10F3-48BF-87A1-ED27DECD29B9}" type="presParOf" srcId="{BA0AE109-1908-4FF4-99C5-1B20356187B2}" destId="{7380F50D-0A8C-499F-9058-4EF1DA7749CD}" srcOrd="1" destOrd="0" presId="urn:microsoft.com/office/officeart/2008/layout/LinedList"/>
    <dgm:cxn modelId="{259AD902-6A98-4AA0-BAE1-B3BF15A3E48D}" type="presParOf" srcId="{BA0AE109-1908-4FF4-99C5-1B20356187B2}" destId="{830DAB4C-2E9A-4F1E-A8BD-3B173B715A3D}" srcOrd="2" destOrd="0" presId="urn:microsoft.com/office/officeart/2008/layout/LinedList"/>
    <dgm:cxn modelId="{6D3457EC-7D30-47F0-969C-0F168A7EC1E9}" type="presParOf" srcId="{CAF41426-51D0-419D-9E4B-207C32F4DDB8}" destId="{FF3D9E33-E774-4838-B00C-D036750CD321}" srcOrd="11" destOrd="0" presId="urn:microsoft.com/office/officeart/2008/layout/LinedList"/>
    <dgm:cxn modelId="{B98E9010-8D73-48C9-9E77-E6AE4724A9D7}" type="presParOf" srcId="{CAF41426-51D0-419D-9E4B-207C32F4DDB8}" destId="{0399D71B-1422-4292-98D4-6FB896D5B0AF}" srcOrd="12" destOrd="0" presId="urn:microsoft.com/office/officeart/2008/layout/LinedList"/>
    <dgm:cxn modelId="{1A5FA69A-2326-4E05-BEC3-6867B7810C26}" type="presParOf" srcId="{CAF41426-51D0-419D-9E4B-207C32F4DDB8}" destId="{E60C3F0D-3B63-4A9E-A526-291D03251E91}" srcOrd="13" destOrd="0" presId="urn:microsoft.com/office/officeart/2008/layout/LinedList"/>
    <dgm:cxn modelId="{F376C3B0-E714-40B9-8485-46D873637F6F}" type="presParOf" srcId="{E60C3F0D-3B63-4A9E-A526-291D03251E91}" destId="{6B1DDA01-5837-4866-BF33-BD1F7110B6C2}" srcOrd="0" destOrd="0" presId="urn:microsoft.com/office/officeart/2008/layout/LinedList"/>
    <dgm:cxn modelId="{7E07BD21-71B9-43BF-9A44-0EF675E9E2D6}" type="presParOf" srcId="{E60C3F0D-3B63-4A9E-A526-291D03251E91}" destId="{54662282-0506-41B3-B41C-EEFD1D125C3D}" srcOrd="1" destOrd="0" presId="urn:microsoft.com/office/officeart/2008/layout/LinedList"/>
    <dgm:cxn modelId="{EE4A3C76-5556-46A8-BC41-1A67ADD9FE87}" type="presParOf" srcId="{E60C3F0D-3B63-4A9E-A526-291D03251E91}" destId="{D486FDFE-CE22-46B1-985D-D89CD6ADED05}" srcOrd="2" destOrd="0" presId="urn:microsoft.com/office/officeart/2008/layout/LinedList"/>
    <dgm:cxn modelId="{3F118342-AF57-4793-801C-58309497298C}" type="presParOf" srcId="{CAF41426-51D0-419D-9E4B-207C32F4DDB8}" destId="{A3DEB657-0CCB-4DC3-BFEC-E11D7AA8E5DD}" srcOrd="14" destOrd="0" presId="urn:microsoft.com/office/officeart/2008/layout/LinedList"/>
    <dgm:cxn modelId="{679A92D2-8C10-4C64-8D65-6A41100C38C5}" type="presParOf" srcId="{CAF41426-51D0-419D-9E4B-207C32F4DDB8}" destId="{8F1D75E3-FAF2-4311-A183-CB601B47100F}" srcOrd="15" destOrd="0" presId="urn:microsoft.com/office/officeart/2008/layout/LinedList"/>
    <dgm:cxn modelId="{CE3214A5-4D69-47CE-A64A-CE2B74F148F1}" type="presParOf" srcId="{CAF41426-51D0-419D-9E4B-207C32F4DDB8}" destId="{1FFA63AC-D4E2-41AB-8112-A21F1BAF83B1}" srcOrd="16" destOrd="0" presId="urn:microsoft.com/office/officeart/2008/layout/LinedList"/>
    <dgm:cxn modelId="{E1BE76C9-FD35-43FA-8D40-93C9B04B6ABA}" type="presParOf" srcId="{1FFA63AC-D4E2-41AB-8112-A21F1BAF83B1}" destId="{DA94869F-A388-4391-B5FB-F6871FCCAA67}" srcOrd="0" destOrd="0" presId="urn:microsoft.com/office/officeart/2008/layout/LinedList"/>
    <dgm:cxn modelId="{F11C5F8C-8291-4D28-A316-22A19A8B9938}" type="presParOf" srcId="{1FFA63AC-D4E2-41AB-8112-A21F1BAF83B1}" destId="{1E8277E9-A421-4F4E-826A-37359E981746}" srcOrd="1" destOrd="0" presId="urn:microsoft.com/office/officeart/2008/layout/LinedList"/>
    <dgm:cxn modelId="{9ED430B8-A679-4CE0-B64E-F3256401B19A}" type="presParOf" srcId="{1FFA63AC-D4E2-41AB-8112-A21F1BAF83B1}" destId="{F3863652-1F6D-43AC-BEFC-E5BD1D568AC3}" srcOrd="2" destOrd="0" presId="urn:microsoft.com/office/officeart/2008/layout/LinedList"/>
    <dgm:cxn modelId="{9F0FC137-87BD-4C9C-8321-9F9CD2E47047}" type="presParOf" srcId="{CAF41426-51D0-419D-9E4B-207C32F4DDB8}" destId="{50DB1A0B-13D5-4FC7-B1D8-9F9379317C82}" srcOrd="17" destOrd="0" presId="urn:microsoft.com/office/officeart/2008/layout/LinedList"/>
    <dgm:cxn modelId="{643D2807-9504-489D-A8D6-AD4D2EC75952}" type="presParOf" srcId="{CAF41426-51D0-419D-9E4B-207C32F4DDB8}" destId="{4E402236-A7AA-47A7-943E-D92C8A7AC9C1}" srcOrd="18" destOrd="0" presId="urn:microsoft.com/office/officeart/2008/layout/LinedList"/>
    <dgm:cxn modelId="{D5176B5C-3108-4EC8-961F-FD9F48FE90F0}" type="presParOf" srcId="{CAF41426-51D0-419D-9E4B-207C32F4DDB8}" destId="{5E8B1615-078A-404F-9A4A-CB9E3C468543}" srcOrd="19" destOrd="0" presId="urn:microsoft.com/office/officeart/2008/layout/LinedList"/>
    <dgm:cxn modelId="{A75EE93B-D926-461F-92B5-8A71E6E82AD3}" type="presParOf" srcId="{5E8B1615-078A-404F-9A4A-CB9E3C468543}" destId="{CEC596CF-82B4-4A6C-8C58-C343535CF7AE}" srcOrd="0" destOrd="0" presId="urn:microsoft.com/office/officeart/2008/layout/LinedList"/>
    <dgm:cxn modelId="{4EB29668-0598-42B5-A518-9E33BA7767AB}" type="presParOf" srcId="{5E8B1615-078A-404F-9A4A-CB9E3C468543}" destId="{43052584-286B-4058-A607-12B9CDE8CA5E}" srcOrd="1" destOrd="0" presId="urn:microsoft.com/office/officeart/2008/layout/LinedList"/>
    <dgm:cxn modelId="{CE3ED477-28B4-4740-BC5E-7183B2AF3EF4}" type="presParOf" srcId="{5E8B1615-078A-404F-9A4A-CB9E3C468543}" destId="{C489C27E-2308-4E5F-8DD9-1EECB3F41603}" srcOrd="2" destOrd="0" presId="urn:microsoft.com/office/officeart/2008/layout/LinedList"/>
    <dgm:cxn modelId="{7B1A754F-D61E-4CDF-BDFC-E93A9F895D00}" type="presParOf" srcId="{CAF41426-51D0-419D-9E4B-207C32F4DDB8}" destId="{F6164107-97FE-4A81-83CC-00060ECC8902}" srcOrd="20" destOrd="0" presId="urn:microsoft.com/office/officeart/2008/layout/LinedList"/>
    <dgm:cxn modelId="{D0FF6A36-0925-47AC-8754-EC3567B0E15B}" type="presParOf" srcId="{CAF41426-51D0-419D-9E4B-207C32F4DDB8}" destId="{D801FA35-1F4D-439E-9A41-6D23FCB17389}" srcOrd="21" destOrd="0" presId="urn:microsoft.com/office/officeart/2008/layout/Lined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2AA76CEC-4A49-446A-81B7-FEB22EC2776D}" type="doc">
      <dgm:prSet loTypeId="urn:microsoft.com/office/officeart/2008/layout/LinedList" loCatId="hierarchy" qsTypeId="urn:microsoft.com/office/officeart/2005/8/quickstyle/simple3" qsCatId="simple" csTypeId="urn:microsoft.com/office/officeart/2005/8/colors/colorful5" csCatId="colorful" phldr="1"/>
      <dgm:spPr/>
      <dgm:t>
        <a:bodyPr/>
        <a:lstStyle/>
        <a:p>
          <a:endParaRPr lang="en-IN"/>
        </a:p>
      </dgm:t>
    </dgm:pt>
    <dgm:pt modelId="{E6D89FC3-19A5-4E45-8A94-4D03AE3A5F2C}">
      <dgm:prSet phldrT="[Text]" custT="1"/>
      <dgm:spPr/>
      <dgm:t>
        <a:bodyPr/>
        <a:lstStyle/>
        <a:p>
          <a:r>
            <a:rPr lang="en-IN" sz="1800" dirty="0"/>
            <a:t>Types of Operators</a:t>
          </a:r>
        </a:p>
      </dgm:t>
    </dgm:pt>
    <dgm:pt modelId="{FC728F0C-C5FA-4E9C-9A2C-802026F52466}" type="parTrans" cxnId="{938BB137-69BC-41E2-822B-96DE1424B1D8}">
      <dgm:prSet/>
      <dgm:spPr/>
      <dgm:t>
        <a:bodyPr/>
        <a:lstStyle/>
        <a:p>
          <a:endParaRPr lang="en-IN" sz="1800"/>
        </a:p>
      </dgm:t>
    </dgm:pt>
    <dgm:pt modelId="{F51FE7B1-9CAF-42FB-A819-BEF374F30EFA}" type="sibTrans" cxnId="{938BB137-69BC-41E2-822B-96DE1424B1D8}">
      <dgm:prSet/>
      <dgm:spPr/>
      <dgm:t>
        <a:bodyPr/>
        <a:lstStyle/>
        <a:p>
          <a:endParaRPr lang="en-IN" sz="1800"/>
        </a:p>
      </dgm:t>
    </dgm:pt>
    <dgm:pt modelId="{C4EEA271-3D87-4C0C-912A-3F99AFAC0669}">
      <dgm:prSet phldrT="[Text]" custT="1"/>
      <dgm:spPr>
        <a:solidFill>
          <a:schemeClr val="bg1"/>
        </a:solidFill>
      </dgm:spPr>
      <dgm:t>
        <a:bodyPr/>
        <a:lstStyle/>
        <a:p>
          <a:r>
            <a:rPr lang="en-IN" sz="1800" b="0" i="0" dirty="0"/>
            <a:t>Arithmetic Operators</a:t>
          </a:r>
          <a:endParaRPr lang="en-IN" sz="1800" dirty="0"/>
        </a:p>
      </dgm:t>
    </dgm:pt>
    <dgm:pt modelId="{3C7574BD-DFEF-44E8-B378-D391289AB0C5}" type="parTrans" cxnId="{93E30C64-A5D3-40F0-82EA-4FE492CCA767}">
      <dgm:prSet custT="1"/>
      <dgm:spPr/>
      <dgm:t>
        <a:bodyPr/>
        <a:lstStyle/>
        <a:p>
          <a:endParaRPr lang="en-IN" sz="1800"/>
        </a:p>
      </dgm:t>
    </dgm:pt>
    <dgm:pt modelId="{76C037FC-C43B-4CB5-9D12-A5B10064505E}" type="sibTrans" cxnId="{93E30C64-A5D3-40F0-82EA-4FE492CCA767}">
      <dgm:prSet/>
      <dgm:spPr/>
      <dgm:t>
        <a:bodyPr/>
        <a:lstStyle/>
        <a:p>
          <a:endParaRPr lang="en-IN" sz="1800"/>
        </a:p>
      </dgm:t>
    </dgm:pt>
    <dgm:pt modelId="{98638CDC-BE70-483E-A025-26870C3283CD}">
      <dgm:prSet phldrT="[Text]" custT="1"/>
      <dgm:spPr/>
      <dgm:t>
        <a:bodyPr/>
        <a:lstStyle/>
        <a:p>
          <a:r>
            <a:rPr lang="en-IN" sz="1800" b="0" i="0" dirty="0"/>
            <a:t>Assignment Operators</a:t>
          </a:r>
          <a:endParaRPr lang="en-IN" sz="1800" dirty="0"/>
        </a:p>
      </dgm:t>
    </dgm:pt>
    <dgm:pt modelId="{35272958-6A4F-4BD8-88CF-BF3BA51B35FF}" type="parTrans" cxnId="{4DC4BBEF-9F8F-42AB-9084-49BB92DC5F43}">
      <dgm:prSet custT="1"/>
      <dgm:spPr/>
      <dgm:t>
        <a:bodyPr/>
        <a:lstStyle/>
        <a:p>
          <a:endParaRPr lang="en-IN" sz="1800"/>
        </a:p>
      </dgm:t>
    </dgm:pt>
    <dgm:pt modelId="{761CAF09-2A54-4748-AB50-42A2A603C695}" type="sibTrans" cxnId="{4DC4BBEF-9F8F-42AB-9084-49BB92DC5F43}">
      <dgm:prSet/>
      <dgm:spPr/>
      <dgm:t>
        <a:bodyPr/>
        <a:lstStyle/>
        <a:p>
          <a:endParaRPr lang="en-IN" sz="1800"/>
        </a:p>
      </dgm:t>
    </dgm:pt>
    <dgm:pt modelId="{D8C112DC-D5D9-4F93-850E-0CB7D562F558}">
      <dgm:prSet phldrT="[Text]" custT="1"/>
      <dgm:spPr/>
      <dgm:t>
        <a:bodyPr/>
        <a:lstStyle/>
        <a:p>
          <a:r>
            <a:rPr lang="en-IN" sz="1800" b="0" i="0" dirty="0"/>
            <a:t>Comparison Operators</a:t>
          </a:r>
          <a:endParaRPr lang="en-IN" sz="1800" dirty="0"/>
        </a:p>
      </dgm:t>
    </dgm:pt>
    <dgm:pt modelId="{3FA1BEFF-91E7-4C5F-BB5B-1F3EF63EA843}" type="parTrans" cxnId="{C0FF34B4-0CF5-45EE-9178-CFB1A95FEACE}">
      <dgm:prSet custT="1"/>
      <dgm:spPr/>
      <dgm:t>
        <a:bodyPr/>
        <a:lstStyle/>
        <a:p>
          <a:endParaRPr lang="en-IN" sz="1800"/>
        </a:p>
      </dgm:t>
    </dgm:pt>
    <dgm:pt modelId="{A1F9DA93-F2B9-4B3E-BB36-144A6C1B5896}" type="sibTrans" cxnId="{C0FF34B4-0CF5-45EE-9178-CFB1A95FEACE}">
      <dgm:prSet/>
      <dgm:spPr/>
      <dgm:t>
        <a:bodyPr/>
        <a:lstStyle/>
        <a:p>
          <a:endParaRPr lang="en-IN" sz="1800"/>
        </a:p>
      </dgm:t>
    </dgm:pt>
    <dgm:pt modelId="{8EF17BD3-ABC1-4914-92F7-E71083DC6502}">
      <dgm:prSet custT="1"/>
      <dgm:spPr/>
      <dgm:t>
        <a:bodyPr/>
        <a:lstStyle/>
        <a:p>
          <a:r>
            <a:rPr lang="en-IN" sz="1800" b="0" i="0" dirty="0"/>
            <a:t>Logical Operators</a:t>
          </a:r>
          <a:endParaRPr lang="en-IN" sz="1800" dirty="0"/>
        </a:p>
      </dgm:t>
    </dgm:pt>
    <dgm:pt modelId="{A71BB647-835D-4389-ACF8-CF71C5AAAC79}" type="parTrans" cxnId="{B63C245F-6424-4353-AF3E-8D2C0FBDF3DB}">
      <dgm:prSet custT="1"/>
      <dgm:spPr/>
      <dgm:t>
        <a:bodyPr/>
        <a:lstStyle/>
        <a:p>
          <a:endParaRPr lang="en-IN" sz="1800"/>
        </a:p>
      </dgm:t>
    </dgm:pt>
    <dgm:pt modelId="{6BFAE0E8-5A45-4AAE-8798-B1D274E52585}" type="sibTrans" cxnId="{B63C245F-6424-4353-AF3E-8D2C0FBDF3DB}">
      <dgm:prSet/>
      <dgm:spPr/>
      <dgm:t>
        <a:bodyPr/>
        <a:lstStyle/>
        <a:p>
          <a:endParaRPr lang="en-IN" sz="1800"/>
        </a:p>
      </dgm:t>
    </dgm:pt>
    <dgm:pt modelId="{3DFD13A5-D89C-40C6-BC47-51E02996BD53}">
      <dgm:prSet custT="1"/>
      <dgm:spPr>
        <a:solidFill>
          <a:srgbClr val="FFFF00"/>
        </a:solidFill>
      </dgm:spPr>
      <dgm:t>
        <a:bodyPr/>
        <a:lstStyle/>
        <a:p>
          <a:r>
            <a:rPr lang="en-IN" sz="1800" b="0" dirty="0"/>
            <a:t>Unary Operators</a:t>
          </a:r>
          <a:endParaRPr lang="en-IN" sz="1800" dirty="0"/>
        </a:p>
      </dgm:t>
    </dgm:pt>
    <dgm:pt modelId="{0493CE3E-B075-4418-910D-DEBE06869E35}" type="parTrans" cxnId="{70AFB806-4D6E-4188-99AE-BF9570AAA3DE}">
      <dgm:prSet custT="1"/>
      <dgm:spPr/>
      <dgm:t>
        <a:bodyPr/>
        <a:lstStyle/>
        <a:p>
          <a:endParaRPr lang="en-IN" sz="1800"/>
        </a:p>
      </dgm:t>
    </dgm:pt>
    <dgm:pt modelId="{39C1EB49-60D8-4D6F-846D-E2C48B8AB330}" type="sibTrans" cxnId="{70AFB806-4D6E-4188-99AE-BF9570AAA3DE}">
      <dgm:prSet/>
      <dgm:spPr/>
      <dgm:t>
        <a:bodyPr/>
        <a:lstStyle/>
        <a:p>
          <a:endParaRPr lang="en-IN" sz="1800"/>
        </a:p>
      </dgm:t>
    </dgm:pt>
    <dgm:pt modelId="{6E6A29A6-458D-401B-8BD6-3579D5748DF8}">
      <dgm:prSet custT="1"/>
      <dgm:spPr/>
      <dgm:t>
        <a:bodyPr/>
        <a:lstStyle/>
        <a:p>
          <a:r>
            <a:rPr lang="en-IN" sz="1800" b="0" dirty="0"/>
            <a:t>Ternary/ Conditional Operator</a:t>
          </a:r>
          <a:endParaRPr lang="en-IN" sz="1800" dirty="0"/>
        </a:p>
      </dgm:t>
    </dgm:pt>
    <dgm:pt modelId="{60031E9E-871E-4CBF-BCBF-06EFF6F9838A}" type="parTrans" cxnId="{69A21FEA-B000-4584-833D-9EC8E3716232}">
      <dgm:prSet custT="1"/>
      <dgm:spPr/>
      <dgm:t>
        <a:bodyPr/>
        <a:lstStyle/>
        <a:p>
          <a:endParaRPr lang="en-IN" sz="1800"/>
        </a:p>
      </dgm:t>
    </dgm:pt>
    <dgm:pt modelId="{F7D64699-C0A2-41FE-A69A-7327A0B8C882}" type="sibTrans" cxnId="{69A21FEA-B000-4584-833D-9EC8E3716232}">
      <dgm:prSet/>
      <dgm:spPr/>
      <dgm:t>
        <a:bodyPr/>
        <a:lstStyle/>
        <a:p>
          <a:endParaRPr lang="en-IN" sz="1800"/>
        </a:p>
      </dgm:t>
    </dgm:pt>
    <dgm:pt modelId="{E38C92F8-6B33-4CBC-B469-2043B66B53C5}">
      <dgm:prSet custT="1"/>
      <dgm:spPr/>
      <dgm:t>
        <a:bodyPr/>
        <a:lstStyle/>
        <a:p>
          <a:r>
            <a:rPr lang="en-IN" sz="1800" b="0" dirty="0"/>
            <a:t>instanceof Operator</a:t>
          </a:r>
          <a:endParaRPr lang="en-IN" sz="1800" dirty="0"/>
        </a:p>
      </dgm:t>
    </dgm:pt>
    <dgm:pt modelId="{26A3169A-2F6E-4990-81CF-B1E772B11B17}" type="sibTrans" cxnId="{786E4FC5-31E1-4EFB-B6C9-023F5CFA563C}">
      <dgm:prSet/>
      <dgm:spPr/>
      <dgm:t>
        <a:bodyPr/>
        <a:lstStyle/>
        <a:p>
          <a:endParaRPr lang="en-IN" sz="1800"/>
        </a:p>
      </dgm:t>
    </dgm:pt>
    <dgm:pt modelId="{85DBBA0C-5EF9-48D7-A2BD-C5269842CFA2}" type="parTrans" cxnId="{786E4FC5-31E1-4EFB-B6C9-023F5CFA563C}">
      <dgm:prSet custT="1"/>
      <dgm:spPr/>
      <dgm:t>
        <a:bodyPr/>
        <a:lstStyle/>
        <a:p>
          <a:endParaRPr lang="en-IN" sz="1800"/>
        </a:p>
      </dgm:t>
    </dgm:pt>
    <dgm:pt modelId="{000A36FB-B827-4AF1-8D8E-9FAF15BC6333}" type="pres">
      <dgm:prSet presAssocID="{2AA76CEC-4A49-446A-81B7-FEB22EC2776D}" presName="vert0" presStyleCnt="0">
        <dgm:presLayoutVars>
          <dgm:dir/>
          <dgm:animOne val="branch"/>
          <dgm:animLvl val="lvl"/>
        </dgm:presLayoutVars>
      </dgm:prSet>
      <dgm:spPr/>
    </dgm:pt>
    <dgm:pt modelId="{204BBE35-1F99-4177-A3C5-2EC9B949E5D5}" type="pres">
      <dgm:prSet presAssocID="{E6D89FC3-19A5-4E45-8A94-4D03AE3A5F2C}" presName="thickLine" presStyleLbl="alignNode1" presStyleIdx="0" presStyleCnt="1"/>
      <dgm:spPr/>
    </dgm:pt>
    <dgm:pt modelId="{94CB4109-FB27-4483-A801-2E917C5DA35C}" type="pres">
      <dgm:prSet presAssocID="{E6D89FC3-19A5-4E45-8A94-4D03AE3A5F2C}" presName="horz1" presStyleCnt="0"/>
      <dgm:spPr/>
    </dgm:pt>
    <dgm:pt modelId="{7C31FA62-7DCF-4159-92CD-6840FBF7259F}" type="pres">
      <dgm:prSet presAssocID="{E6D89FC3-19A5-4E45-8A94-4D03AE3A5F2C}" presName="tx1" presStyleLbl="revTx" presStyleIdx="0" presStyleCnt="8" custScaleX="222132"/>
      <dgm:spPr/>
    </dgm:pt>
    <dgm:pt modelId="{CAF41426-51D0-419D-9E4B-207C32F4DDB8}" type="pres">
      <dgm:prSet presAssocID="{E6D89FC3-19A5-4E45-8A94-4D03AE3A5F2C}" presName="vert1" presStyleCnt="0"/>
      <dgm:spPr/>
    </dgm:pt>
    <dgm:pt modelId="{107F0B28-0617-434B-B29A-342D0CB44058}" type="pres">
      <dgm:prSet presAssocID="{C4EEA271-3D87-4C0C-912A-3F99AFAC0669}" presName="vertSpace2a" presStyleCnt="0"/>
      <dgm:spPr/>
    </dgm:pt>
    <dgm:pt modelId="{EA150CDB-C789-45AC-8C83-BF74ED372D69}" type="pres">
      <dgm:prSet presAssocID="{C4EEA271-3D87-4C0C-912A-3F99AFAC0669}" presName="horz2" presStyleCnt="0"/>
      <dgm:spPr/>
    </dgm:pt>
    <dgm:pt modelId="{F44E7406-8B6D-45BC-9925-14AE18963237}" type="pres">
      <dgm:prSet presAssocID="{C4EEA271-3D87-4C0C-912A-3F99AFAC0669}" presName="horzSpace2" presStyleCnt="0"/>
      <dgm:spPr/>
    </dgm:pt>
    <dgm:pt modelId="{8DC4FE41-CDBE-4AC4-B463-98FF866824DA}" type="pres">
      <dgm:prSet presAssocID="{C4EEA271-3D87-4C0C-912A-3F99AFAC0669}" presName="tx2" presStyleLbl="revTx" presStyleIdx="1" presStyleCnt="8"/>
      <dgm:spPr/>
    </dgm:pt>
    <dgm:pt modelId="{53AD6B86-8610-4243-ABB4-B8836909123C}" type="pres">
      <dgm:prSet presAssocID="{C4EEA271-3D87-4C0C-912A-3F99AFAC0669}" presName="vert2" presStyleCnt="0"/>
      <dgm:spPr/>
    </dgm:pt>
    <dgm:pt modelId="{80DB9D29-DDDB-4582-B792-FB81CCA6C9FB}" type="pres">
      <dgm:prSet presAssocID="{C4EEA271-3D87-4C0C-912A-3F99AFAC0669}" presName="thinLine2b" presStyleLbl="callout" presStyleIdx="0" presStyleCnt="7"/>
      <dgm:spPr/>
    </dgm:pt>
    <dgm:pt modelId="{AC40A90E-41E0-4558-8E83-6FFEE96DA169}" type="pres">
      <dgm:prSet presAssocID="{C4EEA271-3D87-4C0C-912A-3F99AFAC0669}" presName="vertSpace2b" presStyleCnt="0"/>
      <dgm:spPr/>
    </dgm:pt>
    <dgm:pt modelId="{48C240C3-99A5-4666-9430-EC110E118F3D}" type="pres">
      <dgm:prSet presAssocID="{98638CDC-BE70-483E-A025-26870C3283CD}" presName="horz2" presStyleCnt="0"/>
      <dgm:spPr/>
    </dgm:pt>
    <dgm:pt modelId="{4EC5B154-19F9-4BE6-97F2-110FFEB985B9}" type="pres">
      <dgm:prSet presAssocID="{98638CDC-BE70-483E-A025-26870C3283CD}" presName="horzSpace2" presStyleCnt="0"/>
      <dgm:spPr/>
    </dgm:pt>
    <dgm:pt modelId="{99F5DFB5-8775-4BAB-9DBD-F10BA17078AD}" type="pres">
      <dgm:prSet presAssocID="{98638CDC-BE70-483E-A025-26870C3283CD}" presName="tx2" presStyleLbl="revTx" presStyleIdx="2" presStyleCnt="8"/>
      <dgm:spPr/>
    </dgm:pt>
    <dgm:pt modelId="{BFD050F6-52ED-44FF-BDBA-A348A5EE3FAC}" type="pres">
      <dgm:prSet presAssocID="{98638CDC-BE70-483E-A025-26870C3283CD}" presName="vert2" presStyleCnt="0"/>
      <dgm:spPr/>
    </dgm:pt>
    <dgm:pt modelId="{1A32E401-DA1D-4D42-9482-C2645401774B}" type="pres">
      <dgm:prSet presAssocID="{98638CDC-BE70-483E-A025-26870C3283CD}" presName="thinLine2b" presStyleLbl="callout" presStyleIdx="1" presStyleCnt="7"/>
      <dgm:spPr/>
    </dgm:pt>
    <dgm:pt modelId="{F25301CA-26A3-4010-A745-D7F94888B09F}" type="pres">
      <dgm:prSet presAssocID="{98638CDC-BE70-483E-A025-26870C3283CD}" presName="vertSpace2b" presStyleCnt="0"/>
      <dgm:spPr/>
    </dgm:pt>
    <dgm:pt modelId="{D485C292-52AF-482A-A4EB-B277DA05D29E}" type="pres">
      <dgm:prSet presAssocID="{D8C112DC-D5D9-4F93-850E-0CB7D562F558}" presName="horz2" presStyleCnt="0"/>
      <dgm:spPr/>
    </dgm:pt>
    <dgm:pt modelId="{5DBDC5C1-3DC7-4A22-B949-1B9E0A6C5E72}" type="pres">
      <dgm:prSet presAssocID="{D8C112DC-D5D9-4F93-850E-0CB7D562F558}" presName="horzSpace2" presStyleCnt="0"/>
      <dgm:spPr/>
    </dgm:pt>
    <dgm:pt modelId="{21D69948-6332-4CD4-871A-5D52EFE46A04}" type="pres">
      <dgm:prSet presAssocID="{D8C112DC-D5D9-4F93-850E-0CB7D562F558}" presName="tx2" presStyleLbl="revTx" presStyleIdx="3" presStyleCnt="8"/>
      <dgm:spPr/>
    </dgm:pt>
    <dgm:pt modelId="{2093BD50-F5B8-46B6-A5EC-05D534CA40B8}" type="pres">
      <dgm:prSet presAssocID="{D8C112DC-D5D9-4F93-850E-0CB7D562F558}" presName="vert2" presStyleCnt="0"/>
      <dgm:spPr/>
    </dgm:pt>
    <dgm:pt modelId="{19F7E037-4803-4406-BB0C-D4FBEAFAEA87}" type="pres">
      <dgm:prSet presAssocID="{D8C112DC-D5D9-4F93-850E-0CB7D562F558}" presName="thinLine2b" presStyleLbl="callout" presStyleIdx="2" presStyleCnt="7"/>
      <dgm:spPr/>
    </dgm:pt>
    <dgm:pt modelId="{4CDFDA1A-8B82-4CBE-B3AF-314D7597941E}" type="pres">
      <dgm:prSet presAssocID="{D8C112DC-D5D9-4F93-850E-0CB7D562F558}" presName="vertSpace2b" presStyleCnt="0"/>
      <dgm:spPr/>
    </dgm:pt>
    <dgm:pt modelId="{BA0AE109-1908-4FF4-99C5-1B20356187B2}" type="pres">
      <dgm:prSet presAssocID="{8EF17BD3-ABC1-4914-92F7-E71083DC6502}" presName="horz2" presStyleCnt="0"/>
      <dgm:spPr/>
    </dgm:pt>
    <dgm:pt modelId="{4F727F8C-5EE1-43C7-8D55-7D20CDA38F00}" type="pres">
      <dgm:prSet presAssocID="{8EF17BD3-ABC1-4914-92F7-E71083DC6502}" presName="horzSpace2" presStyleCnt="0"/>
      <dgm:spPr/>
    </dgm:pt>
    <dgm:pt modelId="{7380F50D-0A8C-499F-9058-4EF1DA7749CD}" type="pres">
      <dgm:prSet presAssocID="{8EF17BD3-ABC1-4914-92F7-E71083DC6502}" presName="tx2" presStyleLbl="revTx" presStyleIdx="4" presStyleCnt="8"/>
      <dgm:spPr/>
    </dgm:pt>
    <dgm:pt modelId="{830DAB4C-2E9A-4F1E-A8BD-3B173B715A3D}" type="pres">
      <dgm:prSet presAssocID="{8EF17BD3-ABC1-4914-92F7-E71083DC6502}" presName="vert2" presStyleCnt="0"/>
      <dgm:spPr/>
    </dgm:pt>
    <dgm:pt modelId="{FF3D9E33-E774-4838-B00C-D036750CD321}" type="pres">
      <dgm:prSet presAssocID="{8EF17BD3-ABC1-4914-92F7-E71083DC6502}" presName="thinLine2b" presStyleLbl="callout" presStyleIdx="3" presStyleCnt="7"/>
      <dgm:spPr/>
    </dgm:pt>
    <dgm:pt modelId="{0399D71B-1422-4292-98D4-6FB896D5B0AF}" type="pres">
      <dgm:prSet presAssocID="{8EF17BD3-ABC1-4914-92F7-E71083DC6502}" presName="vertSpace2b" presStyleCnt="0"/>
      <dgm:spPr/>
    </dgm:pt>
    <dgm:pt modelId="{E60C3F0D-3B63-4A9E-A526-291D03251E91}" type="pres">
      <dgm:prSet presAssocID="{3DFD13A5-D89C-40C6-BC47-51E02996BD53}" presName="horz2" presStyleCnt="0"/>
      <dgm:spPr/>
    </dgm:pt>
    <dgm:pt modelId="{6B1DDA01-5837-4866-BF33-BD1F7110B6C2}" type="pres">
      <dgm:prSet presAssocID="{3DFD13A5-D89C-40C6-BC47-51E02996BD53}" presName="horzSpace2" presStyleCnt="0"/>
      <dgm:spPr/>
    </dgm:pt>
    <dgm:pt modelId="{54662282-0506-41B3-B41C-EEFD1D125C3D}" type="pres">
      <dgm:prSet presAssocID="{3DFD13A5-D89C-40C6-BC47-51E02996BD53}" presName="tx2" presStyleLbl="revTx" presStyleIdx="5" presStyleCnt="8"/>
      <dgm:spPr/>
    </dgm:pt>
    <dgm:pt modelId="{D486FDFE-CE22-46B1-985D-D89CD6ADED05}" type="pres">
      <dgm:prSet presAssocID="{3DFD13A5-D89C-40C6-BC47-51E02996BD53}" presName="vert2" presStyleCnt="0"/>
      <dgm:spPr/>
    </dgm:pt>
    <dgm:pt modelId="{A3DEB657-0CCB-4DC3-BFEC-E11D7AA8E5DD}" type="pres">
      <dgm:prSet presAssocID="{3DFD13A5-D89C-40C6-BC47-51E02996BD53}" presName="thinLine2b" presStyleLbl="callout" presStyleIdx="4" presStyleCnt="7"/>
      <dgm:spPr/>
    </dgm:pt>
    <dgm:pt modelId="{8F1D75E3-FAF2-4311-A183-CB601B47100F}" type="pres">
      <dgm:prSet presAssocID="{3DFD13A5-D89C-40C6-BC47-51E02996BD53}" presName="vertSpace2b" presStyleCnt="0"/>
      <dgm:spPr/>
    </dgm:pt>
    <dgm:pt modelId="{1FFA63AC-D4E2-41AB-8112-A21F1BAF83B1}" type="pres">
      <dgm:prSet presAssocID="{6E6A29A6-458D-401B-8BD6-3579D5748DF8}" presName="horz2" presStyleCnt="0"/>
      <dgm:spPr/>
    </dgm:pt>
    <dgm:pt modelId="{DA94869F-A388-4391-B5FB-F6871FCCAA67}" type="pres">
      <dgm:prSet presAssocID="{6E6A29A6-458D-401B-8BD6-3579D5748DF8}" presName="horzSpace2" presStyleCnt="0"/>
      <dgm:spPr/>
    </dgm:pt>
    <dgm:pt modelId="{1E8277E9-A421-4F4E-826A-37359E981746}" type="pres">
      <dgm:prSet presAssocID="{6E6A29A6-458D-401B-8BD6-3579D5748DF8}" presName="tx2" presStyleLbl="revTx" presStyleIdx="6" presStyleCnt="8"/>
      <dgm:spPr/>
    </dgm:pt>
    <dgm:pt modelId="{F3863652-1F6D-43AC-BEFC-E5BD1D568AC3}" type="pres">
      <dgm:prSet presAssocID="{6E6A29A6-458D-401B-8BD6-3579D5748DF8}" presName="vert2" presStyleCnt="0"/>
      <dgm:spPr/>
    </dgm:pt>
    <dgm:pt modelId="{50DB1A0B-13D5-4FC7-B1D8-9F9379317C82}" type="pres">
      <dgm:prSet presAssocID="{6E6A29A6-458D-401B-8BD6-3579D5748DF8}" presName="thinLine2b" presStyleLbl="callout" presStyleIdx="5" presStyleCnt="7"/>
      <dgm:spPr/>
    </dgm:pt>
    <dgm:pt modelId="{4E402236-A7AA-47A7-943E-D92C8A7AC9C1}" type="pres">
      <dgm:prSet presAssocID="{6E6A29A6-458D-401B-8BD6-3579D5748DF8}" presName="vertSpace2b" presStyleCnt="0"/>
      <dgm:spPr/>
    </dgm:pt>
    <dgm:pt modelId="{5E8B1615-078A-404F-9A4A-CB9E3C468543}" type="pres">
      <dgm:prSet presAssocID="{E38C92F8-6B33-4CBC-B469-2043B66B53C5}" presName="horz2" presStyleCnt="0"/>
      <dgm:spPr/>
    </dgm:pt>
    <dgm:pt modelId="{CEC596CF-82B4-4A6C-8C58-C343535CF7AE}" type="pres">
      <dgm:prSet presAssocID="{E38C92F8-6B33-4CBC-B469-2043B66B53C5}" presName="horzSpace2" presStyleCnt="0"/>
      <dgm:spPr/>
    </dgm:pt>
    <dgm:pt modelId="{43052584-286B-4058-A607-12B9CDE8CA5E}" type="pres">
      <dgm:prSet presAssocID="{E38C92F8-6B33-4CBC-B469-2043B66B53C5}" presName="tx2" presStyleLbl="revTx" presStyleIdx="7" presStyleCnt="8"/>
      <dgm:spPr/>
    </dgm:pt>
    <dgm:pt modelId="{C489C27E-2308-4E5F-8DD9-1EECB3F41603}" type="pres">
      <dgm:prSet presAssocID="{E38C92F8-6B33-4CBC-B469-2043B66B53C5}" presName="vert2" presStyleCnt="0"/>
      <dgm:spPr/>
    </dgm:pt>
    <dgm:pt modelId="{F6164107-97FE-4A81-83CC-00060ECC8902}" type="pres">
      <dgm:prSet presAssocID="{E38C92F8-6B33-4CBC-B469-2043B66B53C5}" presName="thinLine2b" presStyleLbl="callout" presStyleIdx="6" presStyleCnt="7"/>
      <dgm:spPr/>
    </dgm:pt>
    <dgm:pt modelId="{D801FA35-1F4D-439E-9A41-6D23FCB17389}" type="pres">
      <dgm:prSet presAssocID="{E38C92F8-6B33-4CBC-B469-2043B66B53C5}" presName="vertSpace2b" presStyleCnt="0"/>
      <dgm:spPr/>
    </dgm:pt>
  </dgm:ptLst>
  <dgm:cxnLst>
    <dgm:cxn modelId="{70AFB806-4D6E-4188-99AE-BF9570AAA3DE}" srcId="{E6D89FC3-19A5-4E45-8A94-4D03AE3A5F2C}" destId="{3DFD13A5-D89C-40C6-BC47-51E02996BD53}" srcOrd="4" destOrd="0" parTransId="{0493CE3E-B075-4418-910D-DEBE06869E35}" sibTransId="{39C1EB49-60D8-4D6F-846D-E2C48B8AB330}"/>
    <dgm:cxn modelId="{3603D435-522C-47F2-BED9-7709180F4E23}" type="presOf" srcId="{C4EEA271-3D87-4C0C-912A-3F99AFAC0669}" destId="{8DC4FE41-CDBE-4AC4-B463-98FF866824DA}" srcOrd="0" destOrd="0" presId="urn:microsoft.com/office/officeart/2008/layout/LinedList"/>
    <dgm:cxn modelId="{938BB137-69BC-41E2-822B-96DE1424B1D8}" srcId="{2AA76CEC-4A49-446A-81B7-FEB22EC2776D}" destId="{E6D89FC3-19A5-4E45-8A94-4D03AE3A5F2C}" srcOrd="0" destOrd="0" parTransId="{FC728F0C-C5FA-4E9C-9A2C-802026F52466}" sibTransId="{F51FE7B1-9CAF-42FB-A819-BEF374F30EFA}"/>
    <dgm:cxn modelId="{B63C245F-6424-4353-AF3E-8D2C0FBDF3DB}" srcId="{E6D89FC3-19A5-4E45-8A94-4D03AE3A5F2C}" destId="{8EF17BD3-ABC1-4914-92F7-E71083DC6502}" srcOrd="3" destOrd="0" parTransId="{A71BB647-835D-4389-ACF8-CF71C5AAAC79}" sibTransId="{6BFAE0E8-5A45-4AAE-8798-B1D274E52585}"/>
    <dgm:cxn modelId="{93E30C64-A5D3-40F0-82EA-4FE492CCA767}" srcId="{E6D89FC3-19A5-4E45-8A94-4D03AE3A5F2C}" destId="{C4EEA271-3D87-4C0C-912A-3F99AFAC0669}" srcOrd="0" destOrd="0" parTransId="{3C7574BD-DFEF-44E8-B378-D391289AB0C5}" sibTransId="{76C037FC-C43B-4CB5-9D12-A5B10064505E}"/>
    <dgm:cxn modelId="{9DE9F852-41FB-4086-BBD0-9979CB8D9F6F}" type="presOf" srcId="{8EF17BD3-ABC1-4914-92F7-E71083DC6502}" destId="{7380F50D-0A8C-499F-9058-4EF1DA7749CD}" srcOrd="0" destOrd="0" presId="urn:microsoft.com/office/officeart/2008/layout/LinedList"/>
    <dgm:cxn modelId="{1EA43E53-762C-4F9E-B81E-4F957ADDBC30}" type="presOf" srcId="{6E6A29A6-458D-401B-8BD6-3579D5748DF8}" destId="{1E8277E9-A421-4F4E-826A-37359E981746}" srcOrd="0" destOrd="0" presId="urn:microsoft.com/office/officeart/2008/layout/LinedList"/>
    <dgm:cxn modelId="{654D218E-D177-40B0-BD28-E3F8014C9755}" type="presOf" srcId="{D8C112DC-D5D9-4F93-850E-0CB7D562F558}" destId="{21D69948-6332-4CD4-871A-5D52EFE46A04}" srcOrd="0" destOrd="0" presId="urn:microsoft.com/office/officeart/2008/layout/LinedList"/>
    <dgm:cxn modelId="{F995CEAA-BDD0-4ED8-807D-83039420DD6C}" type="presOf" srcId="{2AA76CEC-4A49-446A-81B7-FEB22EC2776D}" destId="{000A36FB-B827-4AF1-8D8E-9FAF15BC6333}" srcOrd="0" destOrd="0" presId="urn:microsoft.com/office/officeart/2008/layout/LinedList"/>
    <dgm:cxn modelId="{CB9126AE-8A23-4131-BD5B-B7A52B9324EE}" type="presOf" srcId="{3DFD13A5-D89C-40C6-BC47-51E02996BD53}" destId="{54662282-0506-41B3-B41C-EEFD1D125C3D}" srcOrd="0" destOrd="0" presId="urn:microsoft.com/office/officeart/2008/layout/LinedList"/>
    <dgm:cxn modelId="{C0FF34B4-0CF5-45EE-9178-CFB1A95FEACE}" srcId="{E6D89FC3-19A5-4E45-8A94-4D03AE3A5F2C}" destId="{D8C112DC-D5D9-4F93-850E-0CB7D562F558}" srcOrd="2" destOrd="0" parTransId="{3FA1BEFF-91E7-4C5F-BB5B-1F3EF63EA843}" sibTransId="{A1F9DA93-F2B9-4B3E-BB36-144A6C1B5896}"/>
    <dgm:cxn modelId="{28A26FB7-BEF6-4179-BAFF-22B83BBA93D2}" type="presOf" srcId="{98638CDC-BE70-483E-A025-26870C3283CD}" destId="{99F5DFB5-8775-4BAB-9DBD-F10BA17078AD}" srcOrd="0" destOrd="0" presId="urn:microsoft.com/office/officeart/2008/layout/LinedList"/>
    <dgm:cxn modelId="{786E4FC5-31E1-4EFB-B6C9-023F5CFA563C}" srcId="{E6D89FC3-19A5-4E45-8A94-4D03AE3A5F2C}" destId="{E38C92F8-6B33-4CBC-B469-2043B66B53C5}" srcOrd="6" destOrd="0" parTransId="{85DBBA0C-5EF9-48D7-A2BD-C5269842CFA2}" sibTransId="{26A3169A-2F6E-4990-81CF-B1E772B11B17}"/>
    <dgm:cxn modelId="{11D290C9-2B36-418B-914B-F8E10C12F281}" type="presOf" srcId="{E38C92F8-6B33-4CBC-B469-2043B66B53C5}" destId="{43052584-286B-4058-A607-12B9CDE8CA5E}" srcOrd="0" destOrd="0" presId="urn:microsoft.com/office/officeart/2008/layout/LinedList"/>
    <dgm:cxn modelId="{E20F30CA-4344-4C7A-B37C-BDD1AD264584}" type="presOf" srcId="{E6D89FC3-19A5-4E45-8A94-4D03AE3A5F2C}" destId="{7C31FA62-7DCF-4159-92CD-6840FBF7259F}" srcOrd="0" destOrd="0" presId="urn:microsoft.com/office/officeart/2008/layout/LinedList"/>
    <dgm:cxn modelId="{69A21FEA-B000-4584-833D-9EC8E3716232}" srcId="{E6D89FC3-19A5-4E45-8A94-4D03AE3A5F2C}" destId="{6E6A29A6-458D-401B-8BD6-3579D5748DF8}" srcOrd="5" destOrd="0" parTransId="{60031E9E-871E-4CBF-BCBF-06EFF6F9838A}" sibTransId="{F7D64699-C0A2-41FE-A69A-7327A0B8C882}"/>
    <dgm:cxn modelId="{4DC4BBEF-9F8F-42AB-9084-49BB92DC5F43}" srcId="{E6D89FC3-19A5-4E45-8A94-4D03AE3A5F2C}" destId="{98638CDC-BE70-483E-A025-26870C3283CD}" srcOrd="1" destOrd="0" parTransId="{35272958-6A4F-4BD8-88CF-BF3BA51B35FF}" sibTransId="{761CAF09-2A54-4748-AB50-42A2A603C695}"/>
    <dgm:cxn modelId="{1E5F7A5B-2AFF-48A2-BAB0-F66A3EBCAF19}" type="presParOf" srcId="{000A36FB-B827-4AF1-8D8E-9FAF15BC6333}" destId="{204BBE35-1F99-4177-A3C5-2EC9B949E5D5}" srcOrd="0" destOrd="0" presId="urn:microsoft.com/office/officeart/2008/layout/LinedList"/>
    <dgm:cxn modelId="{F6EF1FC2-3650-4656-8C7B-86F31E46E0E5}" type="presParOf" srcId="{000A36FB-B827-4AF1-8D8E-9FAF15BC6333}" destId="{94CB4109-FB27-4483-A801-2E917C5DA35C}" srcOrd="1" destOrd="0" presId="urn:microsoft.com/office/officeart/2008/layout/LinedList"/>
    <dgm:cxn modelId="{7EA70293-31D6-413B-90C9-4D10E9308602}" type="presParOf" srcId="{94CB4109-FB27-4483-A801-2E917C5DA35C}" destId="{7C31FA62-7DCF-4159-92CD-6840FBF7259F}" srcOrd="0" destOrd="0" presId="urn:microsoft.com/office/officeart/2008/layout/LinedList"/>
    <dgm:cxn modelId="{A5B202D1-C093-4258-92FA-2810E79526EF}" type="presParOf" srcId="{94CB4109-FB27-4483-A801-2E917C5DA35C}" destId="{CAF41426-51D0-419D-9E4B-207C32F4DDB8}" srcOrd="1" destOrd="0" presId="urn:microsoft.com/office/officeart/2008/layout/LinedList"/>
    <dgm:cxn modelId="{10049AFC-BAA1-46F9-85CC-8BE3CEF09044}" type="presParOf" srcId="{CAF41426-51D0-419D-9E4B-207C32F4DDB8}" destId="{107F0B28-0617-434B-B29A-342D0CB44058}" srcOrd="0" destOrd="0" presId="urn:microsoft.com/office/officeart/2008/layout/LinedList"/>
    <dgm:cxn modelId="{9A84CFE1-C242-4DDF-8F05-9B90E50D1C56}" type="presParOf" srcId="{CAF41426-51D0-419D-9E4B-207C32F4DDB8}" destId="{EA150CDB-C789-45AC-8C83-BF74ED372D69}" srcOrd="1" destOrd="0" presId="urn:microsoft.com/office/officeart/2008/layout/LinedList"/>
    <dgm:cxn modelId="{2E9F0536-C2A0-497E-9F8A-72C251C566FA}" type="presParOf" srcId="{EA150CDB-C789-45AC-8C83-BF74ED372D69}" destId="{F44E7406-8B6D-45BC-9925-14AE18963237}" srcOrd="0" destOrd="0" presId="urn:microsoft.com/office/officeart/2008/layout/LinedList"/>
    <dgm:cxn modelId="{8EE8D0C5-FA30-4B08-95C5-665F4C7C42D5}" type="presParOf" srcId="{EA150CDB-C789-45AC-8C83-BF74ED372D69}" destId="{8DC4FE41-CDBE-4AC4-B463-98FF866824DA}" srcOrd="1" destOrd="0" presId="urn:microsoft.com/office/officeart/2008/layout/LinedList"/>
    <dgm:cxn modelId="{4A32B877-3683-4AA5-9D30-AB93D81F1444}" type="presParOf" srcId="{EA150CDB-C789-45AC-8C83-BF74ED372D69}" destId="{53AD6B86-8610-4243-ABB4-B8836909123C}" srcOrd="2" destOrd="0" presId="urn:microsoft.com/office/officeart/2008/layout/LinedList"/>
    <dgm:cxn modelId="{9AE36D49-3DE8-4844-B652-F87A1A4474E3}" type="presParOf" srcId="{CAF41426-51D0-419D-9E4B-207C32F4DDB8}" destId="{80DB9D29-DDDB-4582-B792-FB81CCA6C9FB}" srcOrd="2" destOrd="0" presId="urn:microsoft.com/office/officeart/2008/layout/LinedList"/>
    <dgm:cxn modelId="{F4B173FC-9504-4E2C-9CEB-34D7C814DDC9}" type="presParOf" srcId="{CAF41426-51D0-419D-9E4B-207C32F4DDB8}" destId="{AC40A90E-41E0-4558-8E83-6FFEE96DA169}" srcOrd="3" destOrd="0" presId="urn:microsoft.com/office/officeart/2008/layout/LinedList"/>
    <dgm:cxn modelId="{09688C43-2934-4612-994F-C81BA00387C7}" type="presParOf" srcId="{CAF41426-51D0-419D-9E4B-207C32F4DDB8}" destId="{48C240C3-99A5-4666-9430-EC110E118F3D}" srcOrd="4" destOrd="0" presId="urn:microsoft.com/office/officeart/2008/layout/LinedList"/>
    <dgm:cxn modelId="{0B7BF192-197C-416D-BED6-D2F0643F0F78}" type="presParOf" srcId="{48C240C3-99A5-4666-9430-EC110E118F3D}" destId="{4EC5B154-19F9-4BE6-97F2-110FFEB985B9}" srcOrd="0" destOrd="0" presId="urn:microsoft.com/office/officeart/2008/layout/LinedList"/>
    <dgm:cxn modelId="{0D32B6E3-6C0A-45D3-86C7-7ED2DA3FF7D8}" type="presParOf" srcId="{48C240C3-99A5-4666-9430-EC110E118F3D}" destId="{99F5DFB5-8775-4BAB-9DBD-F10BA17078AD}" srcOrd="1" destOrd="0" presId="urn:microsoft.com/office/officeart/2008/layout/LinedList"/>
    <dgm:cxn modelId="{2035C7EA-F739-415D-B3C5-99A436F22705}" type="presParOf" srcId="{48C240C3-99A5-4666-9430-EC110E118F3D}" destId="{BFD050F6-52ED-44FF-BDBA-A348A5EE3FAC}" srcOrd="2" destOrd="0" presId="urn:microsoft.com/office/officeart/2008/layout/LinedList"/>
    <dgm:cxn modelId="{6B90F056-BB15-41DF-A80A-5842AE5E6B1A}" type="presParOf" srcId="{CAF41426-51D0-419D-9E4B-207C32F4DDB8}" destId="{1A32E401-DA1D-4D42-9482-C2645401774B}" srcOrd="5" destOrd="0" presId="urn:microsoft.com/office/officeart/2008/layout/LinedList"/>
    <dgm:cxn modelId="{A2CEAB55-0217-4060-85D5-C2AC86F6C0E3}" type="presParOf" srcId="{CAF41426-51D0-419D-9E4B-207C32F4DDB8}" destId="{F25301CA-26A3-4010-A745-D7F94888B09F}" srcOrd="6" destOrd="0" presId="urn:microsoft.com/office/officeart/2008/layout/LinedList"/>
    <dgm:cxn modelId="{A381F37C-BD3A-4986-BB0B-C2B53553F5CB}" type="presParOf" srcId="{CAF41426-51D0-419D-9E4B-207C32F4DDB8}" destId="{D485C292-52AF-482A-A4EB-B277DA05D29E}" srcOrd="7" destOrd="0" presId="urn:microsoft.com/office/officeart/2008/layout/LinedList"/>
    <dgm:cxn modelId="{BB3B73D2-4DC0-42C3-9243-67E9D99174E4}" type="presParOf" srcId="{D485C292-52AF-482A-A4EB-B277DA05D29E}" destId="{5DBDC5C1-3DC7-4A22-B949-1B9E0A6C5E72}" srcOrd="0" destOrd="0" presId="urn:microsoft.com/office/officeart/2008/layout/LinedList"/>
    <dgm:cxn modelId="{43777B8A-39BF-435A-90E5-61C894822334}" type="presParOf" srcId="{D485C292-52AF-482A-A4EB-B277DA05D29E}" destId="{21D69948-6332-4CD4-871A-5D52EFE46A04}" srcOrd="1" destOrd="0" presId="urn:microsoft.com/office/officeart/2008/layout/LinedList"/>
    <dgm:cxn modelId="{9F1FF45A-CF10-4971-A037-7248D4AA5F9B}" type="presParOf" srcId="{D485C292-52AF-482A-A4EB-B277DA05D29E}" destId="{2093BD50-F5B8-46B6-A5EC-05D534CA40B8}" srcOrd="2" destOrd="0" presId="urn:microsoft.com/office/officeart/2008/layout/LinedList"/>
    <dgm:cxn modelId="{7278B6E9-CE75-4EE2-8AF0-5B4A5FACD144}" type="presParOf" srcId="{CAF41426-51D0-419D-9E4B-207C32F4DDB8}" destId="{19F7E037-4803-4406-BB0C-D4FBEAFAEA87}" srcOrd="8" destOrd="0" presId="urn:microsoft.com/office/officeart/2008/layout/LinedList"/>
    <dgm:cxn modelId="{21186977-0587-4217-8BD2-AFC189A228E2}" type="presParOf" srcId="{CAF41426-51D0-419D-9E4B-207C32F4DDB8}" destId="{4CDFDA1A-8B82-4CBE-B3AF-314D7597941E}" srcOrd="9" destOrd="0" presId="urn:microsoft.com/office/officeart/2008/layout/LinedList"/>
    <dgm:cxn modelId="{CCAA8D8C-EB8E-4ED8-AE73-861501368105}" type="presParOf" srcId="{CAF41426-51D0-419D-9E4B-207C32F4DDB8}" destId="{BA0AE109-1908-4FF4-99C5-1B20356187B2}" srcOrd="10" destOrd="0" presId="urn:microsoft.com/office/officeart/2008/layout/LinedList"/>
    <dgm:cxn modelId="{D5CD0F15-3F99-4833-BC60-B7A0F1699787}" type="presParOf" srcId="{BA0AE109-1908-4FF4-99C5-1B20356187B2}" destId="{4F727F8C-5EE1-43C7-8D55-7D20CDA38F00}" srcOrd="0" destOrd="0" presId="urn:microsoft.com/office/officeart/2008/layout/LinedList"/>
    <dgm:cxn modelId="{78C4795A-10F3-48BF-87A1-ED27DECD29B9}" type="presParOf" srcId="{BA0AE109-1908-4FF4-99C5-1B20356187B2}" destId="{7380F50D-0A8C-499F-9058-4EF1DA7749CD}" srcOrd="1" destOrd="0" presId="urn:microsoft.com/office/officeart/2008/layout/LinedList"/>
    <dgm:cxn modelId="{259AD902-6A98-4AA0-BAE1-B3BF15A3E48D}" type="presParOf" srcId="{BA0AE109-1908-4FF4-99C5-1B20356187B2}" destId="{830DAB4C-2E9A-4F1E-A8BD-3B173B715A3D}" srcOrd="2" destOrd="0" presId="urn:microsoft.com/office/officeart/2008/layout/LinedList"/>
    <dgm:cxn modelId="{6D3457EC-7D30-47F0-969C-0F168A7EC1E9}" type="presParOf" srcId="{CAF41426-51D0-419D-9E4B-207C32F4DDB8}" destId="{FF3D9E33-E774-4838-B00C-D036750CD321}" srcOrd="11" destOrd="0" presId="urn:microsoft.com/office/officeart/2008/layout/LinedList"/>
    <dgm:cxn modelId="{B98E9010-8D73-48C9-9E77-E6AE4724A9D7}" type="presParOf" srcId="{CAF41426-51D0-419D-9E4B-207C32F4DDB8}" destId="{0399D71B-1422-4292-98D4-6FB896D5B0AF}" srcOrd="12" destOrd="0" presId="urn:microsoft.com/office/officeart/2008/layout/LinedList"/>
    <dgm:cxn modelId="{1A5FA69A-2326-4E05-BEC3-6867B7810C26}" type="presParOf" srcId="{CAF41426-51D0-419D-9E4B-207C32F4DDB8}" destId="{E60C3F0D-3B63-4A9E-A526-291D03251E91}" srcOrd="13" destOrd="0" presId="urn:microsoft.com/office/officeart/2008/layout/LinedList"/>
    <dgm:cxn modelId="{F376C3B0-E714-40B9-8485-46D873637F6F}" type="presParOf" srcId="{E60C3F0D-3B63-4A9E-A526-291D03251E91}" destId="{6B1DDA01-5837-4866-BF33-BD1F7110B6C2}" srcOrd="0" destOrd="0" presId="urn:microsoft.com/office/officeart/2008/layout/LinedList"/>
    <dgm:cxn modelId="{7E07BD21-71B9-43BF-9A44-0EF675E9E2D6}" type="presParOf" srcId="{E60C3F0D-3B63-4A9E-A526-291D03251E91}" destId="{54662282-0506-41B3-B41C-EEFD1D125C3D}" srcOrd="1" destOrd="0" presId="urn:microsoft.com/office/officeart/2008/layout/LinedList"/>
    <dgm:cxn modelId="{EE4A3C76-5556-46A8-BC41-1A67ADD9FE87}" type="presParOf" srcId="{E60C3F0D-3B63-4A9E-A526-291D03251E91}" destId="{D486FDFE-CE22-46B1-985D-D89CD6ADED05}" srcOrd="2" destOrd="0" presId="urn:microsoft.com/office/officeart/2008/layout/LinedList"/>
    <dgm:cxn modelId="{3F118342-AF57-4793-801C-58309497298C}" type="presParOf" srcId="{CAF41426-51D0-419D-9E4B-207C32F4DDB8}" destId="{A3DEB657-0CCB-4DC3-BFEC-E11D7AA8E5DD}" srcOrd="14" destOrd="0" presId="urn:microsoft.com/office/officeart/2008/layout/LinedList"/>
    <dgm:cxn modelId="{679A92D2-8C10-4C64-8D65-6A41100C38C5}" type="presParOf" srcId="{CAF41426-51D0-419D-9E4B-207C32F4DDB8}" destId="{8F1D75E3-FAF2-4311-A183-CB601B47100F}" srcOrd="15" destOrd="0" presId="urn:microsoft.com/office/officeart/2008/layout/LinedList"/>
    <dgm:cxn modelId="{CE3214A5-4D69-47CE-A64A-CE2B74F148F1}" type="presParOf" srcId="{CAF41426-51D0-419D-9E4B-207C32F4DDB8}" destId="{1FFA63AC-D4E2-41AB-8112-A21F1BAF83B1}" srcOrd="16" destOrd="0" presId="urn:microsoft.com/office/officeart/2008/layout/LinedList"/>
    <dgm:cxn modelId="{E1BE76C9-FD35-43FA-8D40-93C9B04B6ABA}" type="presParOf" srcId="{1FFA63AC-D4E2-41AB-8112-A21F1BAF83B1}" destId="{DA94869F-A388-4391-B5FB-F6871FCCAA67}" srcOrd="0" destOrd="0" presId="urn:microsoft.com/office/officeart/2008/layout/LinedList"/>
    <dgm:cxn modelId="{F11C5F8C-8291-4D28-A316-22A19A8B9938}" type="presParOf" srcId="{1FFA63AC-D4E2-41AB-8112-A21F1BAF83B1}" destId="{1E8277E9-A421-4F4E-826A-37359E981746}" srcOrd="1" destOrd="0" presId="urn:microsoft.com/office/officeart/2008/layout/LinedList"/>
    <dgm:cxn modelId="{9ED430B8-A679-4CE0-B64E-F3256401B19A}" type="presParOf" srcId="{1FFA63AC-D4E2-41AB-8112-A21F1BAF83B1}" destId="{F3863652-1F6D-43AC-BEFC-E5BD1D568AC3}" srcOrd="2" destOrd="0" presId="urn:microsoft.com/office/officeart/2008/layout/LinedList"/>
    <dgm:cxn modelId="{9F0FC137-87BD-4C9C-8321-9F9CD2E47047}" type="presParOf" srcId="{CAF41426-51D0-419D-9E4B-207C32F4DDB8}" destId="{50DB1A0B-13D5-4FC7-B1D8-9F9379317C82}" srcOrd="17" destOrd="0" presId="urn:microsoft.com/office/officeart/2008/layout/LinedList"/>
    <dgm:cxn modelId="{643D2807-9504-489D-A8D6-AD4D2EC75952}" type="presParOf" srcId="{CAF41426-51D0-419D-9E4B-207C32F4DDB8}" destId="{4E402236-A7AA-47A7-943E-D92C8A7AC9C1}" srcOrd="18" destOrd="0" presId="urn:microsoft.com/office/officeart/2008/layout/LinedList"/>
    <dgm:cxn modelId="{D5176B5C-3108-4EC8-961F-FD9F48FE90F0}" type="presParOf" srcId="{CAF41426-51D0-419D-9E4B-207C32F4DDB8}" destId="{5E8B1615-078A-404F-9A4A-CB9E3C468543}" srcOrd="19" destOrd="0" presId="urn:microsoft.com/office/officeart/2008/layout/LinedList"/>
    <dgm:cxn modelId="{A75EE93B-D926-461F-92B5-8A71E6E82AD3}" type="presParOf" srcId="{5E8B1615-078A-404F-9A4A-CB9E3C468543}" destId="{CEC596CF-82B4-4A6C-8C58-C343535CF7AE}" srcOrd="0" destOrd="0" presId="urn:microsoft.com/office/officeart/2008/layout/LinedList"/>
    <dgm:cxn modelId="{4EB29668-0598-42B5-A518-9E33BA7767AB}" type="presParOf" srcId="{5E8B1615-078A-404F-9A4A-CB9E3C468543}" destId="{43052584-286B-4058-A607-12B9CDE8CA5E}" srcOrd="1" destOrd="0" presId="urn:microsoft.com/office/officeart/2008/layout/LinedList"/>
    <dgm:cxn modelId="{CE3ED477-28B4-4740-BC5E-7183B2AF3EF4}" type="presParOf" srcId="{5E8B1615-078A-404F-9A4A-CB9E3C468543}" destId="{C489C27E-2308-4E5F-8DD9-1EECB3F41603}" srcOrd="2" destOrd="0" presId="urn:microsoft.com/office/officeart/2008/layout/LinedList"/>
    <dgm:cxn modelId="{7B1A754F-D61E-4CDF-BDFC-E93A9F895D00}" type="presParOf" srcId="{CAF41426-51D0-419D-9E4B-207C32F4DDB8}" destId="{F6164107-97FE-4A81-83CC-00060ECC8902}" srcOrd="20" destOrd="0" presId="urn:microsoft.com/office/officeart/2008/layout/LinedList"/>
    <dgm:cxn modelId="{D0FF6A36-0925-47AC-8754-EC3567B0E15B}" type="presParOf" srcId="{CAF41426-51D0-419D-9E4B-207C32F4DDB8}" destId="{D801FA35-1F4D-439E-9A41-6D23FCB17389}" srcOrd="21" destOrd="0" presId="urn:microsoft.com/office/officeart/2008/layout/Lined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2AA76CEC-4A49-446A-81B7-FEB22EC2776D}" type="doc">
      <dgm:prSet loTypeId="urn:microsoft.com/office/officeart/2008/layout/LinedList" loCatId="hierarchy" qsTypeId="urn:microsoft.com/office/officeart/2005/8/quickstyle/simple3" qsCatId="simple" csTypeId="urn:microsoft.com/office/officeart/2005/8/colors/colorful5" csCatId="colorful" phldr="1"/>
      <dgm:spPr/>
      <dgm:t>
        <a:bodyPr/>
        <a:lstStyle/>
        <a:p>
          <a:endParaRPr lang="en-IN"/>
        </a:p>
      </dgm:t>
    </dgm:pt>
    <dgm:pt modelId="{E6D89FC3-19A5-4E45-8A94-4D03AE3A5F2C}">
      <dgm:prSet phldrT="[Text]" custT="1"/>
      <dgm:spPr/>
      <dgm:t>
        <a:bodyPr/>
        <a:lstStyle/>
        <a:p>
          <a:r>
            <a:rPr lang="en-IN" sz="1800" dirty="0"/>
            <a:t>Types of Operators</a:t>
          </a:r>
        </a:p>
      </dgm:t>
    </dgm:pt>
    <dgm:pt modelId="{FC728F0C-C5FA-4E9C-9A2C-802026F52466}" type="parTrans" cxnId="{938BB137-69BC-41E2-822B-96DE1424B1D8}">
      <dgm:prSet/>
      <dgm:spPr/>
      <dgm:t>
        <a:bodyPr/>
        <a:lstStyle/>
        <a:p>
          <a:endParaRPr lang="en-IN" sz="1800"/>
        </a:p>
      </dgm:t>
    </dgm:pt>
    <dgm:pt modelId="{F51FE7B1-9CAF-42FB-A819-BEF374F30EFA}" type="sibTrans" cxnId="{938BB137-69BC-41E2-822B-96DE1424B1D8}">
      <dgm:prSet/>
      <dgm:spPr/>
      <dgm:t>
        <a:bodyPr/>
        <a:lstStyle/>
        <a:p>
          <a:endParaRPr lang="en-IN" sz="1800"/>
        </a:p>
      </dgm:t>
    </dgm:pt>
    <dgm:pt modelId="{C4EEA271-3D87-4C0C-912A-3F99AFAC0669}">
      <dgm:prSet phldrT="[Text]" custT="1"/>
      <dgm:spPr>
        <a:solidFill>
          <a:schemeClr val="bg1"/>
        </a:solidFill>
      </dgm:spPr>
      <dgm:t>
        <a:bodyPr/>
        <a:lstStyle/>
        <a:p>
          <a:r>
            <a:rPr lang="en-IN" sz="1800" b="0" i="0" dirty="0"/>
            <a:t>Arithmetic Operators</a:t>
          </a:r>
          <a:endParaRPr lang="en-IN" sz="1800" dirty="0"/>
        </a:p>
      </dgm:t>
    </dgm:pt>
    <dgm:pt modelId="{3C7574BD-DFEF-44E8-B378-D391289AB0C5}" type="parTrans" cxnId="{93E30C64-A5D3-40F0-82EA-4FE492CCA767}">
      <dgm:prSet custT="1"/>
      <dgm:spPr/>
      <dgm:t>
        <a:bodyPr/>
        <a:lstStyle/>
        <a:p>
          <a:endParaRPr lang="en-IN" sz="1800"/>
        </a:p>
      </dgm:t>
    </dgm:pt>
    <dgm:pt modelId="{76C037FC-C43B-4CB5-9D12-A5B10064505E}" type="sibTrans" cxnId="{93E30C64-A5D3-40F0-82EA-4FE492CCA767}">
      <dgm:prSet/>
      <dgm:spPr/>
      <dgm:t>
        <a:bodyPr/>
        <a:lstStyle/>
        <a:p>
          <a:endParaRPr lang="en-IN" sz="1800"/>
        </a:p>
      </dgm:t>
    </dgm:pt>
    <dgm:pt modelId="{98638CDC-BE70-483E-A025-26870C3283CD}">
      <dgm:prSet phldrT="[Text]" custT="1"/>
      <dgm:spPr/>
      <dgm:t>
        <a:bodyPr/>
        <a:lstStyle/>
        <a:p>
          <a:r>
            <a:rPr lang="en-IN" sz="1800" b="0" i="0" dirty="0"/>
            <a:t>Assignment Operators</a:t>
          </a:r>
          <a:endParaRPr lang="en-IN" sz="1800" dirty="0"/>
        </a:p>
      </dgm:t>
    </dgm:pt>
    <dgm:pt modelId="{35272958-6A4F-4BD8-88CF-BF3BA51B35FF}" type="parTrans" cxnId="{4DC4BBEF-9F8F-42AB-9084-49BB92DC5F43}">
      <dgm:prSet custT="1"/>
      <dgm:spPr/>
      <dgm:t>
        <a:bodyPr/>
        <a:lstStyle/>
        <a:p>
          <a:endParaRPr lang="en-IN" sz="1800"/>
        </a:p>
      </dgm:t>
    </dgm:pt>
    <dgm:pt modelId="{761CAF09-2A54-4748-AB50-42A2A603C695}" type="sibTrans" cxnId="{4DC4BBEF-9F8F-42AB-9084-49BB92DC5F43}">
      <dgm:prSet/>
      <dgm:spPr/>
      <dgm:t>
        <a:bodyPr/>
        <a:lstStyle/>
        <a:p>
          <a:endParaRPr lang="en-IN" sz="1800"/>
        </a:p>
      </dgm:t>
    </dgm:pt>
    <dgm:pt modelId="{D8C112DC-D5D9-4F93-850E-0CB7D562F558}">
      <dgm:prSet phldrT="[Text]" custT="1"/>
      <dgm:spPr/>
      <dgm:t>
        <a:bodyPr/>
        <a:lstStyle/>
        <a:p>
          <a:r>
            <a:rPr lang="en-IN" sz="1800" b="0" i="0" dirty="0"/>
            <a:t>Comparison Operators</a:t>
          </a:r>
          <a:endParaRPr lang="en-IN" sz="1800" dirty="0"/>
        </a:p>
      </dgm:t>
    </dgm:pt>
    <dgm:pt modelId="{3FA1BEFF-91E7-4C5F-BB5B-1F3EF63EA843}" type="parTrans" cxnId="{C0FF34B4-0CF5-45EE-9178-CFB1A95FEACE}">
      <dgm:prSet custT="1"/>
      <dgm:spPr/>
      <dgm:t>
        <a:bodyPr/>
        <a:lstStyle/>
        <a:p>
          <a:endParaRPr lang="en-IN" sz="1800"/>
        </a:p>
      </dgm:t>
    </dgm:pt>
    <dgm:pt modelId="{A1F9DA93-F2B9-4B3E-BB36-144A6C1B5896}" type="sibTrans" cxnId="{C0FF34B4-0CF5-45EE-9178-CFB1A95FEACE}">
      <dgm:prSet/>
      <dgm:spPr/>
      <dgm:t>
        <a:bodyPr/>
        <a:lstStyle/>
        <a:p>
          <a:endParaRPr lang="en-IN" sz="1800"/>
        </a:p>
      </dgm:t>
    </dgm:pt>
    <dgm:pt modelId="{8EF17BD3-ABC1-4914-92F7-E71083DC6502}">
      <dgm:prSet custT="1"/>
      <dgm:spPr/>
      <dgm:t>
        <a:bodyPr/>
        <a:lstStyle/>
        <a:p>
          <a:r>
            <a:rPr lang="en-IN" sz="1800" b="0" i="0" dirty="0"/>
            <a:t>Logical Operators</a:t>
          </a:r>
          <a:endParaRPr lang="en-IN" sz="1800" dirty="0"/>
        </a:p>
      </dgm:t>
    </dgm:pt>
    <dgm:pt modelId="{A71BB647-835D-4389-ACF8-CF71C5AAAC79}" type="parTrans" cxnId="{B63C245F-6424-4353-AF3E-8D2C0FBDF3DB}">
      <dgm:prSet custT="1"/>
      <dgm:spPr/>
      <dgm:t>
        <a:bodyPr/>
        <a:lstStyle/>
        <a:p>
          <a:endParaRPr lang="en-IN" sz="1800"/>
        </a:p>
      </dgm:t>
    </dgm:pt>
    <dgm:pt modelId="{6BFAE0E8-5A45-4AAE-8798-B1D274E52585}" type="sibTrans" cxnId="{B63C245F-6424-4353-AF3E-8D2C0FBDF3DB}">
      <dgm:prSet/>
      <dgm:spPr/>
      <dgm:t>
        <a:bodyPr/>
        <a:lstStyle/>
        <a:p>
          <a:endParaRPr lang="en-IN" sz="1800"/>
        </a:p>
      </dgm:t>
    </dgm:pt>
    <dgm:pt modelId="{3DFD13A5-D89C-40C6-BC47-51E02996BD53}">
      <dgm:prSet custT="1"/>
      <dgm:spPr/>
      <dgm:t>
        <a:bodyPr/>
        <a:lstStyle/>
        <a:p>
          <a:r>
            <a:rPr lang="en-IN" sz="1800" b="0" dirty="0"/>
            <a:t>Unary Operators</a:t>
          </a:r>
          <a:endParaRPr lang="en-IN" sz="1800" dirty="0"/>
        </a:p>
      </dgm:t>
    </dgm:pt>
    <dgm:pt modelId="{0493CE3E-B075-4418-910D-DEBE06869E35}" type="parTrans" cxnId="{70AFB806-4D6E-4188-99AE-BF9570AAA3DE}">
      <dgm:prSet custT="1"/>
      <dgm:spPr/>
      <dgm:t>
        <a:bodyPr/>
        <a:lstStyle/>
        <a:p>
          <a:endParaRPr lang="en-IN" sz="1800"/>
        </a:p>
      </dgm:t>
    </dgm:pt>
    <dgm:pt modelId="{39C1EB49-60D8-4D6F-846D-E2C48B8AB330}" type="sibTrans" cxnId="{70AFB806-4D6E-4188-99AE-BF9570AAA3DE}">
      <dgm:prSet/>
      <dgm:spPr/>
      <dgm:t>
        <a:bodyPr/>
        <a:lstStyle/>
        <a:p>
          <a:endParaRPr lang="en-IN" sz="1800"/>
        </a:p>
      </dgm:t>
    </dgm:pt>
    <dgm:pt modelId="{6E6A29A6-458D-401B-8BD6-3579D5748DF8}">
      <dgm:prSet custT="1"/>
      <dgm:spPr/>
      <dgm:t>
        <a:bodyPr/>
        <a:lstStyle/>
        <a:p>
          <a:r>
            <a:rPr lang="en-IN" sz="1800" b="0" dirty="0"/>
            <a:t>Ternary/ Conditional Operator</a:t>
          </a:r>
          <a:endParaRPr lang="en-IN" sz="1800" dirty="0"/>
        </a:p>
      </dgm:t>
    </dgm:pt>
    <dgm:pt modelId="{60031E9E-871E-4CBF-BCBF-06EFF6F9838A}" type="parTrans" cxnId="{69A21FEA-B000-4584-833D-9EC8E3716232}">
      <dgm:prSet custT="1"/>
      <dgm:spPr/>
      <dgm:t>
        <a:bodyPr/>
        <a:lstStyle/>
        <a:p>
          <a:endParaRPr lang="en-IN" sz="1800"/>
        </a:p>
      </dgm:t>
    </dgm:pt>
    <dgm:pt modelId="{F7D64699-C0A2-41FE-A69A-7327A0B8C882}" type="sibTrans" cxnId="{69A21FEA-B000-4584-833D-9EC8E3716232}">
      <dgm:prSet/>
      <dgm:spPr/>
      <dgm:t>
        <a:bodyPr/>
        <a:lstStyle/>
        <a:p>
          <a:endParaRPr lang="en-IN" sz="1800"/>
        </a:p>
      </dgm:t>
    </dgm:pt>
    <dgm:pt modelId="{E38C92F8-6B33-4CBC-B469-2043B66B53C5}">
      <dgm:prSet custT="1"/>
      <dgm:spPr>
        <a:solidFill>
          <a:srgbClr val="FFFF00"/>
        </a:solidFill>
      </dgm:spPr>
      <dgm:t>
        <a:bodyPr/>
        <a:lstStyle/>
        <a:p>
          <a:r>
            <a:rPr lang="en-IN" sz="1800" b="0" dirty="0"/>
            <a:t>instanceof Operator</a:t>
          </a:r>
          <a:endParaRPr lang="en-IN" sz="1800" dirty="0"/>
        </a:p>
      </dgm:t>
    </dgm:pt>
    <dgm:pt modelId="{26A3169A-2F6E-4990-81CF-B1E772B11B17}" type="sibTrans" cxnId="{786E4FC5-31E1-4EFB-B6C9-023F5CFA563C}">
      <dgm:prSet/>
      <dgm:spPr/>
      <dgm:t>
        <a:bodyPr/>
        <a:lstStyle/>
        <a:p>
          <a:endParaRPr lang="en-IN" sz="1800"/>
        </a:p>
      </dgm:t>
    </dgm:pt>
    <dgm:pt modelId="{85DBBA0C-5EF9-48D7-A2BD-C5269842CFA2}" type="parTrans" cxnId="{786E4FC5-31E1-4EFB-B6C9-023F5CFA563C}">
      <dgm:prSet custT="1"/>
      <dgm:spPr/>
      <dgm:t>
        <a:bodyPr/>
        <a:lstStyle/>
        <a:p>
          <a:endParaRPr lang="en-IN" sz="1800"/>
        </a:p>
      </dgm:t>
    </dgm:pt>
    <dgm:pt modelId="{000A36FB-B827-4AF1-8D8E-9FAF15BC6333}" type="pres">
      <dgm:prSet presAssocID="{2AA76CEC-4A49-446A-81B7-FEB22EC2776D}" presName="vert0" presStyleCnt="0">
        <dgm:presLayoutVars>
          <dgm:dir/>
          <dgm:animOne val="branch"/>
          <dgm:animLvl val="lvl"/>
        </dgm:presLayoutVars>
      </dgm:prSet>
      <dgm:spPr/>
    </dgm:pt>
    <dgm:pt modelId="{204BBE35-1F99-4177-A3C5-2EC9B949E5D5}" type="pres">
      <dgm:prSet presAssocID="{E6D89FC3-19A5-4E45-8A94-4D03AE3A5F2C}" presName="thickLine" presStyleLbl="alignNode1" presStyleIdx="0" presStyleCnt="1"/>
      <dgm:spPr/>
    </dgm:pt>
    <dgm:pt modelId="{94CB4109-FB27-4483-A801-2E917C5DA35C}" type="pres">
      <dgm:prSet presAssocID="{E6D89FC3-19A5-4E45-8A94-4D03AE3A5F2C}" presName="horz1" presStyleCnt="0"/>
      <dgm:spPr/>
    </dgm:pt>
    <dgm:pt modelId="{7C31FA62-7DCF-4159-92CD-6840FBF7259F}" type="pres">
      <dgm:prSet presAssocID="{E6D89FC3-19A5-4E45-8A94-4D03AE3A5F2C}" presName="tx1" presStyleLbl="revTx" presStyleIdx="0" presStyleCnt="8" custScaleX="222132"/>
      <dgm:spPr/>
    </dgm:pt>
    <dgm:pt modelId="{CAF41426-51D0-419D-9E4B-207C32F4DDB8}" type="pres">
      <dgm:prSet presAssocID="{E6D89FC3-19A5-4E45-8A94-4D03AE3A5F2C}" presName="vert1" presStyleCnt="0"/>
      <dgm:spPr/>
    </dgm:pt>
    <dgm:pt modelId="{107F0B28-0617-434B-B29A-342D0CB44058}" type="pres">
      <dgm:prSet presAssocID="{C4EEA271-3D87-4C0C-912A-3F99AFAC0669}" presName="vertSpace2a" presStyleCnt="0"/>
      <dgm:spPr/>
    </dgm:pt>
    <dgm:pt modelId="{EA150CDB-C789-45AC-8C83-BF74ED372D69}" type="pres">
      <dgm:prSet presAssocID="{C4EEA271-3D87-4C0C-912A-3F99AFAC0669}" presName="horz2" presStyleCnt="0"/>
      <dgm:spPr/>
    </dgm:pt>
    <dgm:pt modelId="{F44E7406-8B6D-45BC-9925-14AE18963237}" type="pres">
      <dgm:prSet presAssocID="{C4EEA271-3D87-4C0C-912A-3F99AFAC0669}" presName="horzSpace2" presStyleCnt="0"/>
      <dgm:spPr/>
    </dgm:pt>
    <dgm:pt modelId="{8DC4FE41-CDBE-4AC4-B463-98FF866824DA}" type="pres">
      <dgm:prSet presAssocID="{C4EEA271-3D87-4C0C-912A-3F99AFAC0669}" presName="tx2" presStyleLbl="revTx" presStyleIdx="1" presStyleCnt="8"/>
      <dgm:spPr/>
    </dgm:pt>
    <dgm:pt modelId="{53AD6B86-8610-4243-ABB4-B8836909123C}" type="pres">
      <dgm:prSet presAssocID="{C4EEA271-3D87-4C0C-912A-3F99AFAC0669}" presName="vert2" presStyleCnt="0"/>
      <dgm:spPr/>
    </dgm:pt>
    <dgm:pt modelId="{80DB9D29-DDDB-4582-B792-FB81CCA6C9FB}" type="pres">
      <dgm:prSet presAssocID="{C4EEA271-3D87-4C0C-912A-3F99AFAC0669}" presName="thinLine2b" presStyleLbl="callout" presStyleIdx="0" presStyleCnt="7"/>
      <dgm:spPr/>
    </dgm:pt>
    <dgm:pt modelId="{AC40A90E-41E0-4558-8E83-6FFEE96DA169}" type="pres">
      <dgm:prSet presAssocID="{C4EEA271-3D87-4C0C-912A-3F99AFAC0669}" presName="vertSpace2b" presStyleCnt="0"/>
      <dgm:spPr/>
    </dgm:pt>
    <dgm:pt modelId="{48C240C3-99A5-4666-9430-EC110E118F3D}" type="pres">
      <dgm:prSet presAssocID="{98638CDC-BE70-483E-A025-26870C3283CD}" presName="horz2" presStyleCnt="0"/>
      <dgm:spPr/>
    </dgm:pt>
    <dgm:pt modelId="{4EC5B154-19F9-4BE6-97F2-110FFEB985B9}" type="pres">
      <dgm:prSet presAssocID="{98638CDC-BE70-483E-A025-26870C3283CD}" presName="horzSpace2" presStyleCnt="0"/>
      <dgm:spPr/>
    </dgm:pt>
    <dgm:pt modelId="{99F5DFB5-8775-4BAB-9DBD-F10BA17078AD}" type="pres">
      <dgm:prSet presAssocID="{98638CDC-BE70-483E-A025-26870C3283CD}" presName="tx2" presStyleLbl="revTx" presStyleIdx="2" presStyleCnt="8"/>
      <dgm:spPr/>
    </dgm:pt>
    <dgm:pt modelId="{BFD050F6-52ED-44FF-BDBA-A348A5EE3FAC}" type="pres">
      <dgm:prSet presAssocID="{98638CDC-BE70-483E-A025-26870C3283CD}" presName="vert2" presStyleCnt="0"/>
      <dgm:spPr/>
    </dgm:pt>
    <dgm:pt modelId="{1A32E401-DA1D-4D42-9482-C2645401774B}" type="pres">
      <dgm:prSet presAssocID="{98638CDC-BE70-483E-A025-26870C3283CD}" presName="thinLine2b" presStyleLbl="callout" presStyleIdx="1" presStyleCnt="7"/>
      <dgm:spPr/>
    </dgm:pt>
    <dgm:pt modelId="{F25301CA-26A3-4010-A745-D7F94888B09F}" type="pres">
      <dgm:prSet presAssocID="{98638CDC-BE70-483E-A025-26870C3283CD}" presName="vertSpace2b" presStyleCnt="0"/>
      <dgm:spPr/>
    </dgm:pt>
    <dgm:pt modelId="{D485C292-52AF-482A-A4EB-B277DA05D29E}" type="pres">
      <dgm:prSet presAssocID="{D8C112DC-D5D9-4F93-850E-0CB7D562F558}" presName="horz2" presStyleCnt="0"/>
      <dgm:spPr/>
    </dgm:pt>
    <dgm:pt modelId="{5DBDC5C1-3DC7-4A22-B949-1B9E0A6C5E72}" type="pres">
      <dgm:prSet presAssocID="{D8C112DC-D5D9-4F93-850E-0CB7D562F558}" presName="horzSpace2" presStyleCnt="0"/>
      <dgm:spPr/>
    </dgm:pt>
    <dgm:pt modelId="{21D69948-6332-4CD4-871A-5D52EFE46A04}" type="pres">
      <dgm:prSet presAssocID="{D8C112DC-D5D9-4F93-850E-0CB7D562F558}" presName="tx2" presStyleLbl="revTx" presStyleIdx="3" presStyleCnt="8"/>
      <dgm:spPr/>
    </dgm:pt>
    <dgm:pt modelId="{2093BD50-F5B8-46B6-A5EC-05D534CA40B8}" type="pres">
      <dgm:prSet presAssocID="{D8C112DC-D5D9-4F93-850E-0CB7D562F558}" presName="vert2" presStyleCnt="0"/>
      <dgm:spPr/>
    </dgm:pt>
    <dgm:pt modelId="{19F7E037-4803-4406-BB0C-D4FBEAFAEA87}" type="pres">
      <dgm:prSet presAssocID="{D8C112DC-D5D9-4F93-850E-0CB7D562F558}" presName="thinLine2b" presStyleLbl="callout" presStyleIdx="2" presStyleCnt="7"/>
      <dgm:spPr/>
    </dgm:pt>
    <dgm:pt modelId="{4CDFDA1A-8B82-4CBE-B3AF-314D7597941E}" type="pres">
      <dgm:prSet presAssocID="{D8C112DC-D5D9-4F93-850E-0CB7D562F558}" presName="vertSpace2b" presStyleCnt="0"/>
      <dgm:spPr/>
    </dgm:pt>
    <dgm:pt modelId="{BA0AE109-1908-4FF4-99C5-1B20356187B2}" type="pres">
      <dgm:prSet presAssocID="{8EF17BD3-ABC1-4914-92F7-E71083DC6502}" presName="horz2" presStyleCnt="0"/>
      <dgm:spPr/>
    </dgm:pt>
    <dgm:pt modelId="{4F727F8C-5EE1-43C7-8D55-7D20CDA38F00}" type="pres">
      <dgm:prSet presAssocID="{8EF17BD3-ABC1-4914-92F7-E71083DC6502}" presName="horzSpace2" presStyleCnt="0"/>
      <dgm:spPr/>
    </dgm:pt>
    <dgm:pt modelId="{7380F50D-0A8C-499F-9058-4EF1DA7749CD}" type="pres">
      <dgm:prSet presAssocID="{8EF17BD3-ABC1-4914-92F7-E71083DC6502}" presName="tx2" presStyleLbl="revTx" presStyleIdx="4" presStyleCnt="8"/>
      <dgm:spPr/>
    </dgm:pt>
    <dgm:pt modelId="{830DAB4C-2E9A-4F1E-A8BD-3B173B715A3D}" type="pres">
      <dgm:prSet presAssocID="{8EF17BD3-ABC1-4914-92F7-E71083DC6502}" presName="vert2" presStyleCnt="0"/>
      <dgm:spPr/>
    </dgm:pt>
    <dgm:pt modelId="{FF3D9E33-E774-4838-B00C-D036750CD321}" type="pres">
      <dgm:prSet presAssocID="{8EF17BD3-ABC1-4914-92F7-E71083DC6502}" presName="thinLine2b" presStyleLbl="callout" presStyleIdx="3" presStyleCnt="7"/>
      <dgm:spPr/>
    </dgm:pt>
    <dgm:pt modelId="{0399D71B-1422-4292-98D4-6FB896D5B0AF}" type="pres">
      <dgm:prSet presAssocID="{8EF17BD3-ABC1-4914-92F7-E71083DC6502}" presName="vertSpace2b" presStyleCnt="0"/>
      <dgm:spPr/>
    </dgm:pt>
    <dgm:pt modelId="{E60C3F0D-3B63-4A9E-A526-291D03251E91}" type="pres">
      <dgm:prSet presAssocID="{3DFD13A5-D89C-40C6-BC47-51E02996BD53}" presName="horz2" presStyleCnt="0"/>
      <dgm:spPr/>
    </dgm:pt>
    <dgm:pt modelId="{6B1DDA01-5837-4866-BF33-BD1F7110B6C2}" type="pres">
      <dgm:prSet presAssocID="{3DFD13A5-D89C-40C6-BC47-51E02996BD53}" presName="horzSpace2" presStyleCnt="0"/>
      <dgm:spPr/>
    </dgm:pt>
    <dgm:pt modelId="{54662282-0506-41B3-B41C-EEFD1D125C3D}" type="pres">
      <dgm:prSet presAssocID="{3DFD13A5-D89C-40C6-BC47-51E02996BD53}" presName="tx2" presStyleLbl="revTx" presStyleIdx="5" presStyleCnt="8"/>
      <dgm:spPr/>
    </dgm:pt>
    <dgm:pt modelId="{D486FDFE-CE22-46B1-985D-D89CD6ADED05}" type="pres">
      <dgm:prSet presAssocID="{3DFD13A5-D89C-40C6-BC47-51E02996BD53}" presName="vert2" presStyleCnt="0"/>
      <dgm:spPr/>
    </dgm:pt>
    <dgm:pt modelId="{A3DEB657-0CCB-4DC3-BFEC-E11D7AA8E5DD}" type="pres">
      <dgm:prSet presAssocID="{3DFD13A5-D89C-40C6-BC47-51E02996BD53}" presName="thinLine2b" presStyleLbl="callout" presStyleIdx="4" presStyleCnt="7"/>
      <dgm:spPr/>
    </dgm:pt>
    <dgm:pt modelId="{8F1D75E3-FAF2-4311-A183-CB601B47100F}" type="pres">
      <dgm:prSet presAssocID="{3DFD13A5-D89C-40C6-BC47-51E02996BD53}" presName="vertSpace2b" presStyleCnt="0"/>
      <dgm:spPr/>
    </dgm:pt>
    <dgm:pt modelId="{1FFA63AC-D4E2-41AB-8112-A21F1BAF83B1}" type="pres">
      <dgm:prSet presAssocID="{6E6A29A6-458D-401B-8BD6-3579D5748DF8}" presName="horz2" presStyleCnt="0"/>
      <dgm:spPr/>
    </dgm:pt>
    <dgm:pt modelId="{DA94869F-A388-4391-B5FB-F6871FCCAA67}" type="pres">
      <dgm:prSet presAssocID="{6E6A29A6-458D-401B-8BD6-3579D5748DF8}" presName="horzSpace2" presStyleCnt="0"/>
      <dgm:spPr/>
    </dgm:pt>
    <dgm:pt modelId="{1E8277E9-A421-4F4E-826A-37359E981746}" type="pres">
      <dgm:prSet presAssocID="{6E6A29A6-458D-401B-8BD6-3579D5748DF8}" presName="tx2" presStyleLbl="revTx" presStyleIdx="6" presStyleCnt="8"/>
      <dgm:spPr/>
    </dgm:pt>
    <dgm:pt modelId="{F3863652-1F6D-43AC-BEFC-E5BD1D568AC3}" type="pres">
      <dgm:prSet presAssocID="{6E6A29A6-458D-401B-8BD6-3579D5748DF8}" presName="vert2" presStyleCnt="0"/>
      <dgm:spPr/>
    </dgm:pt>
    <dgm:pt modelId="{50DB1A0B-13D5-4FC7-B1D8-9F9379317C82}" type="pres">
      <dgm:prSet presAssocID="{6E6A29A6-458D-401B-8BD6-3579D5748DF8}" presName="thinLine2b" presStyleLbl="callout" presStyleIdx="5" presStyleCnt="7"/>
      <dgm:spPr/>
    </dgm:pt>
    <dgm:pt modelId="{4E402236-A7AA-47A7-943E-D92C8A7AC9C1}" type="pres">
      <dgm:prSet presAssocID="{6E6A29A6-458D-401B-8BD6-3579D5748DF8}" presName="vertSpace2b" presStyleCnt="0"/>
      <dgm:spPr/>
    </dgm:pt>
    <dgm:pt modelId="{5E8B1615-078A-404F-9A4A-CB9E3C468543}" type="pres">
      <dgm:prSet presAssocID="{E38C92F8-6B33-4CBC-B469-2043B66B53C5}" presName="horz2" presStyleCnt="0"/>
      <dgm:spPr/>
    </dgm:pt>
    <dgm:pt modelId="{CEC596CF-82B4-4A6C-8C58-C343535CF7AE}" type="pres">
      <dgm:prSet presAssocID="{E38C92F8-6B33-4CBC-B469-2043B66B53C5}" presName="horzSpace2" presStyleCnt="0"/>
      <dgm:spPr/>
    </dgm:pt>
    <dgm:pt modelId="{43052584-286B-4058-A607-12B9CDE8CA5E}" type="pres">
      <dgm:prSet presAssocID="{E38C92F8-6B33-4CBC-B469-2043B66B53C5}" presName="tx2" presStyleLbl="revTx" presStyleIdx="7" presStyleCnt="8"/>
      <dgm:spPr/>
    </dgm:pt>
    <dgm:pt modelId="{C489C27E-2308-4E5F-8DD9-1EECB3F41603}" type="pres">
      <dgm:prSet presAssocID="{E38C92F8-6B33-4CBC-B469-2043B66B53C5}" presName="vert2" presStyleCnt="0"/>
      <dgm:spPr/>
    </dgm:pt>
    <dgm:pt modelId="{F6164107-97FE-4A81-83CC-00060ECC8902}" type="pres">
      <dgm:prSet presAssocID="{E38C92F8-6B33-4CBC-B469-2043B66B53C5}" presName="thinLine2b" presStyleLbl="callout" presStyleIdx="6" presStyleCnt="7"/>
      <dgm:spPr/>
    </dgm:pt>
    <dgm:pt modelId="{D801FA35-1F4D-439E-9A41-6D23FCB17389}" type="pres">
      <dgm:prSet presAssocID="{E38C92F8-6B33-4CBC-B469-2043B66B53C5}" presName="vertSpace2b" presStyleCnt="0"/>
      <dgm:spPr/>
    </dgm:pt>
  </dgm:ptLst>
  <dgm:cxnLst>
    <dgm:cxn modelId="{70AFB806-4D6E-4188-99AE-BF9570AAA3DE}" srcId="{E6D89FC3-19A5-4E45-8A94-4D03AE3A5F2C}" destId="{3DFD13A5-D89C-40C6-BC47-51E02996BD53}" srcOrd="4" destOrd="0" parTransId="{0493CE3E-B075-4418-910D-DEBE06869E35}" sibTransId="{39C1EB49-60D8-4D6F-846D-E2C48B8AB330}"/>
    <dgm:cxn modelId="{3603D435-522C-47F2-BED9-7709180F4E23}" type="presOf" srcId="{C4EEA271-3D87-4C0C-912A-3F99AFAC0669}" destId="{8DC4FE41-CDBE-4AC4-B463-98FF866824DA}" srcOrd="0" destOrd="0" presId="urn:microsoft.com/office/officeart/2008/layout/LinedList"/>
    <dgm:cxn modelId="{938BB137-69BC-41E2-822B-96DE1424B1D8}" srcId="{2AA76CEC-4A49-446A-81B7-FEB22EC2776D}" destId="{E6D89FC3-19A5-4E45-8A94-4D03AE3A5F2C}" srcOrd="0" destOrd="0" parTransId="{FC728F0C-C5FA-4E9C-9A2C-802026F52466}" sibTransId="{F51FE7B1-9CAF-42FB-A819-BEF374F30EFA}"/>
    <dgm:cxn modelId="{B63C245F-6424-4353-AF3E-8D2C0FBDF3DB}" srcId="{E6D89FC3-19A5-4E45-8A94-4D03AE3A5F2C}" destId="{8EF17BD3-ABC1-4914-92F7-E71083DC6502}" srcOrd="3" destOrd="0" parTransId="{A71BB647-835D-4389-ACF8-CF71C5AAAC79}" sibTransId="{6BFAE0E8-5A45-4AAE-8798-B1D274E52585}"/>
    <dgm:cxn modelId="{93E30C64-A5D3-40F0-82EA-4FE492CCA767}" srcId="{E6D89FC3-19A5-4E45-8A94-4D03AE3A5F2C}" destId="{C4EEA271-3D87-4C0C-912A-3F99AFAC0669}" srcOrd="0" destOrd="0" parTransId="{3C7574BD-DFEF-44E8-B378-D391289AB0C5}" sibTransId="{76C037FC-C43B-4CB5-9D12-A5B10064505E}"/>
    <dgm:cxn modelId="{9DE9F852-41FB-4086-BBD0-9979CB8D9F6F}" type="presOf" srcId="{8EF17BD3-ABC1-4914-92F7-E71083DC6502}" destId="{7380F50D-0A8C-499F-9058-4EF1DA7749CD}" srcOrd="0" destOrd="0" presId="urn:microsoft.com/office/officeart/2008/layout/LinedList"/>
    <dgm:cxn modelId="{1EA43E53-762C-4F9E-B81E-4F957ADDBC30}" type="presOf" srcId="{6E6A29A6-458D-401B-8BD6-3579D5748DF8}" destId="{1E8277E9-A421-4F4E-826A-37359E981746}" srcOrd="0" destOrd="0" presId="urn:microsoft.com/office/officeart/2008/layout/LinedList"/>
    <dgm:cxn modelId="{654D218E-D177-40B0-BD28-E3F8014C9755}" type="presOf" srcId="{D8C112DC-D5D9-4F93-850E-0CB7D562F558}" destId="{21D69948-6332-4CD4-871A-5D52EFE46A04}" srcOrd="0" destOrd="0" presId="urn:microsoft.com/office/officeart/2008/layout/LinedList"/>
    <dgm:cxn modelId="{F995CEAA-BDD0-4ED8-807D-83039420DD6C}" type="presOf" srcId="{2AA76CEC-4A49-446A-81B7-FEB22EC2776D}" destId="{000A36FB-B827-4AF1-8D8E-9FAF15BC6333}" srcOrd="0" destOrd="0" presId="urn:microsoft.com/office/officeart/2008/layout/LinedList"/>
    <dgm:cxn modelId="{CB9126AE-8A23-4131-BD5B-B7A52B9324EE}" type="presOf" srcId="{3DFD13A5-D89C-40C6-BC47-51E02996BD53}" destId="{54662282-0506-41B3-B41C-EEFD1D125C3D}" srcOrd="0" destOrd="0" presId="urn:microsoft.com/office/officeart/2008/layout/LinedList"/>
    <dgm:cxn modelId="{C0FF34B4-0CF5-45EE-9178-CFB1A95FEACE}" srcId="{E6D89FC3-19A5-4E45-8A94-4D03AE3A5F2C}" destId="{D8C112DC-D5D9-4F93-850E-0CB7D562F558}" srcOrd="2" destOrd="0" parTransId="{3FA1BEFF-91E7-4C5F-BB5B-1F3EF63EA843}" sibTransId="{A1F9DA93-F2B9-4B3E-BB36-144A6C1B5896}"/>
    <dgm:cxn modelId="{28A26FB7-BEF6-4179-BAFF-22B83BBA93D2}" type="presOf" srcId="{98638CDC-BE70-483E-A025-26870C3283CD}" destId="{99F5DFB5-8775-4BAB-9DBD-F10BA17078AD}" srcOrd="0" destOrd="0" presId="urn:microsoft.com/office/officeart/2008/layout/LinedList"/>
    <dgm:cxn modelId="{786E4FC5-31E1-4EFB-B6C9-023F5CFA563C}" srcId="{E6D89FC3-19A5-4E45-8A94-4D03AE3A5F2C}" destId="{E38C92F8-6B33-4CBC-B469-2043B66B53C5}" srcOrd="6" destOrd="0" parTransId="{85DBBA0C-5EF9-48D7-A2BD-C5269842CFA2}" sibTransId="{26A3169A-2F6E-4990-81CF-B1E772B11B17}"/>
    <dgm:cxn modelId="{11D290C9-2B36-418B-914B-F8E10C12F281}" type="presOf" srcId="{E38C92F8-6B33-4CBC-B469-2043B66B53C5}" destId="{43052584-286B-4058-A607-12B9CDE8CA5E}" srcOrd="0" destOrd="0" presId="urn:microsoft.com/office/officeart/2008/layout/LinedList"/>
    <dgm:cxn modelId="{E20F30CA-4344-4C7A-B37C-BDD1AD264584}" type="presOf" srcId="{E6D89FC3-19A5-4E45-8A94-4D03AE3A5F2C}" destId="{7C31FA62-7DCF-4159-92CD-6840FBF7259F}" srcOrd="0" destOrd="0" presId="urn:microsoft.com/office/officeart/2008/layout/LinedList"/>
    <dgm:cxn modelId="{69A21FEA-B000-4584-833D-9EC8E3716232}" srcId="{E6D89FC3-19A5-4E45-8A94-4D03AE3A5F2C}" destId="{6E6A29A6-458D-401B-8BD6-3579D5748DF8}" srcOrd="5" destOrd="0" parTransId="{60031E9E-871E-4CBF-BCBF-06EFF6F9838A}" sibTransId="{F7D64699-C0A2-41FE-A69A-7327A0B8C882}"/>
    <dgm:cxn modelId="{4DC4BBEF-9F8F-42AB-9084-49BB92DC5F43}" srcId="{E6D89FC3-19A5-4E45-8A94-4D03AE3A5F2C}" destId="{98638CDC-BE70-483E-A025-26870C3283CD}" srcOrd="1" destOrd="0" parTransId="{35272958-6A4F-4BD8-88CF-BF3BA51B35FF}" sibTransId="{761CAF09-2A54-4748-AB50-42A2A603C695}"/>
    <dgm:cxn modelId="{1E5F7A5B-2AFF-48A2-BAB0-F66A3EBCAF19}" type="presParOf" srcId="{000A36FB-B827-4AF1-8D8E-9FAF15BC6333}" destId="{204BBE35-1F99-4177-A3C5-2EC9B949E5D5}" srcOrd="0" destOrd="0" presId="urn:microsoft.com/office/officeart/2008/layout/LinedList"/>
    <dgm:cxn modelId="{F6EF1FC2-3650-4656-8C7B-86F31E46E0E5}" type="presParOf" srcId="{000A36FB-B827-4AF1-8D8E-9FAF15BC6333}" destId="{94CB4109-FB27-4483-A801-2E917C5DA35C}" srcOrd="1" destOrd="0" presId="urn:microsoft.com/office/officeart/2008/layout/LinedList"/>
    <dgm:cxn modelId="{7EA70293-31D6-413B-90C9-4D10E9308602}" type="presParOf" srcId="{94CB4109-FB27-4483-A801-2E917C5DA35C}" destId="{7C31FA62-7DCF-4159-92CD-6840FBF7259F}" srcOrd="0" destOrd="0" presId="urn:microsoft.com/office/officeart/2008/layout/LinedList"/>
    <dgm:cxn modelId="{A5B202D1-C093-4258-92FA-2810E79526EF}" type="presParOf" srcId="{94CB4109-FB27-4483-A801-2E917C5DA35C}" destId="{CAF41426-51D0-419D-9E4B-207C32F4DDB8}" srcOrd="1" destOrd="0" presId="urn:microsoft.com/office/officeart/2008/layout/LinedList"/>
    <dgm:cxn modelId="{10049AFC-BAA1-46F9-85CC-8BE3CEF09044}" type="presParOf" srcId="{CAF41426-51D0-419D-9E4B-207C32F4DDB8}" destId="{107F0B28-0617-434B-B29A-342D0CB44058}" srcOrd="0" destOrd="0" presId="urn:microsoft.com/office/officeart/2008/layout/LinedList"/>
    <dgm:cxn modelId="{9A84CFE1-C242-4DDF-8F05-9B90E50D1C56}" type="presParOf" srcId="{CAF41426-51D0-419D-9E4B-207C32F4DDB8}" destId="{EA150CDB-C789-45AC-8C83-BF74ED372D69}" srcOrd="1" destOrd="0" presId="urn:microsoft.com/office/officeart/2008/layout/LinedList"/>
    <dgm:cxn modelId="{2E9F0536-C2A0-497E-9F8A-72C251C566FA}" type="presParOf" srcId="{EA150CDB-C789-45AC-8C83-BF74ED372D69}" destId="{F44E7406-8B6D-45BC-9925-14AE18963237}" srcOrd="0" destOrd="0" presId="urn:microsoft.com/office/officeart/2008/layout/LinedList"/>
    <dgm:cxn modelId="{8EE8D0C5-FA30-4B08-95C5-665F4C7C42D5}" type="presParOf" srcId="{EA150CDB-C789-45AC-8C83-BF74ED372D69}" destId="{8DC4FE41-CDBE-4AC4-B463-98FF866824DA}" srcOrd="1" destOrd="0" presId="urn:microsoft.com/office/officeart/2008/layout/LinedList"/>
    <dgm:cxn modelId="{4A32B877-3683-4AA5-9D30-AB93D81F1444}" type="presParOf" srcId="{EA150CDB-C789-45AC-8C83-BF74ED372D69}" destId="{53AD6B86-8610-4243-ABB4-B8836909123C}" srcOrd="2" destOrd="0" presId="urn:microsoft.com/office/officeart/2008/layout/LinedList"/>
    <dgm:cxn modelId="{9AE36D49-3DE8-4844-B652-F87A1A4474E3}" type="presParOf" srcId="{CAF41426-51D0-419D-9E4B-207C32F4DDB8}" destId="{80DB9D29-DDDB-4582-B792-FB81CCA6C9FB}" srcOrd="2" destOrd="0" presId="urn:microsoft.com/office/officeart/2008/layout/LinedList"/>
    <dgm:cxn modelId="{F4B173FC-9504-4E2C-9CEB-34D7C814DDC9}" type="presParOf" srcId="{CAF41426-51D0-419D-9E4B-207C32F4DDB8}" destId="{AC40A90E-41E0-4558-8E83-6FFEE96DA169}" srcOrd="3" destOrd="0" presId="urn:microsoft.com/office/officeart/2008/layout/LinedList"/>
    <dgm:cxn modelId="{09688C43-2934-4612-994F-C81BA00387C7}" type="presParOf" srcId="{CAF41426-51D0-419D-9E4B-207C32F4DDB8}" destId="{48C240C3-99A5-4666-9430-EC110E118F3D}" srcOrd="4" destOrd="0" presId="urn:microsoft.com/office/officeart/2008/layout/LinedList"/>
    <dgm:cxn modelId="{0B7BF192-197C-416D-BED6-D2F0643F0F78}" type="presParOf" srcId="{48C240C3-99A5-4666-9430-EC110E118F3D}" destId="{4EC5B154-19F9-4BE6-97F2-110FFEB985B9}" srcOrd="0" destOrd="0" presId="urn:microsoft.com/office/officeart/2008/layout/LinedList"/>
    <dgm:cxn modelId="{0D32B6E3-6C0A-45D3-86C7-7ED2DA3FF7D8}" type="presParOf" srcId="{48C240C3-99A5-4666-9430-EC110E118F3D}" destId="{99F5DFB5-8775-4BAB-9DBD-F10BA17078AD}" srcOrd="1" destOrd="0" presId="urn:microsoft.com/office/officeart/2008/layout/LinedList"/>
    <dgm:cxn modelId="{2035C7EA-F739-415D-B3C5-99A436F22705}" type="presParOf" srcId="{48C240C3-99A5-4666-9430-EC110E118F3D}" destId="{BFD050F6-52ED-44FF-BDBA-A348A5EE3FAC}" srcOrd="2" destOrd="0" presId="urn:microsoft.com/office/officeart/2008/layout/LinedList"/>
    <dgm:cxn modelId="{6B90F056-BB15-41DF-A80A-5842AE5E6B1A}" type="presParOf" srcId="{CAF41426-51D0-419D-9E4B-207C32F4DDB8}" destId="{1A32E401-DA1D-4D42-9482-C2645401774B}" srcOrd="5" destOrd="0" presId="urn:microsoft.com/office/officeart/2008/layout/LinedList"/>
    <dgm:cxn modelId="{A2CEAB55-0217-4060-85D5-C2AC86F6C0E3}" type="presParOf" srcId="{CAF41426-51D0-419D-9E4B-207C32F4DDB8}" destId="{F25301CA-26A3-4010-A745-D7F94888B09F}" srcOrd="6" destOrd="0" presId="urn:microsoft.com/office/officeart/2008/layout/LinedList"/>
    <dgm:cxn modelId="{A381F37C-BD3A-4986-BB0B-C2B53553F5CB}" type="presParOf" srcId="{CAF41426-51D0-419D-9E4B-207C32F4DDB8}" destId="{D485C292-52AF-482A-A4EB-B277DA05D29E}" srcOrd="7" destOrd="0" presId="urn:microsoft.com/office/officeart/2008/layout/LinedList"/>
    <dgm:cxn modelId="{BB3B73D2-4DC0-42C3-9243-67E9D99174E4}" type="presParOf" srcId="{D485C292-52AF-482A-A4EB-B277DA05D29E}" destId="{5DBDC5C1-3DC7-4A22-B949-1B9E0A6C5E72}" srcOrd="0" destOrd="0" presId="urn:microsoft.com/office/officeart/2008/layout/LinedList"/>
    <dgm:cxn modelId="{43777B8A-39BF-435A-90E5-61C894822334}" type="presParOf" srcId="{D485C292-52AF-482A-A4EB-B277DA05D29E}" destId="{21D69948-6332-4CD4-871A-5D52EFE46A04}" srcOrd="1" destOrd="0" presId="urn:microsoft.com/office/officeart/2008/layout/LinedList"/>
    <dgm:cxn modelId="{9F1FF45A-CF10-4971-A037-7248D4AA5F9B}" type="presParOf" srcId="{D485C292-52AF-482A-A4EB-B277DA05D29E}" destId="{2093BD50-F5B8-46B6-A5EC-05D534CA40B8}" srcOrd="2" destOrd="0" presId="urn:microsoft.com/office/officeart/2008/layout/LinedList"/>
    <dgm:cxn modelId="{7278B6E9-CE75-4EE2-8AF0-5B4A5FACD144}" type="presParOf" srcId="{CAF41426-51D0-419D-9E4B-207C32F4DDB8}" destId="{19F7E037-4803-4406-BB0C-D4FBEAFAEA87}" srcOrd="8" destOrd="0" presId="urn:microsoft.com/office/officeart/2008/layout/LinedList"/>
    <dgm:cxn modelId="{21186977-0587-4217-8BD2-AFC189A228E2}" type="presParOf" srcId="{CAF41426-51D0-419D-9E4B-207C32F4DDB8}" destId="{4CDFDA1A-8B82-4CBE-B3AF-314D7597941E}" srcOrd="9" destOrd="0" presId="urn:microsoft.com/office/officeart/2008/layout/LinedList"/>
    <dgm:cxn modelId="{CCAA8D8C-EB8E-4ED8-AE73-861501368105}" type="presParOf" srcId="{CAF41426-51D0-419D-9E4B-207C32F4DDB8}" destId="{BA0AE109-1908-4FF4-99C5-1B20356187B2}" srcOrd="10" destOrd="0" presId="urn:microsoft.com/office/officeart/2008/layout/LinedList"/>
    <dgm:cxn modelId="{D5CD0F15-3F99-4833-BC60-B7A0F1699787}" type="presParOf" srcId="{BA0AE109-1908-4FF4-99C5-1B20356187B2}" destId="{4F727F8C-5EE1-43C7-8D55-7D20CDA38F00}" srcOrd="0" destOrd="0" presId="urn:microsoft.com/office/officeart/2008/layout/LinedList"/>
    <dgm:cxn modelId="{78C4795A-10F3-48BF-87A1-ED27DECD29B9}" type="presParOf" srcId="{BA0AE109-1908-4FF4-99C5-1B20356187B2}" destId="{7380F50D-0A8C-499F-9058-4EF1DA7749CD}" srcOrd="1" destOrd="0" presId="urn:microsoft.com/office/officeart/2008/layout/LinedList"/>
    <dgm:cxn modelId="{259AD902-6A98-4AA0-BAE1-B3BF15A3E48D}" type="presParOf" srcId="{BA0AE109-1908-4FF4-99C5-1B20356187B2}" destId="{830DAB4C-2E9A-4F1E-A8BD-3B173B715A3D}" srcOrd="2" destOrd="0" presId="urn:microsoft.com/office/officeart/2008/layout/LinedList"/>
    <dgm:cxn modelId="{6D3457EC-7D30-47F0-969C-0F168A7EC1E9}" type="presParOf" srcId="{CAF41426-51D0-419D-9E4B-207C32F4DDB8}" destId="{FF3D9E33-E774-4838-B00C-D036750CD321}" srcOrd="11" destOrd="0" presId="urn:microsoft.com/office/officeart/2008/layout/LinedList"/>
    <dgm:cxn modelId="{B98E9010-8D73-48C9-9E77-E6AE4724A9D7}" type="presParOf" srcId="{CAF41426-51D0-419D-9E4B-207C32F4DDB8}" destId="{0399D71B-1422-4292-98D4-6FB896D5B0AF}" srcOrd="12" destOrd="0" presId="urn:microsoft.com/office/officeart/2008/layout/LinedList"/>
    <dgm:cxn modelId="{1A5FA69A-2326-4E05-BEC3-6867B7810C26}" type="presParOf" srcId="{CAF41426-51D0-419D-9E4B-207C32F4DDB8}" destId="{E60C3F0D-3B63-4A9E-A526-291D03251E91}" srcOrd="13" destOrd="0" presId="urn:microsoft.com/office/officeart/2008/layout/LinedList"/>
    <dgm:cxn modelId="{F376C3B0-E714-40B9-8485-46D873637F6F}" type="presParOf" srcId="{E60C3F0D-3B63-4A9E-A526-291D03251E91}" destId="{6B1DDA01-5837-4866-BF33-BD1F7110B6C2}" srcOrd="0" destOrd="0" presId="urn:microsoft.com/office/officeart/2008/layout/LinedList"/>
    <dgm:cxn modelId="{7E07BD21-71B9-43BF-9A44-0EF675E9E2D6}" type="presParOf" srcId="{E60C3F0D-3B63-4A9E-A526-291D03251E91}" destId="{54662282-0506-41B3-B41C-EEFD1D125C3D}" srcOrd="1" destOrd="0" presId="urn:microsoft.com/office/officeart/2008/layout/LinedList"/>
    <dgm:cxn modelId="{EE4A3C76-5556-46A8-BC41-1A67ADD9FE87}" type="presParOf" srcId="{E60C3F0D-3B63-4A9E-A526-291D03251E91}" destId="{D486FDFE-CE22-46B1-985D-D89CD6ADED05}" srcOrd="2" destOrd="0" presId="urn:microsoft.com/office/officeart/2008/layout/LinedList"/>
    <dgm:cxn modelId="{3F118342-AF57-4793-801C-58309497298C}" type="presParOf" srcId="{CAF41426-51D0-419D-9E4B-207C32F4DDB8}" destId="{A3DEB657-0CCB-4DC3-BFEC-E11D7AA8E5DD}" srcOrd="14" destOrd="0" presId="urn:microsoft.com/office/officeart/2008/layout/LinedList"/>
    <dgm:cxn modelId="{679A92D2-8C10-4C64-8D65-6A41100C38C5}" type="presParOf" srcId="{CAF41426-51D0-419D-9E4B-207C32F4DDB8}" destId="{8F1D75E3-FAF2-4311-A183-CB601B47100F}" srcOrd="15" destOrd="0" presId="urn:microsoft.com/office/officeart/2008/layout/LinedList"/>
    <dgm:cxn modelId="{CE3214A5-4D69-47CE-A64A-CE2B74F148F1}" type="presParOf" srcId="{CAF41426-51D0-419D-9E4B-207C32F4DDB8}" destId="{1FFA63AC-D4E2-41AB-8112-A21F1BAF83B1}" srcOrd="16" destOrd="0" presId="urn:microsoft.com/office/officeart/2008/layout/LinedList"/>
    <dgm:cxn modelId="{E1BE76C9-FD35-43FA-8D40-93C9B04B6ABA}" type="presParOf" srcId="{1FFA63AC-D4E2-41AB-8112-A21F1BAF83B1}" destId="{DA94869F-A388-4391-B5FB-F6871FCCAA67}" srcOrd="0" destOrd="0" presId="urn:microsoft.com/office/officeart/2008/layout/LinedList"/>
    <dgm:cxn modelId="{F11C5F8C-8291-4D28-A316-22A19A8B9938}" type="presParOf" srcId="{1FFA63AC-D4E2-41AB-8112-A21F1BAF83B1}" destId="{1E8277E9-A421-4F4E-826A-37359E981746}" srcOrd="1" destOrd="0" presId="urn:microsoft.com/office/officeart/2008/layout/LinedList"/>
    <dgm:cxn modelId="{9ED430B8-A679-4CE0-B64E-F3256401B19A}" type="presParOf" srcId="{1FFA63AC-D4E2-41AB-8112-A21F1BAF83B1}" destId="{F3863652-1F6D-43AC-BEFC-E5BD1D568AC3}" srcOrd="2" destOrd="0" presId="urn:microsoft.com/office/officeart/2008/layout/LinedList"/>
    <dgm:cxn modelId="{9F0FC137-87BD-4C9C-8321-9F9CD2E47047}" type="presParOf" srcId="{CAF41426-51D0-419D-9E4B-207C32F4DDB8}" destId="{50DB1A0B-13D5-4FC7-B1D8-9F9379317C82}" srcOrd="17" destOrd="0" presId="urn:microsoft.com/office/officeart/2008/layout/LinedList"/>
    <dgm:cxn modelId="{643D2807-9504-489D-A8D6-AD4D2EC75952}" type="presParOf" srcId="{CAF41426-51D0-419D-9E4B-207C32F4DDB8}" destId="{4E402236-A7AA-47A7-943E-D92C8A7AC9C1}" srcOrd="18" destOrd="0" presId="urn:microsoft.com/office/officeart/2008/layout/LinedList"/>
    <dgm:cxn modelId="{D5176B5C-3108-4EC8-961F-FD9F48FE90F0}" type="presParOf" srcId="{CAF41426-51D0-419D-9E4B-207C32F4DDB8}" destId="{5E8B1615-078A-404F-9A4A-CB9E3C468543}" srcOrd="19" destOrd="0" presId="urn:microsoft.com/office/officeart/2008/layout/LinedList"/>
    <dgm:cxn modelId="{A75EE93B-D926-461F-92B5-8A71E6E82AD3}" type="presParOf" srcId="{5E8B1615-078A-404F-9A4A-CB9E3C468543}" destId="{CEC596CF-82B4-4A6C-8C58-C343535CF7AE}" srcOrd="0" destOrd="0" presId="urn:microsoft.com/office/officeart/2008/layout/LinedList"/>
    <dgm:cxn modelId="{4EB29668-0598-42B5-A518-9E33BA7767AB}" type="presParOf" srcId="{5E8B1615-078A-404F-9A4A-CB9E3C468543}" destId="{43052584-286B-4058-A607-12B9CDE8CA5E}" srcOrd="1" destOrd="0" presId="urn:microsoft.com/office/officeart/2008/layout/LinedList"/>
    <dgm:cxn modelId="{CE3ED477-28B4-4740-BC5E-7183B2AF3EF4}" type="presParOf" srcId="{5E8B1615-078A-404F-9A4A-CB9E3C468543}" destId="{C489C27E-2308-4E5F-8DD9-1EECB3F41603}" srcOrd="2" destOrd="0" presId="urn:microsoft.com/office/officeart/2008/layout/LinedList"/>
    <dgm:cxn modelId="{7B1A754F-D61E-4CDF-BDFC-E93A9F895D00}" type="presParOf" srcId="{CAF41426-51D0-419D-9E4B-207C32F4DDB8}" destId="{F6164107-97FE-4A81-83CC-00060ECC8902}" srcOrd="20" destOrd="0" presId="urn:microsoft.com/office/officeart/2008/layout/LinedList"/>
    <dgm:cxn modelId="{D0FF6A36-0925-47AC-8754-EC3567B0E15B}" type="presParOf" srcId="{CAF41426-51D0-419D-9E4B-207C32F4DDB8}" destId="{D801FA35-1F4D-439E-9A41-6D23FCB17389}" srcOrd="21" destOrd="0" presId="urn:microsoft.com/office/officeart/2008/layout/Lined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7C755107-33E7-4F68-B8E6-8EAFE8AFAA01}" type="doc">
      <dgm:prSet loTypeId="urn:microsoft.com/office/officeart/2005/8/layout/orgChart1" loCatId="hierarchy" qsTypeId="urn:microsoft.com/office/officeart/2005/8/quickstyle/simple3" qsCatId="simple" csTypeId="urn:microsoft.com/office/officeart/2005/8/colors/colorful5" csCatId="colorful" phldr="1"/>
      <dgm:spPr/>
      <dgm:t>
        <a:bodyPr/>
        <a:lstStyle/>
        <a:p>
          <a:endParaRPr lang="en-IN"/>
        </a:p>
      </dgm:t>
    </dgm:pt>
    <dgm:pt modelId="{914B2CDA-3EF6-48CD-B797-984E1F9FC935}">
      <dgm:prSet custT="1"/>
      <dgm:spPr/>
      <dgm:t>
        <a:bodyPr/>
        <a:lstStyle/>
        <a:p>
          <a:r>
            <a:rPr lang="en-US" sz="1800" b="1" i="0" baseline="0" dirty="0"/>
            <a:t>Control Statements in Java</a:t>
          </a:r>
          <a:endParaRPr lang="en-IN" sz="1800" b="1" dirty="0"/>
        </a:p>
      </dgm:t>
    </dgm:pt>
    <dgm:pt modelId="{F7FC3150-DF8F-4990-9229-FCAFFEEBF29D}" type="parTrans" cxnId="{9F163916-140E-4CE7-9B58-E3FB78037E6A}">
      <dgm:prSet/>
      <dgm:spPr/>
      <dgm:t>
        <a:bodyPr/>
        <a:lstStyle/>
        <a:p>
          <a:endParaRPr lang="en-IN" sz="1800" b="0"/>
        </a:p>
      </dgm:t>
    </dgm:pt>
    <dgm:pt modelId="{C7307BE5-1647-4D7F-8F71-CA517A297888}" type="sibTrans" cxnId="{9F163916-140E-4CE7-9B58-E3FB78037E6A}">
      <dgm:prSet/>
      <dgm:spPr/>
      <dgm:t>
        <a:bodyPr/>
        <a:lstStyle/>
        <a:p>
          <a:endParaRPr lang="en-IN" sz="1800" b="0"/>
        </a:p>
      </dgm:t>
    </dgm:pt>
    <dgm:pt modelId="{5B0DB845-1B94-41EB-9A7C-D3E38607C37E}">
      <dgm:prSet custT="1"/>
      <dgm:spPr/>
      <dgm:t>
        <a:bodyPr/>
        <a:lstStyle/>
        <a:p>
          <a:r>
            <a:rPr lang="en-US" sz="1800" b="0" i="0" baseline="0" dirty="0"/>
            <a:t>Conditional Statements</a:t>
          </a:r>
          <a:endParaRPr lang="en-IN" sz="1800" b="0" dirty="0"/>
        </a:p>
      </dgm:t>
    </dgm:pt>
    <dgm:pt modelId="{A75BF1E5-C7B1-4E0D-9D7E-65EAA81156E9}" type="parTrans" cxnId="{A5166D94-639A-485C-A34E-B3D5C37C4CF8}">
      <dgm:prSet/>
      <dgm:spPr/>
      <dgm:t>
        <a:bodyPr/>
        <a:lstStyle/>
        <a:p>
          <a:endParaRPr lang="en-IN" sz="1800" b="0"/>
        </a:p>
      </dgm:t>
    </dgm:pt>
    <dgm:pt modelId="{F01AA38F-6EBE-4228-AAD3-4D58FED2DD13}" type="sibTrans" cxnId="{A5166D94-639A-485C-A34E-B3D5C37C4CF8}">
      <dgm:prSet/>
      <dgm:spPr/>
      <dgm:t>
        <a:bodyPr/>
        <a:lstStyle/>
        <a:p>
          <a:endParaRPr lang="en-IN" sz="1800" b="0"/>
        </a:p>
      </dgm:t>
    </dgm:pt>
    <dgm:pt modelId="{A06F868D-8356-47C7-ADCF-AD05AFF6D946}">
      <dgm:prSet custT="1"/>
      <dgm:spPr/>
      <dgm:t>
        <a:bodyPr/>
        <a:lstStyle/>
        <a:p>
          <a:r>
            <a:rPr lang="en-US" sz="1800" b="0" i="0" baseline="0" dirty="0"/>
            <a:t>if-else</a:t>
          </a:r>
          <a:endParaRPr lang="en-IN" sz="1800" b="0" dirty="0"/>
        </a:p>
      </dgm:t>
    </dgm:pt>
    <dgm:pt modelId="{6B57467D-1F2B-4DA7-BBD2-F02A9F875B93}" type="parTrans" cxnId="{95C56A9E-0342-49F2-95DE-7F55F52170DD}">
      <dgm:prSet/>
      <dgm:spPr/>
      <dgm:t>
        <a:bodyPr/>
        <a:lstStyle/>
        <a:p>
          <a:endParaRPr lang="en-IN" sz="1800" b="0"/>
        </a:p>
      </dgm:t>
    </dgm:pt>
    <dgm:pt modelId="{75C952EB-8786-45E0-B543-E73F051E4409}" type="sibTrans" cxnId="{95C56A9E-0342-49F2-95DE-7F55F52170DD}">
      <dgm:prSet/>
      <dgm:spPr/>
      <dgm:t>
        <a:bodyPr/>
        <a:lstStyle/>
        <a:p>
          <a:endParaRPr lang="en-IN" sz="1800" b="0"/>
        </a:p>
      </dgm:t>
    </dgm:pt>
    <dgm:pt modelId="{B8588D8F-3B34-4E8C-8839-4A886FE6871F}">
      <dgm:prSet custT="1"/>
      <dgm:spPr/>
      <dgm:t>
        <a:bodyPr/>
        <a:lstStyle/>
        <a:p>
          <a:r>
            <a:rPr lang="en-US" sz="1800" b="0" i="0" baseline="0" dirty="0"/>
            <a:t>switch</a:t>
          </a:r>
          <a:endParaRPr lang="en-IN" sz="1800" b="0" dirty="0"/>
        </a:p>
      </dgm:t>
    </dgm:pt>
    <dgm:pt modelId="{B0B4CA8A-B1C7-4FD1-9670-EF5C6B672AFE}" type="parTrans" cxnId="{8B31D2C7-6283-4926-8BE4-951CF8D22112}">
      <dgm:prSet/>
      <dgm:spPr/>
      <dgm:t>
        <a:bodyPr/>
        <a:lstStyle/>
        <a:p>
          <a:endParaRPr lang="en-IN" sz="1800" b="0"/>
        </a:p>
      </dgm:t>
    </dgm:pt>
    <dgm:pt modelId="{B9B404E9-B762-419F-8844-28D46A3F098E}" type="sibTrans" cxnId="{8B31D2C7-6283-4926-8BE4-951CF8D22112}">
      <dgm:prSet/>
      <dgm:spPr/>
      <dgm:t>
        <a:bodyPr/>
        <a:lstStyle/>
        <a:p>
          <a:endParaRPr lang="en-IN" sz="1800" b="0"/>
        </a:p>
      </dgm:t>
    </dgm:pt>
    <dgm:pt modelId="{5D2F352B-20ED-431A-AF88-FCE05C3334BB}">
      <dgm:prSet custT="1"/>
      <dgm:spPr/>
      <dgm:t>
        <a:bodyPr/>
        <a:lstStyle/>
        <a:p>
          <a:r>
            <a:rPr lang="en-US" sz="1800" b="0" i="0" baseline="0" dirty="0"/>
            <a:t>Looping Statements</a:t>
          </a:r>
          <a:endParaRPr lang="en-IN" sz="1800" b="0" dirty="0"/>
        </a:p>
      </dgm:t>
    </dgm:pt>
    <dgm:pt modelId="{0A5462B0-FEEE-4445-A598-AA1080AC7E82}" type="parTrans" cxnId="{E879A568-A1B5-4930-BF99-3D3E60B60E8C}">
      <dgm:prSet/>
      <dgm:spPr/>
      <dgm:t>
        <a:bodyPr/>
        <a:lstStyle/>
        <a:p>
          <a:endParaRPr lang="en-IN" sz="1800" b="0"/>
        </a:p>
      </dgm:t>
    </dgm:pt>
    <dgm:pt modelId="{1FADF778-9C4B-4D28-94D4-26BBCEE1ADA9}" type="sibTrans" cxnId="{E879A568-A1B5-4930-BF99-3D3E60B60E8C}">
      <dgm:prSet/>
      <dgm:spPr/>
      <dgm:t>
        <a:bodyPr/>
        <a:lstStyle/>
        <a:p>
          <a:endParaRPr lang="en-IN" sz="1800" b="0"/>
        </a:p>
      </dgm:t>
    </dgm:pt>
    <dgm:pt modelId="{B42574BB-5CE6-4676-AF5F-5AA9A9DF75A9}">
      <dgm:prSet custT="1"/>
      <dgm:spPr/>
      <dgm:t>
        <a:bodyPr/>
        <a:lstStyle/>
        <a:p>
          <a:r>
            <a:rPr lang="en-US" sz="1800" b="0" i="0" baseline="0" dirty="0"/>
            <a:t>for</a:t>
          </a:r>
          <a:endParaRPr lang="en-IN" sz="1800" b="0" dirty="0"/>
        </a:p>
      </dgm:t>
    </dgm:pt>
    <dgm:pt modelId="{DC939753-47ED-4259-859F-C902A701ACC7}" type="parTrans" cxnId="{0DCCABFE-7E35-463A-B116-9746158AE082}">
      <dgm:prSet/>
      <dgm:spPr/>
      <dgm:t>
        <a:bodyPr/>
        <a:lstStyle/>
        <a:p>
          <a:endParaRPr lang="en-IN" sz="1800" b="0"/>
        </a:p>
      </dgm:t>
    </dgm:pt>
    <dgm:pt modelId="{DAFC0009-AB95-41BD-B302-48AECA279196}" type="sibTrans" cxnId="{0DCCABFE-7E35-463A-B116-9746158AE082}">
      <dgm:prSet/>
      <dgm:spPr/>
      <dgm:t>
        <a:bodyPr/>
        <a:lstStyle/>
        <a:p>
          <a:endParaRPr lang="en-IN" sz="1800" b="0"/>
        </a:p>
      </dgm:t>
    </dgm:pt>
    <dgm:pt modelId="{F73807AB-6FE9-49A6-A84C-0C1BD1B2831A}">
      <dgm:prSet custT="1"/>
      <dgm:spPr/>
      <dgm:t>
        <a:bodyPr/>
        <a:lstStyle/>
        <a:p>
          <a:r>
            <a:rPr lang="en-US" sz="1800" b="0" i="0" baseline="0" dirty="0"/>
            <a:t>while</a:t>
          </a:r>
          <a:endParaRPr lang="en-IN" sz="1800" b="0" dirty="0"/>
        </a:p>
      </dgm:t>
    </dgm:pt>
    <dgm:pt modelId="{ED22AFFB-7927-4093-B4E0-692187E05922}" type="parTrans" cxnId="{8CB852C9-9B43-4F28-A9A7-B3E828FB14F5}">
      <dgm:prSet/>
      <dgm:spPr/>
      <dgm:t>
        <a:bodyPr/>
        <a:lstStyle/>
        <a:p>
          <a:endParaRPr lang="en-IN" sz="1800" b="0"/>
        </a:p>
      </dgm:t>
    </dgm:pt>
    <dgm:pt modelId="{A410A963-DA8B-40EB-B772-76F8C8B6888A}" type="sibTrans" cxnId="{8CB852C9-9B43-4F28-A9A7-B3E828FB14F5}">
      <dgm:prSet/>
      <dgm:spPr/>
      <dgm:t>
        <a:bodyPr/>
        <a:lstStyle/>
        <a:p>
          <a:endParaRPr lang="en-IN" sz="1800" b="0"/>
        </a:p>
      </dgm:t>
    </dgm:pt>
    <dgm:pt modelId="{BAD50FD3-E0EB-40F4-85A4-1E05801FD0A6}">
      <dgm:prSet custT="1"/>
      <dgm:spPr/>
      <dgm:t>
        <a:bodyPr/>
        <a:lstStyle/>
        <a:p>
          <a:r>
            <a:rPr lang="en-US" sz="1800" b="0" i="0" baseline="0" dirty="0"/>
            <a:t>do-while</a:t>
          </a:r>
          <a:endParaRPr lang="en-IN" sz="1800" b="0" dirty="0"/>
        </a:p>
      </dgm:t>
    </dgm:pt>
    <dgm:pt modelId="{2200B00E-C27A-46D0-8349-9D6791451E2D}" type="parTrans" cxnId="{5453088C-50BB-41FA-A14C-B0F26F0BB236}">
      <dgm:prSet/>
      <dgm:spPr/>
      <dgm:t>
        <a:bodyPr/>
        <a:lstStyle/>
        <a:p>
          <a:endParaRPr lang="en-IN" sz="1800" b="0"/>
        </a:p>
      </dgm:t>
    </dgm:pt>
    <dgm:pt modelId="{ADB66603-7E3B-4829-9305-E213CAA86E75}" type="sibTrans" cxnId="{5453088C-50BB-41FA-A14C-B0F26F0BB236}">
      <dgm:prSet/>
      <dgm:spPr/>
      <dgm:t>
        <a:bodyPr/>
        <a:lstStyle/>
        <a:p>
          <a:endParaRPr lang="en-IN" sz="1800" b="0"/>
        </a:p>
      </dgm:t>
    </dgm:pt>
    <dgm:pt modelId="{E3951195-EAAC-4B33-9CFE-2E408FDF7733}">
      <dgm:prSet custT="1"/>
      <dgm:spPr/>
      <dgm:t>
        <a:bodyPr/>
        <a:lstStyle/>
        <a:p>
          <a:r>
            <a:rPr lang="en-US" sz="1800" b="0" i="0" baseline="0" dirty="0"/>
            <a:t>Branching Statements</a:t>
          </a:r>
          <a:endParaRPr lang="en-IN" sz="1800" b="0" dirty="0"/>
        </a:p>
      </dgm:t>
    </dgm:pt>
    <dgm:pt modelId="{56102976-CE10-4B1F-80AC-72254DDD6D4F}" type="parTrans" cxnId="{DA4BFF02-3404-4D39-B78D-3B4A46878E38}">
      <dgm:prSet/>
      <dgm:spPr/>
      <dgm:t>
        <a:bodyPr/>
        <a:lstStyle/>
        <a:p>
          <a:endParaRPr lang="en-IN" sz="1800" b="0"/>
        </a:p>
      </dgm:t>
    </dgm:pt>
    <dgm:pt modelId="{3FD6BAA8-CE2E-4DE4-9AA6-A985FE732BA5}" type="sibTrans" cxnId="{DA4BFF02-3404-4D39-B78D-3B4A46878E38}">
      <dgm:prSet/>
      <dgm:spPr/>
      <dgm:t>
        <a:bodyPr/>
        <a:lstStyle/>
        <a:p>
          <a:endParaRPr lang="en-IN" sz="1800" b="0"/>
        </a:p>
      </dgm:t>
    </dgm:pt>
    <dgm:pt modelId="{2BFFB3D5-1E0A-4221-9B4B-54AA78CCDDDF}">
      <dgm:prSet custT="1"/>
      <dgm:spPr/>
      <dgm:t>
        <a:bodyPr/>
        <a:lstStyle/>
        <a:p>
          <a:r>
            <a:rPr lang="en-US" sz="1800" b="0" i="0" baseline="0" dirty="0"/>
            <a:t>break</a:t>
          </a:r>
          <a:endParaRPr lang="en-IN" sz="1800" b="0" dirty="0"/>
        </a:p>
      </dgm:t>
    </dgm:pt>
    <dgm:pt modelId="{0BD1F738-3597-4682-9BAD-0B83416957B6}" type="parTrans" cxnId="{D0A82363-FF77-48AB-812F-18F87AFFADC2}">
      <dgm:prSet/>
      <dgm:spPr/>
      <dgm:t>
        <a:bodyPr/>
        <a:lstStyle/>
        <a:p>
          <a:endParaRPr lang="en-IN" sz="1800" b="0"/>
        </a:p>
      </dgm:t>
    </dgm:pt>
    <dgm:pt modelId="{481459AE-8BFE-4A2F-9A6D-F368E1DD1567}" type="sibTrans" cxnId="{D0A82363-FF77-48AB-812F-18F87AFFADC2}">
      <dgm:prSet/>
      <dgm:spPr/>
      <dgm:t>
        <a:bodyPr/>
        <a:lstStyle/>
        <a:p>
          <a:endParaRPr lang="en-IN" sz="1800" b="0"/>
        </a:p>
      </dgm:t>
    </dgm:pt>
    <dgm:pt modelId="{8D80525E-0ECC-4DFB-98C0-53257B69A420}">
      <dgm:prSet custT="1"/>
      <dgm:spPr/>
      <dgm:t>
        <a:bodyPr/>
        <a:lstStyle/>
        <a:p>
          <a:r>
            <a:rPr lang="en-US" sz="1800" b="0" i="0" baseline="0" dirty="0"/>
            <a:t>continue</a:t>
          </a:r>
          <a:endParaRPr lang="en-IN" sz="1800" b="0" dirty="0"/>
        </a:p>
      </dgm:t>
    </dgm:pt>
    <dgm:pt modelId="{2C21252E-273E-45DE-BDC1-C82FCFE3C17E}" type="parTrans" cxnId="{E58729DD-2F36-45B6-B7A2-563F265A54E7}">
      <dgm:prSet/>
      <dgm:spPr/>
      <dgm:t>
        <a:bodyPr/>
        <a:lstStyle/>
        <a:p>
          <a:endParaRPr lang="en-IN" sz="1800" b="0"/>
        </a:p>
      </dgm:t>
    </dgm:pt>
    <dgm:pt modelId="{4E888726-622F-4E52-BEA1-CA6F8719AEA6}" type="sibTrans" cxnId="{E58729DD-2F36-45B6-B7A2-563F265A54E7}">
      <dgm:prSet/>
      <dgm:spPr/>
      <dgm:t>
        <a:bodyPr/>
        <a:lstStyle/>
        <a:p>
          <a:endParaRPr lang="en-IN" sz="1800" b="0"/>
        </a:p>
      </dgm:t>
    </dgm:pt>
    <dgm:pt modelId="{61AD1296-977F-419C-ABFB-CE8479C908B1}">
      <dgm:prSet custT="1"/>
      <dgm:spPr/>
      <dgm:t>
        <a:bodyPr/>
        <a:lstStyle/>
        <a:p>
          <a:r>
            <a:rPr lang="en-US" sz="1800" b="0" i="0" baseline="0" dirty="0"/>
            <a:t>return</a:t>
          </a:r>
          <a:endParaRPr lang="en-IN" sz="1800" b="0" dirty="0"/>
        </a:p>
      </dgm:t>
    </dgm:pt>
    <dgm:pt modelId="{05767C8C-E71C-403A-A958-1401A0657D78}" type="parTrans" cxnId="{5C1DF2A0-8918-4730-BADD-DEEDCD2724A0}">
      <dgm:prSet/>
      <dgm:spPr/>
      <dgm:t>
        <a:bodyPr/>
        <a:lstStyle/>
        <a:p>
          <a:endParaRPr lang="en-IN" sz="1800" b="0"/>
        </a:p>
      </dgm:t>
    </dgm:pt>
    <dgm:pt modelId="{F64E9264-71A6-4FFF-8C83-CD816171A7A3}" type="sibTrans" cxnId="{5C1DF2A0-8918-4730-BADD-DEEDCD2724A0}">
      <dgm:prSet/>
      <dgm:spPr/>
      <dgm:t>
        <a:bodyPr/>
        <a:lstStyle/>
        <a:p>
          <a:endParaRPr lang="en-IN" sz="1800" b="0"/>
        </a:p>
      </dgm:t>
    </dgm:pt>
    <dgm:pt modelId="{25B26FE9-820D-490E-8160-F16AF1C6D598}">
      <dgm:prSet custT="1"/>
      <dgm:spPr>
        <a:solidFill>
          <a:schemeClr val="accent1">
            <a:lumMod val="20000"/>
            <a:lumOff val="80000"/>
          </a:schemeClr>
        </a:solidFill>
      </dgm:spPr>
      <dgm:t>
        <a:bodyPr/>
        <a:lstStyle/>
        <a:p>
          <a:r>
            <a:rPr lang="en-US" sz="1800" b="0" dirty="0"/>
            <a:t>Ternary operator</a:t>
          </a:r>
          <a:endParaRPr lang="en-IN" sz="1800" b="0" dirty="0"/>
        </a:p>
      </dgm:t>
    </dgm:pt>
    <dgm:pt modelId="{D90C25B3-FC6B-4CD4-8C13-C3BEAF528CEA}" type="parTrans" cxnId="{252B8C8E-72E3-4ADB-A264-C1D9D7FE8E73}">
      <dgm:prSet/>
      <dgm:spPr/>
      <dgm:t>
        <a:bodyPr/>
        <a:lstStyle/>
        <a:p>
          <a:endParaRPr lang="en-IN"/>
        </a:p>
      </dgm:t>
    </dgm:pt>
    <dgm:pt modelId="{9DBC2CF0-169E-4F34-A317-C7B35E22AB82}" type="sibTrans" cxnId="{252B8C8E-72E3-4ADB-A264-C1D9D7FE8E73}">
      <dgm:prSet/>
      <dgm:spPr/>
      <dgm:t>
        <a:bodyPr/>
        <a:lstStyle/>
        <a:p>
          <a:endParaRPr lang="en-IN"/>
        </a:p>
      </dgm:t>
    </dgm:pt>
    <dgm:pt modelId="{75ED9510-AA5B-4E91-BBB0-149F70AEAB62}">
      <dgm:prSet custT="1"/>
      <dgm:spPr>
        <a:solidFill>
          <a:schemeClr val="accent1">
            <a:lumMod val="20000"/>
            <a:lumOff val="80000"/>
          </a:schemeClr>
        </a:solidFill>
      </dgm:spPr>
      <dgm:t>
        <a:bodyPr/>
        <a:lstStyle/>
        <a:p>
          <a:r>
            <a:rPr lang="en-US" sz="1800" b="0" dirty="0"/>
            <a:t>for-each</a:t>
          </a:r>
          <a:endParaRPr lang="en-IN" sz="1800" b="0" dirty="0"/>
        </a:p>
      </dgm:t>
    </dgm:pt>
    <dgm:pt modelId="{B866B721-2838-4394-A3E1-0C8745E62FA9}" type="parTrans" cxnId="{C04F6AF3-A722-41E4-83C2-0F0D12C65CDD}">
      <dgm:prSet/>
      <dgm:spPr/>
      <dgm:t>
        <a:bodyPr/>
        <a:lstStyle/>
        <a:p>
          <a:endParaRPr lang="en-IN"/>
        </a:p>
      </dgm:t>
    </dgm:pt>
    <dgm:pt modelId="{70DB8FE5-B8AA-4D0E-81D1-C28568317C1F}" type="sibTrans" cxnId="{C04F6AF3-A722-41E4-83C2-0F0D12C65CDD}">
      <dgm:prSet/>
      <dgm:spPr/>
      <dgm:t>
        <a:bodyPr/>
        <a:lstStyle/>
        <a:p>
          <a:endParaRPr lang="en-IN"/>
        </a:p>
      </dgm:t>
    </dgm:pt>
    <dgm:pt modelId="{2AB9EE30-DD0A-4A82-82AB-E2E9A88F54A0}" type="pres">
      <dgm:prSet presAssocID="{7C755107-33E7-4F68-B8E6-8EAFE8AFAA01}" presName="hierChild1" presStyleCnt="0">
        <dgm:presLayoutVars>
          <dgm:orgChart val="1"/>
          <dgm:chPref val="1"/>
          <dgm:dir/>
          <dgm:animOne val="branch"/>
          <dgm:animLvl val="lvl"/>
          <dgm:resizeHandles/>
        </dgm:presLayoutVars>
      </dgm:prSet>
      <dgm:spPr/>
    </dgm:pt>
    <dgm:pt modelId="{B7EDD4A7-DF9A-485C-962F-0FED54A0203C}" type="pres">
      <dgm:prSet presAssocID="{914B2CDA-3EF6-48CD-B797-984E1F9FC935}" presName="hierRoot1" presStyleCnt="0">
        <dgm:presLayoutVars>
          <dgm:hierBranch val="init"/>
        </dgm:presLayoutVars>
      </dgm:prSet>
      <dgm:spPr/>
    </dgm:pt>
    <dgm:pt modelId="{73D4E3D2-BC35-4F88-ACE4-B8D27751542A}" type="pres">
      <dgm:prSet presAssocID="{914B2CDA-3EF6-48CD-B797-984E1F9FC935}" presName="rootComposite1" presStyleCnt="0"/>
      <dgm:spPr/>
    </dgm:pt>
    <dgm:pt modelId="{C67CA4D0-0D49-4144-A25E-12F8F77C9497}" type="pres">
      <dgm:prSet presAssocID="{914B2CDA-3EF6-48CD-B797-984E1F9FC935}" presName="rootText1" presStyleLbl="node0" presStyleIdx="0" presStyleCnt="1" custScaleX="286388" custScaleY="136706" custLinFactNeighborY="-72706">
        <dgm:presLayoutVars>
          <dgm:chPref val="3"/>
        </dgm:presLayoutVars>
      </dgm:prSet>
      <dgm:spPr>
        <a:prstGeom prst="roundRect">
          <a:avLst/>
        </a:prstGeom>
      </dgm:spPr>
    </dgm:pt>
    <dgm:pt modelId="{02F18447-D554-4D36-A452-5B76817B9256}" type="pres">
      <dgm:prSet presAssocID="{914B2CDA-3EF6-48CD-B797-984E1F9FC935}" presName="rootConnector1" presStyleLbl="node1" presStyleIdx="0" presStyleCnt="0"/>
      <dgm:spPr/>
    </dgm:pt>
    <dgm:pt modelId="{B2E289F1-8BE3-4FF9-BC1D-BBB8CEA145C7}" type="pres">
      <dgm:prSet presAssocID="{914B2CDA-3EF6-48CD-B797-984E1F9FC935}" presName="hierChild2" presStyleCnt="0"/>
      <dgm:spPr/>
    </dgm:pt>
    <dgm:pt modelId="{B5FB18C3-A7FC-40B7-864D-A652C6F3FB7C}" type="pres">
      <dgm:prSet presAssocID="{A75BF1E5-C7B1-4E0D-9D7E-65EAA81156E9}" presName="Name37" presStyleLbl="parChTrans1D2" presStyleIdx="0" presStyleCnt="3"/>
      <dgm:spPr/>
    </dgm:pt>
    <dgm:pt modelId="{4A14EA6A-964D-4CF3-BB30-B4B8DB077457}" type="pres">
      <dgm:prSet presAssocID="{5B0DB845-1B94-41EB-9A7C-D3E38607C37E}" presName="hierRoot2" presStyleCnt="0">
        <dgm:presLayoutVars>
          <dgm:hierBranch val="init"/>
        </dgm:presLayoutVars>
      </dgm:prSet>
      <dgm:spPr/>
    </dgm:pt>
    <dgm:pt modelId="{E4A5AF7A-CD53-4517-A13E-B38AF6ECFAE1}" type="pres">
      <dgm:prSet presAssocID="{5B0DB845-1B94-41EB-9A7C-D3E38607C37E}" presName="rootComposite" presStyleCnt="0"/>
      <dgm:spPr/>
    </dgm:pt>
    <dgm:pt modelId="{6C062D20-970C-4581-BF25-6B478E69125C}" type="pres">
      <dgm:prSet presAssocID="{5B0DB845-1B94-41EB-9A7C-D3E38607C37E}" presName="rootText" presStyleLbl="node2" presStyleIdx="0" presStyleCnt="3" custScaleX="184838" custScaleY="133130" custLinFactNeighborX="-177" custLinFactNeighborY="-17616">
        <dgm:presLayoutVars>
          <dgm:chPref val="3"/>
        </dgm:presLayoutVars>
      </dgm:prSet>
      <dgm:spPr>
        <a:prstGeom prst="roundRect">
          <a:avLst/>
        </a:prstGeom>
      </dgm:spPr>
    </dgm:pt>
    <dgm:pt modelId="{F920DBB0-183B-4EFB-86C4-E122F392E5BE}" type="pres">
      <dgm:prSet presAssocID="{5B0DB845-1B94-41EB-9A7C-D3E38607C37E}" presName="rootConnector" presStyleLbl="node2" presStyleIdx="0" presStyleCnt="3"/>
      <dgm:spPr/>
    </dgm:pt>
    <dgm:pt modelId="{42CEDE22-4BA1-484E-AA24-C16020472F5D}" type="pres">
      <dgm:prSet presAssocID="{5B0DB845-1B94-41EB-9A7C-D3E38607C37E}" presName="hierChild4" presStyleCnt="0"/>
      <dgm:spPr/>
    </dgm:pt>
    <dgm:pt modelId="{AF084FEA-5B5F-4033-BC70-D865CDA3F8E2}" type="pres">
      <dgm:prSet presAssocID="{6B57467D-1F2B-4DA7-BBD2-F02A9F875B93}" presName="Name37" presStyleLbl="parChTrans1D3" presStyleIdx="0" presStyleCnt="10"/>
      <dgm:spPr/>
    </dgm:pt>
    <dgm:pt modelId="{E0DB6CB4-12EC-47BE-8392-65AF777627BE}" type="pres">
      <dgm:prSet presAssocID="{A06F868D-8356-47C7-ADCF-AD05AFF6D946}" presName="hierRoot2" presStyleCnt="0">
        <dgm:presLayoutVars>
          <dgm:hierBranch val="init"/>
        </dgm:presLayoutVars>
      </dgm:prSet>
      <dgm:spPr/>
    </dgm:pt>
    <dgm:pt modelId="{6264B2A2-AE42-4E4B-B8CB-7E1621AF2231}" type="pres">
      <dgm:prSet presAssocID="{A06F868D-8356-47C7-ADCF-AD05AFF6D946}" presName="rootComposite" presStyleCnt="0"/>
      <dgm:spPr/>
    </dgm:pt>
    <dgm:pt modelId="{16D0754E-E2CD-4547-9E1E-795BAB132D2E}" type="pres">
      <dgm:prSet presAssocID="{A06F868D-8356-47C7-ADCF-AD05AFF6D946}" presName="rootText" presStyleLbl="node3" presStyleIdx="0" presStyleCnt="10" custScaleX="127779" custLinFactNeighborX="-6018" custLinFactNeighborY="15584">
        <dgm:presLayoutVars>
          <dgm:chPref val="3"/>
        </dgm:presLayoutVars>
      </dgm:prSet>
      <dgm:spPr>
        <a:prstGeom prst="roundRect">
          <a:avLst/>
        </a:prstGeom>
      </dgm:spPr>
    </dgm:pt>
    <dgm:pt modelId="{C5594E69-685D-4095-BE91-73C4497118F2}" type="pres">
      <dgm:prSet presAssocID="{A06F868D-8356-47C7-ADCF-AD05AFF6D946}" presName="rootConnector" presStyleLbl="node3" presStyleIdx="0" presStyleCnt="10"/>
      <dgm:spPr/>
    </dgm:pt>
    <dgm:pt modelId="{65FC411E-FC83-48AF-9240-B5A8969ACA1A}" type="pres">
      <dgm:prSet presAssocID="{A06F868D-8356-47C7-ADCF-AD05AFF6D946}" presName="hierChild4" presStyleCnt="0"/>
      <dgm:spPr/>
    </dgm:pt>
    <dgm:pt modelId="{B4EE74D2-F842-4538-BED4-1E2009354367}" type="pres">
      <dgm:prSet presAssocID="{A06F868D-8356-47C7-ADCF-AD05AFF6D946}" presName="hierChild5" presStyleCnt="0"/>
      <dgm:spPr/>
    </dgm:pt>
    <dgm:pt modelId="{4706C1FD-9B08-4017-821E-059C6F8F906F}" type="pres">
      <dgm:prSet presAssocID="{B0B4CA8A-B1C7-4FD1-9670-EF5C6B672AFE}" presName="Name37" presStyleLbl="parChTrans1D3" presStyleIdx="1" presStyleCnt="10"/>
      <dgm:spPr/>
    </dgm:pt>
    <dgm:pt modelId="{49D3558C-6B37-4CCD-8B73-099AB2C2323C}" type="pres">
      <dgm:prSet presAssocID="{B8588D8F-3B34-4E8C-8839-4A886FE6871F}" presName="hierRoot2" presStyleCnt="0">
        <dgm:presLayoutVars>
          <dgm:hierBranch val="init"/>
        </dgm:presLayoutVars>
      </dgm:prSet>
      <dgm:spPr/>
    </dgm:pt>
    <dgm:pt modelId="{F834FE19-6833-44AA-B212-FA1A302FB283}" type="pres">
      <dgm:prSet presAssocID="{B8588D8F-3B34-4E8C-8839-4A886FE6871F}" presName="rootComposite" presStyleCnt="0"/>
      <dgm:spPr/>
    </dgm:pt>
    <dgm:pt modelId="{9E0AEEBE-A4C4-4790-9393-32DB2853A2EC}" type="pres">
      <dgm:prSet presAssocID="{B8588D8F-3B34-4E8C-8839-4A886FE6871F}" presName="rootText" presStyleLbl="node3" presStyleIdx="1" presStyleCnt="10" custScaleX="127779" custLinFactNeighborX="-6018" custLinFactNeighborY="15584">
        <dgm:presLayoutVars>
          <dgm:chPref val="3"/>
        </dgm:presLayoutVars>
      </dgm:prSet>
      <dgm:spPr>
        <a:prstGeom prst="roundRect">
          <a:avLst/>
        </a:prstGeom>
      </dgm:spPr>
    </dgm:pt>
    <dgm:pt modelId="{4939FA6F-D082-47D1-BB2C-65B9EF7A519D}" type="pres">
      <dgm:prSet presAssocID="{B8588D8F-3B34-4E8C-8839-4A886FE6871F}" presName="rootConnector" presStyleLbl="node3" presStyleIdx="1" presStyleCnt="10"/>
      <dgm:spPr/>
    </dgm:pt>
    <dgm:pt modelId="{91A68723-1B34-441B-9840-080ABDC8E940}" type="pres">
      <dgm:prSet presAssocID="{B8588D8F-3B34-4E8C-8839-4A886FE6871F}" presName="hierChild4" presStyleCnt="0"/>
      <dgm:spPr/>
    </dgm:pt>
    <dgm:pt modelId="{0262EA9C-28B3-47E4-8EDA-80236DC4E9A2}" type="pres">
      <dgm:prSet presAssocID="{B8588D8F-3B34-4E8C-8839-4A886FE6871F}" presName="hierChild5" presStyleCnt="0"/>
      <dgm:spPr/>
    </dgm:pt>
    <dgm:pt modelId="{952D3578-13E9-4A07-8A85-51AA3B340AB8}" type="pres">
      <dgm:prSet presAssocID="{D90C25B3-FC6B-4CD4-8C13-C3BEAF528CEA}" presName="Name37" presStyleLbl="parChTrans1D3" presStyleIdx="2" presStyleCnt="10"/>
      <dgm:spPr/>
    </dgm:pt>
    <dgm:pt modelId="{374CD942-D2BD-4329-B96D-374991FD138B}" type="pres">
      <dgm:prSet presAssocID="{25B26FE9-820D-490E-8160-F16AF1C6D598}" presName="hierRoot2" presStyleCnt="0">
        <dgm:presLayoutVars>
          <dgm:hierBranch val="init"/>
        </dgm:presLayoutVars>
      </dgm:prSet>
      <dgm:spPr/>
    </dgm:pt>
    <dgm:pt modelId="{5DCC4DF1-B27A-4636-A41C-E2F93A3BB0DD}" type="pres">
      <dgm:prSet presAssocID="{25B26FE9-820D-490E-8160-F16AF1C6D598}" presName="rootComposite" presStyleCnt="0"/>
      <dgm:spPr/>
    </dgm:pt>
    <dgm:pt modelId="{377768C5-BA19-499E-BB02-34F4F1F612F7}" type="pres">
      <dgm:prSet presAssocID="{25B26FE9-820D-490E-8160-F16AF1C6D598}" presName="rootText" presStyleLbl="node3" presStyleIdx="2" presStyleCnt="10" custScaleX="127779" custLinFactNeighborX="-4728" custLinFactNeighborY="15584">
        <dgm:presLayoutVars>
          <dgm:chPref val="3"/>
        </dgm:presLayoutVars>
      </dgm:prSet>
      <dgm:spPr>
        <a:prstGeom prst="roundRect">
          <a:avLst/>
        </a:prstGeom>
      </dgm:spPr>
    </dgm:pt>
    <dgm:pt modelId="{25C911A6-0293-4458-B7E2-E69A1AB75181}" type="pres">
      <dgm:prSet presAssocID="{25B26FE9-820D-490E-8160-F16AF1C6D598}" presName="rootConnector" presStyleLbl="node3" presStyleIdx="2" presStyleCnt="10"/>
      <dgm:spPr/>
    </dgm:pt>
    <dgm:pt modelId="{6E8741DF-EF86-4A7D-A59A-E4251BF9E7B6}" type="pres">
      <dgm:prSet presAssocID="{25B26FE9-820D-490E-8160-F16AF1C6D598}" presName="hierChild4" presStyleCnt="0"/>
      <dgm:spPr/>
    </dgm:pt>
    <dgm:pt modelId="{E4E6BD87-7CDD-4A4E-AF5B-F3277831FEA4}" type="pres">
      <dgm:prSet presAssocID="{25B26FE9-820D-490E-8160-F16AF1C6D598}" presName="hierChild5" presStyleCnt="0"/>
      <dgm:spPr/>
    </dgm:pt>
    <dgm:pt modelId="{2ECDDFE2-989F-42CB-8863-90FF05F3ED43}" type="pres">
      <dgm:prSet presAssocID="{5B0DB845-1B94-41EB-9A7C-D3E38607C37E}" presName="hierChild5" presStyleCnt="0"/>
      <dgm:spPr/>
    </dgm:pt>
    <dgm:pt modelId="{A4ACDF4E-8182-4429-BB0D-7357CB43FEED}" type="pres">
      <dgm:prSet presAssocID="{0A5462B0-FEEE-4445-A598-AA1080AC7E82}" presName="Name37" presStyleLbl="parChTrans1D2" presStyleIdx="1" presStyleCnt="3"/>
      <dgm:spPr/>
    </dgm:pt>
    <dgm:pt modelId="{542581F9-99BC-4F41-8108-66311C6AFD0E}" type="pres">
      <dgm:prSet presAssocID="{5D2F352B-20ED-431A-AF88-FCE05C3334BB}" presName="hierRoot2" presStyleCnt="0">
        <dgm:presLayoutVars>
          <dgm:hierBranch val="init"/>
        </dgm:presLayoutVars>
      </dgm:prSet>
      <dgm:spPr/>
    </dgm:pt>
    <dgm:pt modelId="{779D40A4-AD21-4C61-83B7-05074603C4F2}" type="pres">
      <dgm:prSet presAssocID="{5D2F352B-20ED-431A-AF88-FCE05C3334BB}" presName="rootComposite" presStyleCnt="0"/>
      <dgm:spPr/>
    </dgm:pt>
    <dgm:pt modelId="{E3E59E1E-AA2E-42BF-AF38-967929268779}" type="pres">
      <dgm:prSet presAssocID="{5D2F352B-20ED-431A-AF88-FCE05C3334BB}" presName="rootText" presStyleLbl="node2" presStyleIdx="1" presStyleCnt="3" custScaleX="184838" custScaleY="133130" custLinFactNeighborY="-17616">
        <dgm:presLayoutVars>
          <dgm:chPref val="3"/>
        </dgm:presLayoutVars>
      </dgm:prSet>
      <dgm:spPr>
        <a:prstGeom prst="roundRect">
          <a:avLst/>
        </a:prstGeom>
      </dgm:spPr>
    </dgm:pt>
    <dgm:pt modelId="{DD204A26-E5CE-470E-8241-91E22C92BF6D}" type="pres">
      <dgm:prSet presAssocID="{5D2F352B-20ED-431A-AF88-FCE05C3334BB}" presName="rootConnector" presStyleLbl="node2" presStyleIdx="1" presStyleCnt="3"/>
      <dgm:spPr/>
    </dgm:pt>
    <dgm:pt modelId="{F9F7D63E-30DA-4299-AD19-620BD4A72332}" type="pres">
      <dgm:prSet presAssocID="{5D2F352B-20ED-431A-AF88-FCE05C3334BB}" presName="hierChild4" presStyleCnt="0"/>
      <dgm:spPr/>
    </dgm:pt>
    <dgm:pt modelId="{FD205FF8-D8DD-451C-A43B-3498D56D0040}" type="pres">
      <dgm:prSet presAssocID="{DC939753-47ED-4259-859F-C902A701ACC7}" presName="Name37" presStyleLbl="parChTrans1D3" presStyleIdx="3" presStyleCnt="10"/>
      <dgm:spPr/>
    </dgm:pt>
    <dgm:pt modelId="{A6D1477D-E810-4824-874E-7481DDE48D0F}" type="pres">
      <dgm:prSet presAssocID="{B42574BB-5CE6-4676-AF5F-5AA9A9DF75A9}" presName="hierRoot2" presStyleCnt="0">
        <dgm:presLayoutVars>
          <dgm:hierBranch val="init"/>
        </dgm:presLayoutVars>
      </dgm:prSet>
      <dgm:spPr/>
    </dgm:pt>
    <dgm:pt modelId="{2DD4E8C7-8CBD-4CBB-BBA5-80298CF86637}" type="pres">
      <dgm:prSet presAssocID="{B42574BB-5CE6-4676-AF5F-5AA9A9DF75A9}" presName="rootComposite" presStyleCnt="0"/>
      <dgm:spPr/>
    </dgm:pt>
    <dgm:pt modelId="{82E1509F-6B8B-4061-9D06-C2A761B93CF7}" type="pres">
      <dgm:prSet presAssocID="{B42574BB-5CE6-4676-AF5F-5AA9A9DF75A9}" presName="rootText" presStyleLbl="node3" presStyleIdx="3" presStyleCnt="10" custScaleX="127779" custLinFactNeighborY="15584">
        <dgm:presLayoutVars>
          <dgm:chPref val="3"/>
        </dgm:presLayoutVars>
      </dgm:prSet>
      <dgm:spPr>
        <a:prstGeom prst="roundRect">
          <a:avLst/>
        </a:prstGeom>
      </dgm:spPr>
    </dgm:pt>
    <dgm:pt modelId="{3645DB3F-3B5B-4C00-90DF-D174B83EF0E9}" type="pres">
      <dgm:prSet presAssocID="{B42574BB-5CE6-4676-AF5F-5AA9A9DF75A9}" presName="rootConnector" presStyleLbl="node3" presStyleIdx="3" presStyleCnt="10"/>
      <dgm:spPr/>
    </dgm:pt>
    <dgm:pt modelId="{90DA17BD-A2B3-4E65-BEBE-8D15A17F5D65}" type="pres">
      <dgm:prSet presAssocID="{B42574BB-5CE6-4676-AF5F-5AA9A9DF75A9}" presName="hierChild4" presStyleCnt="0"/>
      <dgm:spPr/>
    </dgm:pt>
    <dgm:pt modelId="{BF027CCE-28A8-4063-AEB0-5C2661E350AF}" type="pres">
      <dgm:prSet presAssocID="{B42574BB-5CE6-4676-AF5F-5AA9A9DF75A9}" presName="hierChild5" presStyleCnt="0"/>
      <dgm:spPr/>
    </dgm:pt>
    <dgm:pt modelId="{97771716-0C63-438D-BEB4-45BEBB8694A3}" type="pres">
      <dgm:prSet presAssocID="{ED22AFFB-7927-4093-B4E0-692187E05922}" presName="Name37" presStyleLbl="parChTrans1D3" presStyleIdx="4" presStyleCnt="10"/>
      <dgm:spPr/>
    </dgm:pt>
    <dgm:pt modelId="{F507975C-B953-45A1-AED1-98A453F40CEB}" type="pres">
      <dgm:prSet presAssocID="{F73807AB-6FE9-49A6-A84C-0C1BD1B2831A}" presName="hierRoot2" presStyleCnt="0">
        <dgm:presLayoutVars>
          <dgm:hierBranch val="init"/>
        </dgm:presLayoutVars>
      </dgm:prSet>
      <dgm:spPr/>
    </dgm:pt>
    <dgm:pt modelId="{A5146CC1-34E9-400D-824C-27FF70172859}" type="pres">
      <dgm:prSet presAssocID="{F73807AB-6FE9-49A6-A84C-0C1BD1B2831A}" presName="rootComposite" presStyleCnt="0"/>
      <dgm:spPr/>
    </dgm:pt>
    <dgm:pt modelId="{011776F9-7BCE-4C56-BB2B-4F033606F84C}" type="pres">
      <dgm:prSet presAssocID="{F73807AB-6FE9-49A6-A84C-0C1BD1B2831A}" presName="rootText" presStyleLbl="node3" presStyleIdx="4" presStyleCnt="10" custScaleX="127779" custLinFactNeighborY="15584">
        <dgm:presLayoutVars>
          <dgm:chPref val="3"/>
        </dgm:presLayoutVars>
      </dgm:prSet>
      <dgm:spPr>
        <a:prstGeom prst="roundRect">
          <a:avLst/>
        </a:prstGeom>
      </dgm:spPr>
    </dgm:pt>
    <dgm:pt modelId="{CBBFE824-DD69-4A37-9E3F-E6317CCF49DB}" type="pres">
      <dgm:prSet presAssocID="{F73807AB-6FE9-49A6-A84C-0C1BD1B2831A}" presName="rootConnector" presStyleLbl="node3" presStyleIdx="4" presStyleCnt="10"/>
      <dgm:spPr/>
    </dgm:pt>
    <dgm:pt modelId="{087430D3-BD67-4A9D-8D59-50E2F4499546}" type="pres">
      <dgm:prSet presAssocID="{F73807AB-6FE9-49A6-A84C-0C1BD1B2831A}" presName="hierChild4" presStyleCnt="0"/>
      <dgm:spPr/>
    </dgm:pt>
    <dgm:pt modelId="{96434DF7-1025-4711-B031-D04005BBD32F}" type="pres">
      <dgm:prSet presAssocID="{F73807AB-6FE9-49A6-A84C-0C1BD1B2831A}" presName="hierChild5" presStyleCnt="0"/>
      <dgm:spPr/>
    </dgm:pt>
    <dgm:pt modelId="{700C6865-90BF-4959-A14F-F80E1F32E6ED}" type="pres">
      <dgm:prSet presAssocID="{2200B00E-C27A-46D0-8349-9D6791451E2D}" presName="Name37" presStyleLbl="parChTrans1D3" presStyleIdx="5" presStyleCnt="10"/>
      <dgm:spPr/>
    </dgm:pt>
    <dgm:pt modelId="{C1E5AB1E-C875-411E-A790-5363DFBE9A39}" type="pres">
      <dgm:prSet presAssocID="{BAD50FD3-E0EB-40F4-85A4-1E05801FD0A6}" presName="hierRoot2" presStyleCnt="0">
        <dgm:presLayoutVars>
          <dgm:hierBranch val="init"/>
        </dgm:presLayoutVars>
      </dgm:prSet>
      <dgm:spPr/>
    </dgm:pt>
    <dgm:pt modelId="{8E248BAB-8BCE-4BD7-9C77-447942758190}" type="pres">
      <dgm:prSet presAssocID="{BAD50FD3-E0EB-40F4-85A4-1E05801FD0A6}" presName="rootComposite" presStyleCnt="0"/>
      <dgm:spPr/>
    </dgm:pt>
    <dgm:pt modelId="{B731DD2B-6845-4BE6-8B3E-5D0BBA55DD9F}" type="pres">
      <dgm:prSet presAssocID="{BAD50FD3-E0EB-40F4-85A4-1E05801FD0A6}" presName="rootText" presStyleLbl="node3" presStyleIdx="5" presStyleCnt="10" custScaleX="127779" custLinFactNeighborY="15584">
        <dgm:presLayoutVars>
          <dgm:chPref val="3"/>
        </dgm:presLayoutVars>
      </dgm:prSet>
      <dgm:spPr>
        <a:prstGeom prst="roundRect">
          <a:avLst/>
        </a:prstGeom>
      </dgm:spPr>
    </dgm:pt>
    <dgm:pt modelId="{55395236-7B6B-4A52-B023-0E89CB5D83FE}" type="pres">
      <dgm:prSet presAssocID="{BAD50FD3-E0EB-40F4-85A4-1E05801FD0A6}" presName="rootConnector" presStyleLbl="node3" presStyleIdx="5" presStyleCnt="10"/>
      <dgm:spPr/>
    </dgm:pt>
    <dgm:pt modelId="{A5B9F52B-7651-4543-9088-178BAB363152}" type="pres">
      <dgm:prSet presAssocID="{BAD50FD3-E0EB-40F4-85A4-1E05801FD0A6}" presName="hierChild4" presStyleCnt="0"/>
      <dgm:spPr/>
    </dgm:pt>
    <dgm:pt modelId="{339CE1F0-A440-4033-B7D9-B9EE3D634170}" type="pres">
      <dgm:prSet presAssocID="{BAD50FD3-E0EB-40F4-85A4-1E05801FD0A6}" presName="hierChild5" presStyleCnt="0"/>
      <dgm:spPr/>
    </dgm:pt>
    <dgm:pt modelId="{661F7A37-5E44-4692-A730-EE90573FCE32}" type="pres">
      <dgm:prSet presAssocID="{B866B721-2838-4394-A3E1-0C8745E62FA9}" presName="Name37" presStyleLbl="parChTrans1D3" presStyleIdx="6" presStyleCnt="10"/>
      <dgm:spPr/>
    </dgm:pt>
    <dgm:pt modelId="{39D5E447-6B1E-4564-AC6F-D222B6371299}" type="pres">
      <dgm:prSet presAssocID="{75ED9510-AA5B-4E91-BBB0-149F70AEAB62}" presName="hierRoot2" presStyleCnt="0">
        <dgm:presLayoutVars>
          <dgm:hierBranch val="init"/>
        </dgm:presLayoutVars>
      </dgm:prSet>
      <dgm:spPr/>
    </dgm:pt>
    <dgm:pt modelId="{A666C11F-7357-43E2-AE65-1AA4BBDF96B0}" type="pres">
      <dgm:prSet presAssocID="{75ED9510-AA5B-4E91-BBB0-149F70AEAB62}" presName="rootComposite" presStyleCnt="0"/>
      <dgm:spPr/>
    </dgm:pt>
    <dgm:pt modelId="{F501363B-1F04-42A0-8F58-D0D387B61286}" type="pres">
      <dgm:prSet presAssocID="{75ED9510-AA5B-4E91-BBB0-149F70AEAB62}" presName="rootText" presStyleLbl="node3" presStyleIdx="6" presStyleCnt="10" custScaleX="127779" custLinFactNeighborY="15584">
        <dgm:presLayoutVars>
          <dgm:chPref val="3"/>
        </dgm:presLayoutVars>
      </dgm:prSet>
      <dgm:spPr>
        <a:prstGeom prst="roundRect">
          <a:avLst/>
        </a:prstGeom>
      </dgm:spPr>
    </dgm:pt>
    <dgm:pt modelId="{BD0F7128-FCD7-4CC3-816C-BCA523B39109}" type="pres">
      <dgm:prSet presAssocID="{75ED9510-AA5B-4E91-BBB0-149F70AEAB62}" presName="rootConnector" presStyleLbl="node3" presStyleIdx="6" presStyleCnt="10"/>
      <dgm:spPr/>
    </dgm:pt>
    <dgm:pt modelId="{96ABEDE8-0C41-4D7F-BB97-F070AE075D0B}" type="pres">
      <dgm:prSet presAssocID="{75ED9510-AA5B-4E91-BBB0-149F70AEAB62}" presName="hierChild4" presStyleCnt="0"/>
      <dgm:spPr/>
    </dgm:pt>
    <dgm:pt modelId="{72DC36A9-0C07-47BA-A631-A8A3C1F1010D}" type="pres">
      <dgm:prSet presAssocID="{75ED9510-AA5B-4E91-BBB0-149F70AEAB62}" presName="hierChild5" presStyleCnt="0"/>
      <dgm:spPr/>
    </dgm:pt>
    <dgm:pt modelId="{34B96390-6467-4875-B01E-C319F46F561C}" type="pres">
      <dgm:prSet presAssocID="{5D2F352B-20ED-431A-AF88-FCE05C3334BB}" presName="hierChild5" presStyleCnt="0"/>
      <dgm:spPr/>
    </dgm:pt>
    <dgm:pt modelId="{5ECD5F78-5DBE-4AD2-8C47-225307EE482B}" type="pres">
      <dgm:prSet presAssocID="{56102976-CE10-4B1F-80AC-72254DDD6D4F}" presName="Name37" presStyleLbl="parChTrans1D2" presStyleIdx="2" presStyleCnt="3"/>
      <dgm:spPr/>
    </dgm:pt>
    <dgm:pt modelId="{CBEF22D8-3330-4558-BF20-A83AF0D231A9}" type="pres">
      <dgm:prSet presAssocID="{E3951195-EAAC-4B33-9CFE-2E408FDF7733}" presName="hierRoot2" presStyleCnt="0">
        <dgm:presLayoutVars>
          <dgm:hierBranch val="init"/>
        </dgm:presLayoutVars>
      </dgm:prSet>
      <dgm:spPr/>
    </dgm:pt>
    <dgm:pt modelId="{78C5101E-CA14-424B-AE4F-CD23EB2B41F7}" type="pres">
      <dgm:prSet presAssocID="{E3951195-EAAC-4B33-9CFE-2E408FDF7733}" presName="rootComposite" presStyleCnt="0"/>
      <dgm:spPr/>
    </dgm:pt>
    <dgm:pt modelId="{739B7C39-1382-4ECF-85E9-2EB8C97DF809}" type="pres">
      <dgm:prSet presAssocID="{E3951195-EAAC-4B33-9CFE-2E408FDF7733}" presName="rootText" presStyleLbl="node2" presStyleIdx="2" presStyleCnt="3" custScaleX="184838" custScaleY="133130" custLinFactNeighborX="177" custLinFactNeighborY="-17616">
        <dgm:presLayoutVars>
          <dgm:chPref val="3"/>
        </dgm:presLayoutVars>
      </dgm:prSet>
      <dgm:spPr>
        <a:prstGeom prst="roundRect">
          <a:avLst/>
        </a:prstGeom>
      </dgm:spPr>
    </dgm:pt>
    <dgm:pt modelId="{A404A120-EBD6-4C28-B4C0-B11272D7ED90}" type="pres">
      <dgm:prSet presAssocID="{E3951195-EAAC-4B33-9CFE-2E408FDF7733}" presName="rootConnector" presStyleLbl="node2" presStyleIdx="2" presStyleCnt="3"/>
      <dgm:spPr/>
    </dgm:pt>
    <dgm:pt modelId="{D9964CFF-2526-4952-A8C7-7EAD4FDE7D06}" type="pres">
      <dgm:prSet presAssocID="{E3951195-EAAC-4B33-9CFE-2E408FDF7733}" presName="hierChild4" presStyleCnt="0"/>
      <dgm:spPr/>
    </dgm:pt>
    <dgm:pt modelId="{B4C52CFD-6986-402C-B6BD-1F80F5E6B958}" type="pres">
      <dgm:prSet presAssocID="{0BD1F738-3597-4682-9BAD-0B83416957B6}" presName="Name37" presStyleLbl="parChTrans1D3" presStyleIdx="7" presStyleCnt="10"/>
      <dgm:spPr/>
    </dgm:pt>
    <dgm:pt modelId="{A7B8C20C-ECAC-4CA1-B78C-695E0C9275B3}" type="pres">
      <dgm:prSet presAssocID="{2BFFB3D5-1E0A-4221-9B4B-54AA78CCDDDF}" presName="hierRoot2" presStyleCnt="0">
        <dgm:presLayoutVars>
          <dgm:hierBranch val="init"/>
        </dgm:presLayoutVars>
      </dgm:prSet>
      <dgm:spPr/>
    </dgm:pt>
    <dgm:pt modelId="{998F724C-FB6F-4B6B-AFD7-8564AED4556D}" type="pres">
      <dgm:prSet presAssocID="{2BFFB3D5-1E0A-4221-9B4B-54AA78CCDDDF}" presName="rootComposite" presStyleCnt="0"/>
      <dgm:spPr/>
    </dgm:pt>
    <dgm:pt modelId="{8184DEF3-DFDE-4D76-9114-E3413A8D733F}" type="pres">
      <dgm:prSet presAssocID="{2BFFB3D5-1E0A-4221-9B4B-54AA78CCDDDF}" presName="rootText" presStyleLbl="node3" presStyleIdx="7" presStyleCnt="10" custScaleX="127779" custLinFactNeighborX="11026" custLinFactNeighborY="15584">
        <dgm:presLayoutVars>
          <dgm:chPref val="3"/>
        </dgm:presLayoutVars>
      </dgm:prSet>
      <dgm:spPr>
        <a:prstGeom prst="roundRect">
          <a:avLst/>
        </a:prstGeom>
      </dgm:spPr>
    </dgm:pt>
    <dgm:pt modelId="{188413C2-B995-463E-87B2-AEB3E9BD8222}" type="pres">
      <dgm:prSet presAssocID="{2BFFB3D5-1E0A-4221-9B4B-54AA78CCDDDF}" presName="rootConnector" presStyleLbl="node3" presStyleIdx="7" presStyleCnt="10"/>
      <dgm:spPr/>
    </dgm:pt>
    <dgm:pt modelId="{B13A324B-9F39-4473-A3B4-880C614F5BC6}" type="pres">
      <dgm:prSet presAssocID="{2BFFB3D5-1E0A-4221-9B4B-54AA78CCDDDF}" presName="hierChild4" presStyleCnt="0"/>
      <dgm:spPr/>
    </dgm:pt>
    <dgm:pt modelId="{B6907C12-0EE9-49E4-9DE9-5730DB9BA89C}" type="pres">
      <dgm:prSet presAssocID="{2BFFB3D5-1E0A-4221-9B4B-54AA78CCDDDF}" presName="hierChild5" presStyleCnt="0"/>
      <dgm:spPr/>
    </dgm:pt>
    <dgm:pt modelId="{B5B2B3AF-793F-4332-9309-CCBEA8454AD9}" type="pres">
      <dgm:prSet presAssocID="{2C21252E-273E-45DE-BDC1-C82FCFE3C17E}" presName="Name37" presStyleLbl="parChTrans1D3" presStyleIdx="8" presStyleCnt="10"/>
      <dgm:spPr/>
    </dgm:pt>
    <dgm:pt modelId="{5AC13225-622A-4E1B-ABD2-733F506E4898}" type="pres">
      <dgm:prSet presAssocID="{8D80525E-0ECC-4DFB-98C0-53257B69A420}" presName="hierRoot2" presStyleCnt="0">
        <dgm:presLayoutVars>
          <dgm:hierBranch val="init"/>
        </dgm:presLayoutVars>
      </dgm:prSet>
      <dgm:spPr/>
    </dgm:pt>
    <dgm:pt modelId="{1880F3A4-98EF-415D-8578-F0B85B5F52BB}" type="pres">
      <dgm:prSet presAssocID="{8D80525E-0ECC-4DFB-98C0-53257B69A420}" presName="rootComposite" presStyleCnt="0"/>
      <dgm:spPr/>
    </dgm:pt>
    <dgm:pt modelId="{B2AA08A5-D844-43CE-A49E-9C6EB2FA9519}" type="pres">
      <dgm:prSet presAssocID="{8D80525E-0ECC-4DFB-98C0-53257B69A420}" presName="rootText" presStyleLbl="node3" presStyleIdx="8" presStyleCnt="10" custScaleX="127779" custLinFactNeighborX="11026" custLinFactNeighborY="15584">
        <dgm:presLayoutVars>
          <dgm:chPref val="3"/>
        </dgm:presLayoutVars>
      </dgm:prSet>
      <dgm:spPr>
        <a:prstGeom prst="roundRect">
          <a:avLst/>
        </a:prstGeom>
      </dgm:spPr>
    </dgm:pt>
    <dgm:pt modelId="{CF0BA3EE-3F21-4F90-92FC-827B8D6EFDD3}" type="pres">
      <dgm:prSet presAssocID="{8D80525E-0ECC-4DFB-98C0-53257B69A420}" presName="rootConnector" presStyleLbl="node3" presStyleIdx="8" presStyleCnt="10"/>
      <dgm:spPr/>
    </dgm:pt>
    <dgm:pt modelId="{082603C5-4067-4C51-8025-CC52ABC71D2F}" type="pres">
      <dgm:prSet presAssocID="{8D80525E-0ECC-4DFB-98C0-53257B69A420}" presName="hierChild4" presStyleCnt="0"/>
      <dgm:spPr/>
    </dgm:pt>
    <dgm:pt modelId="{9A9CB1A8-673A-4D92-AA81-407E5AE4DBF4}" type="pres">
      <dgm:prSet presAssocID="{8D80525E-0ECC-4DFB-98C0-53257B69A420}" presName="hierChild5" presStyleCnt="0"/>
      <dgm:spPr/>
    </dgm:pt>
    <dgm:pt modelId="{CE7995DB-F7CA-449A-9892-F6BC451FC80D}" type="pres">
      <dgm:prSet presAssocID="{05767C8C-E71C-403A-A958-1401A0657D78}" presName="Name37" presStyleLbl="parChTrans1D3" presStyleIdx="9" presStyleCnt="10"/>
      <dgm:spPr/>
    </dgm:pt>
    <dgm:pt modelId="{416B8144-7E31-444D-892E-135783370B25}" type="pres">
      <dgm:prSet presAssocID="{61AD1296-977F-419C-ABFB-CE8479C908B1}" presName="hierRoot2" presStyleCnt="0">
        <dgm:presLayoutVars>
          <dgm:hierBranch val="init"/>
        </dgm:presLayoutVars>
      </dgm:prSet>
      <dgm:spPr/>
    </dgm:pt>
    <dgm:pt modelId="{63733738-C275-4779-9B02-661694ADD998}" type="pres">
      <dgm:prSet presAssocID="{61AD1296-977F-419C-ABFB-CE8479C908B1}" presName="rootComposite" presStyleCnt="0"/>
      <dgm:spPr/>
    </dgm:pt>
    <dgm:pt modelId="{DEA93B43-98BC-4E48-95C9-0E9E5421B70F}" type="pres">
      <dgm:prSet presAssocID="{61AD1296-977F-419C-ABFB-CE8479C908B1}" presName="rootText" presStyleLbl="node3" presStyleIdx="9" presStyleCnt="10" custScaleX="127779" custLinFactNeighborX="11026" custLinFactNeighborY="15584">
        <dgm:presLayoutVars>
          <dgm:chPref val="3"/>
        </dgm:presLayoutVars>
      </dgm:prSet>
      <dgm:spPr>
        <a:prstGeom prst="roundRect">
          <a:avLst/>
        </a:prstGeom>
      </dgm:spPr>
    </dgm:pt>
    <dgm:pt modelId="{EA0729CF-7115-443E-A78E-6BF1383AD099}" type="pres">
      <dgm:prSet presAssocID="{61AD1296-977F-419C-ABFB-CE8479C908B1}" presName="rootConnector" presStyleLbl="node3" presStyleIdx="9" presStyleCnt="10"/>
      <dgm:spPr/>
    </dgm:pt>
    <dgm:pt modelId="{52352724-CE65-488B-9CD7-5C766CF885B3}" type="pres">
      <dgm:prSet presAssocID="{61AD1296-977F-419C-ABFB-CE8479C908B1}" presName="hierChild4" presStyleCnt="0"/>
      <dgm:spPr/>
    </dgm:pt>
    <dgm:pt modelId="{9006FB39-4B4C-4A24-997B-1A6EAF94846D}" type="pres">
      <dgm:prSet presAssocID="{61AD1296-977F-419C-ABFB-CE8479C908B1}" presName="hierChild5" presStyleCnt="0"/>
      <dgm:spPr/>
    </dgm:pt>
    <dgm:pt modelId="{9FF23964-B707-410F-8334-2427E21B26B8}" type="pres">
      <dgm:prSet presAssocID="{E3951195-EAAC-4B33-9CFE-2E408FDF7733}" presName="hierChild5" presStyleCnt="0"/>
      <dgm:spPr/>
    </dgm:pt>
    <dgm:pt modelId="{77786C8F-2E98-4857-83A8-483C04F0C492}" type="pres">
      <dgm:prSet presAssocID="{914B2CDA-3EF6-48CD-B797-984E1F9FC935}" presName="hierChild3" presStyleCnt="0"/>
      <dgm:spPr/>
    </dgm:pt>
  </dgm:ptLst>
  <dgm:cxnLst>
    <dgm:cxn modelId="{1E28E701-C413-4806-BB57-F05B31D54547}" type="presOf" srcId="{5D2F352B-20ED-431A-AF88-FCE05C3334BB}" destId="{DD204A26-E5CE-470E-8241-91E22C92BF6D}" srcOrd="1" destOrd="0" presId="urn:microsoft.com/office/officeart/2005/8/layout/orgChart1"/>
    <dgm:cxn modelId="{DA4BFF02-3404-4D39-B78D-3B4A46878E38}" srcId="{914B2CDA-3EF6-48CD-B797-984E1F9FC935}" destId="{E3951195-EAAC-4B33-9CFE-2E408FDF7733}" srcOrd="2" destOrd="0" parTransId="{56102976-CE10-4B1F-80AC-72254DDD6D4F}" sibTransId="{3FD6BAA8-CE2E-4DE4-9AA6-A985FE732BA5}"/>
    <dgm:cxn modelId="{0FD5BA11-2599-4C65-808A-EE6E1550EF70}" type="presOf" srcId="{BAD50FD3-E0EB-40F4-85A4-1E05801FD0A6}" destId="{B731DD2B-6845-4BE6-8B3E-5D0BBA55DD9F}" srcOrd="0" destOrd="0" presId="urn:microsoft.com/office/officeart/2005/8/layout/orgChart1"/>
    <dgm:cxn modelId="{CFF2CC12-4A01-471B-A579-7FD4B1EF5B58}" type="presOf" srcId="{6B57467D-1F2B-4DA7-BBD2-F02A9F875B93}" destId="{AF084FEA-5B5F-4033-BC70-D865CDA3F8E2}" srcOrd="0" destOrd="0" presId="urn:microsoft.com/office/officeart/2005/8/layout/orgChart1"/>
    <dgm:cxn modelId="{9F163916-140E-4CE7-9B58-E3FB78037E6A}" srcId="{7C755107-33E7-4F68-B8E6-8EAFE8AFAA01}" destId="{914B2CDA-3EF6-48CD-B797-984E1F9FC935}" srcOrd="0" destOrd="0" parTransId="{F7FC3150-DF8F-4990-9229-FCAFFEEBF29D}" sibTransId="{C7307BE5-1647-4D7F-8F71-CA517A297888}"/>
    <dgm:cxn modelId="{B43E041A-E77B-42F5-B38F-1A61C6E90F73}" type="presOf" srcId="{8D80525E-0ECC-4DFB-98C0-53257B69A420}" destId="{CF0BA3EE-3F21-4F90-92FC-827B8D6EFDD3}" srcOrd="1" destOrd="0" presId="urn:microsoft.com/office/officeart/2005/8/layout/orgChart1"/>
    <dgm:cxn modelId="{59C9EB1C-EFA4-4653-9877-7D0C27F469C9}" type="presOf" srcId="{ED22AFFB-7927-4093-B4E0-692187E05922}" destId="{97771716-0C63-438D-BEB4-45BEBB8694A3}" srcOrd="0" destOrd="0" presId="urn:microsoft.com/office/officeart/2005/8/layout/orgChart1"/>
    <dgm:cxn modelId="{772DE51D-634B-4924-A29D-5B3B196EB8DE}" type="presOf" srcId="{2200B00E-C27A-46D0-8349-9D6791451E2D}" destId="{700C6865-90BF-4959-A14F-F80E1F32E6ED}" srcOrd="0" destOrd="0" presId="urn:microsoft.com/office/officeart/2005/8/layout/orgChart1"/>
    <dgm:cxn modelId="{26F5CA29-1818-4E58-AED3-6C643142FEE5}" type="presOf" srcId="{5B0DB845-1B94-41EB-9A7C-D3E38607C37E}" destId="{F920DBB0-183B-4EFB-86C4-E122F392E5BE}" srcOrd="1" destOrd="0" presId="urn:microsoft.com/office/officeart/2005/8/layout/orgChart1"/>
    <dgm:cxn modelId="{7C3F792C-2CB3-4634-B842-1A448C64C017}" type="presOf" srcId="{0A5462B0-FEEE-4445-A598-AA1080AC7E82}" destId="{A4ACDF4E-8182-4429-BB0D-7357CB43FEED}" srcOrd="0" destOrd="0" presId="urn:microsoft.com/office/officeart/2005/8/layout/orgChart1"/>
    <dgm:cxn modelId="{F9C4CB2E-9CC8-4619-9415-B693FAF45AB9}" type="presOf" srcId="{25B26FE9-820D-490E-8160-F16AF1C6D598}" destId="{25C911A6-0293-4458-B7E2-E69A1AB75181}" srcOrd="1" destOrd="0" presId="urn:microsoft.com/office/officeart/2005/8/layout/orgChart1"/>
    <dgm:cxn modelId="{DC2B663A-8123-49E9-BD2A-37C368FA35B8}" type="presOf" srcId="{F73807AB-6FE9-49A6-A84C-0C1BD1B2831A}" destId="{011776F9-7BCE-4C56-BB2B-4F033606F84C}" srcOrd="0" destOrd="0" presId="urn:microsoft.com/office/officeart/2005/8/layout/orgChart1"/>
    <dgm:cxn modelId="{029E1A40-9858-40F9-BC74-A5FD73FB2878}" type="presOf" srcId="{B42574BB-5CE6-4676-AF5F-5AA9A9DF75A9}" destId="{3645DB3F-3B5B-4C00-90DF-D174B83EF0E9}" srcOrd="1" destOrd="0" presId="urn:microsoft.com/office/officeart/2005/8/layout/orgChart1"/>
    <dgm:cxn modelId="{66D20D5D-DE37-42DD-958A-78B4A3B2E956}" type="presOf" srcId="{56102976-CE10-4B1F-80AC-72254DDD6D4F}" destId="{5ECD5F78-5DBE-4AD2-8C47-225307EE482B}" srcOrd="0" destOrd="0" presId="urn:microsoft.com/office/officeart/2005/8/layout/orgChart1"/>
    <dgm:cxn modelId="{3BC4B35E-6123-46AC-A619-AAE48FD9098F}" type="presOf" srcId="{A75BF1E5-C7B1-4E0D-9D7E-65EAA81156E9}" destId="{B5FB18C3-A7FC-40B7-864D-A652C6F3FB7C}" srcOrd="0" destOrd="0" presId="urn:microsoft.com/office/officeart/2005/8/layout/orgChart1"/>
    <dgm:cxn modelId="{D0A82363-FF77-48AB-812F-18F87AFFADC2}" srcId="{E3951195-EAAC-4B33-9CFE-2E408FDF7733}" destId="{2BFFB3D5-1E0A-4221-9B4B-54AA78CCDDDF}" srcOrd="0" destOrd="0" parTransId="{0BD1F738-3597-4682-9BAD-0B83416957B6}" sibTransId="{481459AE-8BFE-4A2F-9A6D-F368E1DD1567}"/>
    <dgm:cxn modelId="{FDC44F64-5A23-44B0-92B2-F5C9D08C08E1}" type="presOf" srcId="{61AD1296-977F-419C-ABFB-CE8479C908B1}" destId="{EA0729CF-7115-443E-A78E-6BF1383AD099}" srcOrd="1" destOrd="0" presId="urn:microsoft.com/office/officeart/2005/8/layout/orgChart1"/>
    <dgm:cxn modelId="{E879A568-A1B5-4930-BF99-3D3E60B60E8C}" srcId="{914B2CDA-3EF6-48CD-B797-984E1F9FC935}" destId="{5D2F352B-20ED-431A-AF88-FCE05C3334BB}" srcOrd="1" destOrd="0" parTransId="{0A5462B0-FEEE-4445-A598-AA1080AC7E82}" sibTransId="{1FADF778-9C4B-4D28-94D4-26BBCEE1ADA9}"/>
    <dgm:cxn modelId="{7E5E456B-86C0-4DC1-A3E6-CA0FC05CEACD}" type="presOf" srcId="{B0B4CA8A-B1C7-4FD1-9670-EF5C6B672AFE}" destId="{4706C1FD-9B08-4017-821E-059C6F8F906F}" srcOrd="0" destOrd="0" presId="urn:microsoft.com/office/officeart/2005/8/layout/orgChart1"/>
    <dgm:cxn modelId="{EC86BB4C-7270-46F4-AD8F-A48DF304B538}" type="presOf" srcId="{05767C8C-E71C-403A-A958-1401A0657D78}" destId="{CE7995DB-F7CA-449A-9892-F6BC451FC80D}" srcOrd="0" destOrd="0" presId="urn:microsoft.com/office/officeart/2005/8/layout/orgChart1"/>
    <dgm:cxn modelId="{38A5BF51-38BB-451B-9E99-EEABEFB37036}" type="presOf" srcId="{8D80525E-0ECC-4DFB-98C0-53257B69A420}" destId="{B2AA08A5-D844-43CE-A49E-9C6EB2FA9519}" srcOrd="0" destOrd="0" presId="urn:microsoft.com/office/officeart/2005/8/layout/orgChart1"/>
    <dgm:cxn modelId="{36D2DF72-EF5F-4CB3-9CBD-F81BCF502ED4}" type="presOf" srcId="{914B2CDA-3EF6-48CD-B797-984E1F9FC935}" destId="{02F18447-D554-4D36-A452-5B76817B9256}" srcOrd="1" destOrd="0" presId="urn:microsoft.com/office/officeart/2005/8/layout/orgChart1"/>
    <dgm:cxn modelId="{9F7EC753-7929-4D66-B196-6BB444698711}" type="presOf" srcId="{B866B721-2838-4394-A3E1-0C8745E62FA9}" destId="{661F7A37-5E44-4692-A730-EE90573FCE32}" srcOrd="0" destOrd="0" presId="urn:microsoft.com/office/officeart/2005/8/layout/orgChart1"/>
    <dgm:cxn modelId="{7D510C55-B9DC-4C08-95B9-0CDDCBA62B78}" type="presOf" srcId="{2C21252E-273E-45DE-BDC1-C82FCFE3C17E}" destId="{B5B2B3AF-793F-4332-9309-CCBEA8454AD9}" srcOrd="0" destOrd="0" presId="urn:microsoft.com/office/officeart/2005/8/layout/orgChart1"/>
    <dgm:cxn modelId="{6D41A976-CF4B-4547-B4F8-F47F5BBF54C3}" type="presOf" srcId="{75ED9510-AA5B-4E91-BBB0-149F70AEAB62}" destId="{F501363B-1F04-42A0-8F58-D0D387B61286}" srcOrd="0" destOrd="0" presId="urn:microsoft.com/office/officeart/2005/8/layout/orgChart1"/>
    <dgm:cxn modelId="{0C84667A-4DFD-4EDF-A35D-4866CFAF6049}" type="presOf" srcId="{E3951195-EAAC-4B33-9CFE-2E408FDF7733}" destId="{A404A120-EBD6-4C28-B4C0-B11272D7ED90}" srcOrd="1" destOrd="0" presId="urn:microsoft.com/office/officeart/2005/8/layout/orgChart1"/>
    <dgm:cxn modelId="{A45E7383-768A-429D-888E-DFD54D3A0591}" type="presOf" srcId="{BAD50FD3-E0EB-40F4-85A4-1E05801FD0A6}" destId="{55395236-7B6B-4A52-B023-0E89CB5D83FE}" srcOrd="1" destOrd="0" presId="urn:microsoft.com/office/officeart/2005/8/layout/orgChart1"/>
    <dgm:cxn modelId="{5453088C-50BB-41FA-A14C-B0F26F0BB236}" srcId="{5D2F352B-20ED-431A-AF88-FCE05C3334BB}" destId="{BAD50FD3-E0EB-40F4-85A4-1E05801FD0A6}" srcOrd="2" destOrd="0" parTransId="{2200B00E-C27A-46D0-8349-9D6791451E2D}" sibTransId="{ADB66603-7E3B-4829-9305-E213CAA86E75}"/>
    <dgm:cxn modelId="{4306B88D-6BB7-4AA5-9A00-3AD49364E924}" type="presOf" srcId="{5D2F352B-20ED-431A-AF88-FCE05C3334BB}" destId="{E3E59E1E-AA2E-42BF-AF38-967929268779}" srcOrd="0" destOrd="0" presId="urn:microsoft.com/office/officeart/2005/8/layout/orgChart1"/>
    <dgm:cxn modelId="{252B8C8E-72E3-4ADB-A264-C1D9D7FE8E73}" srcId="{5B0DB845-1B94-41EB-9A7C-D3E38607C37E}" destId="{25B26FE9-820D-490E-8160-F16AF1C6D598}" srcOrd="2" destOrd="0" parTransId="{D90C25B3-FC6B-4CD4-8C13-C3BEAF528CEA}" sibTransId="{9DBC2CF0-169E-4F34-A317-C7B35E22AB82}"/>
    <dgm:cxn modelId="{42D3A890-8836-430D-8A2C-62F90211EDB7}" type="presOf" srcId="{914B2CDA-3EF6-48CD-B797-984E1F9FC935}" destId="{C67CA4D0-0D49-4144-A25E-12F8F77C9497}" srcOrd="0" destOrd="0" presId="urn:microsoft.com/office/officeart/2005/8/layout/orgChart1"/>
    <dgm:cxn modelId="{34991E91-27E1-4782-9F1F-7B359ED2331D}" type="presOf" srcId="{7C755107-33E7-4F68-B8E6-8EAFE8AFAA01}" destId="{2AB9EE30-DD0A-4A82-82AB-E2E9A88F54A0}" srcOrd="0" destOrd="0" presId="urn:microsoft.com/office/officeart/2005/8/layout/orgChart1"/>
    <dgm:cxn modelId="{A5166D94-639A-485C-A34E-B3D5C37C4CF8}" srcId="{914B2CDA-3EF6-48CD-B797-984E1F9FC935}" destId="{5B0DB845-1B94-41EB-9A7C-D3E38607C37E}" srcOrd="0" destOrd="0" parTransId="{A75BF1E5-C7B1-4E0D-9D7E-65EAA81156E9}" sibTransId="{F01AA38F-6EBE-4228-AAD3-4D58FED2DD13}"/>
    <dgm:cxn modelId="{95C56A9E-0342-49F2-95DE-7F55F52170DD}" srcId="{5B0DB845-1B94-41EB-9A7C-D3E38607C37E}" destId="{A06F868D-8356-47C7-ADCF-AD05AFF6D946}" srcOrd="0" destOrd="0" parTransId="{6B57467D-1F2B-4DA7-BBD2-F02A9F875B93}" sibTransId="{75C952EB-8786-45E0-B543-E73F051E4409}"/>
    <dgm:cxn modelId="{5C1DF2A0-8918-4730-BADD-DEEDCD2724A0}" srcId="{E3951195-EAAC-4B33-9CFE-2E408FDF7733}" destId="{61AD1296-977F-419C-ABFB-CE8479C908B1}" srcOrd="2" destOrd="0" parTransId="{05767C8C-E71C-403A-A958-1401A0657D78}" sibTransId="{F64E9264-71A6-4FFF-8C83-CD816171A7A3}"/>
    <dgm:cxn modelId="{02E4A0BA-496C-4E63-8A23-3B62C2B6EBBD}" type="presOf" srcId="{A06F868D-8356-47C7-ADCF-AD05AFF6D946}" destId="{C5594E69-685D-4095-BE91-73C4497118F2}" srcOrd="1" destOrd="0" presId="urn:microsoft.com/office/officeart/2005/8/layout/orgChart1"/>
    <dgm:cxn modelId="{963E14BD-9B97-4B3E-A37D-86B212A86F47}" type="presOf" srcId="{B42574BB-5CE6-4676-AF5F-5AA9A9DF75A9}" destId="{82E1509F-6B8B-4061-9D06-C2A761B93CF7}" srcOrd="0" destOrd="0" presId="urn:microsoft.com/office/officeart/2005/8/layout/orgChart1"/>
    <dgm:cxn modelId="{8B31D2C7-6283-4926-8BE4-951CF8D22112}" srcId="{5B0DB845-1B94-41EB-9A7C-D3E38607C37E}" destId="{B8588D8F-3B34-4E8C-8839-4A886FE6871F}" srcOrd="1" destOrd="0" parTransId="{B0B4CA8A-B1C7-4FD1-9670-EF5C6B672AFE}" sibTransId="{B9B404E9-B762-419F-8844-28D46A3F098E}"/>
    <dgm:cxn modelId="{8CB852C9-9B43-4F28-A9A7-B3E828FB14F5}" srcId="{5D2F352B-20ED-431A-AF88-FCE05C3334BB}" destId="{F73807AB-6FE9-49A6-A84C-0C1BD1B2831A}" srcOrd="1" destOrd="0" parTransId="{ED22AFFB-7927-4093-B4E0-692187E05922}" sibTransId="{A410A963-DA8B-40EB-B772-76F8C8B6888A}"/>
    <dgm:cxn modelId="{58A3FBCE-7E42-4DE0-AAFA-5ABC07664F44}" type="presOf" srcId="{25B26FE9-820D-490E-8160-F16AF1C6D598}" destId="{377768C5-BA19-499E-BB02-34F4F1F612F7}" srcOrd="0" destOrd="0" presId="urn:microsoft.com/office/officeart/2005/8/layout/orgChart1"/>
    <dgm:cxn modelId="{56ADC7D4-A349-492F-A493-D69D8A3E321D}" type="presOf" srcId="{B8588D8F-3B34-4E8C-8839-4A886FE6871F}" destId="{9E0AEEBE-A4C4-4790-9393-32DB2853A2EC}" srcOrd="0" destOrd="0" presId="urn:microsoft.com/office/officeart/2005/8/layout/orgChart1"/>
    <dgm:cxn modelId="{592913DC-EBBE-4106-A2E5-E2FB98B30B32}" type="presOf" srcId="{E3951195-EAAC-4B33-9CFE-2E408FDF7733}" destId="{739B7C39-1382-4ECF-85E9-2EB8C97DF809}" srcOrd="0" destOrd="0" presId="urn:microsoft.com/office/officeart/2005/8/layout/orgChart1"/>
    <dgm:cxn modelId="{E58729DD-2F36-45B6-B7A2-563F265A54E7}" srcId="{E3951195-EAAC-4B33-9CFE-2E408FDF7733}" destId="{8D80525E-0ECC-4DFB-98C0-53257B69A420}" srcOrd="1" destOrd="0" parTransId="{2C21252E-273E-45DE-BDC1-C82FCFE3C17E}" sibTransId="{4E888726-622F-4E52-BEA1-CA6F8719AEA6}"/>
    <dgm:cxn modelId="{3AA5FCDD-54A1-4847-B1B2-8AADCCE46CF8}" type="presOf" srcId="{61AD1296-977F-419C-ABFB-CE8479C908B1}" destId="{DEA93B43-98BC-4E48-95C9-0E9E5421B70F}" srcOrd="0" destOrd="0" presId="urn:microsoft.com/office/officeart/2005/8/layout/orgChart1"/>
    <dgm:cxn modelId="{4DAD64E0-68F4-43D9-B1A9-725B453EDF2A}" type="presOf" srcId="{F73807AB-6FE9-49A6-A84C-0C1BD1B2831A}" destId="{CBBFE824-DD69-4A37-9E3F-E6317CCF49DB}" srcOrd="1" destOrd="0" presId="urn:microsoft.com/office/officeart/2005/8/layout/orgChart1"/>
    <dgm:cxn modelId="{339C2EE1-3A68-4628-AAE0-73815A870810}" type="presOf" srcId="{B8588D8F-3B34-4E8C-8839-4A886FE6871F}" destId="{4939FA6F-D082-47D1-BB2C-65B9EF7A519D}" srcOrd="1" destOrd="0" presId="urn:microsoft.com/office/officeart/2005/8/layout/orgChart1"/>
    <dgm:cxn modelId="{C06393E2-8677-42AB-9050-50EAE3AA8582}" type="presOf" srcId="{DC939753-47ED-4259-859F-C902A701ACC7}" destId="{FD205FF8-D8DD-451C-A43B-3498D56D0040}" srcOrd="0" destOrd="0" presId="urn:microsoft.com/office/officeart/2005/8/layout/orgChart1"/>
    <dgm:cxn modelId="{6D8044E3-1F0D-4556-97A6-43B01E5ECCFC}" type="presOf" srcId="{0BD1F738-3597-4682-9BAD-0B83416957B6}" destId="{B4C52CFD-6986-402C-B6BD-1F80F5E6B958}" srcOrd="0" destOrd="0" presId="urn:microsoft.com/office/officeart/2005/8/layout/orgChart1"/>
    <dgm:cxn modelId="{F4E781E5-E7B5-42F0-9E61-12EAC3427714}" type="presOf" srcId="{2BFFB3D5-1E0A-4221-9B4B-54AA78CCDDDF}" destId="{8184DEF3-DFDE-4D76-9114-E3413A8D733F}" srcOrd="0" destOrd="0" presId="urn:microsoft.com/office/officeart/2005/8/layout/orgChart1"/>
    <dgm:cxn modelId="{7B540BE6-6920-465A-8942-2222B6B3060A}" type="presOf" srcId="{5B0DB845-1B94-41EB-9A7C-D3E38607C37E}" destId="{6C062D20-970C-4581-BF25-6B478E69125C}" srcOrd="0" destOrd="0" presId="urn:microsoft.com/office/officeart/2005/8/layout/orgChart1"/>
    <dgm:cxn modelId="{9F19D5EC-82A0-49BA-BABD-A4B9D25C83CA}" type="presOf" srcId="{A06F868D-8356-47C7-ADCF-AD05AFF6D946}" destId="{16D0754E-E2CD-4547-9E1E-795BAB132D2E}" srcOrd="0" destOrd="0" presId="urn:microsoft.com/office/officeart/2005/8/layout/orgChart1"/>
    <dgm:cxn modelId="{B40919EE-EBDD-46A2-A981-8CE4278EB860}" type="presOf" srcId="{D90C25B3-FC6B-4CD4-8C13-C3BEAF528CEA}" destId="{952D3578-13E9-4A07-8A85-51AA3B340AB8}" srcOrd="0" destOrd="0" presId="urn:microsoft.com/office/officeart/2005/8/layout/orgChart1"/>
    <dgm:cxn modelId="{C04F6AF3-A722-41E4-83C2-0F0D12C65CDD}" srcId="{5D2F352B-20ED-431A-AF88-FCE05C3334BB}" destId="{75ED9510-AA5B-4E91-BBB0-149F70AEAB62}" srcOrd="3" destOrd="0" parTransId="{B866B721-2838-4394-A3E1-0C8745E62FA9}" sibTransId="{70DB8FE5-B8AA-4D0E-81D1-C28568317C1F}"/>
    <dgm:cxn modelId="{4F311DF5-858E-4125-9F60-D506538301D5}" type="presOf" srcId="{75ED9510-AA5B-4E91-BBB0-149F70AEAB62}" destId="{BD0F7128-FCD7-4CC3-816C-BCA523B39109}" srcOrd="1" destOrd="0" presId="urn:microsoft.com/office/officeart/2005/8/layout/orgChart1"/>
    <dgm:cxn modelId="{2185CCF6-9F31-4B9B-8895-C37A1B00A80F}" type="presOf" srcId="{2BFFB3D5-1E0A-4221-9B4B-54AA78CCDDDF}" destId="{188413C2-B995-463E-87B2-AEB3E9BD8222}" srcOrd="1" destOrd="0" presId="urn:microsoft.com/office/officeart/2005/8/layout/orgChart1"/>
    <dgm:cxn modelId="{0DCCABFE-7E35-463A-B116-9746158AE082}" srcId="{5D2F352B-20ED-431A-AF88-FCE05C3334BB}" destId="{B42574BB-5CE6-4676-AF5F-5AA9A9DF75A9}" srcOrd="0" destOrd="0" parTransId="{DC939753-47ED-4259-859F-C902A701ACC7}" sibTransId="{DAFC0009-AB95-41BD-B302-48AECA279196}"/>
    <dgm:cxn modelId="{B2C4F6F9-71E5-4EF8-B8A0-87FD5F24BEC9}" type="presParOf" srcId="{2AB9EE30-DD0A-4A82-82AB-E2E9A88F54A0}" destId="{B7EDD4A7-DF9A-485C-962F-0FED54A0203C}" srcOrd="0" destOrd="0" presId="urn:microsoft.com/office/officeart/2005/8/layout/orgChart1"/>
    <dgm:cxn modelId="{D20C5EFA-4BA6-496C-B9A2-50D1D13FF3DB}" type="presParOf" srcId="{B7EDD4A7-DF9A-485C-962F-0FED54A0203C}" destId="{73D4E3D2-BC35-4F88-ACE4-B8D27751542A}" srcOrd="0" destOrd="0" presId="urn:microsoft.com/office/officeart/2005/8/layout/orgChart1"/>
    <dgm:cxn modelId="{D2465C60-B0AD-454B-857D-3E9ADDC9ADC0}" type="presParOf" srcId="{73D4E3D2-BC35-4F88-ACE4-B8D27751542A}" destId="{C67CA4D0-0D49-4144-A25E-12F8F77C9497}" srcOrd="0" destOrd="0" presId="urn:microsoft.com/office/officeart/2005/8/layout/orgChart1"/>
    <dgm:cxn modelId="{6C2DBD96-32E7-4213-9C78-1D42D59ED4F3}" type="presParOf" srcId="{73D4E3D2-BC35-4F88-ACE4-B8D27751542A}" destId="{02F18447-D554-4D36-A452-5B76817B9256}" srcOrd="1" destOrd="0" presId="urn:microsoft.com/office/officeart/2005/8/layout/orgChart1"/>
    <dgm:cxn modelId="{6B231D8D-ADB8-44AD-A86F-DBE031D04C62}" type="presParOf" srcId="{B7EDD4A7-DF9A-485C-962F-0FED54A0203C}" destId="{B2E289F1-8BE3-4FF9-BC1D-BBB8CEA145C7}" srcOrd="1" destOrd="0" presId="urn:microsoft.com/office/officeart/2005/8/layout/orgChart1"/>
    <dgm:cxn modelId="{F5F4B887-8EE5-4C23-9BF9-48E1340DD324}" type="presParOf" srcId="{B2E289F1-8BE3-4FF9-BC1D-BBB8CEA145C7}" destId="{B5FB18C3-A7FC-40B7-864D-A652C6F3FB7C}" srcOrd="0" destOrd="0" presId="urn:microsoft.com/office/officeart/2005/8/layout/orgChart1"/>
    <dgm:cxn modelId="{0D371888-AA33-4D3D-8330-A36D03D50301}" type="presParOf" srcId="{B2E289F1-8BE3-4FF9-BC1D-BBB8CEA145C7}" destId="{4A14EA6A-964D-4CF3-BB30-B4B8DB077457}" srcOrd="1" destOrd="0" presId="urn:microsoft.com/office/officeart/2005/8/layout/orgChart1"/>
    <dgm:cxn modelId="{632EF2C1-D799-4F0B-85C2-EED04C7A3D55}" type="presParOf" srcId="{4A14EA6A-964D-4CF3-BB30-B4B8DB077457}" destId="{E4A5AF7A-CD53-4517-A13E-B38AF6ECFAE1}" srcOrd="0" destOrd="0" presId="urn:microsoft.com/office/officeart/2005/8/layout/orgChart1"/>
    <dgm:cxn modelId="{F7D3599B-2B8C-4A4F-8D6D-DBCF8AC0FD8D}" type="presParOf" srcId="{E4A5AF7A-CD53-4517-A13E-B38AF6ECFAE1}" destId="{6C062D20-970C-4581-BF25-6B478E69125C}" srcOrd="0" destOrd="0" presId="urn:microsoft.com/office/officeart/2005/8/layout/orgChart1"/>
    <dgm:cxn modelId="{2F7BE109-C8F0-473D-A93A-D4AEBAFBC7EF}" type="presParOf" srcId="{E4A5AF7A-CD53-4517-A13E-B38AF6ECFAE1}" destId="{F920DBB0-183B-4EFB-86C4-E122F392E5BE}" srcOrd="1" destOrd="0" presId="urn:microsoft.com/office/officeart/2005/8/layout/orgChart1"/>
    <dgm:cxn modelId="{95436F7F-D3F5-4F30-B158-807ACFD251F9}" type="presParOf" srcId="{4A14EA6A-964D-4CF3-BB30-B4B8DB077457}" destId="{42CEDE22-4BA1-484E-AA24-C16020472F5D}" srcOrd="1" destOrd="0" presId="urn:microsoft.com/office/officeart/2005/8/layout/orgChart1"/>
    <dgm:cxn modelId="{5D99CB52-0CA2-425B-B48E-AD76C9D2C93B}" type="presParOf" srcId="{42CEDE22-4BA1-484E-AA24-C16020472F5D}" destId="{AF084FEA-5B5F-4033-BC70-D865CDA3F8E2}" srcOrd="0" destOrd="0" presId="urn:microsoft.com/office/officeart/2005/8/layout/orgChart1"/>
    <dgm:cxn modelId="{CCE3D1EE-A1D6-46E0-B7D2-511DB2D8E275}" type="presParOf" srcId="{42CEDE22-4BA1-484E-AA24-C16020472F5D}" destId="{E0DB6CB4-12EC-47BE-8392-65AF777627BE}" srcOrd="1" destOrd="0" presId="urn:microsoft.com/office/officeart/2005/8/layout/orgChart1"/>
    <dgm:cxn modelId="{C86BB844-05D7-49A5-AAC2-11FD6F8E1397}" type="presParOf" srcId="{E0DB6CB4-12EC-47BE-8392-65AF777627BE}" destId="{6264B2A2-AE42-4E4B-B8CB-7E1621AF2231}" srcOrd="0" destOrd="0" presId="urn:microsoft.com/office/officeart/2005/8/layout/orgChart1"/>
    <dgm:cxn modelId="{29A1A741-0667-4DCD-96F0-0E0E1A6030E1}" type="presParOf" srcId="{6264B2A2-AE42-4E4B-B8CB-7E1621AF2231}" destId="{16D0754E-E2CD-4547-9E1E-795BAB132D2E}" srcOrd="0" destOrd="0" presId="urn:microsoft.com/office/officeart/2005/8/layout/orgChart1"/>
    <dgm:cxn modelId="{45C2F031-F281-48BF-9010-DB240D35A29D}" type="presParOf" srcId="{6264B2A2-AE42-4E4B-B8CB-7E1621AF2231}" destId="{C5594E69-685D-4095-BE91-73C4497118F2}" srcOrd="1" destOrd="0" presId="urn:microsoft.com/office/officeart/2005/8/layout/orgChart1"/>
    <dgm:cxn modelId="{CF45314F-DB7A-4185-87B1-96E3AE4DD719}" type="presParOf" srcId="{E0DB6CB4-12EC-47BE-8392-65AF777627BE}" destId="{65FC411E-FC83-48AF-9240-B5A8969ACA1A}" srcOrd="1" destOrd="0" presId="urn:microsoft.com/office/officeart/2005/8/layout/orgChart1"/>
    <dgm:cxn modelId="{5C810E14-EC02-4F2B-AF62-FB761949E0F5}" type="presParOf" srcId="{E0DB6CB4-12EC-47BE-8392-65AF777627BE}" destId="{B4EE74D2-F842-4538-BED4-1E2009354367}" srcOrd="2" destOrd="0" presId="urn:microsoft.com/office/officeart/2005/8/layout/orgChart1"/>
    <dgm:cxn modelId="{6610FACB-3933-44EC-AB1A-645333A939B4}" type="presParOf" srcId="{42CEDE22-4BA1-484E-AA24-C16020472F5D}" destId="{4706C1FD-9B08-4017-821E-059C6F8F906F}" srcOrd="2" destOrd="0" presId="urn:microsoft.com/office/officeart/2005/8/layout/orgChart1"/>
    <dgm:cxn modelId="{E059B749-8789-4591-A289-159FDA252D55}" type="presParOf" srcId="{42CEDE22-4BA1-484E-AA24-C16020472F5D}" destId="{49D3558C-6B37-4CCD-8B73-099AB2C2323C}" srcOrd="3" destOrd="0" presId="urn:microsoft.com/office/officeart/2005/8/layout/orgChart1"/>
    <dgm:cxn modelId="{10A49615-E3C8-43B6-A52B-180430B89633}" type="presParOf" srcId="{49D3558C-6B37-4CCD-8B73-099AB2C2323C}" destId="{F834FE19-6833-44AA-B212-FA1A302FB283}" srcOrd="0" destOrd="0" presId="urn:microsoft.com/office/officeart/2005/8/layout/orgChart1"/>
    <dgm:cxn modelId="{B4326A9F-0552-42E9-9B4D-FC17D5584E88}" type="presParOf" srcId="{F834FE19-6833-44AA-B212-FA1A302FB283}" destId="{9E0AEEBE-A4C4-4790-9393-32DB2853A2EC}" srcOrd="0" destOrd="0" presId="urn:microsoft.com/office/officeart/2005/8/layout/orgChart1"/>
    <dgm:cxn modelId="{7C32E937-0A2F-4365-93F3-6223E78759BF}" type="presParOf" srcId="{F834FE19-6833-44AA-B212-FA1A302FB283}" destId="{4939FA6F-D082-47D1-BB2C-65B9EF7A519D}" srcOrd="1" destOrd="0" presId="urn:microsoft.com/office/officeart/2005/8/layout/orgChart1"/>
    <dgm:cxn modelId="{336EC1AA-8C4E-4E0A-AC82-0B048D56EFCB}" type="presParOf" srcId="{49D3558C-6B37-4CCD-8B73-099AB2C2323C}" destId="{91A68723-1B34-441B-9840-080ABDC8E940}" srcOrd="1" destOrd="0" presId="urn:microsoft.com/office/officeart/2005/8/layout/orgChart1"/>
    <dgm:cxn modelId="{9250C2A7-214F-4D94-955A-BF4627D4221C}" type="presParOf" srcId="{49D3558C-6B37-4CCD-8B73-099AB2C2323C}" destId="{0262EA9C-28B3-47E4-8EDA-80236DC4E9A2}" srcOrd="2" destOrd="0" presId="urn:microsoft.com/office/officeart/2005/8/layout/orgChart1"/>
    <dgm:cxn modelId="{73794E0D-1B5E-4A67-80D4-28C6E8055AF3}" type="presParOf" srcId="{42CEDE22-4BA1-484E-AA24-C16020472F5D}" destId="{952D3578-13E9-4A07-8A85-51AA3B340AB8}" srcOrd="4" destOrd="0" presId="urn:microsoft.com/office/officeart/2005/8/layout/orgChart1"/>
    <dgm:cxn modelId="{1A56242B-97A1-4881-A122-9661945A3769}" type="presParOf" srcId="{42CEDE22-4BA1-484E-AA24-C16020472F5D}" destId="{374CD942-D2BD-4329-B96D-374991FD138B}" srcOrd="5" destOrd="0" presId="urn:microsoft.com/office/officeart/2005/8/layout/orgChart1"/>
    <dgm:cxn modelId="{71D99744-B2E6-430A-818F-3690BD7C967C}" type="presParOf" srcId="{374CD942-D2BD-4329-B96D-374991FD138B}" destId="{5DCC4DF1-B27A-4636-A41C-E2F93A3BB0DD}" srcOrd="0" destOrd="0" presId="urn:microsoft.com/office/officeart/2005/8/layout/orgChart1"/>
    <dgm:cxn modelId="{692A7834-0C4F-4029-8722-790630457734}" type="presParOf" srcId="{5DCC4DF1-B27A-4636-A41C-E2F93A3BB0DD}" destId="{377768C5-BA19-499E-BB02-34F4F1F612F7}" srcOrd="0" destOrd="0" presId="urn:microsoft.com/office/officeart/2005/8/layout/orgChart1"/>
    <dgm:cxn modelId="{761C30F8-B0C3-4C1D-8F67-EFABCD32D257}" type="presParOf" srcId="{5DCC4DF1-B27A-4636-A41C-E2F93A3BB0DD}" destId="{25C911A6-0293-4458-B7E2-E69A1AB75181}" srcOrd="1" destOrd="0" presId="urn:microsoft.com/office/officeart/2005/8/layout/orgChart1"/>
    <dgm:cxn modelId="{36CB6125-EB71-419C-A871-A9A57964AEC4}" type="presParOf" srcId="{374CD942-D2BD-4329-B96D-374991FD138B}" destId="{6E8741DF-EF86-4A7D-A59A-E4251BF9E7B6}" srcOrd="1" destOrd="0" presId="urn:microsoft.com/office/officeart/2005/8/layout/orgChart1"/>
    <dgm:cxn modelId="{4ECB0C49-4BD7-4F49-9D8A-077C4388CD37}" type="presParOf" srcId="{374CD942-D2BD-4329-B96D-374991FD138B}" destId="{E4E6BD87-7CDD-4A4E-AF5B-F3277831FEA4}" srcOrd="2" destOrd="0" presId="urn:microsoft.com/office/officeart/2005/8/layout/orgChart1"/>
    <dgm:cxn modelId="{868A0B76-2D2C-46C5-BFA9-0EBD463BA28C}" type="presParOf" srcId="{4A14EA6A-964D-4CF3-BB30-B4B8DB077457}" destId="{2ECDDFE2-989F-42CB-8863-90FF05F3ED43}" srcOrd="2" destOrd="0" presId="urn:microsoft.com/office/officeart/2005/8/layout/orgChart1"/>
    <dgm:cxn modelId="{745D358E-9E26-4A8A-BF39-FB7F9BF3B134}" type="presParOf" srcId="{B2E289F1-8BE3-4FF9-BC1D-BBB8CEA145C7}" destId="{A4ACDF4E-8182-4429-BB0D-7357CB43FEED}" srcOrd="2" destOrd="0" presId="urn:microsoft.com/office/officeart/2005/8/layout/orgChart1"/>
    <dgm:cxn modelId="{66998F42-66FF-438C-BE1B-721ECEFC20E8}" type="presParOf" srcId="{B2E289F1-8BE3-4FF9-BC1D-BBB8CEA145C7}" destId="{542581F9-99BC-4F41-8108-66311C6AFD0E}" srcOrd="3" destOrd="0" presId="urn:microsoft.com/office/officeart/2005/8/layout/orgChart1"/>
    <dgm:cxn modelId="{525C8124-E2F6-436B-AFA6-A87F0714ED2C}" type="presParOf" srcId="{542581F9-99BC-4F41-8108-66311C6AFD0E}" destId="{779D40A4-AD21-4C61-83B7-05074603C4F2}" srcOrd="0" destOrd="0" presId="urn:microsoft.com/office/officeart/2005/8/layout/orgChart1"/>
    <dgm:cxn modelId="{9A9E322E-EAC4-4656-B361-BC59F032A172}" type="presParOf" srcId="{779D40A4-AD21-4C61-83B7-05074603C4F2}" destId="{E3E59E1E-AA2E-42BF-AF38-967929268779}" srcOrd="0" destOrd="0" presId="urn:microsoft.com/office/officeart/2005/8/layout/orgChart1"/>
    <dgm:cxn modelId="{9C7275F8-328B-4BD1-B777-3A1C546625E0}" type="presParOf" srcId="{779D40A4-AD21-4C61-83B7-05074603C4F2}" destId="{DD204A26-E5CE-470E-8241-91E22C92BF6D}" srcOrd="1" destOrd="0" presId="urn:microsoft.com/office/officeart/2005/8/layout/orgChart1"/>
    <dgm:cxn modelId="{5DAFEFD2-9C2C-4170-8CD6-9A93029F04A2}" type="presParOf" srcId="{542581F9-99BC-4F41-8108-66311C6AFD0E}" destId="{F9F7D63E-30DA-4299-AD19-620BD4A72332}" srcOrd="1" destOrd="0" presId="urn:microsoft.com/office/officeart/2005/8/layout/orgChart1"/>
    <dgm:cxn modelId="{0F9084BD-19A7-4310-859E-2A5AE1B27A3D}" type="presParOf" srcId="{F9F7D63E-30DA-4299-AD19-620BD4A72332}" destId="{FD205FF8-D8DD-451C-A43B-3498D56D0040}" srcOrd="0" destOrd="0" presId="urn:microsoft.com/office/officeart/2005/8/layout/orgChart1"/>
    <dgm:cxn modelId="{49978DBD-AF52-4347-AD14-78504780FE7E}" type="presParOf" srcId="{F9F7D63E-30DA-4299-AD19-620BD4A72332}" destId="{A6D1477D-E810-4824-874E-7481DDE48D0F}" srcOrd="1" destOrd="0" presId="urn:microsoft.com/office/officeart/2005/8/layout/orgChart1"/>
    <dgm:cxn modelId="{1263273E-34E0-4587-9533-B0831E2306C6}" type="presParOf" srcId="{A6D1477D-E810-4824-874E-7481DDE48D0F}" destId="{2DD4E8C7-8CBD-4CBB-BBA5-80298CF86637}" srcOrd="0" destOrd="0" presId="urn:microsoft.com/office/officeart/2005/8/layout/orgChart1"/>
    <dgm:cxn modelId="{1DBC0994-A4D3-4F67-9D05-750FA7E13F62}" type="presParOf" srcId="{2DD4E8C7-8CBD-4CBB-BBA5-80298CF86637}" destId="{82E1509F-6B8B-4061-9D06-C2A761B93CF7}" srcOrd="0" destOrd="0" presId="urn:microsoft.com/office/officeart/2005/8/layout/orgChart1"/>
    <dgm:cxn modelId="{4C7E07FA-6755-49F0-900D-7D918E000270}" type="presParOf" srcId="{2DD4E8C7-8CBD-4CBB-BBA5-80298CF86637}" destId="{3645DB3F-3B5B-4C00-90DF-D174B83EF0E9}" srcOrd="1" destOrd="0" presId="urn:microsoft.com/office/officeart/2005/8/layout/orgChart1"/>
    <dgm:cxn modelId="{392D6BA8-60F9-4C02-A6B9-417EDB1C9039}" type="presParOf" srcId="{A6D1477D-E810-4824-874E-7481DDE48D0F}" destId="{90DA17BD-A2B3-4E65-BEBE-8D15A17F5D65}" srcOrd="1" destOrd="0" presId="urn:microsoft.com/office/officeart/2005/8/layout/orgChart1"/>
    <dgm:cxn modelId="{A91831A5-4039-4217-947D-C01EB835F53A}" type="presParOf" srcId="{A6D1477D-E810-4824-874E-7481DDE48D0F}" destId="{BF027CCE-28A8-4063-AEB0-5C2661E350AF}" srcOrd="2" destOrd="0" presId="urn:microsoft.com/office/officeart/2005/8/layout/orgChart1"/>
    <dgm:cxn modelId="{12E98B52-D85F-40A5-9BF6-2CBE8B33BF85}" type="presParOf" srcId="{F9F7D63E-30DA-4299-AD19-620BD4A72332}" destId="{97771716-0C63-438D-BEB4-45BEBB8694A3}" srcOrd="2" destOrd="0" presId="urn:microsoft.com/office/officeart/2005/8/layout/orgChart1"/>
    <dgm:cxn modelId="{361126A1-3BE9-4848-8741-E660D49ED08B}" type="presParOf" srcId="{F9F7D63E-30DA-4299-AD19-620BD4A72332}" destId="{F507975C-B953-45A1-AED1-98A453F40CEB}" srcOrd="3" destOrd="0" presId="urn:microsoft.com/office/officeart/2005/8/layout/orgChart1"/>
    <dgm:cxn modelId="{FB42A40A-0D94-4FE8-A688-5F442E115030}" type="presParOf" srcId="{F507975C-B953-45A1-AED1-98A453F40CEB}" destId="{A5146CC1-34E9-400D-824C-27FF70172859}" srcOrd="0" destOrd="0" presId="urn:microsoft.com/office/officeart/2005/8/layout/orgChart1"/>
    <dgm:cxn modelId="{404B1F47-FCE4-4937-A38C-83D7886053F7}" type="presParOf" srcId="{A5146CC1-34E9-400D-824C-27FF70172859}" destId="{011776F9-7BCE-4C56-BB2B-4F033606F84C}" srcOrd="0" destOrd="0" presId="urn:microsoft.com/office/officeart/2005/8/layout/orgChart1"/>
    <dgm:cxn modelId="{F50FA516-62C9-4853-870F-9BFECA2596DA}" type="presParOf" srcId="{A5146CC1-34E9-400D-824C-27FF70172859}" destId="{CBBFE824-DD69-4A37-9E3F-E6317CCF49DB}" srcOrd="1" destOrd="0" presId="urn:microsoft.com/office/officeart/2005/8/layout/orgChart1"/>
    <dgm:cxn modelId="{05F406D5-381E-4B84-951E-DF1839E8E9F8}" type="presParOf" srcId="{F507975C-B953-45A1-AED1-98A453F40CEB}" destId="{087430D3-BD67-4A9D-8D59-50E2F4499546}" srcOrd="1" destOrd="0" presId="urn:microsoft.com/office/officeart/2005/8/layout/orgChart1"/>
    <dgm:cxn modelId="{03C671BF-343F-4682-B09D-CBFC1EE95CA9}" type="presParOf" srcId="{F507975C-B953-45A1-AED1-98A453F40CEB}" destId="{96434DF7-1025-4711-B031-D04005BBD32F}" srcOrd="2" destOrd="0" presId="urn:microsoft.com/office/officeart/2005/8/layout/orgChart1"/>
    <dgm:cxn modelId="{D0010698-9C73-4659-9742-C73B9C802326}" type="presParOf" srcId="{F9F7D63E-30DA-4299-AD19-620BD4A72332}" destId="{700C6865-90BF-4959-A14F-F80E1F32E6ED}" srcOrd="4" destOrd="0" presId="urn:microsoft.com/office/officeart/2005/8/layout/orgChart1"/>
    <dgm:cxn modelId="{A5A74424-20E9-43AA-AAF3-2EC9DD52FE99}" type="presParOf" srcId="{F9F7D63E-30DA-4299-AD19-620BD4A72332}" destId="{C1E5AB1E-C875-411E-A790-5363DFBE9A39}" srcOrd="5" destOrd="0" presId="urn:microsoft.com/office/officeart/2005/8/layout/orgChart1"/>
    <dgm:cxn modelId="{C3105F24-796C-461F-89CC-8396536EDCE3}" type="presParOf" srcId="{C1E5AB1E-C875-411E-A790-5363DFBE9A39}" destId="{8E248BAB-8BCE-4BD7-9C77-447942758190}" srcOrd="0" destOrd="0" presId="urn:microsoft.com/office/officeart/2005/8/layout/orgChart1"/>
    <dgm:cxn modelId="{C1D0D83A-9E3B-4723-A7BB-44A50CBA85C0}" type="presParOf" srcId="{8E248BAB-8BCE-4BD7-9C77-447942758190}" destId="{B731DD2B-6845-4BE6-8B3E-5D0BBA55DD9F}" srcOrd="0" destOrd="0" presId="urn:microsoft.com/office/officeart/2005/8/layout/orgChart1"/>
    <dgm:cxn modelId="{26698053-3EEA-4472-B6EC-F081CE4F0A4C}" type="presParOf" srcId="{8E248BAB-8BCE-4BD7-9C77-447942758190}" destId="{55395236-7B6B-4A52-B023-0E89CB5D83FE}" srcOrd="1" destOrd="0" presId="urn:microsoft.com/office/officeart/2005/8/layout/orgChart1"/>
    <dgm:cxn modelId="{E4C81E84-F850-4CB0-AD37-F0C0F2AC0762}" type="presParOf" srcId="{C1E5AB1E-C875-411E-A790-5363DFBE9A39}" destId="{A5B9F52B-7651-4543-9088-178BAB363152}" srcOrd="1" destOrd="0" presId="urn:microsoft.com/office/officeart/2005/8/layout/orgChart1"/>
    <dgm:cxn modelId="{863BE344-8600-4D38-952D-DFC91F69BA1A}" type="presParOf" srcId="{C1E5AB1E-C875-411E-A790-5363DFBE9A39}" destId="{339CE1F0-A440-4033-B7D9-B9EE3D634170}" srcOrd="2" destOrd="0" presId="urn:microsoft.com/office/officeart/2005/8/layout/orgChart1"/>
    <dgm:cxn modelId="{43147376-0A2C-46FD-B3E4-907DC0D23F30}" type="presParOf" srcId="{F9F7D63E-30DA-4299-AD19-620BD4A72332}" destId="{661F7A37-5E44-4692-A730-EE90573FCE32}" srcOrd="6" destOrd="0" presId="urn:microsoft.com/office/officeart/2005/8/layout/orgChart1"/>
    <dgm:cxn modelId="{DEEB0BA2-C7E0-44D7-BD28-E32BE60D51B8}" type="presParOf" srcId="{F9F7D63E-30DA-4299-AD19-620BD4A72332}" destId="{39D5E447-6B1E-4564-AC6F-D222B6371299}" srcOrd="7" destOrd="0" presId="urn:microsoft.com/office/officeart/2005/8/layout/orgChart1"/>
    <dgm:cxn modelId="{5E5AC61D-CAC9-46C2-8C2D-DF82DDFEFA52}" type="presParOf" srcId="{39D5E447-6B1E-4564-AC6F-D222B6371299}" destId="{A666C11F-7357-43E2-AE65-1AA4BBDF96B0}" srcOrd="0" destOrd="0" presId="urn:microsoft.com/office/officeart/2005/8/layout/orgChart1"/>
    <dgm:cxn modelId="{7B477A80-0A0D-4F1D-BB46-2D6FEB5CAB0F}" type="presParOf" srcId="{A666C11F-7357-43E2-AE65-1AA4BBDF96B0}" destId="{F501363B-1F04-42A0-8F58-D0D387B61286}" srcOrd="0" destOrd="0" presId="urn:microsoft.com/office/officeart/2005/8/layout/orgChart1"/>
    <dgm:cxn modelId="{A5161A9D-4C50-443D-A998-67C8837BC43C}" type="presParOf" srcId="{A666C11F-7357-43E2-AE65-1AA4BBDF96B0}" destId="{BD0F7128-FCD7-4CC3-816C-BCA523B39109}" srcOrd="1" destOrd="0" presId="urn:microsoft.com/office/officeart/2005/8/layout/orgChart1"/>
    <dgm:cxn modelId="{E5BB9421-337A-4929-9C32-82BCF6696CBE}" type="presParOf" srcId="{39D5E447-6B1E-4564-AC6F-D222B6371299}" destId="{96ABEDE8-0C41-4D7F-BB97-F070AE075D0B}" srcOrd="1" destOrd="0" presId="urn:microsoft.com/office/officeart/2005/8/layout/orgChart1"/>
    <dgm:cxn modelId="{DC314906-D3DB-4959-986A-967EE2C96021}" type="presParOf" srcId="{39D5E447-6B1E-4564-AC6F-D222B6371299}" destId="{72DC36A9-0C07-47BA-A631-A8A3C1F1010D}" srcOrd="2" destOrd="0" presId="urn:microsoft.com/office/officeart/2005/8/layout/orgChart1"/>
    <dgm:cxn modelId="{CCBEDF66-3B14-405A-8DB4-6DE1860BC2B4}" type="presParOf" srcId="{542581F9-99BC-4F41-8108-66311C6AFD0E}" destId="{34B96390-6467-4875-B01E-C319F46F561C}" srcOrd="2" destOrd="0" presId="urn:microsoft.com/office/officeart/2005/8/layout/orgChart1"/>
    <dgm:cxn modelId="{8F40AAF1-B8ED-49ED-9C42-D2C46D514F75}" type="presParOf" srcId="{B2E289F1-8BE3-4FF9-BC1D-BBB8CEA145C7}" destId="{5ECD5F78-5DBE-4AD2-8C47-225307EE482B}" srcOrd="4" destOrd="0" presId="urn:microsoft.com/office/officeart/2005/8/layout/orgChart1"/>
    <dgm:cxn modelId="{707E550E-CFF0-489E-A10B-BF4D14155491}" type="presParOf" srcId="{B2E289F1-8BE3-4FF9-BC1D-BBB8CEA145C7}" destId="{CBEF22D8-3330-4558-BF20-A83AF0D231A9}" srcOrd="5" destOrd="0" presId="urn:microsoft.com/office/officeart/2005/8/layout/orgChart1"/>
    <dgm:cxn modelId="{02C74D90-7DC0-4864-A168-A13D2BA70A56}" type="presParOf" srcId="{CBEF22D8-3330-4558-BF20-A83AF0D231A9}" destId="{78C5101E-CA14-424B-AE4F-CD23EB2B41F7}" srcOrd="0" destOrd="0" presId="urn:microsoft.com/office/officeart/2005/8/layout/orgChart1"/>
    <dgm:cxn modelId="{E165A123-3EC7-4F2F-ACC2-2F632C762737}" type="presParOf" srcId="{78C5101E-CA14-424B-AE4F-CD23EB2B41F7}" destId="{739B7C39-1382-4ECF-85E9-2EB8C97DF809}" srcOrd="0" destOrd="0" presId="urn:microsoft.com/office/officeart/2005/8/layout/orgChart1"/>
    <dgm:cxn modelId="{1F1CA8BD-7785-4145-98AF-9E72F3F6CE50}" type="presParOf" srcId="{78C5101E-CA14-424B-AE4F-CD23EB2B41F7}" destId="{A404A120-EBD6-4C28-B4C0-B11272D7ED90}" srcOrd="1" destOrd="0" presId="urn:microsoft.com/office/officeart/2005/8/layout/orgChart1"/>
    <dgm:cxn modelId="{3477E525-D183-4497-930A-2BDDC6303042}" type="presParOf" srcId="{CBEF22D8-3330-4558-BF20-A83AF0D231A9}" destId="{D9964CFF-2526-4952-A8C7-7EAD4FDE7D06}" srcOrd="1" destOrd="0" presId="urn:microsoft.com/office/officeart/2005/8/layout/orgChart1"/>
    <dgm:cxn modelId="{80F5C529-D235-4226-8B98-A35DB47B200B}" type="presParOf" srcId="{D9964CFF-2526-4952-A8C7-7EAD4FDE7D06}" destId="{B4C52CFD-6986-402C-B6BD-1F80F5E6B958}" srcOrd="0" destOrd="0" presId="urn:microsoft.com/office/officeart/2005/8/layout/orgChart1"/>
    <dgm:cxn modelId="{60DE912B-BE9C-462B-8874-F8E4567B5ABD}" type="presParOf" srcId="{D9964CFF-2526-4952-A8C7-7EAD4FDE7D06}" destId="{A7B8C20C-ECAC-4CA1-B78C-695E0C9275B3}" srcOrd="1" destOrd="0" presId="urn:microsoft.com/office/officeart/2005/8/layout/orgChart1"/>
    <dgm:cxn modelId="{C929B7BE-2F4C-4372-A330-51A457B882D3}" type="presParOf" srcId="{A7B8C20C-ECAC-4CA1-B78C-695E0C9275B3}" destId="{998F724C-FB6F-4B6B-AFD7-8564AED4556D}" srcOrd="0" destOrd="0" presId="urn:microsoft.com/office/officeart/2005/8/layout/orgChart1"/>
    <dgm:cxn modelId="{C437828B-5703-4324-9B68-510FDE5E5F8D}" type="presParOf" srcId="{998F724C-FB6F-4B6B-AFD7-8564AED4556D}" destId="{8184DEF3-DFDE-4D76-9114-E3413A8D733F}" srcOrd="0" destOrd="0" presId="urn:microsoft.com/office/officeart/2005/8/layout/orgChart1"/>
    <dgm:cxn modelId="{31E1FA08-4FBA-4CD2-8942-13D7134B8CB4}" type="presParOf" srcId="{998F724C-FB6F-4B6B-AFD7-8564AED4556D}" destId="{188413C2-B995-463E-87B2-AEB3E9BD8222}" srcOrd="1" destOrd="0" presId="urn:microsoft.com/office/officeart/2005/8/layout/orgChart1"/>
    <dgm:cxn modelId="{3275CD94-C00A-4626-AA06-70E2E10AEC09}" type="presParOf" srcId="{A7B8C20C-ECAC-4CA1-B78C-695E0C9275B3}" destId="{B13A324B-9F39-4473-A3B4-880C614F5BC6}" srcOrd="1" destOrd="0" presId="urn:microsoft.com/office/officeart/2005/8/layout/orgChart1"/>
    <dgm:cxn modelId="{5A3F58F4-90FC-4A46-84B1-4349ECE5DB31}" type="presParOf" srcId="{A7B8C20C-ECAC-4CA1-B78C-695E0C9275B3}" destId="{B6907C12-0EE9-49E4-9DE9-5730DB9BA89C}" srcOrd="2" destOrd="0" presId="urn:microsoft.com/office/officeart/2005/8/layout/orgChart1"/>
    <dgm:cxn modelId="{B7E0583F-445C-4C8B-A950-24FF652D18C5}" type="presParOf" srcId="{D9964CFF-2526-4952-A8C7-7EAD4FDE7D06}" destId="{B5B2B3AF-793F-4332-9309-CCBEA8454AD9}" srcOrd="2" destOrd="0" presId="urn:microsoft.com/office/officeart/2005/8/layout/orgChart1"/>
    <dgm:cxn modelId="{4EEE4BDF-8C26-466C-B5DA-936433920E64}" type="presParOf" srcId="{D9964CFF-2526-4952-A8C7-7EAD4FDE7D06}" destId="{5AC13225-622A-4E1B-ABD2-733F506E4898}" srcOrd="3" destOrd="0" presId="urn:microsoft.com/office/officeart/2005/8/layout/orgChart1"/>
    <dgm:cxn modelId="{CB55B182-5B71-44BA-8EFC-2371FEC29C02}" type="presParOf" srcId="{5AC13225-622A-4E1B-ABD2-733F506E4898}" destId="{1880F3A4-98EF-415D-8578-F0B85B5F52BB}" srcOrd="0" destOrd="0" presId="urn:microsoft.com/office/officeart/2005/8/layout/orgChart1"/>
    <dgm:cxn modelId="{D9C252A2-4985-48E8-BB7A-18C7278774BA}" type="presParOf" srcId="{1880F3A4-98EF-415D-8578-F0B85B5F52BB}" destId="{B2AA08A5-D844-43CE-A49E-9C6EB2FA9519}" srcOrd="0" destOrd="0" presId="urn:microsoft.com/office/officeart/2005/8/layout/orgChart1"/>
    <dgm:cxn modelId="{8FD3D3D0-C067-4A42-BD0C-1A019C4B652A}" type="presParOf" srcId="{1880F3A4-98EF-415D-8578-F0B85B5F52BB}" destId="{CF0BA3EE-3F21-4F90-92FC-827B8D6EFDD3}" srcOrd="1" destOrd="0" presId="urn:microsoft.com/office/officeart/2005/8/layout/orgChart1"/>
    <dgm:cxn modelId="{4361F781-FC14-492E-8377-DFF2ECD0A1F9}" type="presParOf" srcId="{5AC13225-622A-4E1B-ABD2-733F506E4898}" destId="{082603C5-4067-4C51-8025-CC52ABC71D2F}" srcOrd="1" destOrd="0" presId="urn:microsoft.com/office/officeart/2005/8/layout/orgChart1"/>
    <dgm:cxn modelId="{17AB5F21-C14C-43D8-BF9F-2A4F9C2655EF}" type="presParOf" srcId="{5AC13225-622A-4E1B-ABD2-733F506E4898}" destId="{9A9CB1A8-673A-4D92-AA81-407E5AE4DBF4}" srcOrd="2" destOrd="0" presId="urn:microsoft.com/office/officeart/2005/8/layout/orgChart1"/>
    <dgm:cxn modelId="{A06D17F4-1E74-424F-800F-6221DB662646}" type="presParOf" srcId="{D9964CFF-2526-4952-A8C7-7EAD4FDE7D06}" destId="{CE7995DB-F7CA-449A-9892-F6BC451FC80D}" srcOrd="4" destOrd="0" presId="urn:microsoft.com/office/officeart/2005/8/layout/orgChart1"/>
    <dgm:cxn modelId="{C330B195-9A20-4FE9-8FBD-4B65AC64525F}" type="presParOf" srcId="{D9964CFF-2526-4952-A8C7-7EAD4FDE7D06}" destId="{416B8144-7E31-444D-892E-135783370B25}" srcOrd="5" destOrd="0" presId="urn:microsoft.com/office/officeart/2005/8/layout/orgChart1"/>
    <dgm:cxn modelId="{904A4348-C797-46AE-82B3-9E4024CB80CE}" type="presParOf" srcId="{416B8144-7E31-444D-892E-135783370B25}" destId="{63733738-C275-4779-9B02-661694ADD998}" srcOrd="0" destOrd="0" presId="urn:microsoft.com/office/officeart/2005/8/layout/orgChart1"/>
    <dgm:cxn modelId="{F1401ED4-36C3-4F40-8E81-556AC6D0EB41}" type="presParOf" srcId="{63733738-C275-4779-9B02-661694ADD998}" destId="{DEA93B43-98BC-4E48-95C9-0E9E5421B70F}" srcOrd="0" destOrd="0" presId="urn:microsoft.com/office/officeart/2005/8/layout/orgChart1"/>
    <dgm:cxn modelId="{AB85ABEB-66EC-4698-859D-586ACDFEFE25}" type="presParOf" srcId="{63733738-C275-4779-9B02-661694ADD998}" destId="{EA0729CF-7115-443E-A78E-6BF1383AD099}" srcOrd="1" destOrd="0" presId="urn:microsoft.com/office/officeart/2005/8/layout/orgChart1"/>
    <dgm:cxn modelId="{A14D40DF-1E5B-46A3-9BB0-35148D3DEF21}" type="presParOf" srcId="{416B8144-7E31-444D-892E-135783370B25}" destId="{52352724-CE65-488B-9CD7-5C766CF885B3}" srcOrd="1" destOrd="0" presId="urn:microsoft.com/office/officeart/2005/8/layout/orgChart1"/>
    <dgm:cxn modelId="{B3AB8886-A100-4CD9-9B1C-AC26175073D7}" type="presParOf" srcId="{416B8144-7E31-444D-892E-135783370B25}" destId="{9006FB39-4B4C-4A24-997B-1A6EAF94846D}" srcOrd="2" destOrd="0" presId="urn:microsoft.com/office/officeart/2005/8/layout/orgChart1"/>
    <dgm:cxn modelId="{E7CBA28B-572F-4232-AC0B-9A6521F58AF8}" type="presParOf" srcId="{CBEF22D8-3330-4558-BF20-A83AF0D231A9}" destId="{9FF23964-B707-410F-8334-2427E21B26B8}" srcOrd="2" destOrd="0" presId="urn:microsoft.com/office/officeart/2005/8/layout/orgChart1"/>
    <dgm:cxn modelId="{A16FAE23-6AE5-4D0D-BF14-7BA2759DC355}" type="presParOf" srcId="{B7EDD4A7-DF9A-485C-962F-0FED54A0203C}" destId="{77786C8F-2E98-4857-83A8-483C04F0C492}" srcOrd="2" destOrd="0" presId="urn:microsoft.com/office/officeart/2005/8/layout/orgChar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E8F413EF-B69A-44AD-BEF5-269A53317A58}" type="doc">
      <dgm:prSet loTypeId="urn:microsoft.com/office/officeart/2005/8/layout/hierarchy3" loCatId="hierarchy" qsTypeId="urn:microsoft.com/office/officeart/2005/8/quickstyle/simple3" qsCatId="simple" csTypeId="urn:microsoft.com/office/officeart/2005/8/colors/colorful1" csCatId="colorful" phldr="1"/>
      <dgm:spPr/>
      <dgm:t>
        <a:bodyPr/>
        <a:lstStyle/>
        <a:p>
          <a:endParaRPr lang="en-IN"/>
        </a:p>
      </dgm:t>
    </dgm:pt>
    <dgm:pt modelId="{72C598DC-11CA-438A-B8B6-E60E37C35F7E}">
      <dgm:prSet phldrT="[Text]" custT="1"/>
      <dgm:spPr/>
      <dgm:t>
        <a:bodyPr/>
        <a:lstStyle/>
        <a:p>
          <a:r>
            <a:rPr lang="en-US" sz="1800" b="1" dirty="0"/>
            <a:t>Types of </a:t>
          </a:r>
          <a:r>
            <a:rPr lang="en-IN" sz="1800" b="1" dirty="0"/>
            <a:t>conditional statements</a:t>
          </a:r>
        </a:p>
      </dgm:t>
    </dgm:pt>
    <dgm:pt modelId="{A957853F-88FE-4066-A418-8B15330AFBB0}" type="parTrans" cxnId="{2B5133C3-A1DF-422F-B18D-4ACEB21E0AA6}">
      <dgm:prSet/>
      <dgm:spPr/>
      <dgm:t>
        <a:bodyPr/>
        <a:lstStyle/>
        <a:p>
          <a:endParaRPr lang="en-IN" sz="1800"/>
        </a:p>
      </dgm:t>
    </dgm:pt>
    <dgm:pt modelId="{A2F703D2-5124-4271-8D73-94078BD159FD}" type="sibTrans" cxnId="{2B5133C3-A1DF-422F-B18D-4ACEB21E0AA6}">
      <dgm:prSet/>
      <dgm:spPr/>
      <dgm:t>
        <a:bodyPr/>
        <a:lstStyle/>
        <a:p>
          <a:endParaRPr lang="en-IN" sz="1800"/>
        </a:p>
      </dgm:t>
    </dgm:pt>
    <dgm:pt modelId="{AF662FD4-FA71-4CB5-84FB-820DF3B080A2}">
      <dgm:prSet custT="1"/>
      <dgm:spPr>
        <a:solidFill>
          <a:srgbClr val="FFFF00">
            <a:alpha val="90000"/>
          </a:srgbClr>
        </a:solidFill>
      </dgm:spPr>
      <dgm:t>
        <a:bodyPr/>
        <a:lstStyle/>
        <a:p>
          <a:r>
            <a:rPr lang="en-IN" sz="1800" dirty="0"/>
            <a:t>if-elseif-else statements</a:t>
          </a:r>
        </a:p>
      </dgm:t>
    </dgm:pt>
    <dgm:pt modelId="{06C898ED-5DF1-4221-975C-2C5738B9A519}" type="parTrans" cxnId="{1A00F6D1-90BE-4340-A4AA-CDE4FEAD4BB8}">
      <dgm:prSet/>
      <dgm:spPr/>
      <dgm:t>
        <a:bodyPr/>
        <a:lstStyle/>
        <a:p>
          <a:endParaRPr lang="en-IN" sz="1800"/>
        </a:p>
      </dgm:t>
    </dgm:pt>
    <dgm:pt modelId="{5B7CD409-6AB9-4C4C-BD71-3020FE8CD7F9}" type="sibTrans" cxnId="{1A00F6D1-90BE-4340-A4AA-CDE4FEAD4BB8}">
      <dgm:prSet/>
      <dgm:spPr/>
      <dgm:t>
        <a:bodyPr/>
        <a:lstStyle/>
        <a:p>
          <a:endParaRPr lang="en-IN" sz="1800"/>
        </a:p>
      </dgm:t>
    </dgm:pt>
    <dgm:pt modelId="{8D27A7C2-788A-41CB-9983-EC5C4181AD4E}">
      <dgm:prSet custT="1"/>
      <dgm:spPr/>
      <dgm:t>
        <a:bodyPr/>
        <a:lstStyle/>
        <a:p>
          <a:r>
            <a:rPr lang="en-US" sz="1800" dirty="0"/>
            <a:t>Switch statement</a:t>
          </a:r>
          <a:endParaRPr lang="en-IN" sz="1800" dirty="0"/>
        </a:p>
      </dgm:t>
    </dgm:pt>
    <dgm:pt modelId="{CE65536E-7001-4962-B5BA-787379DE4686}" type="parTrans" cxnId="{811C3908-9371-4D4B-83F4-596E8E96AEFB}">
      <dgm:prSet/>
      <dgm:spPr/>
      <dgm:t>
        <a:bodyPr/>
        <a:lstStyle/>
        <a:p>
          <a:endParaRPr lang="en-IN"/>
        </a:p>
      </dgm:t>
    </dgm:pt>
    <dgm:pt modelId="{5A4A2B19-810D-4B60-A79C-85DD15D7CCBB}" type="sibTrans" cxnId="{811C3908-9371-4D4B-83F4-596E8E96AEFB}">
      <dgm:prSet/>
      <dgm:spPr/>
      <dgm:t>
        <a:bodyPr/>
        <a:lstStyle/>
        <a:p>
          <a:endParaRPr lang="en-IN"/>
        </a:p>
      </dgm:t>
    </dgm:pt>
    <dgm:pt modelId="{7DE6EF3B-D69D-49AC-9A66-B9A613193940}">
      <dgm:prSet custT="1"/>
      <dgm:spPr/>
      <dgm:t>
        <a:bodyPr/>
        <a:lstStyle/>
        <a:p>
          <a:r>
            <a:rPr lang="en-US" sz="1800" dirty="0"/>
            <a:t>Ternary operator</a:t>
          </a:r>
          <a:endParaRPr lang="en-IN" sz="1800" dirty="0"/>
        </a:p>
      </dgm:t>
    </dgm:pt>
    <dgm:pt modelId="{2BDB0F77-9954-4408-8C79-6AD41EC19C0F}" type="parTrans" cxnId="{17C718FC-1321-42D2-BD1C-7534C4119E29}">
      <dgm:prSet/>
      <dgm:spPr/>
      <dgm:t>
        <a:bodyPr/>
        <a:lstStyle/>
        <a:p>
          <a:endParaRPr lang="en-IN"/>
        </a:p>
      </dgm:t>
    </dgm:pt>
    <dgm:pt modelId="{2BA19232-6B8A-45CB-96EE-5806509242C8}" type="sibTrans" cxnId="{17C718FC-1321-42D2-BD1C-7534C4119E29}">
      <dgm:prSet/>
      <dgm:spPr/>
      <dgm:t>
        <a:bodyPr/>
        <a:lstStyle/>
        <a:p>
          <a:endParaRPr lang="en-IN"/>
        </a:p>
      </dgm:t>
    </dgm:pt>
    <dgm:pt modelId="{60B3A411-F259-4BE0-B4FB-6B0B4D843F07}" type="pres">
      <dgm:prSet presAssocID="{E8F413EF-B69A-44AD-BEF5-269A53317A58}" presName="diagram" presStyleCnt="0">
        <dgm:presLayoutVars>
          <dgm:chPref val="1"/>
          <dgm:dir/>
          <dgm:animOne val="branch"/>
          <dgm:animLvl val="lvl"/>
          <dgm:resizeHandles/>
        </dgm:presLayoutVars>
      </dgm:prSet>
      <dgm:spPr/>
    </dgm:pt>
    <dgm:pt modelId="{083D6AFC-20B9-4946-86AB-8D0843B83622}" type="pres">
      <dgm:prSet presAssocID="{72C598DC-11CA-438A-B8B6-E60E37C35F7E}" presName="root" presStyleCnt="0"/>
      <dgm:spPr/>
    </dgm:pt>
    <dgm:pt modelId="{3498499B-6DEB-4B99-B35D-96A20AB59DA5}" type="pres">
      <dgm:prSet presAssocID="{72C598DC-11CA-438A-B8B6-E60E37C35F7E}" presName="rootComposite" presStyleCnt="0"/>
      <dgm:spPr/>
    </dgm:pt>
    <dgm:pt modelId="{8B73DE1C-94AD-4941-BE12-56E3161FA035}" type="pres">
      <dgm:prSet presAssocID="{72C598DC-11CA-438A-B8B6-E60E37C35F7E}" presName="rootText" presStyleLbl="node1" presStyleIdx="0" presStyleCnt="1" custScaleX="162155" custScaleY="49449"/>
      <dgm:spPr/>
    </dgm:pt>
    <dgm:pt modelId="{2679D0F6-E184-4D0C-8152-C8FCC7C55396}" type="pres">
      <dgm:prSet presAssocID="{72C598DC-11CA-438A-B8B6-E60E37C35F7E}" presName="rootConnector" presStyleLbl="node1" presStyleIdx="0" presStyleCnt="1"/>
      <dgm:spPr/>
    </dgm:pt>
    <dgm:pt modelId="{33EFE237-586F-4128-9902-C2AC3167C3EA}" type="pres">
      <dgm:prSet presAssocID="{72C598DC-11CA-438A-B8B6-E60E37C35F7E}" presName="childShape" presStyleCnt="0"/>
      <dgm:spPr/>
    </dgm:pt>
    <dgm:pt modelId="{57171BFD-ADF9-4960-A616-80C1314B82D4}" type="pres">
      <dgm:prSet presAssocID="{06C898ED-5DF1-4221-975C-2C5738B9A519}" presName="Name13" presStyleLbl="parChTrans1D2" presStyleIdx="0" presStyleCnt="3"/>
      <dgm:spPr/>
    </dgm:pt>
    <dgm:pt modelId="{E8B1B83E-46D5-48EA-906A-E40EB2E8D50B}" type="pres">
      <dgm:prSet presAssocID="{AF662FD4-FA71-4CB5-84FB-820DF3B080A2}" presName="childText" presStyleLbl="bgAcc1" presStyleIdx="0" presStyleCnt="3" custScaleX="162155" custScaleY="49449">
        <dgm:presLayoutVars>
          <dgm:bulletEnabled val="1"/>
        </dgm:presLayoutVars>
      </dgm:prSet>
      <dgm:spPr/>
    </dgm:pt>
    <dgm:pt modelId="{1BB35F5D-C149-413A-91DE-FE21C0C35435}" type="pres">
      <dgm:prSet presAssocID="{CE65536E-7001-4962-B5BA-787379DE4686}" presName="Name13" presStyleLbl="parChTrans1D2" presStyleIdx="1" presStyleCnt="3"/>
      <dgm:spPr/>
    </dgm:pt>
    <dgm:pt modelId="{B88F1B0E-A739-4AF6-B1FD-BFF5AADAACA0}" type="pres">
      <dgm:prSet presAssocID="{8D27A7C2-788A-41CB-9983-EC5C4181AD4E}" presName="childText" presStyleLbl="bgAcc1" presStyleIdx="1" presStyleCnt="3" custScaleX="162155" custScaleY="49449">
        <dgm:presLayoutVars>
          <dgm:bulletEnabled val="1"/>
        </dgm:presLayoutVars>
      </dgm:prSet>
      <dgm:spPr/>
    </dgm:pt>
    <dgm:pt modelId="{69294445-B2B5-4E21-AC72-AE9613AE1A1F}" type="pres">
      <dgm:prSet presAssocID="{2BDB0F77-9954-4408-8C79-6AD41EC19C0F}" presName="Name13" presStyleLbl="parChTrans1D2" presStyleIdx="2" presStyleCnt="3"/>
      <dgm:spPr/>
    </dgm:pt>
    <dgm:pt modelId="{A24E253B-DBEE-4642-BBB1-AEBE79FAFCBC}" type="pres">
      <dgm:prSet presAssocID="{7DE6EF3B-D69D-49AC-9A66-B9A613193940}" presName="childText" presStyleLbl="bgAcc1" presStyleIdx="2" presStyleCnt="3" custScaleX="163600" custScaleY="46900">
        <dgm:presLayoutVars>
          <dgm:bulletEnabled val="1"/>
        </dgm:presLayoutVars>
      </dgm:prSet>
      <dgm:spPr/>
    </dgm:pt>
  </dgm:ptLst>
  <dgm:cxnLst>
    <dgm:cxn modelId="{811C3908-9371-4D4B-83F4-596E8E96AEFB}" srcId="{72C598DC-11CA-438A-B8B6-E60E37C35F7E}" destId="{8D27A7C2-788A-41CB-9983-EC5C4181AD4E}" srcOrd="1" destOrd="0" parTransId="{CE65536E-7001-4962-B5BA-787379DE4686}" sibTransId="{5A4A2B19-810D-4B60-A79C-85DD15D7CCBB}"/>
    <dgm:cxn modelId="{DA99BA2C-AFEB-4569-930B-0EAEC0579C86}" type="presOf" srcId="{7DE6EF3B-D69D-49AC-9A66-B9A613193940}" destId="{A24E253B-DBEE-4642-BBB1-AEBE79FAFCBC}" srcOrd="0" destOrd="0" presId="urn:microsoft.com/office/officeart/2005/8/layout/hierarchy3"/>
    <dgm:cxn modelId="{DEA3785A-1F4C-46BB-9710-4585E6605640}" type="presOf" srcId="{72C598DC-11CA-438A-B8B6-E60E37C35F7E}" destId="{8B73DE1C-94AD-4941-BE12-56E3161FA035}" srcOrd="0" destOrd="0" presId="urn:microsoft.com/office/officeart/2005/8/layout/hierarchy3"/>
    <dgm:cxn modelId="{C2503F82-B72A-4FB6-AF6C-B551A0B921ED}" type="presOf" srcId="{8D27A7C2-788A-41CB-9983-EC5C4181AD4E}" destId="{B88F1B0E-A739-4AF6-B1FD-BFF5AADAACA0}" srcOrd="0" destOrd="0" presId="urn:microsoft.com/office/officeart/2005/8/layout/hierarchy3"/>
    <dgm:cxn modelId="{E8E7BAA1-73B1-47B0-B60A-7971F73D16B7}" type="presOf" srcId="{72C598DC-11CA-438A-B8B6-E60E37C35F7E}" destId="{2679D0F6-E184-4D0C-8152-C8FCC7C55396}" srcOrd="1" destOrd="0" presId="urn:microsoft.com/office/officeart/2005/8/layout/hierarchy3"/>
    <dgm:cxn modelId="{2B5133C3-A1DF-422F-B18D-4ACEB21E0AA6}" srcId="{E8F413EF-B69A-44AD-BEF5-269A53317A58}" destId="{72C598DC-11CA-438A-B8B6-E60E37C35F7E}" srcOrd="0" destOrd="0" parTransId="{A957853F-88FE-4066-A418-8B15330AFBB0}" sibTransId="{A2F703D2-5124-4271-8D73-94078BD159FD}"/>
    <dgm:cxn modelId="{C43EEBCA-25EC-4CD0-A973-022E9D74B3E2}" type="presOf" srcId="{E8F413EF-B69A-44AD-BEF5-269A53317A58}" destId="{60B3A411-F259-4BE0-B4FB-6B0B4D843F07}" srcOrd="0" destOrd="0" presId="urn:microsoft.com/office/officeart/2005/8/layout/hierarchy3"/>
    <dgm:cxn modelId="{1A00F6D1-90BE-4340-A4AA-CDE4FEAD4BB8}" srcId="{72C598DC-11CA-438A-B8B6-E60E37C35F7E}" destId="{AF662FD4-FA71-4CB5-84FB-820DF3B080A2}" srcOrd="0" destOrd="0" parTransId="{06C898ED-5DF1-4221-975C-2C5738B9A519}" sibTransId="{5B7CD409-6AB9-4C4C-BD71-3020FE8CD7F9}"/>
    <dgm:cxn modelId="{05D70AD8-8158-4001-A161-2CBF4DC68037}" type="presOf" srcId="{CE65536E-7001-4962-B5BA-787379DE4686}" destId="{1BB35F5D-C149-413A-91DE-FE21C0C35435}" srcOrd="0" destOrd="0" presId="urn:microsoft.com/office/officeart/2005/8/layout/hierarchy3"/>
    <dgm:cxn modelId="{4AD84FD8-7B26-4A4A-B391-A3ABA9C10B45}" type="presOf" srcId="{2BDB0F77-9954-4408-8C79-6AD41EC19C0F}" destId="{69294445-B2B5-4E21-AC72-AE9613AE1A1F}" srcOrd="0" destOrd="0" presId="urn:microsoft.com/office/officeart/2005/8/layout/hierarchy3"/>
    <dgm:cxn modelId="{E9DA8CE5-882F-4C44-A356-9EFDD13DEE75}" type="presOf" srcId="{AF662FD4-FA71-4CB5-84FB-820DF3B080A2}" destId="{E8B1B83E-46D5-48EA-906A-E40EB2E8D50B}" srcOrd="0" destOrd="0" presId="urn:microsoft.com/office/officeart/2005/8/layout/hierarchy3"/>
    <dgm:cxn modelId="{A660C3E7-D50F-40BF-8E26-779FD197A2A0}" type="presOf" srcId="{06C898ED-5DF1-4221-975C-2C5738B9A519}" destId="{57171BFD-ADF9-4960-A616-80C1314B82D4}" srcOrd="0" destOrd="0" presId="urn:microsoft.com/office/officeart/2005/8/layout/hierarchy3"/>
    <dgm:cxn modelId="{17C718FC-1321-42D2-BD1C-7534C4119E29}" srcId="{72C598DC-11CA-438A-B8B6-E60E37C35F7E}" destId="{7DE6EF3B-D69D-49AC-9A66-B9A613193940}" srcOrd="2" destOrd="0" parTransId="{2BDB0F77-9954-4408-8C79-6AD41EC19C0F}" sibTransId="{2BA19232-6B8A-45CB-96EE-5806509242C8}"/>
    <dgm:cxn modelId="{2255E505-8841-4E55-804B-37912A88A80B}" type="presParOf" srcId="{60B3A411-F259-4BE0-B4FB-6B0B4D843F07}" destId="{083D6AFC-20B9-4946-86AB-8D0843B83622}" srcOrd="0" destOrd="0" presId="urn:microsoft.com/office/officeart/2005/8/layout/hierarchy3"/>
    <dgm:cxn modelId="{7BEB3648-EE27-40E0-9F62-0082F893DEFC}" type="presParOf" srcId="{083D6AFC-20B9-4946-86AB-8D0843B83622}" destId="{3498499B-6DEB-4B99-B35D-96A20AB59DA5}" srcOrd="0" destOrd="0" presId="urn:microsoft.com/office/officeart/2005/8/layout/hierarchy3"/>
    <dgm:cxn modelId="{0FFE5405-B97B-4AF6-AA17-14D050390E80}" type="presParOf" srcId="{3498499B-6DEB-4B99-B35D-96A20AB59DA5}" destId="{8B73DE1C-94AD-4941-BE12-56E3161FA035}" srcOrd="0" destOrd="0" presId="urn:microsoft.com/office/officeart/2005/8/layout/hierarchy3"/>
    <dgm:cxn modelId="{57863BEA-F303-425E-8804-DE1712BA29CF}" type="presParOf" srcId="{3498499B-6DEB-4B99-B35D-96A20AB59DA5}" destId="{2679D0F6-E184-4D0C-8152-C8FCC7C55396}" srcOrd="1" destOrd="0" presId="urn:microsoft.com/office/officeart/2005/8/layout/hierarchy3"/>
    <dgm:cxn modelId="{4C22C695-0288-480D-9374-DFDC544B217D}" type="presParOf" srcId="{083D6AFC-20B9-4946-86AB-8D0843B83622}" destId="{33EFE237-586F-4128-9902-C2AC3167C3EA}" srcOrd="1" destOrd="0" presId="urn:microsoft.com/office/officeart/2005/8/layout/hierarchy3"/>
    <dgm:cxn modelId="{603C13FF-7A9F-44BE-AF76-3B66437C5BB0}" type="presParOf" srcId="{33EFE237-586F-4128-9902-C2AC3167C3EA}" destId="{57171BFD-ADF9-4960-A616-80C1314B82D4}" srcOrd="0" destOrd="0" presId="urn:microsoft.com/office/officeart/2005/8/layout/hierarchy3"/>
    <dgm:cxn modelId="{7C7B140E-1409-4A13-93E8-8235D02539C8}" type="presParOf" srcId="{33EFE237-586F-4128-9902-C2AC3167C3EA}" destId="{E8B1B83E-46D5-48EA-906A-E40EB2E8D50B}" srcOrd="1" destOrd="0" presId="urn:microsoft.com/office/officeart/2005/8/layout/hierarchy3"/>
    <dgm:cxn modelId="{E7B4B845-C1BC-48CB-ACB5-B30266479E62}" type="presParOf" srcId="{33EFE237-586F-4128-9902-C2AC3167C3EA}" destId="{1BB35F5D-C149-413A-91DE-FE21C0C35435}" srcOrd="2" destOrd="0" presId="urn:microsoft.com/office/officeart/2005/8/layout/hierarchy3"/>
    <dgm:cxn modelId="{46B2D96F-4C8B-48FA-B46E-C5D0AD5C1166}" type="presParOf" srcId="{33EFE237-586F-4128-9902-C2AC3167C3EA}" destId="{B88F1B0E-A739-4AF6-B1FD-BFF5AADAACA0}" srcOrd="3" destOrd="0" presId="urn:microsoft.com/office/officeart/2005/8/layout/hierarchy3"/>
    <dgm:cxn modelId="{9BC48EC8-5F4B-46D4-8E19-4843296B6845}" type="presParOf" srcId="{33EFE237-586F-4128-9902-C2AC3167C3EA}" destId="{69294445-B2B5-4E21-AC72-AE9613AE1A1F}" srcOrd="4" destOrd="0" presId="urn:microsoft.com/office/officeart/2005/8/layout/hierarchy3"/>
    <dgm:cxn modelId="{6CBF8436-6BDB-4C38-BED0-AB5B295CB054}" type="presParOf" srcId="{33EFE237-586F-4128-9902-C2AC3167C3EA}" destId="{A24E253B-DBEE-4642-BBB1-AEBE79FAFCBC}" srcOrd="5" destOrd="0" presId="urn:microsoft.com/office/officeart/2005/8/layout/hierarchy3"/>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E8F413EF-B69A-44AD-BEF5-269A53317A58}" type="doc">
      <dgm:prSet loTypeId="urn:microsoft.com/office/officeart/2005/8/layout/hierarchy3" loCatId="hierarchy" qsTypeId="urn:microsoft.com/office/officeart/2005/8/quickstyle/simple3" qsCatId="simple" csTypeId="urn:microsoft.com/office/officeart/2005/8/colors/colorful1" csCatId="colorful" phldr="1"/>
      <dgm:spPr/>
      <dgm:t>
        <a:bodyPr/>
        <a:lstStyle/>
        <a:p>
          <a:endParaRPr lang="en-IN"/>
        </a:p>
      </dgm:t>
    </dgm:pt>
    <dgm:pt modelId="{72C598DC-11CA-438A-B8B6-E60E37C35F7E}">
      <dgm:prSet phldrT="[Text]" custT="1"/>
      <dgm:spPr/>
      <dgm:t>
        <a:bodyPr/>
        <a:lstStyle/>
        <a:p>
          <a:r>
            <a:rPr lang="en-US" sz="1800" b="1" dirty="0"/>
            <a:t>Types of </a:t>
          </a:r>
          <a:r>
            <a:rPr lang="en-IN" sz="1800" b="1" dirty="0"/>
            <a:t>looping statements</a:t>
          </a:r>
        </a:p>
      </dgm:t>
    </dgm:pt>
    <dgm:pt modelId="{A957853F-88FE-4066-A418-8B15330AFBB0}" type="parTrans" cxnId="{2B5133C3-A1DF-422F-B18D-4ACEB21E0AA6}">
      <dgm:prSet/>
      <dgm:spPr/>
      <dgm:t>
        <a:bodyPr/>
        <a:lstStyle/>
        <a:p>
          <a:endParaRPr lang="en-IN" sz="1800"/>
        </a:p>
      </dgm:t>
    </dgm:pt>
    <dgm:pt modelId="{A2F703D2-5124-4271-8D73-94078BD159FD}" type="sibTrans" cxnId="{2B5133C3-A1DF-422F-B18D-4ACEB21E0AA6}">
      <dgm:prSet/>
      <dgm:spPr/>
      <dgm:t>
        <a:bodyPr/>
        <a:lstStyle/>
        <a:p>
          <a:endParaRPr lang="en-IN" sz="1800"/>
        </a:p>
      </dgm:t>
    </dgm:pt>
    <dgm:pt modelId="{AF662FD4-FA71-4CB5-84FB-820DF3B080A2}">
      <dgm:prSet custT="1"/>
      <dgm:spPr>
        <a:noFill/>
      </dgm:spPr>
      <dgm:t>
        <a:bodyPr/>
        <a:lstStyle/>
        <a:p>
          <a:r>
            <a:rPr lang="en-US" sz="1800" dirty="0"/>
            <a:t>for</a:t>
          </a:r>
          <a:endParaRPr lang="en-IN" sz="1800" dirty="0"/>
        </a:p>
      </dgm:t>
    </dgm:pt>
    <dgm:pt modelId="{06C898ED-5DF1-4221-975C-2C5738B9A519}" type="parTrans" cxnId="{1A00F6D1-90BE-4340-A4AA-CDE4FEAD4BB8}">
      <dgm:prSet/>
      <dgm:spPr/>
      <dgm:t>
        <a:bodyPr/>
        <a:lstStyle/>
        <a:p>
          <a:endParaRPr lang="en-IN" sz="1800"/>
        </a:p>
      </dgm:t>
    </dgm:pt>
    <dgm:pt modelId="{5B7CD409-6AB9-4C4C-BD71-3020FE8CD7F9}" type="sibTrans" cxnId="{1A00F6D1-90BE-4340-A4AA-CDE4FEAD4BB8}">
      <dgm:prSet/>
      <dgm:spPr/>
      <dgm:t>
        <a:bodyPr/>
        <a:lstStyle/>
        <a:p>
          <a:endParaRPr lang="en-IN" sz="1800"/>
        </a:p>
      </dgm:t>
    </dgm:pt>
    <dgm:pt modelId="{8D27A7C2-788A-41CB-9983-EC5C4181AD4E}">
      <dgm:prSet custT="1"/>
      <dgm:spPr>
        <a:solidFill>
          <a:srgbClr val="FFFF00">
            <a:alpha val="90000"/>
          </a:srgbClr>
        </a:solidFill>
      </dgm:spPr>
      <dgm:t>
        <a:bodyPr/>
        <a:lstStyle/>
        <a:p>
          <a:r>
            <a:rPr lang="en-US" sz="1800" dirty="0"/>
            <a:t>while</a:t>
          </a:r>
          <a:endParaRPr lang="en-IN" sz="1800" dirty="0"/>
        </a:p>
      </dgm:t>
    </dgm:pt>
    <dgm:pt modelId="{CE65536E-7001-4962-B5BA-787379DE4686}" type="parTrans" cxnId="{811C3908-9371-4D4B-83F4-596E8E96AEFB}">
      <dgm:prSet/>
      <dgm:spPr/>
      <dgm:t>
        <a:bodyPr/>
        <a:lstStyle/>
        <a:p>
          <a:endParaRPr lang="en-IN"/>
        </a:p>
      </dgm:t>
    </dgm:pt>
    <dgm:pt modelId="{5A4A2B19-810D-4B60-A79C-85DD15D7CCBB}" type="sibTrans" cxnId="{811C3908-9371-4D4B-83F4-596E8E96AEFB}">
      <dgm:prSet/>
      <dgm:spPr/>
      <dgm:t>
        <a:bodyPr/>
        <a:lstStyle/>
        <a:p>
          <a:endParaRPr lang="en-IN"/>
        </a:p>
      </dgm:t>
    </dgm:pt>
    <dgm:pt modelId="{7DE6EF3B-D69D-49AC-9A66-B9A613193940}">
      <dgm:prSet custT="1"/>
      <dgm:spPr/>
      <dgm:t>
        <a:bodyPr/>
        <a:lstStyle/>
        <a:p>
          <a:r>
            <a:rPr lang="en-US" sz="1800" dirty="0"/>
            <a:t>do-while</a:t>
          </a:r>
          <a:endParaRPr lang="en-IN" sz="1800" dirty="0"/>
        </a:p>
      </dgm:t>
    </dgm:pt>
    <dgm:pt modelId="{2BDB0F77-9954-4408-8C79-6AD41EC19C0F}" type="parTrans" cxnId="{17C718FC-1321-42D2-BD1C-7534C4119E29}">
      <dgm:prSet/>
      <dgm:spPr/>
      <dgm:t>
        <a:bodyPr/>
        <a:lstStyle/>
        <a:p>
          <a:endParaRPr lang="en-IN"/>
        </a:p>
      </dgm:t>
    </dgm:pt>
    <dgm:pt modelId="{2BA19232-6B8A-45CB-96EE-5806509242C8}" type="sibTrans" cxnId="{17C718FC-1321-42D2-BD1C-7534C4119E29}">
      <dgm:prSet/>
      <dgm:spPr/>
      <dgm:t>
        <a:bodyPr/>
        <a:lstStyle/>
        <a:p>
          <a:endParaRPr lang="en-IN"/>
        </a:p>
      </dgm:t>
    </dgm:pt>
    <dgm:pt modelId="{8091A97B-E9CB-4856-A515-D5D1B599A84B}">
      <dgm:prSet custT="1"/>
      <dgm:spPr/>
      <dgm:t>
        <a:bodyPr/>
        <a:lstStyle/>
        <a:p>
          <a:r>
            <a:rPr lang="en-US" sz="1800" dirty="0"/>
            <a:t>for-each</a:t>
          </a:r>
          <a:endParaRPr lang="en-IN" sz="1800" dirty="0"/>
        </a:p>
      </dgm:t>
    </dgm:pt>
    <dgm:pt modelId="{AB4B4BB0-0207-4F72-A49B-E0DACDE2AE8E}" type="parTrans" cxnId="{7F6FF101-5E1F-4EBF-B0B6-7C2B69EB96F4}">
      <dgm:prSet/>
      <dgm:spPr/>
      <dgm:t>
        <a:bodyPr/>
        <a:lstStyle/>
        <a:p>
          <a:endParaRPr lang="en-IN"/>
        </a:p>
      </dgm:t>
    </dgm:pt>
    <dgm:pt modelId="{A23E3AC8-0176-411D-ACAE-52948BC25EC8}" type="sibTrans" cxnId="{7F6FF101-5E1F-4EBF-B0B6-7C2B69EB96F4}">
      <dgm:prSet/>
      <dgm:spPr/>
      <dgm:t>
        <a:bodyPr/>
        <a:lstStyle/>
        <a:p>
          <a:endParaRPr lang="en-IN"/>
        </a:p>
      </dgm:t>
    </dgm:pt>
    <dgm:pt modelId="{60B3A411-F259-4BE0-B4FB-6B0B4D843F07}" type="pres">
      <dgm:prSet presAssocID="{E8F413EF-B69A-44AD-BEF5-269A53317A58}" presName="diagram" presStyleCnt="0">
        <dgm:presLayoutVars>
          <dgm:chPref val="1"/>
          <dgm:dir/>
          <dgm:animOne val="branch"/>
          <dgm:animLvl val="lvl"/>
          <dgm:resizeHandles/>
        </dgm:presLayoutVars>
      </dgm:prSet>
      <dgm:spPr/>
    </dgm:pt>
    <dgm:pt modelId="{083D6AFC-20B9-4946-86AB-8D0843B83622}" type="pres">
      <dgm:prSet presAssocID="{72C598DC-11CA-438A-B8B6-E60E37C35F7E}" presName="root" presStyleCnt="0"/>
      <dgm:spPr/>
    </dgm:pt>
    <dgm:pt modelId="{3498499B-6DEB-4B99-B35D-96A20AB59DA5}" type="pres">
      <dgm:prSet presAssocID="{72C598DC-11CA-438A-B8B6-E60E37C35F7E}" presName="rootComposite" presStyleCnt="0"/>
      <dgm:spPr/>
    </dgm:pt>
    <dgm:pt modelId="{8B73DE1C-94AD-4941-BE12-56E3161FA035}" type="pres">
      <dgm:prSet presAssocID="{72C598DC-11CA-438A-B8B6-E60E37C35F7E}" presName="rootText" presStyleLbl="node1" presStyleIdx="0" presStyleCnt="1" custScaleX="183073" custScaleY="49449"/>
      <dgm:spPr/>
    </dgm:pt>
    <dgm:pt modelId="{2679D0F6-E184-4D0C-8152-C8FCC7C55396}" type="pres">
      <dgm:prSet presAssocID="{72C598DC-11CA-438A-B8B6-E60E37C35F7E}" presName="rootConnector" presStyleLbl="node1" presStyleIdx="0" presStyleCnt="1"/>
      <dgm:spPr/>
    </dgm:pt>
    <dgm:pt modelId="{33EFE237-586F-4128-9902-C2AC3167C3EA}" type="pres">
      <dgm:prSet presAssocID="{72C598DC-11CA-438A-B8B6-E60E37C35F7E}" presName="childShape" presStyleCnt="0"/>
      <dgm:spPr/>
    </dgm:pt>
    <dgm:pt modelId="{57171BFD-ADF9-4960-A616-80C1314B82D4}" type="pres">
      <dgm:prSet presAssocID="{06C898ED-5DF1-4221-975C-2C5738B9A519}" presName="Name13" presStyleLbl="parChTrans1D2" presStyleIdx="0" presStyleCnt="4"/>
      <dgm:spPr/>
    </dgm:pt>
    <dgm:pt modelId="{E8B1B83E-46D5-48EA-906A-E40EB2E8D50B}" type="pres">
      <dgm:prSet presAssocID="{AF662FD4-FA71-4CB5-84FB-820DF3B080A2}" presName="childText" presStyleLbl="bgAcc1" presStyleIdx="0" presStyleCnt="4" custScaleX="162155" custScaleY="49449">
        <dgm:presLayoutVars>
          <dgm:bulletEnabled val="1"/>
        </dgm:presLayoutVars>
      </dgm:prSet>
      <dgm:spPr/>
    </dgm:pt>
    <dgm:pt modelId="{1BB35F5D-C149-413A-91DE-FE21C0C35435}" type="pres">
      <dgm:prSet presAssocID="{CE65536E-7001-4962-B5BA-787379DE4686}" presName="Name13" presStyleLbl="parChTrans1D2" presStyleIdx="1" presStyleCnt="4"/>
      <dgm:spPr/>
    </dgm:pt>
    <dgm:pt modelId="{B88F1B0E-A739-4AF6-B1FD-BFF5AADAACA0}" type="pres">
      <dgm:prSet presAssocID="{8D27A7C2-788A-41CB-9983-EC5C4181AD4E}" presName="childText" presStyleLbl="bgAcc1" presStyleIdx="1" presStyleCnt="4" custScaleX="162155" custScaleY="49449">
        <dgm:presLayoutVars>
          <dgm:bulletEnabled val="1"/>
        </dgm:presLayoutVars>
      </dgm:prSet>
      <dgm:spPr/>
    </dgm:pt>
    <dgm:pt modelId="{69294445-B2B5-4E21-AC72-AE9613AE1A1F}" type="pres">
      <dgm:prSet presAssocID="{2BDB0F77-9954-4408-8C79-6AD41EC19C0F}" presName="Name13" presStyleLbl="parChTrans1D2" presStyleIdx="2" presStyleCnt="4"/>
      <dgm:spPr/>
    </dgm:pt>
    <dgm:pt modelId="{A24E253B-DBEE-4642-BBB1-AEBE79FAFCBC}" type="pres">
      <dgm:prSet presAssocID="{7DE6EF3B-D69D-49AC-9A66-B9A613193940}" presName="childText" presStyleLbl="bgAcc1" presStyleIdx="2" presStyleCnt="4" custScaleX="163600" custScaleY="46900">
        <dgm:presLayoutVars>
          <dgm:bulletEnabled val="1"/>
        </dgm:presLayoutVars>
      </dgm:prSet>
      <dgm:spPr/>
    </dgm:pt>
    <dgm:pt modelId="{11838491-2762-4B2B-9843-912920ABC1F5}" type="pres">
      <dgm:prSet presAssocID="{AB4B4BB0-0207-4F72-A49B-E0DACDE2AE8E}" presName="Name13" presStyleLbl="parChTrans1D2" presStyleIdx="3" presStyleCnt="4"/>
      <dgm:spPr/>
    </dgm:pt>
    <dgm:pt modelId="{9839DEDC-CCAD-4D4B-AEBE-C467ED35DE58}" type="pres">
      <dgm:prSet presAssocID="{8091A97B-E9CB-4856-A515-D5D1B599A84B}" presName="childText" presStyleLbl="bgAcc1" presStyleIdx="3" presStyleCnt="4" custScaleX="164972" custScaleY="38637">
        <dgm:presLayoutVars>
          <dgm:bulletEnabled val="1"/>
        </dgm:presLayoutVars>
      </dgm:prSet>
      <dgm:spPr/>
    </dgm:pt>
  </dgm:ptLst>
  <dgm:cxnLst>
    <dgm:cxn modelId="{7F6FF101-5E1F-4EBF-B0B6-7C2B69EB96F4}" srcId="{72C598DC-11CA-438A-B8B6-E60E37C35F7E}" destId="{8091A97B-E9CB-4856-A515-D5D1B599A84B}" srcOrd="3" destOrd="0" parTransId="{AB4B4BB0-0207-4F72-A49B-E0DACDE2AE8E}" sibTransId="{A23E3AC8-0176-411D-ACAE-52948BC25EC8}"/>
    <dgm:cxn modelId="{811C3908-9371-4D4B-83F4-596E8E96AEFB}" srcId="{72C598DC-11CA-438A-B8B6-E60E37C35F7E}" destId="{8D27A7C2-788A-41CB-9983-EC5C4181AD4E}" srcOrd="1" destOrd="0" parTransId="{CE65536E-7001-4962-B5BA-787379DE4686}" sibTransId="{5A4A2B19-810D-4B60-A79C-85DD15D7CCBB}"/>
    <dgm:cxn modelId="{DA99BA2C-AFEB-4569-930B-0EAEC0579C86}" type="presOf" srcId="{7DE6EF3B-D69D-49AC-9A66-B9A613193940}" destId="{A24E253B-DBEE-4642-BBB1-AEBE79FAFCBC}" srcOrd="0" destOrd="0" presId="urn:microsoft.com/office/officeart/2005/8/layout/hierarchy3"/>
    <dgm:cxn modelId="{4966CD4F-CAF0-44DF-988D-6CBB18811F4F}" type="presOf" srcId="{AB4B4BB0-0207-4F72-A49B-E0DACDE2AE8E}" destId="{11838491-2762-4B2B-9843-912920ABC1F5}" srcOrd="0" destOrd="0" presId="urn:microsoft.com/office/officeart/2005/8/layout/hierarchy3"/>
    <dgm:cxn modelId="{DEA3785A-1F4C-46BB-9710-4585E6605640}" type="presOf" srcId="{72C598DC-11CA-438A-B8B6-E60E37C35F7E}" destId="{8B73DE1C-94AD-4941-BE12-56E3161FA035}" srcOrd="0" destOrd="0" presId="urn:microsoft.com/office/officeart/2005/8/layout/hierarchy3"/>
    <dgm:cxn modelId="{C2503F82-B72A-4FB6-AF6C-B551A0B921ED}" type="presOf" srcId="{8D27A7C2-788A-41CB-9983-EC5C4181AD4E}" destId="{B88F1B0E-A739-4AF6-B1FD-BFF5AADAACA0}" srcOrd="0" destOrd="0" presId="urn:microsoft.com/office/officeart/2005/8/layout/hierarchy3"/>
    <dgm:cxn modelId="{E8E7BAA1-73B1-47B0-B60A-7971F73D16B7}" type="presOf" srcId="{72C598DC-11CA-438A-B8B6-E60E37C35F7E}" destId="{2679D0F6-E184-4D0C-8152-C8FCC7C55396}" srcOrd="1" destOrd="0" presId="urn:microsoft.com/office/officeart/2005/8/layout/hierarchy3"/>
    <dgm:cxn modelId="{1CF351AD-B28A-4415-B411-67DFCC2FB2E9}" type="presOf" srcId="{8091A97B-E9CB-4856-A515-D5D1B599A84B}" destId="{9839DEDC-CCAD-4D4B-AEBE-C467ED35DE58}" srcOrd="0" destOrd="0" presId="urn:microsoft.com/office/officeart/2005/8/layout/hierarchy3"/>
    <dgm:cxn modelId="{2B5133C3-A1DF-422F-B18D-4ACEB21E0AA6}" srcId="{E8F413EF-B69A-44AD-BEF5-269A53317A58}" destId="{72C598DC-11CA-438A-B8B6-E60E37C35F7E}" srcOrd="0" destOrd="0" parTransId="{A957853F-88FE-4066-A418-8B15330AFBB0}" sibTransId="{A2F703D2-5124-4271-8D73-94078BD159FD}"/>
    <dgm:cxn modelId="{C43EEBCA-25EC-4CD0-A973-022E9D74B3E2}" type="presOf" srcId="{E8F413EF-B69A-44AD-BEF5-269A53317A58}" destId="{60B3A411-F259-4BE0-B4FB-6B0B4D843F07}" srcOrd="0" destOrd="0" presId="urn:microsoft.com/office/officeart/2005/8/layout/hierarchy3"/>
    <dgm:cxn modelId="{1A00F6D1-90BE-4340-A4AA-CDE4FEAD4BB8}" srcId="{72C598DC-11CA-438A-B8B6-E60E37C35F7E}" destId="{AF662FD4-FA71-4CB5-84FB-820DF3B080A2}" srcOrd="0" destOrd="0" parTransId="{06C898ED-5DF1-4221-975C-2C5738B9A519}" sibTransId="{5B7CD409-6AB9-4C4C-BD71-3020FE8CD7F9}"/>
    <dgm:cxn modelId="{05D70AD8-8158-4001-A161-2CBF4DC68037}" type="presOf" srcId="{CE65536E-7001-4962-B5BA-787379DE4686}" destId="{1BB35F5D-C149-413A-91DE-FE21C0C35435}" srcOrd="0" destOrd="0" presId="urn:microsoft.com/office/officeart/2005/8/layout/hierarchy3"/>
    <dgm:cxn modelId="{4AD84FD8-7B26-4A4A-B391-A3ABA9C10B45}" type="presOf" srcId="{2BDB0F77-9954-4408-8C79-6AD41EC19C0F}" destId="{69294445-B2B5-4E21-AC72-AE9613AE1A1F}" srcOrd="0" destOrd="0" presId="urn:microsoft.com/office/officeart/2005/8/layout/hierarchy3"/>
    <dgm:cxn modelId="{E9DA8CE5-882F-4C44-A356-9EFDD13DEE75}" type="presOf" srcId="{AF662FD4-FA71-4CB5-84FB-820DF3B080A2}" destId="{E8B1B83E-46D5-48EA-906A-E40EB2E8D50B}" srcOrd="0" destOrd="0" presId="urn:microsoft.com/office/officeart/2005/8/layout/hierarchy3"/>
    <dgm:cxn modelId="{A660C3E7-D50F-40BF-8E26-779FD197A2A0}" type="presOf" srcId="{06C898ED-5DF1-4221-975C-2C5738B9A519}" destId="{57171BFD-ADF9-4960-A616-80C1314B82D4}" srcOrd="0" destOrd="0" presId="urn:microsoft.com/office/officeart/2005/8/layout/hierarchy3"/>
    <dgm:cxn modelId="{17C718FC-1321-42D2-BD1C-7534C4119E29}" srcId="{72C598DC-11CA-438A-B8B6-E60E37C35F7E}" destId="{7DE6EF3B-D69D-49AC-9A66-B9A613193940}" srcOrd="2" destOrd="0" parTransId="{2BDB0F77-9954-4408-8C79-6AD41EC19C0F}" sibTransId="{2BA19232-6B8A-45CB-96EE-5806509242C8}"/>
    <dgm:cxn modelId="{2255E505-8841-4E55-804B-37912A88A80B}" type="presParOf" srcId="{60B3A411-F259-4BE0-B4FB-6B0B4D843F07}" destId="{083D6AFC-20B9-4946-86AB-8D0843B83622}" srcOrd="0" destOrd="0" presId="urn:microsoft.com/office/officeart/2005/8/layout/hierarchy3"/>
    <dgm:cxn modelId="{7BEB3648-EE27-40E0-9F62-0082F893DEFC}" type="presParOf" srcId="{083D6AFC-20B9-4946-86AB-8D0843B83622}" destId="{3498499B-6DEB-4B99-B35D-96A20AB59DA5}" srcOrd="0" destOrd="0" presId="urn:microsoft.com/office/officeart/2005/8/layout/hierarchy3"/>
    <dgm:cxn modelId="{0FFE5405-B97B-4AF6-AA17-14D050390E80}" type="presParOf" srcId="{3498499B-6DEB-4B99-B35D-96A20AB59DA5}" destId="{8B73DE1C-94AD-4941-BE12-56E3161FA035}" srcOrd="0" destOrd="0" presId="urn:microsoft.com/office/officeart/2005/8/layout/hierarchy3"/>
    <dgm:cxn modelId="{57863BEA-F303-425E-8804-DE1712BA29CF}" type="presParOf" srcId="{3498499B-6DEB-4B99-B35D-96A20AB59DA5}" destId="{2679D0F6-E184-4D0C-8152-C8FCC7C55396}" srcOrd="1" destOrd="0" presId="urn:microsoft.com/office/officeart/2005/8/layout/hierarchy3"/>
    <dgm:cxn modelId="{4C22C695-0288-480D-9374-DFDC544B217D}" type="presParOf" srcId="{083D6AFC-20B9-4946-86AB-8D0843B83622}" destId="{33EFE237-586F-4128-9902-C2AC3167C3EA}" srcOrd="1" destOrd="0" presId="urn:microsoft.com/office/officeart/2005/8/layout/hierarchy3"/>
    <dgm:cxn modelId="{603C13FF-7A9F-44BE-AF76-3B66437C5BB0}" type="presParOf" srcId="{33EFE237-586F-4128-9902-C2AC3167C3EA}" destId="{57171BFD-ADF9-4960-A616-80C1314B82D4}" srcOrd="0" destOrd="0" presId="urn:microsoft.com/office/officeart/2005/8/layout/hierarchy3"/>
    <dgm:cxn modelId="{7C7B140E-1409-4A13-93E8-8235D02539C8}" type="presParOf" srcId="{33EFE237-586F-4128-9902-C2AC3167C3EA}" destId="{E8B1B83E-46D5-48EA-906A-E40EB2E8D50B}" srcOrd="1" destOrd="0" presId="urn:microsoft.com/office/officeart/2005/8/layout/hierarchy3"/>
    <dgm:cxn modelId="{E7B4B845-C1BC-48CB-ACB5-B30266479E62}" type="presParOf" srcId="{33EFE237-586F-4128-9902-C2AC3167C3EA}" destId="{1BB35F5D-C149-413A-91DE-FE21C0C35435}" srcOrd="2" destOrd="0" presId="urn:microsoft.com/office/officeart/2005/8/layout/hierarchy3"/>
    <dgm:cxn modelId="{46B2D96F-4C8B-48FA-B46E-C5D0AD5C1166}" type="presParOf" srcId="{33EFE237-586F-4128-9902-C2AC3167C3EA}" destId="{B88F1B0E-A739-4AF6-B1FD-BFF5AADAACA0}" srcOrd="3" destOrd="0" presId="urn:microsoft.com/office/officeart/2005/8/layout/hierarchy3"/>
    <dgm:cxn modelId="{9BC48EC8-5F4B-46D4-8E19-4843296B6845}" type="presParOf" srcId="{33EFE237-586F-4128-9902-C2AC3167C3EA}" destId="{69294445-B2B5-4E21-AC72-AE9613AE1A1F}" srcOrd="4" destOrd="0" presId="urn:microsoft.com/office/officeart/2005/8/layout/hierarchy3"/>
    <dgm:cxn modelId="{6CBF8436-6BDB-4C38-BED0-AB5B295CB054}" type="presParOf" srcId="{33EFE237-586F-4128-9902-C2AC3167C3EA}" destId="{A24E253B-DBEE-4642-BBB1-AEBE79FAFCBC}" srcOrd="5" destOrd="0" presId="urn:microsoft.com/office/officeart/2005/8/layout/hierarchy3"/>
    <dgm:cxn modelId="{F44AC706-5EEB-43D9-B776-A84F53FABE24}" type="presParOf" srcId="{33EFE237-586F-4128-9902-C2AC3167C3EA}" destId="{11838491-2762-4B2B-9843-912920ABC1F5}" srcOrd="6" destOrd="0" presId="urn:microsoft.com/office/officeart/2005/8/layout/hierarchy3"/>
    <dgm:cxn modelId="{9526CA0D-1499-495B-AA91-6286C1601517}" type="presParOf" srcId="{33EFE237-586F-4128-9902-C2AC3167C3EA}" destId="{9839DEDC-CCAD-4D4B-AEBE-C467ED35DE58}" srcOrd="7" destOrd="0" presId="urn:microsoft.com/office/officeart/2005/8/layout/hierarchy3"/>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E8F413EF-B69A-44AD-BEF5-269A53317A58}" type="doc">
      <dgm:prSet loTypeId="urn:microsoft.com/office/officeart/2005/8/layout/hierarchy3" loCatId="hierarchy" qsTypeId="urn:microsoft.com/office/officeart/2005/8/quickstyle/simple3" qsCatId="simple" csTypeId="urn:microsoft.com/office/officeart/2005/8/colors/colorful1" csCatId="colorful" phldr="1"/>
      <dgm:spPr/>
      <dgm:t>
        <a:bodyPr/>
        <a:lstStyle/>
        <a:p>
          <a:endParaRPr lang="en-IN"/>
        </a:p>
      </dgm:t>
    </dgm:pt>
    <dgm:pt modelId="{72C598DC-11CA-438A-B8B6-E60E37C35F7E}">
      <dgm:prSet phldrT="[Text]" custT="1"/>
      <dgm:spPr/>
      <dgm:t>
        <a:bodyPr/>
        <a:lstStyle/>
        <a:p>
          <a:r>
            <a:rPr lang="en-US" sz="1800" b="1" dirty="0"/>
            <a:t>Types of </a:t>
          </a:r>
          <a:r>
            <a:rPr lang="en-IN" sz="1800" b="1" dirty="0"/>
            <a:t>conditional statements</a:t>
          </a:r>
        </a:p>
      </dgm:t>
    </dgm:pt>
    <dgm:pt modelId="{A957853F-88FE-4066-A418-8B15330AFBB0}" type="parTrans" cxnId="{2B5133C3-A1DF-422F-B18D-4ACEB21E0AA6}">
      <dgm:prSet/>
      <dgm:spPr/>
      <dgm:t>
        <a:bodyPr/>
        <a:lstStyle/>
        <a:p>
          <a:endParaRPr lang="en-IN" sz="1800"/>
        </a:p>
      </dgm:t>
    </dgm:pt>
    <dgm:pt modelId="{A2F703D2-5124-4271-8D73-94078BD159FD}" type="sibTrans" cxnId="{2B5133C3-A1DF-422F-B18D-4ACEB21E0AA6}">
      <dgm:prSet/>
      <dgm:spPr/>
      <dgm:t>
        <a:bodyPr/>
        <a:lstStyle/>
        <a:p>
          <a:endParaRPr lang="en-IN" sz="1800"/>
        </a:p>
      </dgm:t>
    </dgm:pt>
    <dgm:pt modelId="{AF662FD4-FA71-4CB5-84FB-820DF3B080A2}">
      <dgm:prSet custT="1"/>
      <dgm:spPr>
        <a:noFill/>
      </dgm:spPr>
      <dgm:t>
        <a:bodyPr/>
        <a:lstStyle/>
        <a:p>
          <a:r>
            <a:rPr lang="en-IN" sz="1800" dirty="0"/>
            <a:t>if-elseif-else statements</a:t>
          </a:r>
        </a:p>
      </dgm:t>
    </dgm:pt>
    <dgm:pt modelId="{06C898ED-5DF1-4221-975C-2C5738B9A519}" type="parTrans" cxnId="{1A00F6D1-90BE-4340-A4AA-CDE4FEAD4BB8}">
      <dgm:prSet/>
      <dgm:spPr/>
      <dgm:t>
        <a:bodyPr/>
        <a:lstStyle/>
        <a:p>
          <a:endParaRPr lang="en-IN" sz="1800"/>
        </a:p>
      </dgm:t>
    </dgm:pt>
    <dgm:pt modelId="{5B7CD409-6AB9-4C4C-BD71-3020FE8CD7F9}" type="sibTrans" cxnId="{1A00F6D1-90BE-4340-A4AA-CDE4FEAD4BB8}">
      <dgm:prSet/>
      <dgm:spPr/>
      <dgm:t>
        <a:bodyPr/>
        <a:lstStyle/>
        <a:p>
          <a:endParaRPr lang="en-IN" sz="1800"/>
        </a:p>
      </dgm:t>
    </dgm:pt>
    <dgm:pt modelId="{8D27A7C2-788A-41CB-9983-EC5C4181AD4E}">
      <dgm:prSet custT="1"/>
      <dgm:spPr>
        <a:solidFill>
          <a:srgbClr val="FFFF00">
            <a:alpha val="90000"/>
          </a:srgbClr>
        </a:solidFill>
      </dgm:spPr>
      <dgm:t>
        <a:bodyPr/>
        <a:lstStyle/>
        <a:p>
          <a:r>
            <a:rPr lang="en-US" sz="1800" dirty="0"/>
            <a:t>Switch statement</a:t>
          </a:r>
          <a:endParaRPr lang="en-IN" sz="1800" dirty="0"/>
        </a:p>
      </dgm:t>
    </dgm:pt>
    <dgm:pt modelId="{CE65536E-7001-4962-B5BA-787379DE4686}" type="parTrans" cxnId="{811C3908-9371-4D4B-83F4-596E8E96AEFB}">
      <dgm:prSet/>
      <dgm:spPr/>
      <dgm:t>
        <a:bodyPr/>
        <a:lstStyle/>
        <a:p>
          <a:endParaRPr lang="en-IN"/>
        </a:p>
      </dgm:t>
    </dgm:pt>
    <dgm:pt modelId="{5A4A2B19-810D-4B60-A79C-85DD15D7CCBB}" type="sibTrans" cxnId="{811C3908-9371-4D4B-83F4-596E8E96AEFB}">
      <dgm:prSet/>
      <dgm:spPr/>
      <dgm:t>
        <a:bodyPr/>
        <a:lstStyle/>
        <a:p>
          <a:endParaRPr lang="en-IN"/>
        </a:p>
      </dgm:t>
    </dgm:pt>
    <dgm:pt modelId="{7DE6EF3B-D69D-49AC-9A66-B9A613193940}">
      <dgm:prSet custT="1"/>
      <dgm:spPr/>
      <dgm:t>
        <a:bodyPr/>
        <a:lstStyle/>
        <a:p>
          <a:r>
            <a:rPr lang="en-US" sz="1800" dirty="0"/>
            <a:t>Ternary operator</a:t>
          </a:r>
          <a:endParaRPr lang="en-IN" sz="1800" dirty="0"/>
        </a:p>
      </dgm:t>
    </dgm:pt>
    <dgm:pt modelId="{2BDB0F77-9954-4408-8C79-6AD41EC19C0F}" type="parTrans" cxnId="{17C718FC-1321-42D2-BD1C-7534C4119E29}">
      <dgm:prSet/>
      <dgm:spPr/>
      <dgm:t>
        <a:bodyPr/>
        <a:lstStyle/>
        <a:p>
          <a:endParaRPr lang="en-IN"/>
        </a:p>
      </dgm:t>
    </dgm:pt>
    <dgm:pt modelId="{2BA19232-6B8A-45CB-96EE-5806509242C8}" type="sibTrans" cxnId="{17C718FC-1321-42D2-BD1C-7534C4119E29}">
      <dgm:prSet/>
      <dgm:spPr/>
      <dgm:t>
        <a:bodyPr/>
        <a:lstStyle/>
        <a:p>
          <a:endParaRPr lang="en-IN"/>
        </a:p>
      </dgm:t>
    </dgm:pt>
    <dgm:pt modelId="{60B3A411-F259-4BE0-B4FB-6B0B4D843F07}" type="pres">
      <dgm:prSet presAssocID="{E8F413EF-B69A-44AD-BEF5-269A53317A58}" presName="diagram" presStyleCnt="0">
        <dgm:presLayoutVars>
          <dgm:chPref val="1"/>
          <dgm:dir/>
          <dgm:animOne val="branch"/>
          <dgm:animLvl val="lvl"/>
          <dgm:resizeHandles/>
        </dgm:presLayoutVars>
      </dgm:prSet>
      <dgm:spPr/>
    </dgm:pt>
    <dgm:pt modelId="{083D6AFC-20B9-4946-86AB-8D0843B83622}" type="pres">
      <dgm:prSet presAssocID="{72C598DC-11CA-438A-B8B6-E60E37C35F7E}" presName="root" presStyleCnt="0"/>
      <dgm:spPr/>
    </dgm:pt>
    <dgm:pt modelId="{3498499B-6DEB-4B99-B35D-96A20AB59DA5}" type="pres">
      <dgm:prSet presAssocID="{72C598DC-11CA-438A-B8B6-E60E37C35F7E}" presName="rootComposite" presStyleCnt="0"/>
      <dgm:spPr/>
    </dgm:pt>
    <dgm:pt modelId="{8B73DE1C-94AD-4941-BE12-56E3161FA035}" type="pres">
      <dgm:prSet presAssocID="{72C598DC-11CA-438A-B8B6-E60E37C35F7E}" presName="rootText" presStyleLbl="node1" presStyleIdx="0" presStyleCnt="1" custScaleX="162155" custScaleY="49449"/>
      <dgm:spPr/>
    </dgm:pt>
    <dgm:pt modelId="{2679D0F6-E184-4D0C-8152-C8FCC7C55396}" type="pres">
      <dgm:prSet presAssocID="{72C598DC-11CA-438A-B8B6-E60E37C35F7E}" presName="rootConnector" presStyleLbl="node1" presStyleIdx="0" presStyleCnt="1"/>
      <dgm:spPr/>
    </dgm:pt>
    <dgm:pt modelId="{33EFE237-586F-4128-9902-C2AC3167C3EA}" type="pres">
      <dgm:prSet presAssocID="{72C598DC-11CA-438A-B8B6-E60E37C35F7E}" presName="childShape" presStyleCnt="0"/>
      <dgm:spPr/>
    </dgm:pt>
    <dgm:pt modelId="{57171BFD-ADF9-4960-A616-80C1314B82D4}" type="pres">
      <dgm:prSet presAssocID="{06C898ED-5DF1-4221-975C-2C5738B9A519}" presName="Name13" presStyleLbl="parChTrans1D2" presStyleIdx="0" presStyleCnt="3"/>
      <dgm:spPr/>
    </dgm:pt>
    <dgm:pt modelId="{E8B1B83E-46D5-48EA-906A-E40EB2E8D50B}" type="pres">
      <dgm:prSet presAssocID="{AF662FD4-FA71-4CB5-84FB-820DF3B080A2}" presName="childText" presStyleLbl="bgAcc1" presStyleIdx="0" presStyleCnt="3" custScaleX="162155" custScaleY="49449">
        <dgm:presLayoutVars>
          <dgm:bulletEnabled val="1"/>
        </dgm:presLayoutVars>
      </dgm:prSet>
      <dgm:spPr/>
    </dgm:pt>
    <dgm:pt modelId="{1BB35F5D-C149-413A-91DE-FE21C0C35435}" type="pres">
      <dgm:prSet presAssocID="{CE65536E-7001-4962-B5BA-787379DE4686}" presName="Name13" presStyleLbl="parChTrans1D2" presStyleIdx="1" presStyleCnt="3"/>
      <dgm:spPr/>
    </dgm:pt>
    <dgm:pt modelId="{B88F1B0E-A739-4AF6-B1FD-BFF5AADAACA0}" type="pres">
      <dgm:prSet presAssocID="{8D27A7C2-788A-41CB-9983-EC5C4181AD4E}" presName="childText" presStyleLbl="bgAcc1" presStyleIdx="1" presStyleCnt="3" custScaleX="162155" custScaleY="49449">
        <dgm:presLayoutVars>
          <dgm:bulletEnabled val="1"/>
        </dgm:presLayoutVars>
      </dgm:prSet>
      <dgm:spPr/>
    </dgm:pt>
    <dgm:pt modelId="{69294445-B2B5-4E21-AC72-AE9613AE1A1F}" type="pres">
      <dgm:prSet presAssocID="{2BDB0F77-9954-4408-8C79-6AD41EC19C0F}" presName="Name13" presStyleLbl="parChTrans1D2" presStyleIdx="2" presStyleCnt="3"/>
      <dgm:spPr/>
    </dgm:pt>
    <dgm:pt modelId="{A24E253B-DBEE-4642-BBB1-AEBE79FAFCBC}" type="pres">
      <dgm:prSet presAssocID="{7DE6EF3B-D69D-49AC-9A66-B9A613193940}" presName="childText" presStyleLbl="bgAcc1" presStyleIdx="2" presStyleCnt="3" custScaleX="163600" custScaleY="46900">
        <dgm:presLayoutVars>
          <dgm:bulletEnabled val="1"/>
        </dgm:presLayoutVars>
      </dgm:prSet>
      <dgm:spPr/>
    </dgm:pt>
  </dgm:ptLst>
  <dgm:cxnLst>
    <dgm:cxn modelId="{811C3908-9371-4D4B-83F4-596E8E96AEFB}" srcId="{72C598DC-11CA-438A-B8B6-E60E37C35F7E}" destId="{8D27A7C2-788A-41CB-9983-EC5C4181AD4E}" srcOrd="1" destOrd="0" parTransId="{CE65536E-7001-4962-B5BA-787379DE4686}" sibTransId="{5A4A2B19-810D-4B60-A79C-85DD15D7CCBB}"/>
    <dgm:cxn modelId="{DA99BA2C-AFEB-4569-930B-0EAEC0579C86}" type="presOf" srcId="{7DE6EF3B-D69D-49AC-9A66-B9A613193940}" destId="{A24E253B-DBEE-4642-BBB1-AEBE79FAFCBC}" srcOrd="0" destOrd="0" presId="urn:microsoft.com/office/officeart/2005/8/layout/hierarchy3"/>
    <dgm:cxn modelId="{DEA3785A-1F4C-46BB-9710-4585E6605640}" type="presOf" srcId="{72C598DC-11CA-438A-B8B6-E60E37C35F7E}" destId="{8B73DE1C-94AD-4941-BE12-56E3161FA035}" srcOrd="0" destOrd="0" presId="urn:microsoft.com/office/officeart/2005/8/layout/hierarchy3"/>
    <dgm:cxn modelId="{C2503F82-B72A-4FB6-AF6C-B551A0B921ED}" type="presOf" srcId="{8D27A7C2-788A-41CB-9983-EC5C4181AD4E}" destId="{B88F1B0E-A739-4AF6-B1FD-BFF5AADAACA0}" srcOrd="0" destOrd="0" presId="urn:microsoft.com/office/officeart/2005/8/layout/hierarchy3"/>
    <dgm:cxn modelId="{E8E7BAA1-73B1-47B0-B60A-7971F73D16B7}" type="presOf" srcId="{72C598DC-11CA-438A-B8B6-E60E37C35F7E}" destId="{2679D0F6-E184-4D0C-8152-C8FCC7C55396}" srcOrd="1" destOrd="0" presId="urn:microsoft.com/office/officeart/2005/8/layout/hierarchy3"/>
    <dgm:cxn modelId="{2B5133C3-A1DF-422F-B18D-4ACEB21E0AA6}" srcId="{E8F413EF-B69A-44AD-BEF5-269A53317A58}" destId="{72C598DC-11CA-438A-B8B6-E60E37C35F7E}" srcOrd="0" destOrd="0" parTransId="{A957853F-88FE-4066-A418-8B15330AFBB0}" sibTransId="{A2F703D2-5124-4271-8D73-94078BD159FD}"/>
    <dgm:cxn modelId="{C43EEBCA-25EC-4CD0-A973-022E9D74B3E2}" type="presOf" srcId="{E8F413EF-B69A-44AD-BEF5-269A53317A58}" destId="{60B3A411-F259-4BE0-B4FB-6B0B4D843F07}" srcOrd="0" destOrd="0" presId="urn:microsoft.com/office/officeart/2005/8/layout/hierarchy3"/>
    <dgm:cxn modelId="{1A00F6D1-90BE-4340-A4AA-CDE4FEAD4BB8}" srcId="{72C598DC-11CA-438A-B8B6-E60E37C35F7E}" destId="{AF662FD4-FA71-4CB5-84FB-820DF3B080A2}" srcOrd="0" destOrd="0" parTransId="{06C898ED-5DF1-4221-975C-2C5738B9A519}" sibTransId="{5B7CD409-6AB9-4C4C-BD71-3020FE8CD7F9}"/>
    <dgm:cxn modelId="{05D70AD8-8158-4001-A161-2CBF4DC68037}" type="presOf" srcId="{CE65536E-7001-4962-B5BA-787379DE4686}" destId="{1BB35F5D-C149-413A-91DE-FE21C0C35435}" srcOrd="0" destOrd="0" presId="urn:microsoft.com/office/officeart/2005/8/layout/hierarchy3"/>
    <dgm:cxn modelId="{4AD84FD8-7B26-4A4A-B391-A3ABA9C10B45}" type="presOf" srcId="{2BDB0F77-9954-4408-8C79-6AD41EC19C0F}" destId="{69294445-B2B5-4E21-AC72-AE9613AE1A1F}" srcOrd="0" destOrd="0" presId="urn:microsoft.com/office/officeart/2005/8/layout/hierarchy3"/>
    <dgm:cxn modelId="{E9DA8CE5-882F-4C44-A356-9EFDD13DEE75}" type="presOf" srcId="{AF662FD4-FA71-4CB5-84FB-820DF3B080A2}" destId="{E8B1B83E-46D5-48EA-906A-E40EB2E8D50B}" srcOrd="0" destOrd="0" presId="urn:microsoft.com/office/officeart/2005/8/layout/hierarchy3"/>
    <dgm:cxn modelId="{A660C3E7-D50F-40BF-8E26-779FD197A2A0}" type="presOf" srcId="{06C898ED-5DF1-4221-975C-2C5738B9A519}" destId="{57171BFD-ADF9-4960-A616-80C1314B82D4}" srcOrd="0" destOrd="0" presId="urn:microsoft.com/office/officeart/2005/8/layout/hierarchy3"/>
    <dgm:cxn modelId="{17C718FC-1321-42D2-BD1C-7534C4119E29}" srcId="{72C598DC-11CA-438A-B8B6-E60E37C35F7E}" destId="{7DE6EF3B-D69D-49AC-9A66-B9A613193940}" srcOrd="2" destOrd="0" parTransId="{2BDB0F77-9954-4408-8C79-6AD41EC19C0F}" sibTransId="{2BA19232-6B8A-45CB-96EE-5806509242C8}"/>
    <dgm:cxn modelId="{2255E505-8841-4E55-804B-37912A88A80B}" type="presParOf" srcId="{60B3A411-F259-4BE0-B4FB-6B0B4D843F07}" destId="{083D6AFC-20B9-4946-86AB-8D0843B83622}" srcOrd="0" destOrd="0" presId="urn:microsoft.com/office/officeart/2005/8/layout/hierarchy3"/>
    <dgm:cxn modelId="{7BEB3648-EE27-40E0-9F62-0082F893DEFC}" type="presParOf" srcId="{083D6AFC-20B9-4946-86AB-8D0843B83622}" destId="{3498499B-6DEB-4B99-B35D-96A20AB59DA5}" srcOrd="0" destOrd="0" presId="urn:microsoft.com/office/officeart/2005/8/layout/hierarchy3"/>
    <dgm:cxn modelId="{0FFE5405-B97B-4AF6-AA17-14D050390E80}" type="presParOf" srcId="{3498499B-6DEB-4B99-B35D-96A20AB59DA5}" destId="{8B73DE1C-94AD-4941-BE12-56E3161FA035}" srcOrd="0" destOrd="0" presId="urn:microsoft.com/office/officeart/2005/8/layout/hierarchy3"/>
    <dgm:cxn modelId="{57863BEA-F303-425E-8804-DE1712BA29CF}" type="presParOf" srcId="{3498499B-6DEB-4B99-B35D-96A20AB59DA5}" destId="{2679D0F6-E184-4D0C-8152-C8FCC7C55396}" srcOrd="1" destOrd="0" presId="urn:microsoft.com/office/officeart/2005/8/layout/hierarchy3"/>
    <dgm:cxn modelId="{4C22C695-0288-480D-9374-DFDC544B217D}" type="presParOf" srcId="{083D6AFC-20B9-4946-86AB-8D0843B83622}" destId="{33EFE237-586F-4128-9902-C2AC3167C3EA}" srcOrd="1" destOrd="0" presId="urn:microsoft.com/office/officeart/2005/8/layout/hierarchy3"/>
    <dgm:cxn modelId="{603C13FF-7A9F-44BE-AF76-3B66437C5BB0}" type="presParOf" srcId="{33EFE237-586F-4128-9902-C2AC3167C3EA}" destId="{57171BFD-ADF9-4960-A616-80C1314B82D4}" srcOrd="0" destOrd="0" presId="urn:microsoft.com/office/officeart/2005/8/layout/hierarchy3"/>
    <dgm:cxn modelId="{7C7B140E-1409-4A13-93E8-8235D02539C8}" type="presParOf" srcId="{33EFE237-586F-4128-9902-C2AC3167C3EA}" destId="{E8B1B83E-46D5-48EA-906A-E40EB2E8D50B}" srcOrd="1" destOrd="0" presId="urn:microsoft.com/office/officeart/2005/8/layout/hierarchy3"/>
    <dgm:cxn modelId="{E7B4B845-C1BC-48CB-ACB5-B30266479E62}" type="presParOf" srcId="{33EFE237-586F-4128-9902-C2AC3167C3EA}" destId="{1BB35F5D-C149-413A-91DE-FE21C0C35435}" srcOrd="2" destOrd="0" presId="urn:microsoft.com/office/officeart/2005/8/layout/hierarchy3"/>
    <dgm:cxn modelId="{46B2D96F-4C8B-48FA-B46E-C5D0AD5C1166}" type="presParOf" srcId="{33EFE237-586F-4128-9902-C2AC3167C3EA}" destId="{B88F1B0E-A739-4AF6-B1FD-BFF5AADAACA0}" srcOrd="3" destOrd="0" presId="urn:microsoft.com/office/officeart/2005/8/layout/hierarchy3"/>
    <dgm:cxn modelId="{9BC48EC8-5F4B-46D4-8E19-4843296B6845}" type="presParOf" srcId="{33EFE237-586F-4128-9902-C2AC3167C3EA}" destId="{69294445-B2B5-4E21-AC72-AE9613AE1A1F}" srcOrd="4" destOrd="0" presId="urn:microsoft.com/office/officeart/2005/8/layout/hierarchy3"/>
    <dgm:cxn modelId="{6CBF8436-6BDB-4C38-BED0-AB5B295CB054}" type="presParOf" srcId="{33EFE237-586F-4128-9902-C2AC3167C3EA}" destId="{A24E253B-DBEE-4642-BBB1-AEBE79FAFCBC}" srcOrd="5" destOrd="0" presId="urn:microsoft.com/office/officeart/2005/8/layout/hierarchy3"/>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030D3299-B1B7-4D96-A1A3-7771846B517D}" type="doc">
      <dgm:prSet loTypeId="urn:microsoft.com/office/officeart/2008/layout/RadialCluster" loCatId="cycle" qsTypeId="urn:microsoft.com/office/officeart/2005/8/quickstyle/simple3" qsCatId="simple" csTypeId="urn:microsoft.com/office/officeart/2005/8/colors/colorful1" csCatId="colorful" phldr="1"/>
      <dgm:spPr/>
      <dgm:t>
        <a:bodyPr/>
        <a:lstStyle/>
        <a:p>
          <a:endParaRPr lang="en-IN"/>
        </a:p>
      </dgm:t>
    </dgm:pt>
    <dgm:pt modelId="{37AF5D1F-C585-4445-A670-C4CAE5F87E68}">
      <dgm:prSet phldrT="[Text]" custT="1"/>
      <dgm:spPr>
        <a:solidFill>
          <a:schemeClr val="accent2"/>
        </a:solidFill>
      </dgm:spPr>
      <dgm:t>
        <a:bodyPr/>
        <a:lstStyle/>
        <a:p>
          <a:r>
            <a:rPr lang="en-US" sz="1800" dirty="0"/>
            <a:t>OOPS</a:t>
          </a:r>
          <a:endParaRPr lang="en-IN" sz="1800" dirty="0"/>
        </a:p>
      </dgm:t>
    </dgm:pt>
    <dgm:pt modelId="{B7D43DBA-204D-4762-8596-82D88D196453}" type="parTrans" cxnId="{ADE0202C-1B4E-4687-A9FA-8A1C2BC6FE4E}">
      <dgm:prSet/>
      <dgm:spPr/>
      <dgm:t>
        <a:bodyPr/>
        <a:lstStyle/>
        <a:p>
          <a:endParaRPr lang="en-IN" sz="1800"/>
        </a:p>
      </dgm:t>
    </dgm:pt>
    <dgm:pt modelId="{EA6A0784-9F73-48F3-AC0D-07D28C06A38B}" type="sibTrans" cxnId="{ADE0202C-1B4E-4687-A9FA-8A1C2BC6FE4E}">
      <dgm:prSet/>
      <dgm:spPr/>
      <dgm:t>
        <a:bodyPr/>
        <a:lstStyle/>
        <a:p>
          <a:endParaRPr lang="en-IN" sz="1800"/>
        </a:p>
      </dgm:t>
    </dgm:pt>
    <dgm:pt modelId="{9AB5CA23-BC01-4523-9892-496D7131D003}">
      <dgm:prSet phldrT="[Text]" custT="1"/>
      <dgm:spPr/>
      <dgm:t>
        <a:bodyPr/>
        <a:lstStyle/>
        <a:p>
          <a:r>
            <a:rPr lang="en-US" sz="1800" dirty="0"/>
            <a:t>Object</a:t>
          </a:r>
          <a:endParaRPr lang="en-IN" sz="1800" dirty="0"/>
        </a:p>
      </dgm:t>
    </dgm:pt>
    <dgm:pt modelId="{0D2CE627-309B-4121-B11E-19DAC63347A6}" type="parTrans" cxnId="{9B84A4F1-2335-4D2C-970A-BA3369987CC6}">
      <dgm:prSet custT="1"/>
      <dgm:spPr/>
      <dgm:t>
        <a:bodyPr/>
        <a:lstStyle/>
        <a:p>
          <a:endParaRPr lang="en-IN" sz="1800"/>
        </a:p>
      </dgm:t>
    </dgm:pt>
    <dgm:pt modelId="{5DB6B6C2-506C-4CE4-82FE-1E2B0254A6E2}" type="sibTrans" cxnId="{9B84A4F1-2335-4D2C-970A-BA3369987CC6}">
      <dgm:prSet/>
      <dgm:spPr/>
      <dgm:t>
        <a:bodyPr/>
        <a:lstStyle/>
        <a:p>
          <a:endParaRPr lang="en-IN" sz="1800"/>
        </a:p>
      </dgm:t>
    </dgm:pt>
    <dgm:pt modelId="{83D139F0-893E-4D8D-96F5-2DE7C2639125}">
      <dgm:prSet phldrT="[Text]" custT="1"/>
      <dgm:spPr/>
      <dgm:t>
        <a:bodyPr/>
        <a:lstStyle/>
        <a:p>
          <a:r>
            <a:rPr lang="en-US" sz="1800" dirty="0"/>
            <a:t>Class</a:t>
          </a:r>
          <a:endParaRPr lang="en-IN" sz="1800" dirty="0"/>
        </a:p>
      </dgm:t>
    </dgm:pt>
    <dgm:pt modelId="{D1962946-EDDD-4DB6-859C-81B90C11BD46}" type="parTrans" cxnId="{349FA938-BE75-48EA-84EE-E46524B22F3F}">
      <dgm:prSet custT="1"/>
      <dgm:spPr/>
      <dgm:t>
        <a:bodyPr/>
        <a:lstStyle/>
        <a:p>
          <a:endParaRPr lang="en-IN" sz="1800"/>
        </a:p>
      </dgm:t>
    </dgm:pt>
    <dgm:pt modelId="{2368EA24-3886-4991-9F46-4195DA7F4FF6}" type="sibTrans" cxnId="{349FA938-BE75-48EA-84EE-E46524B22F3F}">
      <dgm:prSet/>
      <dgm:spPr/>
      <dgm:t>
        <a:bodyPr/>
        <a:lstStyle/>
        <a:p>
          <a:endParaRPr lang="en-IN" sz="1800"/>
        </a:p>
      </dgm:t>
    </dgm:pt>
    <dgm:pt modelId="{DB97369C-F92F-46FC-BCCE-87CDDF9E8259}">
      <dgm:prSet phldrT="[Text]" custT="1"/>
      <dgm:spPr/>
      <dgm:t>
        <a:bodyPr/>
        <a:lstStyle/>
        <a:p>
          <a:r>
            <a:rPr lang="en-US" sz="1800" dirty="0"/>
            <a:t>Inheritance</a:t>
          </a:r>
          <a:endParaRPr lang="en-IN" sz="1800" dirty="0"/>
        </a:p>
      </dgm:t>
    </dgm:pt>
    <dgm:pt modelId="{E2939885-B72E-4552-A176-4ABDF96464C2}" type="parTrans" cxnId="{2AFCAD5E-E7EC-44BF-B2FA-B4F8D75279F8}">
      <dgm:prSet custT="1"/>
      <dgm:spPr/>
      <dgm:t>
        <a:bodyPr/>
        <a:lstStyle/>
        <a:p>
          <a:endParaRPr lang="en-IN" sz="1800"/>
        </a:p>
      </dgm:t>
    </dgm:pt>
    <dgm:pt modelId="{A9E688FA-5A36-48B1-8EAA-26264C8E57C4}" type="sibTrans" cxnId="{2AFCAD5E-E7EC-44BF-B2FA-B4F8D75279F8}">
      <dgm:prSet/>
      <dgm:spPr/>
      <dgm:t>
        <a:bodyPr/>
        <a:lstStyle/>
        <a:p>
          <a:endParaRPr lang="en-IN" sz="1800"/>
        </a:p>
      </dgm:t>
    </dgm:pt>
    <dgm:pt modelId="{369DB94C-8DAC-4290-AE66-BA418B6214D3}">
      <dgm:prSet phldrT="[Text]" custT="1"/>
      <dgm:spPr/>
      <dgm:t>
        <a:bodyPr/>
        <a:lstStyle/>
        <a:p>
          <a:r>
            <a:rPr lang="en-US" sz="1800" dirty="0"/>
            <a:t>Polymorphism</a:t>
          </a:r>
          <a:endParaRPr lang="en-IN" sz="1800" dirty="0"/>
        </a:p>
      </dgm:t>
    </dgm:pt>
    <dgm:pt modelId="{52721FA2-8F44-47C5-BE2E-A541DC15CB50}" type="parTrans" cxnId="{416BE1AE-E9EF-418C-BB47-33B81AA1480B}">
      <dgm:prSet custT="1"/>
      <dgm:spPr/>
      <dgm:t>
        <a:bodyPr/>
        <a:lstStyle/>
        <a:p>
          <a:endParaRPr lang="en-IN" sz="1800"/>
        </a:p>
      </dgm:t>
    </dgm:pt>
    <dgm:pt modelId="{24DEEAF8-4897-44BA-AFF0-B79E4FFC133F}" type="sibTrans" cxnId="{416BE1AE-E9EF-418C-BB47-33B81AA1480B}">
      <dgm:prSet/>
      <dgm:spPr/>
      <dgm:t>
        <a:bodyPr/>
        <a:lstStyle/>
        <a:p>
          <a:endParaRPr lang="en-IN" sz="1800"/>
        </a:p>
      </dgm:t>
    </dgm:pt>
    <dgm:pt modelId="{D9E6DF4E-1B19-4BB9-A0C0-74A45D174122}">
      <dgm:prSet phldrT="[Text]" custT="1"/>
      <dgm:spPr/>
      <dgm:t>
        <a:bodyPr/>
        <a:lstStyle/>
        <a:p>
          <a:r>
            <a:rPr lang="en-US" sz="1800" dirty="0"/>
            <a:t>Abstraction</a:t>
          </a:r>
          <a:endParaRPr lang="en-IN" sz="1800" dirty="0"/>
        </a:p>
      </dgm:t>
    </dgm:pt>
    <dgm:pt modelId="{9862BF72-4CAC-4687-9E26-F496D79D4874}" type="parTrans" cxnId="{4337188A-CD1B-4D55-8A1E-F7EECFCA908D}">
      <dgm:prSet custT="1"/>
      <dgm:spPr/>
      <dgm:t>
        <a:bodyPr/>
        <a:lstStyle/>
        <a:p>
          <a:endParaRPr lang="en-IN" sz="1800"/>
        </a:p>
      </dgm:t>
    </dgm:pt>
    <dgm:pt modelId="{13391039-B283-45F1-A124-34A6FC1FA67C}" type="sibTrans" cxnId="{4337188A-CD1B-4D55-8A1E-F7EECFCA908D}">
      <dgm:prSet/>
      <dgm:spPr/>
      <dgm:t>
        <a:bodyPr/>
        <a:lstStyle/>
        <a:p>
          <a:endParaRPr lang="en-IN" sz="1800"/>
        </a:p>
      </dgm:t>
    </dgm:pt>
    <dgm:pt modelId="{31F1BB8B-766E-40CF-BC0E-B4C765819BE2}">
      <dgm:prSet phldrT="[Text]" custT="1"/>
      <dgm:spPr>
        <a:solidFill>
          <a:schemeClr val="accent4">
            <a:lumMod val="40000"/>
            <a:lumOff val="60000"/>
          </a:schemeClr>
        </a:solidFill>
      </dgm:spPr>
      <dgm:t>
        <a:bodyPr/>
        <a:lstStyle/>
        <a:p>
          <a:r>
            <a:rPr lang="en-US" sz="1800" dirty="0"/>
            <a:t>Encapsulation</a:t>
          </a:r>
          <a:endParaRPr lang="en-IN" sz="1800" dirty="0"/>
        </a:p>
      </dgm:t>
    </dgm:pt>
    <dgm:pt modelId="{F043DE43-92BF-4421-97B1-E31C0C83EA12}" type="parTrans" cxnId="{1E2F8AAC-C0BA-495D-AC62-26A0BDD15A97}">
      <dgm:prSet custT="1"/>
      <dgm:spPr/>
      <dgm:t>
        <a:bodyPr/>
        <a:lstStyle/>
        <a:p>
          <a:endParaRPr lang="en-IN" sz="1800"/>
        </a:p>
      </dgm:t>
    </dgm:pt>
    <dgm:pt modelId="{251184B3-766B-47B4-AE7C-D7493180F6A2}" type="sibTrans" cxnId="{1E2F8AAC-C0BA-495D-AC62-26A0BDD15A97}">
      <dgm:prSet/>
      <dgm:spPr/>
      <dgm:t>
        <a:bodyPr/>
        <a:lstStyle/>
        <a:p>
          <a:endParaRPr lang="en-IN" sz="1800"/>
        </a:p>
      </dgm:t>
    </dgm:pt>
    <dgm:pt modelId="{3A5D1E87-5DE6-4600-A8F5-2F15B9FB5913}" type="pres">
      <dgm:prSet presAssocID="{030D3299-B1B7-4D96-A1A3-7771846B517D}" presName="Name0" presStyleCnt="0">
        <dgm:presLayoutVars>
          <dgm:chMax val="1"/>
          <dgm:chPref val="1"/>
          <dgm:dir/>
          <dgm:animOne val="branch"/>
          <dgm:animLvl val="lvl"/>
        </dgm:presLayoutVars>
      </dgm:prSet>
      <dgm:spPr/>
    </dgm:pt>
    <dgm:pt modelId="{2A0FE199-9E56-4901-92F2-4965A8F85680}" type="pres">
      <dgm:prSet presAssocID="{37AF5D1F-C585-4445-A670-C4CAE5F87E68}" presName="singleCycle" presStyleCnt="0"/>
      <dgm:spPr/>
    </dgm:pt>
    <dgm:pt modelId="{C4D915C3-BBDA-426F-83F7-6E3EEA569F5E}" type="pres">
      <dgm:prSet presAssocID="{37AF5D1F-C585-4445-A670-C4CAE5F87E68}" presName="singleCenter" presStyleLbl="node1" presStyleIdx="0" presStyleCnt="7" custScaleY="57245">
        <dgm:presLayoutVars>
          <dgm:chMax val="7"/>
          <dgm:chPref val="7"/>
        </dgm:presLayoutVars>
      </dgm:prSet>
      <dgm:spPr/>
    </dgm:pt>
    <dgm:pt modelId="{66D05363-0CB3-436A-8374-6C586166DDAD}" type="pres">
      <dgm:prSet presAssocID="{0D2CE627-309B-4121-B11E-19DAC63347A6}" presName="Name56" presStyleLbl="parChTrans1D2" presStyleIdx="0" presStyleCnt="6"/>
      <dgm:spPr/>
    </dgm:pt>
    <dgm:pt modelId="{88B1CC76-2032-4116-B2B8-954545DB9711}" type="pres">
      <dgm:prSet presAssocID="{9AB5CA23-BC01-4523-9892-496D7131D003}" presName="text0" presStyleLbl="node1" presStyleIdx="1" presStyleCnt="7" custScaleX="156837" custScaleY="70243" custRadScaleRad="100020" custRadScaleInc="-3849">
        <dgm:presLayoutVars>
          <dgm:bulletEnabled val="1"/>
        </dgm:presLayoutVars>
      </dgm:prSet>
      <dgm:spPr/>
    </dgm:pt>
    <dgm:pt modelId="{FC460D2F-AEFB-4761-9B76-14A0BEAB1F5B}" type="pres">
      <dgm:prSet presAssocID="{D1962946-EDDD-4DB6-859C-81B90C11BD46}" presName="Name56" presStyleLbl="parChTrans1D2" presStyleIdx="1" presStyleCnt="6"/>
      <dgm:spPr/>
    </dgm:pt>
    <dgm:pt modelId="{3B765B67-7A8C-4BC6-BF42-4854D3B5A56C}" type="pres">
      <dgm:prSet presAssocID="{83D139F0-893E-4D8D-96F5-2DE7C2639125}" presName="text0" presStyleLbl="node1" presStyleIdx="2" presStyleCnt="7" custScaleX="156837" custScaleY="70243">
        <dgm:presLayoutVars>
          <dgm:bulletEnabled val="1"/>
        </dgm:presLayoutVars>
      </dgm:prSet>
      <dgm:spPr/>
    </dgm:pt>
    <dgm:pt modelId="{3AC3709E-2613-4188-8214-ACD03AB3222C}" type="pres">
      <dgm:prSet presAssocID="{E2939885-B72E-4552-A176-4ABDF96464C2}" presName="Name56" presStyleLbl="parChTrans1D2" presStyleIdx="2" presStyleCnt="6"/>
      <dgm:spPr/>
    </dgm:pt>
    <dgm:pt modelId="{2C64E118-DD1C-48EA-B707-A973F9FF5FFE}" type="pres">
      <dgm:prSet presAssocID="{DB97369C-F92F-46FC-BCCE-87CDDF9E8259}" presName="text0" presStyleLbl="node1" presStyleIdx="3" presStyleCnt="7" custScaleX="156837" custScaleY="70243" custRadScaleRad="98260" custRadScaleInc="1959">
        <dgm:presLayoutVars>
          <dgm:bulletEnabled val="1"/>
        </dgm:presLayoutVars>
      </dgm:prSet>
      <dgm:spPr/>
    </dgm:pt>
    <dgm:pt modelId="{1A440402-72EB-4F7B-9BA2-BF545CB7DC43}" type="pres">
      <dgm:prSet presAssocID="{52721FA2-8F44-47C5-BE2E-A541DC15CB50}" presName="Name56" presStyleLbl="parChTrans1D2" presStyleIdx="3" presStyleCnt="6"/>
      <dgm:spPr/>
    </dgm:pt>
    <dgm:pt modelId="{38148313-0A0B-4706-BD88-C3C276DF88FC}" type="pres">
      <dgm:prSet presAssocID="{369DB94C-8DAC-4290-AE66-BA418B6214D3}" presName="text0" presStyleLbl="node1" presStyleIdx="4" presStyleCnt="7" custScaleX="156837" custScaleY="70243">
        <dgm:presLayoutVars>
          <dgm:bulletEnabled val="1"/>
        </dgm:presLayoutVars>
      </dgm:prSet>
      <dgm:spPr/>
    </dgm:pt>
    <dgm:pt modelId="{33C9950A-8AEE-4A12-9EF1-B5DE42567EC0}" type="pres">
      <dgm:prSet presAssocID="{9862BF72-4CAC-4687-9E26-F496D79D4874}" presName="Name56" presStyleLbl="parChTrans1D2" presStyleIdx="4" presStyleCnt="6"/>
      <dgm:spPr/>
    </dgm:pt>
    <dgm:pt modelId="{84E3C0D9-251A-4DBB-8CCD-BFEB27CCB910}" type="pres">
      <dgm:prSet presAssocID="{D9E6DF4E-1B19-4BB9-A0C0-74A45D174122}" presName="text0" presStyleLbl="node1" presStyleIdx="5" presStyleCnt="7" custScaleX="156837" custScaleY="70243" custRadScaleRad="101750" custRadScaleInc="1892">
        <dgm:presLayoutVars>
          <dgm:bulletEnabled val="1"/>
        </dgm:presLayoutVars>
      </dgm:prSet>
      <dgm:spPr/>
    </dgm:pt>
    <dgm:pt modelId="{E5841D32-B1A8-4DDB-AA0A-831F1C6F2B1E}" type="pres">
      <dgm:prSet presAssocID="{F043DE43-92BF-4421-97B1-E31C0C83EA12}" presName="Name56" presStyleLbl="parChTrans1D2" presStyleIdx="5" presStyleCnt="6"/>
      <dgm:spPr/>
    </dgm:pt>
    <dgm:pt modelId="{C6883C7A-1F94-467F-BAED-8FB643DE7986}" type="pres">
      <dgm:prSet presAssocID="{31F1BB8B-766E-40CF-BC0E-B4C765819BE2}" presName="text0" presStyleLbl="node1" presStyleIdx="6" presStyleCnt="7" custScaleX="156837" custScaleY="70243" custRadScaleRad="101750" custRadScaleInc="-1892">
        <dgm:presLayoutVars>
          <dgm:bulletEnabled val="1"/>
        </dgm:presLayoutVars>
      </dgm:prSet>
      <dgm:spPr/>
    </dgm:pt>
  </dgm:ptLst>
  <dgm:cxnLst>
    <dgm:cxn modelId="{E6088210-1F79-41A8-9461-3253FB38B040}" type="presOf" srcId="{9AB5CA23-BC01-4523-9892-496D7131D003}" destId="{88B1CC76-2032-4116-B2B8-954545DB9711}" srcOrd="0" destOrd="0" presId="urn:microsoft.com/office/officeart/2008/layout/RadialCluster"/>
    <dgm:cxn modelId="{BFEE2D11-0A0D-4BC9-8194-A7B24CB9E8CB}" type="presOf" srcId="{52721FA2-8F44-47C5-BE2E-A541DC15CB50}" destId="{1A440402-72EB-4F7B-9BA2-BF545CB7DC43}" srcOrd="0" destOrd="0" presId="urn:microsoft.com/office/officeart/2008/layout/RadialCluster"/>
    <dgm:cxn modelId="{B48FCE13-D2B9-4DC3-92D2-51047E3274DC}" type="presOf" srcId="{030D3299-B1B7-4D96-A1A3-7771846B517D}" destId="{3A5D1E87-5DE6-4600-A8F5-2F15B9FB5913}" srcOrd="0" destOrd="0" presId="urn:microsoft.com/office/officeart/2008/layout/RadialCluster"/>
    <dgm:cxn modelId="{0DDA7320-32A6-4A37-A98B-420A93396A6E}" type="presOf" srcId="{E2939885-B72E-4552-A176-4ABDF96464C2}" destId="{3AC3709E-2613-4188-8214-ACD03AB3222C}" srcOrd="0" destOrd="0" presId="urn:microsoft.com/office/officeart/2008/layout/RadialCluster"/>
    <dgm:cxn modelId="{ADE0202C-1B4E-4687-A9FA-8A1C2BC6FE4E}" srcId="{030D3299-B1B7-4D96-A1A3-7771846B517D}" destId="{37AF5D1F-C585-4445-A670-C4CAE5F87E68}" srcOrd="0" destOrd="0" parTransId="{B7D43DBA-204D-4762-8596-82D88D196453}" sibTransId="{EA6A0784-9F73-48F3-AC0D-07D28C06A38B}"/>
    <dgm:cxn modelId="{349FA938-BE75-48EA-84EE-E46524B22F3F}" srcId="{37AF5D1F-C585-4445-A670-C4CAE5F87E68}" destId="{83D139F0-893E-4D8D-96F5-2DE7C2639125}" srcOrd="1" destOrd="0" parTransId="{D1962946-EDDD-4DB6-859C-81B90C11BD46}" sibTransId="{2368EA24-3886-4991-9F46-4195DA7F4FF6}"/>
    <dgm:cxn modelId="{0BE2675E-EA66-4860-9A06-4ABD7349D695}" type="presOf" srcId="{DB97369C-F92F-46FC-BCCE-87CDDF9E8259}" destId="{2C64E118-DD1C-48EA-B707-A973F9FF5FFE}" srcOrd="0" destOrd="0" presId="urn:microsoft.com/office/officeart/2008/layout/RadialCluster"/>
    <dgm:cxn modelId="{2AFCAD5E-E7EC-44BF-B2FA-B4F8D75279F8}" srcId="{37AF5D1F-C585-4445-A670-C4CAE5F87E68}" destId="{DB97369C-F92F-46FC-BCCE-87CDDF9E8259}" srcOrd="2" destOrd="0" parTransId="{E2939885-B72E-4552-A176-4ABDF96464C2}" sibTransId="{A9E688FA-5A36-48B1-8EAA-26264C8E57C4}"/>
    <dgm:cxn modelId="{1FB9174A-13A4-48FD-AAF3-A4417D792180}" type="presOf" srcId="{D1962946-EDDD-4DB6-859C-81B90C11BD46}" destId="{FC460D2F-AEFB-4761-9B76-14A0BEAB1F5B}" srcOrd="0" destOrd="0" presId="urn:microsoft.com/office/officeart/2008/layout/RadialCluster"/>
    <dgm:cxn modelId="{4337188A-CD1B-4D55-8A1E-F7EECFCA908D}" srcId="{37AF5D1F-C585-4445-A670-C4CAE5F87E68}" destId="{D9E6DF4E-1B19-4BB9-A0C0-74A45D174122}" srcOrd="4" destOrd="0" parTransId="{9862BF72-4CAC-4687-9E26-F496D79D4874}" sibTransId="{13391039-B283-45F1-A124-34A6FC1FA67C}"/>
    <dgm:cxn modelId="{3BF81EA1-AD03-4490-925C-9AAEFBB00528}" type="presOf" srcId="{31F1BB8B-766E-40CF-BC0E-B4C765819BE2}" destId="{C6883C7A-1F94-467F-BAED-8FB643DE7986}" srcOrd="0" destOrd="0" presId="urn:microsoft.com/office/officeart/2008/layout/RadialCluster"/>
    <dgm:cxn modelId="{1E2F8AAC-C0BA-495D-AC62-26A0BDD15A97}" srcId="{37AF5D1F-C585-4445-A670-C4CAE5F87E68}" destId="{31F1BB8B-766E-40CF-BC0E-B4C765819BE2}" srcOrd="5" destOrd="0" parTransId="{F043DE43-92BF-4421-97B1-E31C0C83EA12}" sibTransId="{251184B3-766B-47B4-AE7C-D7493180F6A2}"/>
    <dgm:cxn modelId="{E3A84AAE-FB0A-4318-9FE2-F750F4FC02A4}" type="presOf" srcId="{9862BF72-4CAC-4687-9E26-F496D79D4874}" destId="{33C9950A-8AEE-4A12-9EF1-B5DE42567EC0}" srcOrd="0" destOrd="0" presId="urn:microsoft.com/office/officeart/2008/layout/RadialCluster"/>
    <dgm:cxn modelId="{416BE1AE-E9EF-418C-BB47-33B81AA1480B}" srcId="{37AF5D1F-C585-4445-A670-C4CAE5F87E68}" destId="{369DB94C-8DAC-4290-AE66-BA418B6214D3}" srcOrd="3" destOrd="0" parTransId="{52721FA2-8F44-47C5-BE2E-A541DC15CB50}" sibTransId="{24DEEAF8-4897-44BA-AFF0-B79E4FFC133F}"/>
    <dgm:cxn modelId="{EB082FC0-1510-4160-9998-F1D63001BB7C}" type="presOf" srcId="{0D2CE627-309B-4121-B11E-19DAC63347A6}" destId="{66D05363-0CB3-436A-8374-6C586166DDAD}" srcOrd="0" destOrd="0" presId="urn:microsoft.com/office/officeart/2008/layout/RadialCluster"/>
    <dgm:cxn modelId="{77BB2AC3-2EAC-4B76-AA3A-7BED0A8BCB80}" type="presOf" srcId="{369DB94C-8DAC-4290-AE66-BA418B6214D3}" destId="{38148313-0A0B-4706-BD88-C3C276DF88FC}" srcOrd="0" destOrd="0" presId="urn:microsoft.com/office/officeart/2008/layout/RadialCluster"/>
    <dgm:cxn modelId="{E1323BDF-DAC8-4359-91EA-99A4F5501BE5}" type="presOf" srcId="{37AF5D1F-C585-4445-A670-C4CAE5F87E68}" destId="{C4D915C3-BBDA-426F-83F7-6E3EEA569F5E}" srcOrd="0" destOrd="0" presId="urn:microsoft.com/office/officeart/2008/layout/RadialCluster"/>
    <dgm:cxn modelId="{BF0E78E3-E1F9-4E18-A645-B96DDAFE0E46}" type="presOf" srcId="{F043DE43-92BF-4421-97B1-E31C0C83EA12}" destId="{E5841D32-B1A8-4DDB-AA0A-831F1C6F2B1E}" srcOrd="0" destOrd="0" presId="urn:microsoft.com/office/officeart/2008/layout/RadialCluster"/>
    <dgm:cxn modelId="{ED7F20EF-C614-4308-9BA1-FD2DEE8ADCEB}" type="presOf" srcId="{83D139F0-893E-4D8D-96F5-2DE7C2639125}" destId="{3B765B67-7A8C-4BC6-BF42-4854D3B5A56C}" srcOrd="0" destOrd="0" presId="urn:microsoft.com/office/officeart/2008/layout/RadialCluster"/>
    <dgm:cxn modelId="{9B84A4F1-2335-4D2C-970A-BA3369987CC6}" srcId="{37AF5D1F-C585-4445-A670-C4CAE5F87E68}" destId="{9AB5CA23-BC01-4523-9892-496D7131D003}" srcOrd="0" destOrd="0" parTransId="{0D2CE627-309B-4121-B11E-19DAC63347A6}" sibTransId="{5DB6B6C2-506C-4CE4-82FE-1E2B0254A6E2}"/>
    <dgm:cxn modelId="{528133F9-99FF-46C3-A3E7-292FDFFC0F66}" type="presOf" srcId="{D9E6DF4E-1B19-4BB9-A0C0-74A45D174122}" destId="{84E3C0D9-251A-4DBB-8CCD-BFEB27CCB910}" srcOrd="0" destOrd="0" presId="urn:microsoft.com/office/officeart/2008/layout/RadialCluster"/>
    <dgm:cxn modelId="{E9054DA3-1A82-4AB5-A41C-00614BD2FCD4}" type="presParOf" srcId="{3A5D1E87-5DE6-4600-A8F5-2F15B9FB5913}" destId="{2A0FE199-9E56-4901-92F2-4965A8F85680}" srcOrd="0" destOrd="0" presId="urn:microsoft.com/office/officeart/2008/layout/RadialCluster"/>
    <dgm:cxn modelId="{6D0230EB-F6CA-4DB2-96AF-760133410393}" type="presParOf" srcId="{2A0FE199-9E56-4901-92F2-4965A8F85680}" destId="{C4D915C3-BBDA-426F-83F7-6E3EEA569F5E}" srcOrd="0" destOrd="0" presId="urn:microsoft.com/office/officeart/2008/layout/RadialCluster"/>
    <dgm:cxn modelId="{D0C9CAE3-CDDC-4E30-B3B3-E2A4C06DE738}" type="presParOf" srcId="{2A0FE199-9E56-4901-92F2-4965A8F85680}" destId="{66D05363-0CB3-436A-8374-6C586166DDAD}" srcOrd="1" destOrd="0" presId="urn:microsoft.com/office/officeart/2008/layout/RadialCluster"/>
    <dgm:cxn modelId="{C284C269-A2A0-4DDC-BE0D-6C58E4F51E31}" type="presParOf" srcId="{2A0FE199-9E56-4901-92F2-4965A8F85680}" destId="{88B1CC76-2032-4116-B2B8-954545DB9711}" srcOrd="2" destOrd="0" presId="urn:microsoft.com/office/officeart/2008/layout/RadialCluster"/>
    <dgm:cxn modelId="{2BA2DCB8-1214-46AB-9BCB-68AA8D229B23}" type="presParOf" srcId="{2A0FE199-9E56-4901-92F2-4965A8F85680}" destId="{FC460D2F-AEFB-4761-9B76-14A0BEAB1F5B}" srcOrd="3" destOrd="0" presId="urn:microsoft.com/office/officeart/2008/layout/RadialCluster"/>
    <dgm:cxn modelId="{2B2B4699-741A-403B-815B-92C48E4AEC83}" type="presParOf" srcId="{2A0FE199-9E56-4901-92F2-4965A8F85680}" destId="{3B765B67-7A8C-4BC6-BF42-4854D3B5A56C}" srcOrd="4" destOrd="0" presId="urn:microsoft.com/office/officeart/2008/layout/RadialCluster"/>
    <dgm:cxn modelId="{44015F9F-62A7-4940-9DE4-54360483F6B7}" type="presParOf" srcId="{2A0FE199-9E56-4901-92F2-4965A8F85680}" destId="{3AC3709E-2613-4188-8214-ACD03AB3222C}" srcOrd="5" destOrd="0" presId="urn:microsoft.com/office/officeart/2008/layout/RadialCluster"/>
    <dgm:cxn modelId="{259BBF1B-D780-4E0C-9AC0-96F42E9ABDB3}" type="presParOf" srcId="{2A0FE199-9E56-4901-92F2-4965A8F85680}" destId="{2C64E118-DD1C-48EA-B707-A973F9FF5FFE}" srcOrd="6" destOrd="0" presId="urn:microsoft.com/office/officeart/2008/layout/RadialCluster"/>
    <dgm:cxn modelId="{50573DA7-C5CC-41AA-B1E9-5C1DA1A45C6B}" type="presParOf" srcId="{2A0FE199-9E56-4901-92F2-4965A8F85680}" destId="{1A440402-72EB-4F7B-9BA2-BF545CB7DC43}" srcOrd="7" destOrd="0" presId="urn:microsoft.com/office/officeart/2008/layout/RadialCluster"/>
    <dgm:cxn modelId="{94FD4F70-BA3A-4F05-A35C-9D2EA2FBDDBD}" type="presParOf" srcId="{2A0FE199-9E56-4901-92F2-4965A8F85680}" destId="{38148313-0A0B-4706-BD88-C3C276DF88FC}" srcOrd="8" destOrd="0" presId="urn:microsoft.com/office/officeart/2008/layout/RadialCluster"/>
    <dgm:cxn modelId="{2707B7CB-ACE5-4F8B-8788-D3BE76F23AEE}" type="presParOf" srcId="{2A0FE199-9E56-4901-92F2-4965A8F85680}" destId="{33C9950A-8AEE-4A12-9EF1-B5DE42567EC0}" srcOrd="9" destOrd="0" presId="urn:microsoft.com/office/officeart/2008/layout/RadialCluster"/>
    <dgm:cxn modelId="{25825B9A-B2EA-41B9-8017-0D591CE9846A}" type="presParOf" srcId="{2A0FE199-9E56-4901-92F2-4965A8F85680}" destId="{84E3C0D9-251A-4DBB-8CCD-BFEB27CCB910}" srcOrd="10" destOrd="0" presId="urn:microsoft.com/office/officeart/2008/layout/RadialCluster"/>
    <dgm:cxn modelId="{156DD956-99DF-420D-8756-AD1D0591CD3E}" type="presParOf" srcId="{2A0FE199-9E56-4901-92F2-4965A8F85680}" destId="{E5841D32-B1A8-4DDB-AA0A-831F1C6F2B1E}" srcOrd="11" destOrd="0" presId="urn:microsoft.com/office/officeart/2008/layout/RadialCluster"/>
    <dgm:cxn modelId="{38F2F4ED-2155-41DB-ACC8-921EB149C459}" type="presParOf" srcId="{2A0FE199-9E56-4901-92F2-4965A8F85680}" destId="{C6883C7A-1F94-467F-BAED-8FB643DE7986}" srcOrd="12" destOrd="0" presId="urn:microsoft.com/office/officeart/2008/layout/RadialCluster"/>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FF8A06DF-F798-4320-8F9C-7625F1FB242B}" type="doc">
      <dgm:prSet loTypeId="urn:microsoft.com/office/officeart/2005/8/layout/process2" loCatId="process" qsTypeId="urn:microsoft.com/office/officeart/2005/8/quickstyle/simple3" qsCatId="simple" csTypeId="urn:microsoft.com/office/officeart/2005/8/colors/colorful1" csCatId="colorful" phldr="1"/>
      <dgm:spPr/>
      <dgm:t>
        <a:bodyPr/>
        <a:lstStyle/>
        <a:p>
          <a:endParaRPr lang="en-IN"/>
        </a:p>
      </dgm:t>
    </dgm:pt>
    <dgm:pt modelId="{00A404F8-865A-4827-88E4-1CF30A265B5B}">
      <dgm:prSet custT="1"/>
      <dgm:spPr/>
      <dgm:t>
        <a:bodyPr/>
        <a:lstStyle/>
        <a:p>
          <a:pPr algn="l"/>
          <a:r>
            <a:rPr lang="en-US" sz="1800" i="0" baseline="0" dirty="0"/>
            <a:t> 1. Create a class</a:t>
          </a:r>
          <a:endParaRPr lang="en-IN" sz="1800" dirty="0"/>
        </a:p>
      </dgm:t>
    </dgm:pt>
    <dgm:pt modelId="{7ADBE97A-4FFA-464F-B0E9-03616B28AAA7}" type="parTrans" cxnId="{9AF9A6D7-35B4-4CC6-A73F-A728038EDD97}">
      <dgm:prSet/>
      <dgm:spPr/>
      <dgm:t>
        <a:bodyPr/>
        <a:lstStyle/>
        <a:p>
          <a:endParaRPr lang="en-IN" sz="1800"/>
        </a:p>
      </dgm:t>
    </dgm:pt>
    <dgm:pt modelId="{048E891E-4DC0-40AA-9565-8AE9BE90C92E}" type="sibTrans" cxnId="{9AF9A6D7-35B4-4CC6-A73F-A728038EDD97}">
      <dgm:prSet custT="1"/>
      <dgm:spPr/>
      <dgm:t>
        <a:bodyPr/>
        <a:lstStyle/>
        <a:p>
          <a:endParaRPr lang="en-IN" sz="1800"/>
        </a:p>
      </dgm:t>
    </dgm:pt>
    <dgm:pt modelId="{1DF13A72-3BC3-4CC3-A908-7618C77710D3}">
      <dgm:prSet custT="1"/>
      <dgm:spPr/>
      <dgm:t>
        <a:bodyPr/>
        <a:lstStyle/>
        <a:p>
          <a:pPr algn="l"/>
          <a:r>
            <a:rPr lang="en-US" sz="1800" dirty="0"/>
            <a:t> 2. Define class members inside it</a:t>
          </a:r>
          <a:endParaRPr lang="en-IN" sz="1800" dirty="0"/>
        </a:p>
      </dgm:t>
    </dgm:pt>
    <dgm:pt modelId="{1F7F219F-73AA-41BC-AC67-0B7644146A4B}" type="parTrans" cxnId="{D495B5BB-3E98-4727-9EB2-9C3FA04CE07E}">
      <dgm:prSet/>
      <dgm:spPr/>
      <dgm:t>
        <a:bodyPr/>
        <a:lstStyle/>
        <a:p>
          <a:endParaRPr lang="en-IN" sz="1800"/>
        </a:p>
      </dgm:t>
    </dgm:pt>
    <dgm:pt modelId="{B5FD37E6-B810-4F82-B59F-124291E4859A}" type="sibTrans" cxnId="{D495B5BB-3E98-4727-9EB2-9C3FA04CE07E}">
      <dgm:prSet custT="1"/>
      <dgm:spPr/>
      <dgm:t>
        <a:bodyPr/>
        <a:lstStyle/>
        <a:p>
          <a:endParaRPr lang="en-IN" sz="1800"/>
        </a:p>
      </dgm:t>
    </dgm:pt>
    <dgm:pt modelId="{9A4C83D3-353C-4684-A727-2A2CF6E80531}">
      <dgm:prSet custT="1"/>
      <dgm:spPr/>
      <dgm:t>
        <a:bodyPr/>
        <a:lstStyle/>
        <a:p>
          <a:pPr algn="l"/>
          <a:r>
            <a:rPr lang="en-US" sz="1800" dirty="0"/>
            <a:t>3. Create object of the class at client(main())</a:t>
          </a:r>
          <a:endParaRPr lang="en-IN" sz="1800" dirty="0"/>
        </a:p>
      </dgm:t>
    </dgm:pt>
    <dgm:pt modelId="{146B1032-5D25-404C-8593-5E48D93CFF1F}" type="parTrans" cxnId="{BED47945-A61A-4E96-95F9-99848D9CC87F}">
      <dgm:prSet/>
      <dgm:spPr/>
      <dgm:t>
        <a:bodyPr/>
        <a:lstStyle/>
        <a:p>
          <a:endParaRPr lang="en-IN" sz="1800"/>
        </a:p>
      </dgm:t>
    </dgm:pt>
    <dgm:pt modelId="{8F1E9D79-CCB6-4D77-AA0A-041B671C6126}" type="sibTrans" cxnId="{BED47945-A61A-4E96-95F9-99848D9CC87F}">
      <dgm:prSet custT="1"/>
      <dgm:spPr/>
      <dgm:t>
        <a:bodyPr/>
        <a:lstStyle/>
        <a:p>
          <a:endParaRPr lang="en-IN" sz="1800"/>
        </a:p>
      </dgm:t>
    </dgm:pt>
    <dgm:pt modelId="{400CD602-2A29-44A0-956F-449B6F4B86CC}">
      <dgm:prSet custT="1"/>
      <dgm:spPr/>
      <dgm:t>
        <a:bodyPr/>
        <a:lstStyle/>
        <a:p>
          <a:pPr algn="l"/>
          <a:r>
            <a:rPr lang="en-US" sz="1800" dirty="0"/>
            <a:t> 4. Call the class member using the object created</a:t>
          </a:r>
          <a:endParaRPr lang="en-IN" sz="1800" dirty="0"/>
        </a:p>
      </dgm:t>
    </dgm:pt>
    <dgm:pt modelId="{433F19A5-0CC6-4904-A150-8A460D525198}" type="parTrans" cxnId="{895E0E37-1A06-4C58-9B01-E4EEEECCEEF3}">
      <dgm:prSet/>
      <dgm:spPr/>
      <dgm:t>
        <a:bodyPr/>
        <a:lstStyle/>
        <a:p>
          <a:endParaRPr lang="en-IN" sz="1800"/>
        </a:p>
      </dgm:t>
    </dgm:pt>
    <dgm:pt modelId="{14EC5DA1-3191-43DE-A295-25BC529C6916}" type="sibTrans" cxnId="{895E0E37-1A06-4C58-9B01-E4EEEECCEEF3}">
      <dgm:prSet/>
      <dgm:spPr/>
      <dgm:t>
        <a:bodyPr/>
        <a:lstStyle/>
        <a:p>
          <a:endParaRPr lang="en-IN" sz="1800"/>
        </a:p>
      </dgm:t>
    </dgm:pt>
    <dgm:pt modelId="{A76056FA-3B73-421E-B8A4-F9162C1A384E}" type="pres">
      <dgm:prSet presAssocID="{FF8A06DF-F798-4320-8F9C-7625F1FB242B}" presName="linearFlow" presStyleCnt="0">
        <dgm:presLayoutVars>
          <dgm:resizeHandles val="exact"/>
        </dgm:presLayoutVars>
      </dgm:prSet>
      <dgm:spPr/>
    </dgm:pt>
    <dgm:pt modelId="{301E8A09-C209-4B8A-A872-0E57131ADD12}" type="pres">
      <dgm:prSet presAssocID="{00A404F8-865A-4827-88E4-1CF30A265B5B}" presName="node" presStyleLbl="node1" presStyleIdx="0" presStyleCnt="4" custScaleX="271795">
        <dgm:presLayoutVars>
          <dgm:bulletEnabled val="1"/>
        </dgm:presLayoutVars>
      </dgm:prSet>
      <dgm:spPr/>
    </dgm:pt>
    <dgm:pt modelId="{6CD71133-9C8E-46AE-93B7-4E710FE2EA79}" type="pres">
      <dgm:prSet presAssocID="{048E891E-4DC0-40AA-9565-8AE9BE90C92E}" presName="sibTrans" presStyleLbl="sibTrans2D1" presStyleIdx="0" presStyleCnt="3"/>
      <dgm:spPr/>
    </dgm:pt>
    <dgm:pt modelId="{3FE36A59-B7DB-448C-A8DF-2199D73459D1}" type="pres">
      <dgm:prSet presAssocID="{048E891E-4DC0-40AA-9565-8AE9BE90C92E}" presName="connectorText" presStyleLbl="sibTrans2D1" presStyleIdx="0" presStyleCnt="3"/>
      <dgm:spPr/>
    </dgm:pt>
    <dgm:pt modelId="{7DECBFD3-4EDB-43A3-AEA4-3C6A62631163}" type="pres">
      <dgm:prSet presAssocID="{1DF13A72-3BC3-4CC3-A908-7618C77710D3}" presName="node" presStyleLbl="node1" presStyleIdx="1" presStyleCnt="4" custScaleX="271795">
        <dgm:presLayoutVars>
          <dgm:bulletEnabled val="1"/>
        </dgm:presLayoutVars>
      </dgm:prSet>
      <dgm:spPr/>
    </dgm:pt>
    <dgm:pt modelId="{D78AE299-FD2B-478C-B251-16C84CD396E7}" type="pres">
      <dgm:prSet presAssocID="{B5FD37E6-B810-4F82-B59F-124291E4859A}" presName="sibTrans" presStyleLbl="sibTrans2D1" presStyleIdx="1" presStyleCnt="3"/>
      <dgm:spPr/>
    </dgm:pt>
    <dgm:pt modelId="{42D086B3-07BB-4FEE-B802-E79BCA0B2F3C}" type="pres">
      <dgm:prSet presAssocID="{B5FD37E6-B810-4F82-B59F-124291E4859A}" presName="connectorText" presStyleLbl="sibTrans2D1" presStyleIdx="1" presStyleCnt="3"/>
      <dgm:spPr/>
    </dgm:pt>
    <dgm:pt modelId="{6C733B38-E1FA-4B55-A5C5-FAB57E3F9495}" type="pres">
      <dgm:prSet presAssocID="{9A4C83D3-353C-4684-A727-2A2CF6E80531}" presName="node" presStyleLbl="node1" presStyleIdx="2" presStyleCnt="4" custScaleX="271795">
        <dgm:presLayoutVars>
          <dgm:bulletEnabled val="1"/>
        </dgm:presLayoutVars>
      </dgm:prSet>
      <dgm:spPr/>
    </dgm:pt>
    <dgm:pt modelId="{479954D3-9D75-4307-8009-E28EC51BD95B}" type="pres">
      <dgm:prSet presAssocID="{8F1E9D79-CCB6-4D77-AA0A-041B671C6126}" presName="sibTrans" presStyleLbl="sibTrans2D1" presStyleIdx="2" presStyleCnt="3"/>
      <dgm:spPr/>
    </dgm:pt>
    <dgm:pt modelId="{7F8412F5-C477-4BD0-9F3A-CA9C3C8C8FAA}" type="pres">
      <dgm:prSet presAssocID="{8F1E9D79-CCB6-4D77-AA0A-041B671C6126}" presName="connectorText" presStyleLbl="sibTrans2D1" presStyleIdx="2" presStyleCnt="3"/>
      <dgm:spPr/>
    </dgm:pt>
    <dgm:pt modelId="{E352E1D4-E8B0-4E83-9341-7BF69C1A33A9}" type="pres">
      <dgm:prSet presAssocID="{400CD602-2A29-44A0-956F-449B6F4B86CC}" presName="node" presStyleLbl="node1" presStyleIdx="3" presStyleCnt="4" custScaleX="271795">
        <dgm:presLayoutVars>
          <dgm:bulletEnabled val="1"/>
        </dgm:presLayoutVars>
      </dgm:prSet>
      <dgm:spPr/>
    </dgm:pt>
  </dgm:ptLst>
  <dgm:cxnLst>
    <dgm:cxn modelId="{CDF02E04-278C-491E-8A7F-EDCEC453E6B6}" type="presOf" srcId="{048E891E-4DC0-40AA-9565-8AE9BE90C92E}" destId="{6CD71133-9C8E-46AE-93B7-4E710FE2EA79}" srcOrd="0" destOrd="0" presId="urn:microsoft.com/office/officeart/2005/8/layout/process2"/>
    <dgm:cxn modelId="{23A04809-B52C-4501-B23E-FA6E3B346B1F}" type="presOf" srcId="{400CD602-2A29-44A0-956F-449B6F4B86CC}" destId="{E352E1D4-E8B0-4E83-9341-7BF69C1A33A9}" srcOrd="0" destOrd="0" presId="urn:microsoft.com/office/officeart/2005/8/layout/process2"/>
    <dgm:cxn modelId="{3B0C390C-85C4-404D-8C65-64EA557BDCA5}" type="presOf" srcId="{FF8A06DF-F798-4320-8F9C-7625F1FB242B}" destId="{A76056FA-3B73-421E-B8A4-F9162C1A384E}" srcOrd="0" destOrd="0" presId="urn:microsoft.com/office/officeart/2005/8/layout/process2"/>
    <dgm:cxn modelId="{0FB24B14-F49D-45FB-A642-856FA7434336}" type="presOf" srcId="{B5FD37E6-B810-4F82-B59F-124291E4859A}" destId="{D78AE299-FD2B-478C-B251-16C84CD396E7}" srcOrd="0" destOrd="0" presId="urn:microsoft.com/office/officeart/2005/8/layout/process2"/>
    <dgm:cxn modelId="{2C1A4719-D091-453A-86ED-AB7CEA63EAB7}" type="presOf" srcId="{1DF13A72-3BC3-4CC3-A908-7618C77710D3}" destId="{7DECBFD3-4EDB-43A3-AEA4-3C6A62631163}" srcOrd="0" destOrd="0" presId="urn:microsoft.com/office/officeart/2005/8/layout/process2"/>
    <dgm:cxn modelId="{88CA682E-819C-4AC4-99AB-306D23A1A292}" type="presOf" srcId="{8F1E9D79-CCB6-4D77-AA0A-041B671C6126}" destId="{479954D3-9D75-4307-8009-E28EC51BD95B}" srcOrd="0" destOrd="0" presId="urn:microsoft.com/office/officeart/2005/8/layout/process2"/>
    <dgm:cxn modelId="{895E0E37-1A06-4C58-9B01-E4EEEECCEEF3}" srcId="{FF8A06DF-F798-4320-8F9C-7625F1FB242B}" destId="{400CD602-2A29-44A0-956F-449B6F4B86CC}" srcOrd="3" destOrd="0" parTransId="{433F19A5-0CC6-4904-A150-8A460D525198}" sibTransId="{14EC5DA1-3191-43DE-A295-25BC529C6916}"/>
    <dgm:cxn modelId="{6157173C-892E-4B57-BB96-F9936F9E1C70}" type="presOf" srcId="{00A404F8-865A-4827-88E4-1CF30A265B5B}" destId="{301E8A09-C209-4B8A-A872-0E57131ADD12}" srcOrd="0" destOrd="0" presId="urn:microsoft.com/office/officeart/2005/8/layout/process2"/>
    <dgm:cxn modelId="{43E4713D-9B2E-4A23-AE6A-1DFACD67B35D}" type="presOf" srcId="{048E891E-4DC0-40AA-9565-8AE9BE90C92E}" destId="{3FE36A59-B7DB-448C-A8DF-2199D73459D1}" srcOrd="1" destOrd="0" presId="urn:microsoft.com/office/officeart/2005/8/layout/process2"/>
    <dgm:cxn modelId="{BED47945-A61A-4E96-95F9-99848D9CC87F}" srcId="{FF8A06DF-F798-4320-8F9C-7625F1FB242B}" destId="{9A4C83D3-353C-4684-A727-2A2CF6E80531}" srcOrd="2" destOrd="0" parTransId="{146B1032-5D25-404C-8593-5E48D93CFF1F}" sibTransId="{8F1E9D79-CCB6-4D77-AA0A-041B671C6126}"/>
    <dgm:cxn modelId="{DBB44554-5BE2-457E-8D4F-EDB839B4DF13}" type="presOf" srcId="{8F1E9D79-CCB6-4D77-AA0A-041B671C6126}" destId="{7F8412F5-C477-4BD0-9F3A-CA9C3C8C8FAA}" srcOrd="1" destOrd="0" presId="urn:microsoft.com/office/officeart/2005/8/layout/process2"/>
    <dgm:cxn modelId="{75582D89-8367-43CF-9246-807D1181C642}" type="presOf" srcId="{9A4C83D3-353C-4684-A727-2A2CF6E80531}" destId="{6C733B38-E1FA-4B55-A5C5-FAB57E3F9495}" srcOrd="0" destOrd="0" presId="urn:microsoft.com/office/officeart/2005/8/layout/process2"/>
    <dgm:cxn modelId="{D495B5BB-3E98-4727-9EB2-9C3FA04CE07E}" srcId="{FF8A06DF-F798-4320-8F9C-7625F1FB242B}" destId="{1DF13A72-3BC3-4CC3-A908-7618C77710D3}" srcOrd="1" destOrd="0" parTransId="{1F7F219F-73AA-41BC-AC67-0B7644146A4B}" sibTransId="{B5FD37E6-B810-4F82-B59F-124291E4859A}"/>
    <dgm:cxn modelId="{7FEE76D1-1CD7-4329-85FB-9BF71375EFF3}" type="presOf" srcId="{B5FD37E6-B810-4F82-B59F-124291E4859A}" destId="{42D086B3-07BB-4FEE-B802-E79BCA0B2F3C}" srcOrd="1" destOrd="0" presId="urn:microsoft.com/office/officeart/2005/8/layout/process2"/>
    <dgm:cxn modelId="{9AF9A6D7-35B4-4CC6-A73F-A728038EDD97}" srcId="{FF8A06DF-F798-4320-8F9C-7625F1FB242B}" destId="{00A404F8-865A-4827-88E4-1CF30A265B5B}" srcOrd="0" destOrd="0" parTransId="{7ADBE97A-4FFA-464F-B0E9-03616B28AAA7}" sibTransId="{048E891E-4DC0-40AA-9565-8AE9BE90C92E}"/>
    <dgm:cxn modelId="{61EC8AED-B161-4FDF-A058-8FBC1E940380}" type="presParOf" srcId="{A76056FA-3B73-421E-B8A4-F9162C1A384E}" destId="{301E8A09-C209-4B8A-A872-0E57131ADD12}" srcOrd="0" destOrd="0" presId="urn:microsoft.com/office/officeart/2005/8/layout/process2"/>
    <dgm:cxn modelId="{616D7976-3B72-4A29-81C8-D69DC666288B}" type="presParOf" srcId="{A76056FA-3B73-421E-B8A4-F9162C1A384E}" destId="{6CD71133-9C8E-46AE-93B7-4E710FE2EA79}" srcOrd="1" destOrd="0" presId="urn:microsoft.com/office/officeart/2005/8/layout/process2"/>
    <dgm:cxn modelId="{8DF7AF97-E65D-4D2F-BE4D-9D6B78123887}" type="presParOf" srcId="{6CD71133-9C8E-46AE-93B7-4E710FE2EA79}" destId="{3FE36A59-B7DB-448C-A8DF-2199D73459D1}" srcOrd="0" destOrd="0" presId="urn:microsoft.com/office/officeart/2005/8/layout/process2"/>
    <dgm:cxn modelId="{FE58C552-A1D5-4860-94A5-0BEFE46D14C5}" type="presParOf" srcId="{A76056FA-3B73-421E-B8A4-F9162C1A384E}" destId="{7DECBFD3-4EDB-43A3-AEA4-3C6A62631163}" srcOrd="2" destOrd="0" presId="urn:microsoft.com/office/officeart/2005/8/layout/process2"/>
    <dgm:cxn modelId="{1BC3CEF2-934E-4899-BD5C-FFB15C6C7BDA}" type="presParOf" srcId="{A76056FA-3B73-421E-B8A4-F9162C1A384E}" destId="{D78AE299-FD2B-478C-B251-16C84CD396E7}" srcOrd="3" destOrd="0" presId="urn:microsoft.com/office/officeart/2005/8/layout/process2"/>
    <dgm:cxn modelId="{1EEFA0AB-C482-41BD-AC86-6EF13E1E3761}" type="presParOf" srcId="{D78AE299-FD2B-478C-B251-16C84CD396E7}" destId="{42D086B3-07BB-4FEE-B802-E79BCA0B2F3C}" srcOrd="0" destOrd="0" presId="urn:microsoft.com/office/officeart/2005/8/layout/process2"/>
    <dgm:cxn modelId="{B329352C-33A3-45D7-BAFA-F2790B1F59B0}" type="presParOf" srcId="{A76056FA-3B73-421E-B8A4-F9162C1A384E}" destId="{6C733B38-E1FA-4B55-A5C5-FAB57E3F9495}" srcOrd="4" destOrd="0" presId="urn:microsoft.com/office/officeart/2005/8/layout/process2"/>
    <dgm:cxn modelId="{F0E12379-1BBF-499D-BA29-968D251A6906}" type="presParOf" srcId="{A76056FA-3B73-421E-B8A4-F9162C1A384E}" destId="{479954D3-9D75-4307-8009-E28EC51BD95B}" srcOrd="5" destOrd="0" presId="urn:microsoft.com/office/officeart/2005/8/layout/process2"/>
    <dgm:cxn modelId="{7C97BAD5-E93A-4D32-A6F1-C752AEE87542}" type="presParOf" srcId="{479954D3-9D75-4307-8009-E28EC51BD95B}" destId="{7F8412F5-C477-4BD0-9F3A-CA9C3C8C8FAA}" srcOrd="0" destOrd="0" presId="urn:microsoft.com/office/officeart/2005/8/layout/process2"/>
    <dgm:cxn modelId="{5DE08A59-5A4C-4E58-AA18-AC5542C1CD54}" type="presParOf" srcId="{A76056FA-3B73-421E-B8A4-F9162C1A384E}" destId="{E352E1D4-E8B0-4E83-9341-7BF69C1A33A9}" srcOrd="6" destOrd="0" presId="urn:microsoft.com/office/officeart/2005/8/layout/process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132CF820-5F0A-443E-815D-5E59BFB5FB0C}" type="doc">
      <dgm:prSet loTypeId="urn:microsoft.com/office/officeart/2011/layout/TabList" loCatId="list" qsTypeId="urn:microsoft.com/office/officeart/2005/8/quickstyle/simple3" qsCatId="simple" csTypeId="urn:microsoft.com/office/officeart/2005/8/colors/colorful1" csCatId="colorful" phldr="1"/>
      <dgm:spPr/>
      <dgm:t>
        <a:bodyPr/>
        <a:lstStyle/>
        <a:p>
          <a:endParaRPr lang="en-IN"/>
        </a:p>
      </dgm:t>
    </dgm:pt>
    <dgm:pt modelId="{28992C08-A315-4422-A594-B6D15E70E254}">
      <dgm:prSet custT="1"/>
      <dgm:spPr/>
      <dgm:t>
        <a:bodyPr/>
        <a:lstStyle/>
        <a:p>
          <a:pPr algn="l"/>
          <a:r>
            <a:rPr lang="en-IN" sz="1800" b="1" i="0" dirty="0">
              <a:latin typeface="+mn-lt"/>
            </a:rPr>
            <a:t> 1</a:t>
          </a:r>
          <a:r>
            <a:rPr lang="en-US" sz="1800" b="1" i="0" dirty="0">
              <a:latin typeface="+mn-lt"/>
            </a:rPr>
            <a:t>. F</a:t>
          </a:r>
          <a:r>
            <a:rPr kumimoji="0" lang="en-US" sz="1800" b="1" i="0" u="none" strike="noStrike" cap="none" spc="0" normalizeH="0" baseline="0" noProof="0" dirty="0" err="1">
              <a:ln>
                <a:noFill/>
              </a:ln>
              <a:solidFill>
                <a:srgbClr val="202124"/>
              </a:solidFill>
              <a:effectLst/>
              <a:uLnTx/>
              <a:uFillTx/>
              <a:latin typeface="+mn-lt"/>
              <a:ea typeface="+mn-ea"/>
              <a:cs typeface="+mn-cs"/>
            </a:rPr>
            <a:t>ield</a:t>
          </a:r>
          <a:endParaRPr lang="en-IN" sz="1800" b="1" dirty="0">
            <a:latin typeface="+mn-lt"/>
          </a:endParaRPr>
        </a:p>
      </dgm:t>
    </dgm:pt>
    <dgm:pt modelId="{530954BD-2A45-48D8-BFC2-9B3D74B855A6}" type="parTrans" cxnId="{0EF6F649-0C71-44DB-8E9A-ED2895DB3FA7}">
      <dgm:prSet/>
      <dgm:spPr/>
      <dgm:t>
        <a:bodyPr/>
        <a:lstStyle/>
        <a:p>
          <a:endParaRPr lang="en-IN" sz="1800" b="0">
            <a:latin typeface="+mn-lt"/>
          </a:endParaRPr>
        </a:p>
      </dgm:t>
    </dgm:pt>
    <dgm:pt modelId="{216B13D2-09DD-48B9-A28A-0E76021EA28A}" type="sibTrans" cxnId="{0EF6F649-0C71-44DB-8E9A-ED2895DB3FA7}">
      <dgm:prSet/>
      <dgm:spPr/>
      <dgm:t>
        <a:bodyPr/>
        <a:lstStyle/>
        <a:p>
          <a:endParaRPr lang="en-IN" sz="1800" b="0">
            <a:latin typeface="+mn-lt"/>
          </a:endParaRPr>
        </a:p>
      </dgm:t>
    </dgm:pt>
    <dgm:pt modelId="{F970BB9F-DC86-42B9-A42C-B7DD0175961E}">
      <dgm:prSet custT="1"/>
      <dgm:spPr/>
      <dgm:t>
        <a:bodyPr/>
        <a:lstStyle/>
        <a:p>
          <a:r>
            <a:rPr lang="en-US" sz="1800" b="0" i="0" dirty="0">
              <a:latin typeface="+mn-lt"/>
            </a:rPr>
            <a:t>A field is a variable of any type. It is basically holds the data.</a:t>
          </a:r>
          <a:endParaRPr lang="en-IN" sz="1800" b="0" i="0" dirty="0">
            <a:latin typeface="+mn-lt"/>
          </a:endParaRPr>
        </a:p>
      </dgm:t>
    </dgm:pt>
    <dgm:pt modelId="{069D13D8-75F1-4868-97DA-A4C72547D6F0}" type="parTrans" cxnId="{A6C5DA7C-9AEE-4490-A8DF-4ED90FA0EAE2}">
      <dgm:prSet/>
      <dgm:spPr/>
      <dgm:t>
        <a:bodyPr/>
        <a:lstStyle/>
        <a:p>
          <a:endParaRPr lang="en-IN" sz="1800" b="0">
            <a:latin typeface="+mn-lt"/>
          </a:endParaRPr>
        </a:p>
      </dgm:t>
    </dgm:pt>
    <dgm:pt modelId="{A61EFFD2-FBFA-458D-A178-947E5E73DB89}" type="sibTrans" cxnId="{A6C5DA7C-9AEE-4490-A8DF-4ED90FA0EAE2}">
      <dgm:prSet/>
      <dgm:spPr/>
      <dgm:t>
        <a:bodyPr/>
        <a:lstStyle/>
        <a:p>
          <a:endParaRPr lang="en-IN" sz="1800" b="0">
            <a:latin typeface="+mn-lt"/>
          </a:endParaRPr>
        </a:p>
      </dgm:t>
    </dgm:pt>
    <dgm:pt modelId="{E7216F1F-A7C2-4CC2-AF67-5BE11E3F2065}">
      <dgm:prSet custT="1"/>
      <dgm:spPr/>
      <dgm:t>
        <a:bodyPr/>
        <a:lstStyle/>
        <a:p>
          <a:pPr algn="l"/>
          <a:r>
            <a:rPr lang="en-US" sz="1800" b="1" i="0" dirty="0">
              <a:latin typeface="+mn-lt"/>
            </a:rPr>
            <a:t> 3. </a:t>
          </a:r>
          <a:r>
            <a:rPr lang="en-IN" sz="1800" b="1" i="0" dirty="0">
              <a:latin typeface="+mn-lt"/>
            </a:rPr>
            <a:t>Method</a:t>
          </a:r>
          <a:endParaRPr lang="en-IN" sz="1800" b="1" dirty="0">
            <a:latin typeface="+mn-lt"/>
          </a:endParaRPr>
        </a:p>
      </dgm:t>
    </dgm:pt>
    <dgm:pt modelId="{2FEEEF7C-A3EC-41D4-9E79-B0ADF2277F6D}" type="parTrans" cxnId="{83A5A9B2-2A77-47AC-9A7D-0F613AE958C4}">
      <dgm:prSet/>
      <dgm:spPr/>
      <dgm:t>
        <a:bodyPr/>
        <a:lstStyle/>
        <a:p>
          <a:endParaRPr lang="en-IN" sz="1800" b="0">
            <a:latin typeface="+mn-lt"/>
          </a:endParaRPr>
        </a:p>
      </dgm:t>
    </dgm:pt>
    <dgm:pt modelId="{FB69869B-AD12-41B7-BF4A-607DDB740A11}" type="sibTrans" cxnId="{83A5A9B2-2A77-47AC-9A7D-0F613AE958C4}">
      <dgm:prSet/>
      <dgm:spPr/>
      <dgm:t>
        <a:bodyPr/>
        <a:lstStyle/>
        <a:p>
          <a:endParaRPr lang="en-IN" sz="1800" b="0">
            <a:latin typeface="+mn-lt"/>
          </a:endParaRPr>
        </a:p>
      </dgm:t>
    </dgm:pt>
    <dgm:pt modelId="{62EB6EA2-8A79-4DB1-9EAA-1B887DDE58B9}">
      <dgm:prSet custT="1"/>
      <dgm:spPr/>
      <dgm:t>
        <a:bodyPr/>
        <a:lstStyle/>
        <a:p>
          <a:r>
            <a:rPr lang="en-US" sz="1800" b="0" i="0" dirty="0">
              <a:latin typeface="+mn-lt"/>
            </a:rPr>
            <a:t>A method is a block of code that performs a specific task.  </a:t>
          </a:r>
          <a:endParaRPr lang="en-IN" sz="1800" b="0" dirty="0">
            <a:latin typeface="+mn-lt"/>
          </a:endParaRPr>
        </a:p>
      </dgm:t>
    </dgm:pt>
    <dgm:pt modelId="{EAE30711-EABB-4A97-9934-8622F8FEBF95}" type="parTrans" cxnId="{4574ADED-163F-4F41-9D6A-59F93899FEAF}">
      <dgm:prSet/>
      <dgm:spPr/>
      <dgm:t>
        <a:bodyPr/>
        <a:lstStyle/>
        <a:p>
          <a:endParaRPr lang="en-IN" sz="1800" b="0">
            <a:latin typeface="+mn-lt"/>
          </a:endParaRPr>
        </a:p>
      </dgm:t>
    </dgm:pt>
    <dgm:pt modelId="{A24539D8-BAA8-41A0-9897-7C6F084B36E5}" type="sibTrans" cxnId="{4574ADED-163F-4F41-9D6A-59F93899FEAF}">
      <dgm:prSet/>
      <dgm:spPr/>
      <dgm:t>
        <a:bodyPr/>
        <a:lstStyle/>
        <a:p>
          <a:endParaRPr lang="en-IN" sz="1800" b="0">
            <a:latin typeface="+mn-lt"/>
          </a:endParaRPr>
        </a:p>
      </dgm:t>
    </dgm:pt>
    <dgm:pt modelId="{6660C94C-CC97-4279-869A-C99A18360776}">
      <dgm:prSet custT="1"/>
      <dgm:spPr/>
      <dgm:t>
        <a:bodyPr/>
        <a:lstStyle/>
        <a:p>
          <a:pPr algn="l"/>
          <a:r>
            <a:rPr lang="en-IN" sz="1800" b="1" i="0" dirty="0">
              <a:latin typeface="+mn-lt"/>
            </a:rPr>
            <a:t> 2. Constructor</a:t>
          </a:r>
        </a:p>
      </dgm:t>
    </dgm:pt>
    <dgm:pt modelId="{A0EF2063-1DC2-4D61-8D26-3104F41AAAEE}" type="parTrans" cxnId="{A2E19F37-8F85-46E7-8433-512D9E6182D4}">
      <dgm:prSet/>
      <dgm:spPr/>
      <dgm:t>
        <a:bodyPr/>
        <a:lstStyle/>
        <a:p>
          <a:endParaRPr lang="en-IN" sz="1800" b="0">
            <a:latin typeface="+mn-lt"/>
          </a:endParaRPr>
        </a:p>
      </dgm:t>
    </dgm:pt>
    <dgm:pt modelId="{364B47CB-7625-4942-8FEF-D50B7DE324EB}" type="sibTrans" cxnId="{A2E19F37-8F85-46E7-8433-512D9E6182D4}">
      <dgm:prSet/>
      <dgm:spPr/>
      <dgm:t>
        <a:bodyPr/>
        <a:lstStyle/>
        <a:p>
          <a:endParaRPr lang="en-IN" sz="1800" b="0">
            <a:latin typeface="+mn-lt"/>
          </a:endParaRPr>
        </a:p>
      </dgm:t>
    </dgm:pt>
    <dgm:pt modelId="{E0D5E6A6-C89A-44E2-92DF-CC665CB21F42}">
      <dgm:prSet custT="1"/>
      <dgm:spPr/>
      <dgm:t>
        <a:bodyPr/>
        <a:lstStyle/>
        <a:p>
          <a:r>
            <a:rPr kumimoji="0" lang="en-US" sz="1800" b="0" i="0" u="none" strike="noStrike" cap="none" spc="0" normalizeH="0" baseline="0" noProof="0" dirty="0">
              <a:ln>
                <a:noFill/>
              </a:ln>
              <a:solidFill>
                <a:prstClr val="black"/>
              </a:solidFill>
              <a:effectLst/>
              <a:uLnTx/>
              <a:uFillTx/>
              <a:latin typeface="+mn-lt"/>
              <a:ea typeface="Calibri" panose="020F0502020204030204" pitchFamily="34" charset="0"/>
              <a:cs typeface="Times New Roman" panose="02020603050405020304" pitchFamily="18" charset="0"/>
            </a:rPr>
            <a:t>A constructor </a:t>
          </a:r>
          <a:r>
            <a:rPr kumimoji="0" lang="en-US" sz="1800" b="0" i="0" u="none" strike="noStrike" cap="none" spc="0" normalizeH="0" baseline="0" noProof="0" dirty="0">
              <a:ln>
                <a:noFill/>
              </a:ln>
              <a:solidFill>
                <a:prstClr val="black"/>
              </a:solidFill>
              <a:effectLst/>
              <a:uLnTx/>
              <a:uFillTx/>
              <a:latin typeface="+mn-lt"/>
              <a:ea typeface="+mn-ea"/>
              <a:cs typeface="+mn-cs"/>
            </a:rPr>
            <a:t>is a method in the class which gets executed when a class object is created.</a:t>
          </a:r>
          <a:endParaRPr lang="en-IN" sz="1800" b="0" dirty="0">
            <a:latin typeface="+mn-lt"/>
          </a:endParaRPr>
        </a:p>
      </dgm:t>
    </dgm:pt>
    <dgm:pt modelId="{3A38875F-E737-4E2B-9811-8CD22B7B8845}" type="parTrans" cxnId="{D787E7FF-3B21-4842-A8FC-33277AD1669F}">
      <dgm:prSet/>
      <dgm:spPr/>
      <dgm:t>
        <a:bodyPr/>
        <a:lstStyle/>
        <a:p>
          <a:endParaRPr lang="en-IN" sz="1800" b="0">
            <a:latin typeface="+mn-lt"/>
          </a:endParaRPr>
        </a:p>
      </dgm:t>
    </dgm:pt>
    <dgm:pt modelId="{E0903754-EB35-499D-8B47-EF1A2D5B4E4F}" type="sibTrans" cxnId="{D787E7FF-3B21-4842-A8FC-33277AD1669F}">
      <dgm:prSet/>
      <dgm:spPr/>
      <dgm:t>
        <a:bodyPr/>
        <a:lstStyle/>
        <a:p>
          <a:endParaRPr lang="en-IN" sz="1800" b="0">
            <a:latin typeface="+mn-lt"/>
          </a:endParaRPr>
        </a:p>
      </dgm:t>
    </dgm:pt>
    <dgm:pt modelId="{23467D65-3137-48F1-ADC6-40E70D5F17C0}" type="pres">
      <dgm:prSet presAssocID="{132CF820-5F0A-443E-815D-5E59BFB5FB0C}" presName="Name0" presStyleCnt="0">
        <dgm:presLayoutVars>
          <dgm:chMax/>
          <dgm:chPref val="3"/>
          <dgm:dir/>
          <dgm:animOne val="branch"/>
          <dgm:animLvl val="lvl"/>
        </dgm:presLayoutVars>
      </dgm:prSet>
      <dgm:spPr/>
    </dgm:pt>
    <dgm:pt modelId="{5E41540F-B445-42F2-A7D2-9E8435BF9626}" type="pres">
      <dgm:prSet presAssocID="{28992C08-A315-4422-A594-B6D15E70E254}" presName="composite" presStyleCnt="0"/>
      <dgm:spPr/>
    </dgm:pt>
    <dgm:pt modelId="{E6ED046B-B3C1-4C77-842D-A4F7E48C417B}" type="pres">
      <dgm:prSet presAssocID="{28992C08-A315-4422-A594-B6D15E70E254}" presName="FirstChild" presStyleLbl="revTx" presStyleIdx="0" presStyleCnt="3" custScaleX="83566" custLinFactNeighborX="-1615" custLinFactNeighborY="5225">
        <dgm:presLayoutVars>
          <dgm:chMax val="0"/>
          <dgm:chPref val="0"/>
          <dgm:bulletEnabled val="1"/>
        </dgm:presLayoutVars>
      </dgm:prSet>
      <dgm:spPr/>
    </dgm:pt>
    <dgm:pt modelId="{5C9A001D-32D5-47AE-917A-6A40D087833D}" type="pres">
      <dgm:prSet presAssocID="{28992C08-A315-4422-A594-B6D15E70E254}" presName="Parent" presStyleLbl="alignNode1" presStyleIdx="0" presStyleCnt="3" custScaleX="126131">
        <dgm:presLayoutVars>
          <dgm:chMax val="3"/>
          <dgm:chPref val="3"/>
          <dgm:bulletEnabled val="1"/>
        </dgm:presLayoutVars>
      </dgm:prSet>
      <dgm:spPr/>
    </dgm:pt>
    <dgm:pt modelId="{AE6687D2-9C35-4179-B1F5-64A045FD5CBF}" type="pres">
      <dgm:prSet presAssocID="{28992C08-A315-4422-A594-B6D15E70E254}" presName="Accent" presStyleLbl="parChTrans1D1" presStyleIdx="0" presStyleCnt="3"/>
      <dgm:spPr/>
    </dgm:pt>
    <dgm:pt modelId="{5FA815B6-65C7-492B-BA62-C79B5D661C33}" type="pres">
      <dgm:prSet presAssocID="{216B13D2-09DD-48B9-A28A-0E76021EA28A}" presName="sibTrans" presStyleCnt="0"/>
      <dgm:spPr/>
    </dgm:pt>
    <dgm:pt modelId="{30171AD6-D2E9-4E53-BB32-0E0056AD2345}" type="pres">
      <dgm:prSet presAssocID="{6660C94C-CC97-4279-869A-C99A18360776}" presName="composite" presStyleCnt="0"/>
      <dgm:spPr/>
    </dgm:pt>
    <dgm:pt modelId="{B992ACD5-C837-4D82-BAC7-5EB5B3DD2D46}" type="pres">
      <dgm:prSet presAssocID="{6660C94C-CC97-4279-869A-C99A18360776}" presName="FirstChild" presStyleLbl="revTx" presStyleIdx="1" presStyleCnt="3" custScaleX="83566" custLinFactNeighborX="-1615" custLinFactNeighborY="5225">
        <dgm:presLayoutVars>
          <dgm:chMax val="0"/>
          <dgm:chPref val="0"/>
          <dgm:bulletEnabled val="1"/>
        </dgm:presLayoutVars>
      </dgm:prSet>
      <dgm:spPr/>
    </dgm:pt>
    <dgm:pt modelId="{0A4A25FC-ED45-4FD8-BE8A-9F154B422C6C}" type="pres">
      <dgm:prSet presAssocID="{6660C94C-CC97-4279-869A-C99A18360776}" presName="Parent" presStyleLbl="alignNode1" presStyleIdx="1" presStyleCnt="3" custScaleX="126131">
        <dgm:presLayoutVars>
          <dgm:chMax val="3"/>
          <dgm:chPref val="3"/>
          <dgm:bulletEnabled val="1"/>
        </dgm:presLayoutVars>
      </dgm:prSet>
      <dgm:spPr/>
    </dgm:pt>
    <dgm:pt modelId="{DE0EC250-79D1-4E1D-BEF5-548574C2A028}" type="pres">
      <dgm:prSet presAssocID="{6660C94C-CC97-4279-869A-C99A18360776}" presName="Accent" presStyleLbl="parChTrans1D1" presStyleIdx="1" presStyleCnt="3"/>
      <dgm:spPr/>
    </dgm:pt>
    <dgm:pt modelId="{89317460-B5D7-4251-8B47-CD84E866D92E}" type="pres">
      <dgm:prSet presAssocID="{364B47CB-7625-4942-8FEF-D50B7DE324EB}" presName="sibTrans" presStyleCnt="0"/>
      <dgm:spPr/>
    </dgm:pt>
    <dgm:pt modelId="{EECC3B5D-6CF2-439A-92D9-E6670A998D2B}" type="pres">
      <dgm:prSet presAssocID="{E7216F1F-A7C2-4CC2-AF67-5BE11E3F2065}" presName="composite" presStyleCnt="0"/>
      <dgm:spPr/>
    </dgm:pt>
    <dgm:pt modelId="{2DE16079-CC76-454C-A4FC-3E71D3B2766C}" type="pres">
      <dgm:prSet presAssocID="{E7216F1F-A7C2-4CC2-AF67-5BE11E3F2065}" presName="FirstChild" presStyleLbl="revTx" presStyleIdx="2" presStyleCnt="3" custScaleX="83566" custLinFactNeighborX="-1615" custLinFactNeighborY="10">
        <dgm:presLayoutVars>
          <dgm:chMax val="0"/>
          <dgm:chPref val="0"/>
          <dgm:bulletEnabled val="1"/>
        </dgm:presLayoutVars>
      </dgm:prSet>
      <dgm:spPr/>
    </dgm:pt>
    <dgm:pt modelId="{B29F932A-A843-49B6-954A-1F18EA9A0A68}" type="pres">
      <dgm:prSet presAssocID="{E7216F1F-A7C2-4CC2-AF67-5BE11E3F2065}" presName="Parent" presStyleLbl="alignNode1" presStyleIdx="2" presStyleCnt="3" custScaleX="126131">
        <dgm:presLayoutVars>
          <dgm:chMax val="3"/>
          <dgm:chPref val="3"/>
          <dgm:bulletEnabled val="1"/>
        </dgm:presLayoutVars>
      </dgm:prSet>
      <dgm:spPr/>
    </dgm:pt>
    <dgm:pt modelId="{F723D0E0-402F-407F-9190-EAAC7FEC700F}" type="pres">
      <dgm:prSet presAssocID="{E7216F1F-A7C2-4CC2-AF67-5BE11E3F2065}" presName="Accent" presStyleLbl="parChTrans1D1" presStyleIdx="2" presStyleCnt="3"/>
      <dgm:spPr/>
    </dgm:pt>
  </dgm:ptLst>
  <dgm:cxnLst>
    <dgm:cxn modelId="{5FB7301A-687A-497B-9DD8-C4F293A41655}" type="presOf" srcId="{62EB6EA2-8A79-4DB1-9EAA-1B887DDE58B9}" destId="{2DE16079-CC76-454C-A4FC-3E71D3B2766C}" srcOrd="0" destOrd="0" presId="urn:microsoft.com/office/officeart/2011/layout/TabList"/>
    <dgm:cxn modelId="{DEA3281D-7051-48F8-A81E-12829A7AAD6C}" type="presOf" srcId="{6660C94C-CC97-4279-869A-C99A18360776}" destId="{0A4A25FC-ED45-4FD8-BE8A-9F154B422C6C}" srcOrd="0" destOrd="0" presId="urn:microsoft.com/office/officeart/2011/layout/TabList"/>
    <dgm:cxn modelId="{E26D2321-6840-4F67-AD29-143A050C0497}" type="presOf" srcId="{28992C08-A315-4422-A594-B6D15E70E254}" destId="{5C9A001D-32D5-47AE-917A-6A40D087833D}" srcOrd="0" destOrd="0" presId="urn:microsoft.com/office/officeart/2011/layout/TabList"/>
    <dgm:cxn modelId="{A2E19F37-8F85-46E7-8433-512D9E6182D4}" srcId="{132CF820-5F0A-443E-815D-5E59BFB5FB0C}" destId="{6660C94C-CC97-4279-869A-C99A18360776}" srcOrd="1" destOrd="0" parTransId="{A0EF2063-1DC2-4D61-8D26-3104F41AAAEE}" sibTransId="{364B47CB-7625-4942-8FEF-D50B7DE324EB}"/>
    <dgm:cxn modelId="{0FCB7662-4C70-450F-B061-A5E7B23D6952}" type="presOf" srcId="{132CF820-5F0A-443E-815D-5E59BFB5FB0C}" destId="{23467D65-3137-48F1-ADC6-40E70D5F17C0}" srcOrd="0" destOrd="0" presId="urn:microsoft.com/office/officeart/2011/layout/TabList"/>
    <dgm:cxn modelId="{0EF6F649-0C71-44DB-8E9A-ED2895DB3FA7}" srcId="{132CF820-5F0A-443E-815D-5E59BFB5FB0C}" destId="{28992C08-A315-4422-A594-B6D15E70E254}" srcOrd="0" destOrd="0" parTransId="{530954BD-2A45-48D8-BFC2-9B3D74B855A6}" sibTransId="{216B13D2-09DD-48B9-A28A-0E76021EA28A}"/>
    <dgm:cxn modelId="{A6C5DA7C-9AEE-4490-A8DF-4ED90FA0EAE2}" srcId="{28992C08-A315-4422-A594-B6D15E70E254}" destId="{F970BB9F-DC86-42B9-A42C-B7DD0175961E}" srcOrd="0" destOrd="0" parTransId="{069D13D8-75F1-4868-97DA-A4C72547D6F0}" sibTransId="{A61EFFD2-FBFA-458D-A178-947E5E73DB89}"/>
    <dgm:cxn modelId="{83A5A9B2-2A77-47AC-9A7D-0F613AE958C4}" srcId="{132CF820-5F0A-443E-815D-5E59BFB5FB0C}" destId="{E7216F1F-A7C2-4CC2-AF67-5BE11E3F2065}" srcOrd="2" destOrd="0" parTransId="{2FEEEF7C-A3EC-41D4-9E79-B0ADF2277F6D}" sibTransId="{FB69869B-AD12-41B7-BF4A-607DDB740A11}"/>
    <dgm:cxn modelId="{671FBBC6-83CC-4AF2-9ADE-3B3B8C565F14}" type="presOf" srcId="{F970BB9F-DC86-42B9-A42C-B7DD0175961E}" destId="{E6ED046B-B3C1-4C77-842D-A4F7E48C417B}" srcOrd="0" destOrd="0" presId="urn:microsoft.com/office/officeart/2011/layout/TabList"/>
    <dgm:cxn modelId="{32DF0BCB-86D2-43DB-9E5A-91C4F63A3085}" type="presOf" srcId="{E7216F1F-A7C2-4CC2-AF67-5BE11E3F2065}" destId="{B29F932A-A843-49B6-954A-1F18EA9A0A68}" srcOrd="0" destOrd="0" presId="urn:microsoft.com/office/officeart/2011/layout/TabList"/>
    <dgm:cxn modelId="{4574ADED-163F-4F41-9D6A-59F93899FEAF}" srcId="{E7216F1F-A7C2-4CC2-AF67-5BE11E3F2065}" destId="{62EB6EA2-8A79-4DB1-9EAA-1B887DDE58B9}" srcOrd="0" destOrd="0" parTransId="{EAE30711-EABB-4A97-9934-8622F8FEBF95}" sibTransId="{A24539D8-BAA8-41A0-9897-7C6F084B36E5}"/>
    <dgm:cxn modelId="{A5FAE3FE-E59F-4B20-93F4-8DEE99E7F9A0}" type="presOf" srcId="{E0D5E6A6-C89A-44E2-92DF-CC665CB21F42}" destId="{B992ACD5-C837-4D82-BAC7-5EB5B3DD2D46}" srcOrd="0" destOrd="0" presId="urn:microsoft.com/office/officeart/2011/layout/TabList"/>
    <dgm:cxn modelId="{D787E7FF-3B21-4842-A8FC-33277AD1669F}" srcId="{6660C94C-CC97-4279-869A-C99A18360776}" destId="{E0D5E6A6-C89A-44E2-92DF-CC665CB21F42}" srcOrd="0" destOrd="0" parTransId="{3A38875F-E737-4E2B-9811-8CD22B7B8845}" sibTransId="{E0903754-EB35-499D-8B47-EF1A2D5B4E4F}"/>
    <dgm:cxn modelId="{483F46FB-4C75-4075-BC96-E184D5A63E03}" type="presParOf" srcId="{23467D65-3137-48F1-ADC6-40E70D5F17C0}" destId="{5E41540F-B445-42F2-A7D2-9E8435BF9626}" srcOrd="0" destOrd="0" presId="urn:microsoft.com/office/officeart/2011/layout/TabList"/>
    <dgm:cxn modelId="{BB0240C6-87DC-413C-B5D4-ED472EE19FA7}" type="presParOf" srcId="{5E41540F-B445-42F2-A7D2-9E8435BF9626}" destId="{E6ED046B-B3C1-4C77-842D-A4F7E48C417B}" srcOrd="0" destOrd="0" presId="urn:microsoft.com/office/officeart/2011/layout/TabList"/>
    <dgm:cxn modelId="{6895A74B-9328-4892-875C-1776A0F4BE0D}" type="presParOf" srcId="{5E41540F-B445-42F2-A7D2-9E8435BF9626}" destId="{5C9A001D-32D5-47AE-917A-6A40D087833D}" srcOrd="1" destOrd="0" presId="urn:microsoft.com/office/officeart/2011/layout/TabList"/>
    <dgm:cxn modelId="{928E2C9E-3316-42A7-8029-4E7BBE799C06}" type="presParOf" srcId="{5E41540F-B445-42F2-A7D2-9E8435BF9626}" destId="{AE6687D2-9C35-4179-B1F5-64A045FD5CBF}" srcOrd="2" destOrd="0" presId="urn:microsoft.com/office/officeart/2011/layout/TabList"/>
    <dgm:cxn modelId="{7684D772-6D4F-49DF-B38B-54CB094A9890}" type="presParOf" srcId="{23467D65-3137-48F1-ADC6-40E70D5F17C0}" destId="{5FA815B6-65C7-492B-BA62-C79B5D661C33}" srcOrd="1" destOrd="0" presId="urn:microsoft.com/office/officeart/2011/layout/TabList"/>
    <dgm:cxn modelId="{CB9958DE-4A86-4B3B-9D6F-1B25F6522F8C}" type="presParOf" srcId="{23467D65-3137-48F1-ADC6-40E70D5F17C0}" destId="{30171AD6-D2E9-4E53-BB32-0E0056AD2345}" srcOrd="2" destOrd="0" presId="urn:microsoft.com/office/officeart/2011/layout/TabList"/>
    <dgm:cxn modelId="{9EFCEC39-A973-4D60-BC3C-17081A5BCD45}" type="presParOf" srcId="{30171AD6-D2E9-4E53-BB32-0E0056AD2345}" destId="{B992ACD5-C837-4D82-BAC7-5EB5B3DD2D46}" srcOrd="0" destOrd="0" presId="urn:microsoft.com/office/officeart/2011/layout/TabList"/>
    <dgm:cxn modelId="{35560F03-9D6D-45FE-AF55-44226B74AD4F}" type="presParOf" srcId="{30171AD6-D2E9-4E53-BB32-0E0056AD2345}" destId="{0A4A25FC-ED45-4FD8-BE8A-9F154B422C6C}" srcOrd="1" destOrd="0" presId="urn:microsoft.com/office/officeart/2011/layout/TabList"/>
    <dgm:cxn modelId="{7339B596-A44B-4806-B18A-3BEBCEC045B6}" type="presParOf" srcId="{30171AD6-D2E9-4E53-BB32-0E0056AD2345}" destId="{DE0EC250-79D1-4E1D-BEF5-548574C2A028}" srcOrd="2" destOrd="0" presId="urn:microsoft.com/office/officeart/2011/layout/TabList"/>
    <dgm:cxn modelId="{58D2FA79-5E8D-4B17-9019-A28CF58B432A}" type="presParOf" srcId="{23467D65-3137-48F1-ADC6-40E70D5F17C0}" destId="{89317460-B5D7-4251-8B47-CD84E866D92E}" srcOrd="3" destOrd="0" presId="urn:microsoft.com/office/officeart/2011/layout/TabList"/>
    <dgm:cxn modelId="{C2B839EC-DA51-41AE-BF8A-395A8B72B92F}" type="presParOf" srcId="{23467D65-3137-48F1-ADC6-40E70D5F17C0}" destId="{EECC3B5D-6CF2-439A-92D9-E6670A998D2B}" srcOrd="4" destOrd="0" presId="urn:microsoft.com/office/officeart/2011/layout/TabList"/>
    <dgm:cxn modelId="{265433A2-6007-4AE6-8D09-970BA41CD614}" type="presParOf" srcId="{EECC3B5D-6CF2-439A-92D9-E6670A998D2B}" destId="{2DE16079-CC76-454C-A4FC-3E71D3B2766C}" srcOrd="0" destOrd="0" presId="urn:microsoft.com/office/officeart/2011/layout/TabList"/>
    <dgm:cxn modelId="{4E5C98DE-2140-4601-B59E-8CF1F5E94EC9}" type="presParOf" srcId="{EECC3B5D-6CF2-439A-92D9-E6670A998D2B}" destId="{B29F932A-A843-49B6-954A-1F18EA9A0A68}" srcOrd="1" destOrd="0" presId="urn:microsoft.com/office/officeart/2011/layout/TabList"/>
    <dgm:cxn modelId="{39AD7C32-AB9C-429D-85A0-42FD10B83C4C}" type="presParOf" srcId="{EECC3B5D-6CF2-439A-92D9-E6670A998D2B}" destId="{F723D0E0-402F-407F-9190-EAAC7FEC700F}" srcOrd="2" destOrd="0" presId="urn:microsoft.com/office/officeart/2011/layout/Tab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030D3299-B1B7-4D96-A1A3-7771846B517D}" type="doc">
      <dgm:prSet loTypeId="urn:microsoft.com/office/officeart/2008/layout/RadialCluster" loCatId="cycle" qsTypeId="urn:microsoft.com/office/officeart/2005/8/quickstyle/simple3" qsCatId="simple" csTypeId="urn:microsoft.com/office/officeart/2005/8/colors/colorful1" csCatId="colorful" phldr="1"/>
      <dgm:spPr/>
      <dgm:t>
        <a:bodyPr/>
        <a:lstStyle/>
        <a:p>
          <a:endParaRPr lang="en-IN"/>
        </a:p>
      </dgm:t>
    </dgm:pt>
    <dgm:pt modelId="{37AF5D1F-C585-4445-A670-C4CAE5F87E68}">
      <dgm:prSet phldrT="[Text]" custT="1"/>
      <dgm:spPr/>
      <dgm:t>
        <a:bodyPr/>
        <a:lstStyle/>
        <a:p>
          <a:r>
            <a:rPr lang="en-US" sz="1800" b="1" dirty="0"/>
            <a:t>4 Pillars of OOPS</a:t>
          </a:r>
          <a:endParaRPr lang="en-IN" sz="1800" b="1" dirty="0"/>
        </a:p>
      </dgm:t>
    </dgm:pt>
    <dgm:pt modelId="{B7D43DBA-204D-4762-8596-82D88D196453}" type="parTrans" cxnId="{ADE0202C-1B4E-4687-A9FA-8A1C2BC6FE4E}">
      <dgm:prSet/>
      <dgm:spPr/>
      <dgm:t>
        <a:bodyPr/>
        <a:lstStyle/>
        <a:p>
          <a:endParaRPr lang="en-IN" sz="1800"/>
        </a:p>
      </dgm:t>
    </dgm:pt>
    <dgm:pt modelId="{EA6A0784-9F73-48F3-AC0D-07D28C06A38B}" type="sibTrans" cxnId="{ADE0202C-1B4E-4687-A9FA-8A1C2BC6FE4E}">
      <dgm:prSet/>
      <dgm:spPr/>
      <dgm:t>
        <a:bodyPr/>
        <a:lstStyle/>
        <a:p>
          <a:endParaRPr lang="en-IN" sz="1800"/>
        </a:p>
      </dgm:t>
    </dgm:pt>
    <dgm:pt modelId="{DB97369C-F92F-46FC-BCCE-87CDDF9E8259}">
      <dgm:prSet phldrT="[Text]" custT="1"/>
      <dgm:spPr/>
      <dgm:t>
        <a:bodyPr/>
        <a:lstStyle/>
        <a:p>
          <a:r>
            <a:rPr lang="en-US" sz="1800" dirty="0"/>
            <a:t>Inheritance</a:t>
          </a:r>
          <a:endParaRPr lang="en-IN" sz="1800" dirty="0"/>
        </a:p>
      </dgm:t>
    </dgm:pt>
    <dgm:pt modelId="{E2939885-B72E-4552-A176-4ABDF96464C2}" type="parTrans" cxnId="{2AFCAD5E-E7EC-44BF-B2FA-B4F8D75279F8}">
      <dgm:prSet custT="1"/>
      <dgm:spPr/>
      <dgm:t>
        <a:bodyPr/>
        <a:lstStyle/>
        <a:p>
          <a:endParaRPr lang="en-IN" sz="1800"/>
        </a:p>
      </dgm:t>
    </dgm:pt>
    <dgm:pt modelId="{A9E688FA-5A36-48B1-8EAA-26264C8E57C4}" type="sibTrans" cxnId="{2AFCAD5E-E7EC-44BF-B2FA-B4F8D75279F8}">
      <dgm:prSet/>
      <dgm:spPr/>
      <dgm:t>
        <a:bodyPr/>
        <a:lstStyle/>
        <a:p>
          <a:endParaRPr lang="en-IN" sz="1800"/>
        </a:p>
      </dgm:t>
    </dgm:pt>
    <dgm:pt modelId="{369DB94C-8DAC-4290-AE66-BA418B6214D3}">
      <dgm:prSet phldrT="[Text]" custT="1"/>
      <dgm:spPr/>
      <dgm:t>
        <a:bodyPr/>
        <a:lstStyle/>
        <a:p>
          <a:r>
            <a:rPr lang="en-US" sz="1800" dirty="0"/>
            <a:t>Polymorphism</a:t>
          </a:r>
          <a:endParaRPr lang="en-IN" sz="1800" dirty="0"/>
        </a:p>
      </dgm:t>
    </dgm:pt>
    <dgm:pt modelId="{52721FA2-8F44-47C5-BE2E-A541DC15CB50}" type="parTrans" cxnId="{416BE1AE-E9EF-418C-BB47-33B81AA1480B}">
      <dgm:prSet custT="1"/>
      <dgm:spPr/>
      <dgm:t>
        <a:bodyPr/>
        <a:lstStyle/>
        <a:p>
          <a:endParaRPr lang="en-IN" sz="1800"/>
        </a:p>
      </dgm:t>
    </dgm:pt>
    <dgm:pt modelId="{24DEEAF8-4897-44BA-AFF0-B79E4FFC133F}" type="sibTrans" cxnId="{416BE1AE-E9EF-418C-BB47-33B81AA1480B}">
      <dgm:prSet/>
      <dgm:spPr/>
      <dgm:t>
        <a:bodyPr/>
        <a:lstStyle/>
        <a:p>
          <a:endParaRPr lang="en-IN" sz="1800"/>
        </a:p>
      </dgm:t>
    </dgm:pt>
    <dgm:pt modelId="{D9E6DF4E-1B19-4BB9-A0C0-74A45D174122}">
      <dgm:prSet phldrT="[Text]" custT="1"/>
      <dgm:spPr/>
      <dgm:t>
        <a:bodyPr/>
        <a:lstStyle/>
        <a:p>
          <a:r>
            <a:rPr lang="en-US" sz="1800" dirty="0"/>
            <a:t>Abstraction</a:t>
          </a:r>
          <a:endParaRPr lang="en-IN" sz="1800" dirty="0"/>
        </a:p>
      </dgm:t>
    </dgm:pt>
    <dgm:pt modelId="{9862BF72-4CAC-4687-9E26-F496D79D4874}" type="parTrans" cxnId="{4337188A-CD1B-4D55-8A1E-F7EECFCA908D}">
      <dgm:prSet custT="1"/>
      <dgm:spPr/>
      <dgm:t>
        <a:bodyPr/>
        <a:lstStyle/>
        <a:p>
          <a:endParaRPr lang="en-IN" sz="1800"/>
        </a:p>
      </dgm:t>
    </dgm:pt>
    <dgm:pt modelId="{13391039-B283-45F1-A124-34A6FC1FA67C}" type="sibTrans" cxnId="{4337188A-CD1B-4D55-8A1E-F7EECFCA908D}">
      <dgm:prSet/>
      <dgm:spPr/>
      <dgm:t>
        <a:bodyPr/>
        <a:lstStyle/>
        <a:p>
          <a:endParaRPr lang="en-IN" sz="1800"/>
        </a:p>
      </dgm:t>
    </dgm:pt>
    <dgm:pt modelId="{31F1BB8B-766E-40CF-BC0E-B4C765819BE2}">
      <dgm:prSet phldrT="[Text]" custT="1"/>
      <dgm:spPr/>
      <dgm:t>
        <a:bodyPr/>
        <a:lstStyle/>
        <a:p>
          <a:r>
            <a:rPr lang="en-US" sz="1800" dirty="0"/>
            <a:t>Encapsulation</a:t>
          </a:r>
          <a:endParaRPr lang="en-IN" sz="1800" dirty="0"/>
        </a:p>
      </dgm:t>
    </dgm:pt>
    <dgm:pt modelId="{F043DE43-92BF-4421-97B1-E31C0C83EA12}" type="parTrans" cxnId="{1E2F8AAC-C0BA-495D-AC62-26A0BDD15A97}">
      <dgm:prSet custT="1"/>
      <dgm:spPr/>
      <dgm:t>
        <a:bodyPr/>
        <a:lstStyle/>
        <a:p>
          <a:endParaRPr lang="en-IN" sz="1800"/>
        </a:p>
      </dgm:t>
    </dgm:pt>
    <dgm:pt modelId="{251184B3-766B-47B4-AE7C-D7493180F6A2}" type="sibTrans" cxnId="{1E2F8AAC-C0BA-495D-AC62-26A0BDD15A97}">
      <dgm:prSet/>
      <dgm:spPr/>
      <dgm:t>
        <a:bodyPr/>
        <a:lstStyle/>
        <a:p>
          <a:endParaRPr lang="en-IN" sz="1800"/>
        </a:p>
      </dgm:t>
    </dgm:pt>
    <dgm:pt modelId="{3A5D1E87-5DE6-4600-A8F5-2F15B9FB5913}" type="pres">
      <dgm:prSet presAssocID="{030D3299-B1B7-4D96-A1A3-7771846B517D}" presName="Name0" presStyleCnt="0">
        <dgm:presLayoutVars>
          <dgm:chMax val="1"/>
          <dgm:chPref val="1"/>
          <dgm:dir/>
          <dgm:animOne val="branch"/>
          <dgm:animLvl val="lvl"/>
        </dgm:presLayoutVars>
      </dgm:prSet>
      <dgm:spPr/>
    </dgm:pt>
    <dgm:pt modelId="{2A0FE199-9E56-4901-92F2-4965A8F85680}" type="pres">
      <dgm:prSet presAssocID="{37AF5D1F-C585-4445-A670-C4CAE5F87E68}" presName="singleCycle" presStyleCnt="0"/>
      <dgm:spPr/>
    </dgm:pt>
    <dgm:pt modelId="{C4D915C3-BBDA-426F-83F7-6E3EEA569F5E}" type="pres">
      <dgm:prSet presAssocID="{37AF5D1F-C585-4445-A670-C4CAE5F87E68}" presName="singleCenter" presStyleLbl="node1" presStyleIdx="0" presStyleCnt="5" custScaleX="94898" custScaleY="68854">
        <dgm:presLayoutVars>
          <dgm:chMax val="7"/>
          <dgm:chPref val="7"/>
        </dgm:presLayoutVars>
      </dgm:prSet>
      <dgm:spPr/>
    </dgm:pt>
    <dgm:pt modelId="{3AC3709E-2613-4188-8214-ACD03AB3222C}" type="pres">
      <dgm:prSet presAssocID="{E2939885-B72E-4552-A176-4ABDF96464C2}" presName="Name56" presStyleLbl="parChTrans1D2" presStyleIdx="0" presStyleCnt="4"/>
      <dgm:spPr/>
    </dgm:pt>
    <dgm:pt modelId="{2C64E118-DD1C-48EA-B707-A973F9FF5FFE}" type="pres">
      <dgm:prSet presAssocID="{DB97369C-F92F-46FC-BCCE-87CDDF9E8259}" presName="text0" presStyleLbl="node1" presStyleIdx="1" presStyleCnt="5" custScaleX="156837" custScaleY="70243" custRadScaleRad="98260" custRadScaleInc="1959">
        <dgm:presLayoutVars>
          <dgm:bulletEnabled val="1"/>
        </dgm:presLayoutVars>
      </dgm:prSet>
      <dgm:spPr/>
    </dgm:pt>
    <dgm:pt modelId="{1A440402-72EB-4F7B-9BA2-BF545CB7DC43}" type="pres">
      <dgm:prSet presAssocID="{52721FA2-8F44-47C5-BE2E-A541DC15CB50}" presName="Name56" presStyleLbl="parChTrans1D2" presStyleIdx="1" presStyleCnt="4"/>
      <dgm:spPr/>
    </dgm:pt>
    <dgm:pt modelId="{38148313-0A0B-4706-BD88-C3C276DF88FC}" type="pres">
      <dgm:prSet presAssocID="{369DB94C-8DAC-4290-AE66-BA418B6214D3}" presName="text0" presStyleLbl="node1" presStyleIdx="2" presStyleCnt="5" custScaleX="156837" custScaleY="70243">
        <dgm:presLayoutVars>
          <dgm:bulletEnabled val="1"/>
        </dgm:presLayoutVars>
      </dgm:prSet>
      <dgm:spPr/>
    </dgm:pt>
    <dgm:pt modelId="{33C9950A-8AEE-4A12-9EF1-B5DE42567EC0}" type="pres">
      <dgm:prSet presAssocID="{9862BF72-4CAC-4687-9E26-F496D79D4874}" presName="Name56" presStyleLbl="parChTrans1D2" presStyleIdx="2" presStyleCnt="4"/>
      <dgm:spPr/>
    </dgm:pt>
    <dgm:pt modelId="{84E3C0D9-251A-4DBB-8CCD-BFEB27CCB910}" type="pres">
      <dgm:prSet presAssocID="{D9E6DF4E-1B19-4BB9-A0C0-74A45D174122}" presName="text0" presStyleLbl="node1" presStyleIdx="3" presStyleCnt="5" custScaleX="156837" custScaleY="70243" custRadScaleRad="101750" custRadScaleInc="1892">
        <dgm:presLayoutVars>
          <dgm:bulletEnabled val="1"/>
        </dgm:presLayoutVars>
      </dgm:prSet>
      <dgm:spPr/>
    </dgm:pt>
    <dgm:pt modelId="{E5841D32-B1A8-4DDB-AA0A-831F1C6F2B1E}" type="pres">
      <dgm:prSet presAssocID="{F043DE43-92BF-4421-97B1-E31C0C83EA12}" presName="Name56" presStyleLbl="parChTrans1D2" presStyleIdx="3" presStyleCnt="4"/>
      <dgm:spPr/>
    </dgm:pt>
    <dgm:pt modelId="{C6883C7A-1F94-467F-BAED-8FB643DE7986}" type="pres">
      <dgm:prSet presAssocID="{31F1BB8B-766E-40CF-BC0E-B4C765819BE2}" presName="text0" presStyleLbl="node1" presStyleIdx="4" presStyleCnt="5" custScaleX="156837" custScaleY="70243" custRadScaleRad="101750" custRadScaleInc="-1892">
        <dgm:presLayoutVars>
          <dgm:bulletEnabled val="1"/>
        </dgm:presLayoutVars>
      </dgm:prSet>
      <dgm:spPr/>
    </dgm:pt>
  </dgm:ptLst>
  <dgm:cxnLst>
    <dgm:cxn modelId="{BFEE2D11-0A0D-4BC9-8194-A7B24CB9E8CB}" type="presOf" srcId="{52721FA2-8F44-47C5-BE2E-A541DC15CB50}" destId="{1A440402-72EB-4F7B-9BA2-BF545CB7DC43}" srcOrd="0" destOrd="0" presId="urn:microsoft.com/office/officeart/2008/layout/RadialCluster"/>
    <dgm:cxn modelId="{B48FCE13-D2B9-4DC3-92D2-51047E3274DC}" type="presOf" srcId="{030D3299-B1B7-4D96-A1A3-7771846B517D}" destId="{3A5D1E87-5DE6-4600-A8F5-2F15B9FB5913}" srcOrd="0" destOrd="0" presId="urn:microsoft.com/office/officeart/2008/layout/RadialCluster"/>
    <dgm:cxn modelId="{0DDA7320-32A6-4A37-A98B-420A93396A6E}" type="presOf" srcId="{E2939885-B72E-4552-A176-4ABDF96464C2}" destId="{3AC3709E-2613-4188-8214-ACD03AB3222C}" srcOrd="0" destOrd="0" presId="urn:microsoft.com/office/officeart/2008/layout/RadialCluster"/>
    <dgm:cxn modelId="{ADE0202C-1B4E-4687-A9FA-8A1C2BC6FE4E}" srcId="{030D3299-B1B7-4D96-A1A3-7771846B517D}" destId="{37AF5D1F-C585-4445-A670-C4CAE5F87E68}" srcOrd="0" destOrd="0" parTransId="{B7D43DBA-204D-4762-8596-82D88D196453}" sibTransId="{EA6A0784-9F73-48F3-AC0D-07D28C06A38B}"/>
    <dgm:cxn modelId="{0BE2675E-EA66-4860-9A06-4ABD7349D695}" type="presOf" srcId="{DB97369C-F92F-46FC-BCCE-87CDDF9E8259}" destId="{2C64E118-DD1C-48EA-B707-A973F9FF5FFE}" srcOrd="0" destOrd="0" presId="urn:microsoft.com/office/officeart/2008/layout/RadialCluster"/>
    <dgm:cxn modelId="{2AFCAD5E-E7EC-44BF-B2FA-B4F8D75279F8}" srcId="{37AF5D1F-C585-4445-A670-C4CAE5F87E68}" destId="{DB97369C-F92F-46FC-BCCE-87CDDF9E8259}" srcOrd="0" destOrd="0" parTransId="{E2939885-B72E-4552-A176-4ABDF96464C2}" sibTransId="{A9E688FA-5A36-48B1-8EAA-26264C8E57C4}"/>
    <dgm:cxn modelId="{4337188A-CD1B-4D55-8A1E-F7EECFCA908D}" srcId="{37AF5D1F-C585-4445-A670-C4CAE5F87E68}" destId="{D9E6DF4E-1B19-4BB9-A0C0-74A45D174122}" srcOrd="2" destOrd="0" parTransId="{9862BF72-4CAC-4687-9E26-F496D79D4874}" sibTransId="{13391039-B283-45F1-A124-34A6FC1FA67C}"/>
    <dgm:cxn modelId="{3BF81EA1-AD03-4490-925C-9AAEFBB00528}" type="presOf" srcId="{31F1BB8B-766E-40CF-BC0E-B4C765819BE2}" destId="{C6883C7A-1F94-467F-BAED-8FB643DE7986}" srcOrd="0" destOrd="0" presId="urn:microsoft.com/office/officeart/2008/layout/RadialCluster"/>
    <dgm:cxn modelId="{1E2F8AAC-C0BA-495D-AC62-26A0BDD15A97}" srcId="{37AF5D1F-C585-4445-A670-C4CAE5F87E68}" destId="{31F1BB8B-766E-40CF-BC0E-B4C765819BE2}" srcOrd="3" destOrd="0" parTransId="{F043DE43-92BF-4421-97B1-E31C0C83EA12}" sibTransId="{251184B3-766B-47B4-AE7C-D7493180F6A2}"/>
    <dgm:cxn modelId="{E3A84AAE-FB0A-4318-9FE2-F750F4FC02A4}" type="presOf" srcId="{9862BF72-4CAC-4687-9E26-F496D79D4874}" destId="{33C9950A-8AEE-4A12-9EF1-B5DE42567EC0}" srcOrd="0" destOrd="0" presId="urn:microsoft.com/office/officeart/2008/layout/RadialCluster"/>
    <dgm:cxn modelId="{416BE1AE-E9EF-418C-BB47-33B81AA1480B}" srcId="{37AF5D1F-C585-4445-A670-C4CAE5F87E68}" destId="{369DB94C-8DAC-4290-AE66-BA418B6214D3}" srcOrd="1" destOrd="0" parTransId="{52721FA2-8F44-47C5-BE2E-A541DC15CB50}" sibTransId="{24DEEAF8-4897-44BA-AFF0-B79E4FFC133F}"/>
    <dgm:cxn modelId="{77BB2AC3-2EAC-4B76-AA3A-7BED0A8BCB80}" type="presOf" srcId="{369DB94C-8DAC-4290-AE66-BA418B6214D3}" destId="{38148313-0A0B-4706-BD88-C3C276DF88FC}" srcOrd="0" destOrd="0" presId="urn:microsoft.com/office/officeart/2008/layout/RadialCluster"/>
    <dgm:cxn modelId="{E1323BDF-DAC8-4359-91EA-99A4F5501BE5}" type="presOf" srcId="{37AF5D1F-C585-4445-A670-C4CAE5F87E68}" destId="{C4D915C3-BBDA-426F-83F7-6E3EEA569F5E}" srcOrd="0" destOrd="0" presId="urn:microsoft.com/office/officeart/2008/layout/RadialCluster"/>
    <dgm:cxn modelId="{BF0E78E3-E1F9-4E18-A645-B96DDAFE0E46}" type="presOf" srcId="{F043DE43-92BF-4421-97B1-E31C0C83EA12}" destId="{E5841D32-B1A8-4DDB-AA0A-831F1C6F2B1E}" srcOrd="0" destOrd="0" presId="urn:microsoft.com/office/officeart/2008/layout/RadialCluster"/>
    <dgm:cxn modelId="{528133F9-99FF-46C3-A3E7-292FDFFC0F66}" type="presOf" srcId="{D9E6DF4E-1B19-4BB9-A0C0-74A45D174122}" destId="{84E3C0D9-251A-4DBB-8CCD-BFEB27CCB910}" srcOrd="0" destOrd="0" presId="urn:microsoft.com/office/officeart/2008/layout/RadialCluster"/>
    <dgm:cxn modelId="{E9054DA3-1A82-4AB5-A41C-00614BD2FCD4}" type="presParOf" srcId="{3A5D1E87-5DE6-4600-A8F5-2F15B9FB5913}" destId="{2A0FE199-9E56-4901-92F2-4965A8F85680}" srcOrd="0" destOrd="0" presId="urn:microsoft.com/office/officeart/2008/layout/RadialCluster"/>
    <dgm:cxn modelId="{6D0230EB-F6CA-4DB2-96AF-760133410393}" type="presParOf" srcId="{2A0FE199-9E56-4901-92F2-4965A8F85680}" destId="{C4D915C3-BBDA-426F-83F7-6E3EEA569F5E}" srcOrd="0" destOrd="0" presId="urn:microsoft.com/office/officeart/2008/layout/RadialCluster"/>
    <dgm:cxn modelId="{44015F9F-62A7-4940-9DE4-54360483F6B7}" type="presParOf" srcId="{2A0FE199-9E56-4901-92F2-4965A8F85680}" destId="{3AC3709E-2613-4188-8214-ACD03AB3222C}" srcOrd="1" destOrd="0" presId="urn:microsoft.com/office/officeart/2008/layout/RadialCluster"/>
    <dgm:cxn modelId="{259BBF1B-D780-4E0C-9AC0-96F42E9ABDB3}" type="presParOf" srcId="{2A0FE199-9E56-4901-92F2-4965A8F85680}" destId="{2C64E118-DD1C-48EA-B707-A973F9FF5FFE}" srcOrd="2" destOrd="0" presId="urn:microsoft.com/office/officeart/2008/layout/RadialCluster"/>
    <dgm:cxn modelId="{50573DA7-C5CC-41AA-B1E9-5C1DA1A45C6B}" type="presParOf" srcId="{2A0FE199-9E56-4901-92F2-4965A8F85680}" destId="{1A440402-72EB-4F7B-9BA2-BF545CB7DC43}" srcOrd="3" destOrd="0" presId="urn:microsoft.com/office/officeart/2008/layout/RadialCluster"/>
    <dgm:cxn modelId="{94FD4F70-BA3A-4F05-A35C-9D2EA2FBDDBD}" type="presParOf" srcId="{2A0FE199-9E56-4901-92F2-4965A8F85680}" destId="{38148313-0A0B-4706-BD88-C3C276DF88FC}" srcOrd="4" destOrd="0" presId="urn:microsoft.com/office/officeart/2008/layout/RadialCluster"/>
    <dgm:cxn modelId="{2707B7CB-ACE5-4F8B-8788-D3BE76F23AEE}" type="presParOf" srcId="{2A0FE199-9E56-4901-92F2-4965A8F85680}" destId="{33C9950A-8AEE-4A12-9EF1-B5DE42567EC0}" srcOrd="5" destOrd="0" presId="urn:microsoft.com/office/officeart/2008/layout/RadialCluster"/>
    <dgm:cxn modelId="{25825B9A-B2EA-41B9-8017-0D591CE9846A}" type="presParOf" srcId="{2A0FE199-9E56-4901-92F2-4965A8F85680}" destId="{84E3C0D9-251A-4DBB-8CCD-BFEB27CCB910}" srcOrd="6" destOrd="0" presId="urn:microsoft.com/office/officeart/2008/layout/RadialCluster"/>
    <dgm:cxn modelId="{156DD956-99DF-420D-8756-AD1D0591CD3E}" type="presParOf" srcId="{2A0FE199-9E56-4901-92F2-4965A8F85680}" destId="{E5841D32-B1A8-4DDB-AA0A-831F1C6F2B1E}" srcOrd="7" destOrd="0" presId="urn:microsoft.com/office/officeart/2008/layout/RadialCluster"/>
    <dgm:cxn modelId="{38F2F4ED-2155-41DB-ACC8-921EB149C459}" type="presParOf" srcId="{2A0FE199-9E56-4901-92F2-4965A8F85680}" destId="{C6883C7A-1F94-467F-BAED-8FB643DE7986}" srcOrd="8" destOrd="0" presId="urn:microsoft.com/office/officeart/2008/layout/RadialCluster"/>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738AA610-8FE3-422C-A39F-0F59C61CA4E1}" type="doc">
      <dgm:prSet loTypeId="urn:microsoft.com/office/officeart/2005/8/layout/process2" loCatId="process" qsTypeId="urn:microsoft.com/office/officeart/2005/8/quickstyle/simple3" qsCatId="simple" csTypeId="urn:microsoft.com/office/officeart/2005/8/colors/colorful1" csCatId="colorful" phldr="1"/>
      <dgm:spPr/>
    </dgm:pt>
    <dgm:pt modelId="{1EF67B9F-61AD-4FF4-97F4-5C4B1DE867D1}">
      <dgm:prSet phldrT="[Text]" custT="1"/>
      <dgm:spPr/>
      <dgm:t>
        <a:bodyPr/>
        <a:lstStyle/>
        <a:p>
          <a:r>
            <a:rPr lang="en-US" sz="1600" dirty="0"/>
            <a:t>Parent1</a:t>
          </a:r>
          <a:endParaRPr lang="en-IN" sz="1600" dirty="0"/>
        </a:p>
      </dgm:t>
    </dgm:pt>
    <dgm:pt modelId="{CA6C8465-1E5F-432B-8DBA-91CCA6DEF87D}" type="parTrans" cxnId="{BDB99331-627A-41AF-B7CC-C2D60DD0AFBE}">
      <dgm:prSet/>
      <dgm:spPr/>
      <dgm:t>
        <a:bodyPr/>
        <a:lstStyle/>
        <a:p>
          <a:endParaRPr lang="en-IN" sz="1600"/>
        </a:p>
      </dgm:t>
    </dgm:pt>
    <dgm:pt modelId="{765132B5-BCD0-4E0B-87D3-C444BDB984AA}" type="sibTrans" cxnId="{BDB99331-627A-41AF-B7CC-C2D60DD0AFBE}">
      <dgm:prSet custT="1"/>
      <dgm:spPr/>
      <dgm:t>
        <a:bodyPr/>
        <a:lstStyle/>
        <a:p>
          <a:endParaRPr lang="en-IN" sz="1600"/>
        </a:p>
      </dgm:t>
    </dgm:pt>
    <dgm:pt modelId="{5426F5D4-1B10-489E-AD8E-89AC946755C9}">
      <dgm:prSet phldrT="[Text]" custT="1"/>
      <dgm:spPr/>
      <dgm:t>
        <a:bodyPr/>
        <a:lstStyle/>
        <a:p>
          <a:r>
            <a:rPr lang="en-US" sz="1600" dirty="0"/>
            <a:t>Child1</a:t>
          </a:r>
          <a:endParaRPr lang="en-IN" sz="1600" dirty="0"/>
        </a:p>
      </dgm:t>
    </dgm:pt>
    <dgm:pt modelId="{A05C7890-08D4-4AD5-B4E6-65B69A443FFD}" type="parTrans" cxnId="{447A5EB6-35D0-4439-BFD1-B3B0F6EF72CB}">
      <dgm:prSet/>
      <dgm:spPr/>
      <dgm:t>
        <a:bodyPr/>
        <a:lstStyle/>
        <a:p>
          <a:endParaRPr lang="en-IN" sz="1600"/>
        </a:p>
      </dgm:t>
    </dgm:pt>
    <dgm:pt modelId="{4460D88E-CB83-4BF4-90C6-713BACA65D72}" type="sibTrans" cxnId="{447A5EB6-35D0-4439-BFD1-B3B0F6EF72CB}">
      <dgm:prSet/>
      <dgm:spPr/>
      <dgm:t>
        <a:bodyPr/>
        <a:lstStyle/>
        <a:p>
          <a:endParaRPr lang="en-IN" sz="1600"/>
        </a:p>
      </dgm:t>
    </dgm:pt>
    <dgm:pt modelId="{AC8D5A4A-5AC6-4364-8827-352152B72DA2}" type="pres">
      <dgm:prSet presAssocID="{738AA610-8FE3-422C-A39F-0F59C61CA4E1}" presName="linearFlow" presStyleCnt="0">
        <dgm:presLayoutVars>
          <dgm:resizeHandles val="exact"/>
        </dgm:presLayoutVars>
      </dgm:prSet>
      <dgm:spPr/>
    </dgm:pt>
    <dgm:pt modelId="{9496AEF7-F58C-4540-BEC6-223CB863D9A1}" type="pres">
      <dgm:prSet presAssocID="{1EF67B9F-61AD-4FF4-97F4-5C4B1DE867D1}" presName="node" presStyleLbl="node1" presStyleIdx="0" presStyleCnt="2">
        <dgm:presLayoutVars>
          <dgm:bulletEnabled val="1"/>
        </dgm:presLayoutVars>
      </dgm:prSet>
      <dgm:spPr/>
    </dgm:pt>
    <dgm:pt modelId="{BC9046A9-E5C1-41EE-9393-FCE72134009F}" type="pres">
      <dgm:prSet presAssocID="{765132B5-BCD0-4E0B-87D3-C444BDB984AA}" presName="sibTrans" presStyleLbl="sibTrans2D1" presStyleIdx="0" presStyleCnt="1"/>
      <dgm:spPr/>
    </dgm:pt>
    <dgm:pt modelId="{DEE67394-6A74-482A-8556-C7564B0CE48A}" type="pres">
      <dgm:prSet presAssocID="{765132B5-BCD0-4E0B-87D3-C444BDB984AA}" presName="connectorText" presStyleLbl="sibTrans2D1" presStyleIdx="0" presStyleCnt="1"/>
      <dgm:spPr/>
    </dgm:pt>
    <dgm:pt modelId="{52A0F2A0-3B1F-4E0D-9C0F-36A8E1EE5419}" type="pres">
      <dgm:prSet presAssocID="{5426F5D4-1B10-489E-AD8E-89AC946755C9}" presName="node" presStyleLbl="node1" presStyleIdx="1" presStyleCnt="2">
        <dgm:presLayoutVars>
          <dgm:bulletEnabled val="1"/>
        </dgm:presLayoutVars>
      </dgm:prSet>
      <dgm:spPr/>
    </dgm:pt>
  </dgm:ptLst>
  <dgm:cxnLst>
    <dgm:cxn modelId="{D4482A12-1FCC-49F2-9BBD-81E4198612D9}" type="presOf" srcId="{1EF67B9F-61AD-4FF4-97F4-5C4B1DE867D1}" destId="{9496AEF7-F58C-4540-BEC6-223CB863D9A1}" srcOrd="0" destOrd="0" presId="urn:microsoft.com/office/officeart/2005/8/layout/process2"/>
    <dgm:cxn modelId="{BDB99331-627A-41AF-B7CC-C2D60DD0AFBE}" srcId="{738AA610-8FE3-422C-A39F-0F59C61CA4E1}" destId="{1EF67B9F-61AD-4FF4-97F4-5C4B1DE867D1}" srcOrd="0" destOrd="0" parTransId="{CA6C8465-1E5F-432B-8DBA-91CCA6DEF87D}" sibTransId="{765132B5-BCD0-4E0B-87D3-C444BDB984AA}"/>
    <dgm:cxn modelId="{FC8B61A6-103B-4743-9999-F24AEB65B08D}" type="presOf" srcId="{5426F5D4-1B10-489E-AD8E-89AC946755C9}" destId="{52A0F2A0-3B1F-4E0D-9C0F-36A8E1EE5419}" srcOrd="0" destOrd="0" presId="urn:microsoft.com/office/officeart/2005/8/layout/process2"/>
    <dgm:cxn modelId="{042FF2AA-1647-4647-A19E-FA5E8BD7176E}" type="presOf" srcId="{738AA610-8FE3-422C-A39F-0F59C61CA4E1}" destId="{AC8D5A4A-5AC6-4364-8827-352152B72DA2}" srcOrd="0" destOrd="0" presId="urn:microsoft.com/office/officeart/2005/8/layout/process2"/>
    <dgm:cxn modelId="{447A5EB6-35D0-4439-BFD1-B3B0F6EF72CB}" srcId="{738AA610-8FE3-422C-A39F-0F59C61CA4E1}" destId="{5426F5D4-1B10-489E-AD8E-89AC946755C9}" srcOrd="1" destOrd="0" parTransId="{A05C7890-08D4-4AD5-B4E6-65B69A443FFD}" sibTransId="{4460D88E-CB83-4BF4-90C6-713BACA65D72}"/>
    <dgm:cxn modelId="{B77E61D5-4856-44AB-8508-B556D07495C7}" type="presOf" srcId="{765132B5-BCD0-4E0B-87D3-C444BDB984AA}" destId="{BC9046A9-E5C1-41EE-9393-FCE72134009F}" srcOrd="0" destOrd="0" presId="urn:microsoft.com/office/officeart/2005/8/layout/process2"/>
    <dgm:cxn modelId="{A49EC8F9-49B7-4299-9393-D4949E2833E6}" type="presOf" srcId="{765132B5-BCD0-4E0B-87D3-C444BDB984AA}" destId="{DEE67394-6A74-482A-8556-C7564B0CE48A}" srcOrd="1" destOrd="0" presId="urn:microsoft.com/office/officeart/2005/8/layout/process2"/>
    <dgm:cxn modelId="{9F132923-CB97-4F5C-A50C-B6430358EBF7}" type="presParOf" srcId="{AC8D5A4A-5AC6-4364-8827-352152B72DA2}" destId="{9496AEF7-F58C-4540-BEC6-223CB863D9A1}" srcOrd="0" destOrd="0" presId="urn:microsoft.com/office/officeart/2005/8/layout/process2"/>
    <dgm:cxn modelId="{D2F87AEE-2347-4B6A-9B79-83D066E0A910}" type="presParOf" srcId="{AC8D5A4A-5AC6-4364-8827-352152B72DA2}" destId="{BC9046A9-E5C1-41EE-9393-FCE72134009F}" srcOrd="1" destOrd="0" presId="urn:microsoft.com/office/officeart/2005/8/layout/process2"/>
    <dgm:cxn modelId="{5EFDE39E-847B-4A9A-9DAF-A612008A819E}" type="presParOf" srcId="{BC9046A9-E5C1-41EE-9393-FCE72134009F}" destId="{DEE67394-6A74-482A-8556-C7564B0CE48A}" srcOrd="0" destOrd="0" presId="urn:microsoft.com/office/officeart/2005/8/layout/process2"/>
    <dgm:cxn modelId="{8C54AD09-5F68-4D71-9152-CB65C1B225DE}" type="presParOf" srcId="{AC8D5A4A-5AC6-4364-8827-352152B72DA2}" destId="{52A0F2A0-3B1F-4E0D-9C0F-36A8E1EE5419}" srcOrd="2" destOrd="0" presId="urn:microsoft.com/office/officeart/2005/8/layout/process2"/>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738AA610-8FE3-422C-A39F-0F59C61CA4E1}" type="doc">
      <dgm:prSet loTypeId="urn:microsoft.com/office/officeart/2005/8/layout/process2" loCatId="process" qsTypeId="urn:microsoft.com/office/officeart/2005/8/quickstyle/simple3" qsCatId="simple" csTypeId="urn:microsoft.com/office/officeart/2005/8/colors/colorful1" csCatId="colorful" phldr="1"/>
      <dgm:spPr/>
    </dgm:pt>
    <dgm:pt modelId="{1EF67B9F-61AD-4FF4-97F4-5C4B1DE867D1}">
      <dgm:prSet phldrT="[Text]" custT="1"/>
      <dgm:spPr/>
      <dgm:t>
        <a:bodyPr/>
        <a:lstStyle/>
        <a:p>
          <a:r>
            <a:rPr lang="en-US" sz="1600" dirty="0"/>
            <a:t>Parent1</a:t>
          </a:r>
          <a:endParaRPr lang="en-IN" sz="1600" dirty="0"/>
        </a:p>
      </dgm:t>
    </dgm:pt>
    <dgm:pt modelId="{CA6C8465-1E5F-432B-8DBA-91CCA6DEF87D}" type="parTrans" cxnId="{BDB99331-627A-41AF-B7CC-C2D60DD0AFBE}">
      <dgm:prSet/>
      <dgm:spPr/>
      <dgm:t>
        <a:bodyPr/>
        <a:lstStyle/>
        <a:p>
          <a:endParaRPr lang="en-IN" sz="1600"/>
        </a:p>
      </dgm:t>
    </dgm:pt>
    <dgm:pt modelId="{765132B5-BCD0-4E0B-87D3-C444BDB984AA}" type="sibTrans" cxnId="{BDB99331-627A-41AF-B7CC-C2D60DD0AFBE}">
      <dgm:prSet custT="1"/>
      <dgm:spPr/>
      <dgm:t>
        <a:bodyPr/>
        <a:lstStyle/>
        <a:p>
          <a:endParaRPr lang="en-IN" sz="1600"/>
        </a:p>
      </dgm:t>
    </dgm:pt>
    <dgm:pt modelId="{5426F5D4-1B10-489E-AD8E-89AC946755C9}">
      <dgm:prSet phldrT="[Text]" custT="1"/>
      <dgm:spPr/>
      <dgm:t>
        <a:bodyPr/>
        <a:lstStyle/>
        <a:p>
          <a:r>
            <a:rPr lang="en-US" sz="1600" dirty="0"/>
            <a:t>Child1</a:t>
          </a:r>
          <a:endParaRPr lang="en-IN" sz="1600" dirty="0"/>
        </a:p>
      </dgm:t>
    </dgm:pt>
    <dgm:pt modelId="{A05C7890-08D4-4AD5-B4E6-65B69A443FFD}" type="parTrans" cxnId="{447A5EB6-35D0-4439-BFD1-B3B0F6EF72CB}">
      <dgm:prSet/>
      <dgm:spPr/>
      <dgm:t>
        <a:bodyPr/>
        <a:lstStyle/>
        <a:p>
          <a:endParaRPr lang="en-IN" sz="1600"/>
        </a:p>
      </dgm:t>
    </dgm:pt>
    <dgm:pt modelId="{4460D88E-CB83-4BF4-90C6-713BACA65D72}" type="sibTrans" cxnId="{447A5EB6-35D0-4439-BFD1-B3B0F6EF72CB}">
      <dgm:prSet/>
      <dgm:spPr/>
      <dgm:t>
        <a:bodyPr/>
        <a:lstStyle/>
        <a:p>
          <a:endParaRPr lang="en-IN" sz="1600"/>
        </a:p>
      </dgm:t>
    </dgm:pt>
    <dgm:pt modelId="{AFF5BC47-AAA6-4412-A28F-433C3B3A7970}">
      <dgm:prSet phldrT="[Text]" custT="1"/>
      <dgm:spPr/>
      <dgm:t>
        <a:bodyPr/>
        <a:lstStyle/>
        <a:p>
          <a:r>
            <a:rPr lang="en-US" sz="1600" dirty="0"/>
            <a:t>Child2</a:t>
          </a:r>
          <a:endParaRPr lang="en-IN" sz="1600" dirty="0"/>
        </a:p>
      </dgm:t>
    </dgm:pt>
    <dgm:pt modelId="{3AFC112B-6FA7-4194-8285-DCE5CACC8DEB}" type="parTrans" cxnId="{02B89E64-EC0B-4233-9565-2A78F6A0BA05}">
      <dgm:prSet/>
      <dgm:spPr/>
      <dgm:t>
        <a:bodyPr/>
        <a:lstStyle/>
        <a:p>
          <a:endParaRPr lang="en-IN"/>
        </a:p>
      </dgm:t>
    </dgm:pt>
    <dgm:pt modelId="{46751813-D91E-43ED-A541-F50FDE562BCC}" type="sibTrans" cxnId="{02B89E64-EC0B-4233-9565-2A78F6A0BA05}">
      <dgm:prSet/>
      <dgm:spPr/>
      <dgm:t>
        <a:bodyPr/>
        <a:lstStyle/>
        <a:p>
          <a:endParaRPr lang="en-IN"/>
        </a:p>
      </dgm:t>
    </dgm:pt>
    <dgm:pt modelId="{AC8D5A4A-5AC6-4364-8827-352152B72DA2}" type="pres">
      <dgm:prSet presAssocID="{738AA610-8FE3-422C-A39F-0F59C61CA4E1}" presName="linearFlow" presStyleCnt="0">
        <dgm:presLayoutVars>
          <dgm:resizeHandles val="exact"/>
        </dgm:presLayoutVars>
      </dgm:prSet>
      <dgm:spPr/>
    </dgm:pt>
    <dgm:pt modelId="{9496AEF7-F58C-4540-BEC6-223CB863D9A1}" type="pres">
      <dgm:prSet presAssocID="{1EF67B9F-61AD-4FF4-97F4-5C4B1DE867D1}" presName="node" presStyleLbl="node1" presStyleIdx="0" presStyleCnt="3">
        <dgm:presLayoutVars>
          <dgm:bulletEnabled val="1"/>
        </dgm:presLayoutVars>
      </dgm:prSet>
      <dgm:spPr/>
    </dgm:pt>
    <dgm:pt modelId="{BC9046A9-E5C1-41EE-9393-FCE72134009F}" type="pres">
      <dgm:prSet presAssocID="{765132B5-BCD0-4E0B-87D3-C444BDB984AA}" presName="sibTrans" presStyleLbl="sibTrans2D1" presStyleIdx="0" presStyleCnt="2"/>
      <dgm:spPr/>
    </dgm:pt>
    <dgm:pt modelId="{DEE67394-6A74-482A-8556-C7564B0CE48A}" type="pres">
      <dgm:prSet presAssocID="{765132B5-BCD0-4E0B-87D3-C444BDB984AA}" presName="connectorText" presStyleLbl="sibTrans2D1" presStyleIdx="0" presStyleCnt="2"/>
      <dgm:spPr/>
    </dgm:pt>
    <dgm:pt modelId="{52A0F2A0-3B1F-4E0D-9C0F-36A8E1EE5419}" type="pres">
      <dgm:prSet presAssocID="{5426F5D4-1B10-489E-AD8E-89AC946755C9}" presName="node" presStyleLbl="node1" presStyleIdx="1" presStyleCnt="3">
        <dgm:presLayoutVars>
          <dgm:bulletEnabled val="1"/>
        </dgm:presLayoutVars>
      </dgm:prSet>
      <dgm:spPr/>
    </dgm:pt>
    <dgm:pt modelId="{9C2D4E9B-002C-44E1-AEED-3B9BB13F238A}" type="pres">
      <dgm:prSet presAssocID="{4460D88E-CB83-4BF4-90C6-713BACA65D72}" presName="sibTrans" presStyleLbl="sibTrans2D1" presStyleIdx="1" presStyleCnt="2"/>
      <dgm:spPr/>
    </dgm:pt>
    <dgm:pt modelId="{86044C20-6952-48B4-9F5E-8867565A23DC}" type="pres">
      <dgm:prSet presAssocID="{4460D88E-CB83-4BF4-90C6-713BACA65D72}" presName="connectorText" presStyleLbl="sibTrans2D1" presStyleIdx="1" presStyleCnt="2"/>
      <dgm:spPr/>
    </dgm:pt>
    <dgm:pt modelId="{D948E5CF-23A8-4628-ACF5-773EAFE48A4E}" type="pres">
      <dgm:prSet presAssocID="{AFF5BC47-AAA6-4412-A28F-433C3B3A7970}" presName="node" presStyleLbl="node1" presStyleIdx="2" presStyleCnt="3">
        <dgm:presLayoutVars>
          <dgm:bulletEnabled val="1"/>
        </dgm:presLayoutVars>
      </dgm:prSet>
      <dgm:spPr/>
    </dgm:pt>
  </dgm:ptLst>
  <dgm:cxnLst>
    <dgm:cxn modelId="{D4482A12-1FCC-49F2-9BBD-81E4198612D9}" type="presOf" srcId="{1EF67B9F-61AD-4FF4-97F4-5C4B1DE867D1}" destId="{9496AEF7-F58C-4540-BEC6-223CB863D9A1}" srcOrd="0" destOrd="0" presId="urn:microsoft.com/office/officeart/2005/8/layout/process2"/>
    <dgm:cxn modelId="{BDB99331-627A-41AF-B7CC-C2D60DD0AFBE}" srcId="{738AA610-8FE3-422C-A39F-0F59C61CA4E1}" destId="{1EF67B9F-61AD-4FF4-97F4-5C4B1DE867D1}" srcOrd="0" destOrd="0" parTransId="{CA6C8465-1E5F-432B-8DBA-91CCA6DEF87D}" sibTransId="{765132B5-BCD0-4E0B-87D3-C444BDB984AA}"/>
    <dgm:cxn modelId="{02B89E64-EC0B-4233-9565-2A78F6A0BA05}" srcId="{738AA610-8FE3-422C-A39F-0F59C61CA4E1}" destId="{AFF5BC47-AAA6-4412-A28F-433C3B3A7970}" srcOrd="2" destOrd="0" parTransId="{3AFC112B-6FA7-4194-8285-DCE5CACC8DEB}" sibTransId="{46751813-D91E-43ED-A541-F50FDE562BCC}"/>
    <dgm:cxn modelId="{AB139D48-601B-45D0-B32E-F25C6172D91D}" type="presOf" srcId="{AFF5BC47-AAA6-4412-A28F-433C3B3A7970}" destId="{D948E5CF-23A8-4628-ACF5-773EAFE48A4E}" srcOrd="0" destOrd="0" presId="urn:microsoft.com/office/officeart/2005/8/layout/process2"/>
    <dgm:cxn modelId="{1769FA75-5C63-4BEA-A272-47DC6F3FCC3C}" type="presOf" srcId="{4460D88E-CB83-4BF4-90C6-713BACA65D72}" destId="{9C2D4E9B-002C-44E1-AEED-3B9BB13F238A}" srcOrd="0" destOrd="0" presId="urn:microsoft.com/office/officeart/2005/8/layout/process2"/>
    <dgm:cxn modelId="{FC8B61A6-103B-4743-9999-F24AEB65B08D}" type="presOf" srcId="{5426F5D4-1B10-489E-AD8E-89AC946755C9}" destId="{52A0F2A0-3B1F-4E0D-9C0F-36A8E1EE5419}" srcOrd="0" destOrd="0" presId="urn:microsoft.com/office/officeart/2005/8/layout/process2"/>
    <dgm:cxn modelId="{042FF2AA-1647-4647-A19E-FA5E8BD7176E}" type="presOf" srcId="{738AA610-8FE3-422C-A39F-0F59C61CA4E1}" destId="{AC8D5A4A-5AC6-4364-8827-352152B72DA2}" srcOrd="0" destOrd="0" presId="urn:microsoft.com/office/officeart/2005/8/layout/process2"/>
    <dgm:cxn modelId="{447A5EB6-35D0-4439-BFD1-B3B0F6EF72CB}" srcId="{738AA610-8FE3-422C-A39F-0F59C61CA4E1}" destId="{5426F5D4-1B10-489E-AD8E-89AC946755C9}" srcOrd="1" destOrd="0" parTransId="{A05C7890-08D4-4AD5-B4E6-65B69A443FFD}" sibTransId="{4460D88E-CB83-4BF4-90C6-713BACA65D72}"/>
    <dgm:cxn modelId="{5120C4C6-52B7-419A-B2EE-C10FFCD8AEB2}" type="presOf" srcId="{4460D88E-CB83-4BF4-90C6-713BACA65D72}" destId="{86044C20-6952-48B4-9F5E-8867565A23DC}" srcOrd="1" destOrd="0" presId="urn:microsoft.com/office/officeart/2005/8/layout/process2"/>
    <dgm:cxn modelId="{B77E61D5-4856-44AB-8508-B556D07495C7}" type="presOf" srcId="{765132B5-BCD0-4E0B-87D3-C444BDB984AA}" destId="{BC9046A9-E5C1-41EE-9393-FCE72134009F}" srcOrd="0" destOrd="0" presId="urn:microsoft.com/office/officeart/2005/8/layout/process2"/>
    <dgm:cxn modelId="{A49EC8F9-49B7-4299-9393-D4949E2833E6}" type="presOf" srcId="{765132B5-BCD0-4E0B-87D3-C444BDB984AA}" destId="{DEE67394-6A74-482A-8556-C7564B0CE48A}" srcOrd="1" destOrd="0" presId="urn:microsoft.com/office/officeart/2005/8/layout/process2"/>
    <dgm:cxn modelId="{9F132923-CB97-4F5C-A50C-B6430358EBF7}" type="presParOf" srcId="{AC8D5A4A-5AC6-4364-8827-352152B72DA2}" destId="{9496AEF7-F58C-4540-BEC6-223CB863D9A1}" srcOrd="0" destOrd="0" presId="urn:microsoft.com/office/officeart/2005/8/layout/process2"/>
    <dgm:cxn modelId="{D2F87AEE-2347-4B6A-9B79-83D066E0A910}" type="presParOf" srcId="{AC8D5A4A-5AC6-4364-8827-352152B72DA2}" destId="{BC9046A9-E5C1-41EE-9393-FCE72134009F}" srcOrd="1" destOrd="0" presId="urn:microsoft.com/office/officeart/2005/8/layout/process2"/>
    <dgm:cxn modelId="{5EFDE39E-847B-4A9A-9DAF-A612008A819E}" type="presParOf" srcId="{BC9046A9-E5C1-41EE-9393-FCE72134009F}" destId="{DEE67394-6A74-482A-8556-C7564B0CE48A}" srcOrd="0" destOrd="0" presId="urn:microsoft.com/office/officeart/2005/8/layout/process2"/>
    <dgm:cxn modelId="{8C54AD09-5F68-4D71-9152-CB65C1B225DE}" type="presParOf" srcId="{AC8D5A4A-5AC6-4364-8827-352152B72DA2}" destId="{52A0F2A0-3B1F-4E0D-9C0F-36A8E1EE5419}" srcOrd="2" destOrd="0" presId="urn:microsoft.com/office/officeart/2005/8/layout/process2"/>
    <dgm:cxn modelId="{7249F184-8FA4-4246-835C-CED679FC36F9}" type="presParOf" srcId="{AC8D5A4A-5AC6-4364-8827-352152B72DA2}" destId="{9C2D4E9B-002C-44E1-AEED-3B9BB13F238A}" srcOrd="3" destOrd="0" presId="urn:microsoft.com/office/officeart/2005/8/layout/process2"/>
    <dgm:cxn modelId="{32BF5CB6-A039-40F8-8AD2-46F2945F448C}" type="presParOf" srcId="{9C2D4E9B-002C-44E1-AEED-3B9BB13F238A}" destId="{86044C20-6952-48B4-9F5E-8867565A23DC}" srcOrd="0" destOrd="0" presId="urn:microsoft.com/office/officeart/2005/8/layout/process2"/>
    <dgm:cxn modelId="{94BAAF44-38D2-485A-B042-42711381F74D}" type="presParOf" srcId="{AC8D5A4A-5AC6-4364-8827-352152B72DA2}" destId="{D948E5CF-23A8-4628-ACF5-773EAFE48A4E}" srcOrd="4" destOrd="0" presId="urn:microsoft.com/office/officeart/2005/8/layout/process2"/>
  </dgm:cxnLst>
  <dgm:bg/>
  <dgm:whole/>
  <dgm:extLst>
    <a:ext uri="http://schemas.microsoft.com/office/drawing/2008/diagram">
      <dsp:dataModelExt xmlns:dsp="http://schemas.microsoft.com/office/drawing/2008/diagram" relId="rId14"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738AA610-8FE3-422C-A39F-0F59C61CA4E1}" type="doc">
      <dgm:prSet loTypeId="urn:microsoft.com/office/officeart/2005/8/layout/process2" loCatId="process" qsTypeId="urn:microsoft.com/office/officeart/2005/8/quickstyle/simple3" qsCatId="simple" csTypeId="urn:microsoft.com/office/officeart/2005/8/colors/colorful1" csCatId="colorful" phldr="1"/>
      <dgm:spPr/>
    </dgm:pt>
    <dgm:pt modelId="{1EF67B9F-61AD-4FF4-97F4-5C4B1DE867D1}">
      <dgm:prSet phldrT="[Text]" custT="1"/>
      <dgm:spPr/>
      <dgm:t>
        <a:bodyPr/>
        <a:lstStyle/>
        <a:p>
          <a:r>
            <a:rPr lang="en-US" sz="1600" dirty="0"/>
            <a:t>Parent1</a:t>
          </a:r>
          <a:endParaRPr lang="en-IN" sz="1600" dirty="0"/>
        </a:p>
      </dgm:t>
    </dgm:pt>
    <dgm:pt modelId="{CA6C8465-1E5F-432B-8DBA-91CCA6DEF87D}" type="parTrans" cxnId="{BDB99331-627A-41AF-B7CC-C2D60DD0AFBE}">
      <dgm:prSet/>
      <dgm:spPr/>
      <dgm:t>
        <a:bodyPr/>
        <a:lstStyle/>
        <a:p>
          <a:endParaRPr lang="en-IN" sz="1600"/>
        </a:p>
      </dgm:t>
    </dgm:pt>
    <dgm:pt modelId="{765132B5-BCD0-4E0B-87D3-C444BDB984AA}" type="sibTrans" cxnId="{BDB99331-627A-41AF-B7CC-C2D60DD0AFBE}">
      <dgm:prSet custT="1"/>
      <dgm:spPr/>
      <dgm:t>
        <a:bodyPr/>
        <a:lstStyle/>
        <a:p>
          <a:endParaRPr lang="en-IN" sz="1600"/>
        </a:p>
      </dgm:t>
    </dgm:pt>
    <dgm:pt modelId="{5426F5D4-1B10-489E-AD8E-89AC946755C9}">
      <dgm:prSet phldrT="[Text]" custT="1"/>
      <dgm:spPr/>
      <dgm:t>
        <a:bodyPr/>
        <a:lstStyle/>
        <a:p>
          <a:r>
            <a:rPr lang="en-US" sz="1600" dirty="0"/>
            <a:t>Child1</a:t>
          </a:r>
          <a:endParaRPr lang="en-IN" sz="1600" dirty="0"/>
        </a:p>
      </dgm:t>
    </dgm:pt>
    <dgm:pt modelId="{A05C7890-08D4-4AD5-B4E6-65B69A443FFD}" type="parTrans" cxnId="{447A5EB6-35D0-4439-BFD1-B3B0F6EF72CB}">
      <dgm:prSet/>
      <dgm:spPr/>
      <dgm:t>
        <a:bodyPr/>
        <a:lstStyle/>
        <a:p>
          <a:endParaRPr lang="en-IN" sz="1600"/>
        </a:p>
      </dgm:t>
    </dgm:pt>
    <dgm:pt modelId="{4460D88E-CB83-4BF4-90C6-713BACA65D72}" type="sibTrans" cxnId="{447A5EB6-35D0-4439-BFD1-B3B0F6EF72CB}">
      <dgm:prSet/>
      <dgm:spPr/>
      <dgm:t>
        <a:bodyPr/>
        <a:lstStyle/>
        <a:p>
          <a:endParaRPr lang="en-IN" sz="1600"/>
        </a:p>
      </dgm:t>
    </dgm:pt>
    <dgm:pt modelId="{AFF5BC47-AAA6-4412-A28F-433C3B3A7970}">
      <dgm:prSet phldrT="[Text]" custT="1"/>
      <dgm:spPr/>
      <dgm:t>
        <a:bodyPr/>
        <a:lstStyle/>
        <a:p>
          <a:r>
            <a:rPr lang="en-US" sz="1600" dirty="0"/>
            <a:t>Child2</a:t>
          </a:r>
          <a:endParaRPr lang="en-IN" sz="1600" dirty="0"/>
        </a:p>
      </dgm:t>
    </dgm:pt>
    <dgm:pt modelId="{3AFC112B-6FA7-4194-8285-DCE5CACC8DEB}" type="parTrans" cxnId="{02B89E64-EC0B-4233-9565-2A78F6A0BA05}">
      <dgm:prSet/>
      <dgm:spPr/>
      <dgm:t>
        <a:bodyPr/>
        <a:lstStyle/>
        <a:p>
          <a:endParaRPr lang="en-IN"/>
        </a:p>
      </dgm:t>
    </dgm:pt>
    <dgm:pt modelId="{46751813-D91E-43ED-A541-F50FDE562BCC}" type="sibTrans" cxnId="{02B89E64-EC0B-4233-9565-2A78F6A0BA05}">
      <dgm:prSet/>
      <dgm:spPr/>
      <dgm:t>
        <a:bodyPr/>
        <a:lstStyle/>
        <a:p>
          <a:endParaRPr lang="en-IN"/>
        </a:p>
      </dgm:t>
    </dgm:pt>
    <dgm:pt modelId="{AC8D5A4A-5AC6-4364-8827-352152B72DA2}" type="pres">
      <dgm:prSet presAssocID="{738AA610-8FE3-422C-A39F-0F59C61CA4E1}" presName="linearFlow" presStyleCnt="0">
        <dgm:presLayoutVars>
          <dgm:resizeHandles val="exact"/>
        </dgm:presLayoutVars>
      </dgm:prSet>
      <dgm:spPr/>
    </dgm:pt>
    <dgm:pt modelId="{9496AEF7-F58C-4540-BEC6-223CB863D9A1}" type="pres">
      <dgm:prSet presAssocID="{1EF67B9F-61AD-4FF4-97F4-5C4B1DE867D1}" presName="node" presStyleLbl="node1" presStyleIdx="0" presStyleCnt="3">
        <dgm:presLayoutVars>
          <dgm:bulletEnabled val="1"/>
        </dgm:presLayoutVars>
      </dgm:prSet>
      <dgm:spPr/>
    </dgm:pt>
    <dgm:pt modelId="{BC9046A9-E5C1-41EE-9393-FCE72134009F}" type="pres">
      <dgm:prSet presAssocID="{765132B5-BCD0-4E0B-87D3-C444BDB984AA}" presName="sibTrans" presStyleLbl="sibTrans2D1" presStyleIdx="0" presStyleCnt="2"/>
      <dgm:spPr/>
    </dgm:pt>
    <dgm:pt modelId="{DEE67394-6A74-482A-8556-C7564B0CE48A}" type="pres">
      <dgm:prSet presAssocID="{765132B5-BCD0-4E0B-87D3-C444BDB984AA}" presName="connectorText" presStyleLbl="sibTrans2D1" presStyleIdx="0" presStyleCnt="2"/>
      <dgm:spPr/>
    </dgm:pt>
    <dgm:pt modelId="{52A0F2A0-3B1F-4E0D-9C0F-36A8E1EE5419}" type="pres">
      <dgm:prSet presAssocID="{5426F5D4-1B10-489E-AD8E-89AC946755C9}" presName="node" presStyleLbl="node1" presStyleIdx="1" presStyleCnt="3" custLinFactX="-13824" custLinFactY="65547" custLinFactNeighborX="-100000" custLinFactNeighborY="100000">
        <dgm:presLayoutVars>
          <dgm:bulletEnabled val="1"/>
        </dgm:presLayoutVars>
      </dgm:prSet>
      <dgm:spPr/>
    </dgm:pt>
    <dgm:pt modelId="{9C2D4E9B-002C-44E1-AEED-3B9BB13F238A}" type="pres">
      <dgm:prSet presAssocID="{4460D88E-CB83-4BF4-90C6-713BACA65D72}" presName="sibTrans" presStyleLbl="sibTrans2D1" presStyleIdx="1" presStyleCnt="2" custAng="2697659" custScaleX="109729" custScaleY="128589" custLinFactY="-100000" custLinFactNeighborX="86877" custLinFactNeighborY="-168289"/>
      <dgm:spPr/>
    </dgm:pt>
    <dgm:pt modelId="{86044C20-6952-48B4-9F5E-8867565A23DC}" type="pres">
      <dgm:prSet presAssocID="{4460D88E-CB83-4BF4-90C6-713BACA65D72}" presName="connectorText" presStyleLbl="sibTrans2D1" presStyleIdx="1" presStyleCnt="2"/>
      <dgm:spPr/>
    </dgm:pt>
    <dgm:pt modelId="{D948E5CF-23A8-4628-ACF5-773EAFE48A4E}" type="pres">
      <dgm:prSet presAssocID="{AFF5BC47-AAA6-4412-A28F-433C3B3A7970}" presName="node" presStyleLbl="node1" presStyleIdx="2" presStyleCnt="3" custLinFactY="-13295" custLinFactNeighborX="80233" custLinFactNeighborY="-100000">
        <dgm:presLayoutVars>
          <dgm:bulletEnabled val="1"/>
        </dgm:presLayoutVars>
      </dgm:prSet>
      <dgm:spPr/>
    </dgm:pt>
  </dgm:ptLst>
  <dgm:cxnLst>
    <dgm:cxn modelId="{D4482A12-1FCC-49F2-9BBD-81E4198612D9}" type="presOf" srcId="{1EF67B9F-61AD-4FF4-97F4-5C4B1DE867D1}" destId="{9496AEF7-F58C-4540-BEC6-223CB863D9A1}" srcOrd="0" destOrd="0" presId="urn:microsoft.com/office/officeart/2005/8/layout/process2"/>
    <dgm:cxn modelId="{BDB99331-627A-41AF-B7CC-C2D60DD0AFBE}" srcId="{738AA610-8FE3-422C-A39F-0F59C61CA4E1}" destId="{1EF67B9F-61AD-4FF4-97F4-5C4B1DE867D1}" srcOrd="0" destOrd="0" parTransId="{CA6C8465-1E5F-432B-8DBA-91CCA6DEF87D}" sibTransId="{765132B5-BCD0-4E0B-87D3-C444BDB984AA}"/>
    <dgm:cxn modelId="{02B89E64-EC0B-4233-9565-2A78F6A0BA05}" srcId="{738AA610-8FE3-422C-A39F-0F59C61CA4E1}" destId="{AFF5BC47-AAA6-4412-A28F-433C3B3A7970}" srcOrd="2" destOrd="0" parTransId="{3AFC112B-6FA7-4194-8285-DCE5CACC8DEB}" sibTransId="{46751813-D91E-43ED-A541-F50FDE562BCC}"/>
    <dgm:cxn modelId="{AB139D48-601B-45D0-B32E-F25C6172D91D}" type="presOf" srcId="{AFF5BC47-AAA6-4412-A28F-433C3B3A7970}" destId="{D948E5CF-23A8-4628-ACF5-773EAFE48A4E}" srcOrd="0" destOrd="0" presId="urn:microsoft.com/office/officeart/2005/8/layout/process2"/>
    <dgm:cxn modelId="{1769FA75-5C63-4BEA-A272-47DC6F3FCC3C}" type="presOf" srcId="{4460D88E-CB83-4BF4-90C6-713BACA65D72}" destId="{9C2D4E9B-002C-44E1-AEED-3B9BB13F238A}" srcOrd="0" destOrd="0" presId="urn:microsoft.com/office/officeart/2005/8/layout/process2"/>
    <dgm:cxn modelId="{FC8B61A6-103B-4743-9999-F24AEB65B08D}" type="presOf" srcId="{5426F5D4-1B10-489E-AD8E-89AC946755C9}" destId="{52A0F2A0-3B1F-4E0D-9C0F-36A8E1EE5419}" srcOrd="0" destOrd="0" presId="urn:microsoft.com/office/officeart/2005/8/layout/process2"/>
    <dgm:cxn modelId="{042FF2AA-1647-4647-A19E-FA5E8BD7176E}" type="presOf" srcId="{738AA610-8FE3-422C-A39F-0F59C61CA4E1}" destId="{AC8D5A4A-5AC6-4364-8827-352152B72DA2}" srcOrd="0" destOrd="0" presId="urn:microsoft.com/office/officeart/2005/8/layout/process2"/>
    <dgm:cxn modelId="{447A5EB6-35D0-4439-BFD1-B3B0F6EF72CB}" srcId="{738AA610-8FE3-422C-A39F-0F59C61CA4E1}" destId="{5426F5D4-1B10-489E-AD8E-89AC946755C9}" srcOrd="1" destOrd="0" parTransId="{A05C7890-08D4-4AD5-B4E6-65B69A443FFD}" sibTransId="{4460D88E-CB83-4BF4-90C6-713BACA65D72}"/>
    <dgm:cxn modelId="{5120C4C6-52B7-419A-B2EE-C10FFCD8AEB2}" type="presOf" srcId="{4460D88E-CB83-4BF4-90C6-713BACA65D72}" destId="{86044C20-6952-48B4-9F5E-8867565A23DC}" srcOrd="1" destOrd="0" presId="urn:microsoft.com/office/officeart/2005/8/layout/process2"/>
    <dgm:cxn modelId="{B77E61D5-4856-44AB-8508-B556D07495C7}" type="presOf" srcId="{765132B5-BCD0-4E0B-87D3-C444BDB984AA}" destId="{BC9046A9-E5C1-41EE-9393-FCE72134009F}" srcOrd="0" destOrd="0" presId="urn:microsoft.com/office/officeart/2005/8/layout/process2"/>
    <dgm:cxn modelId="{A49EC8F9-49B7-4299-9393-D4949E2833E6}" type="presOf" srcId="{765132B5-BCD0-4E0B-87D3-C444BDB984AA}" destId="{DEE67394-6A74-482A-8556-C7564B0CE48A}" srcOrd="1" destOrd="0" presId="urn:microsoft.com/office/officeart/2005/8/layout/process2"/>
    <dgm:cxn modelId="{9F132923-CB97-4F5C-A50C-B6430358EBF7}" type="presParOf" srcId="{AC8D5A4A-5AC6-4364-8827-352152B72DA2}" destId="{9496AEF7-F58C-4540-BEC6-223CB863D9A1}" srcOrd="0" destOrd="0" presId="urn:microsoft.com/office/officeart/2005/8/layout/process2"/>
    <dgm:cxn modelId="{D2F87AEE-2347-4B6A-9B79-83D066E0A910}" type="presParOf" srcId="{AC8D5A4A-5AC6-4364-8827-352152B72DA2}" destId="{BC9046A9-E5C1-41EE-9393-FCE72134009F}" srcOrd="1" destOrd="0" presId="urn:microsoft.com/office/officeart/2005/8/layout/process2"/>
    <dgm:cxn modelId="{5EFDE39E-847B-4A9A-9DAF-A612008A819E}" type="presParOf" srcId="{BC9046A9-E5C1-41EE-9393-FCE72134009F}" destId="{DEE67394-6A74-482A-8556-C7564B0CE48A}" srcOrd="0" destOrd="0" presId="urn:microsoft.com/office/officeart/2005/8/layout/process2"/>
    <dgm:cxn modelId="{8C54AD09-5F68-4D71-9152-CB65C1B225DE}" type="presParOf" srcId="{AC8D5A4A-5AC6-4364-8827-352152B72DA2}" destId="{52A0F2A0-3B1F-4E0D-9C0F-36A8E1EE5419}" srcOrd="2" destOrd="0" presId="urn:microsoft.com/office/officeart/2005/8/layout/process2"/>
    <dgm:cxn modelId="{7249F184-8FA4-4246-835C-CED679FC36F9}" type="presParOf" srcId="{AC8D5A4A-5AC6-4364-8827-352152B72DA2}" destId="{9C2D4E9B-002C-44E1-AEED-3B9BB13F238A}" srcOrd="3" destOrd="0" presId="urn:microsoft.com/office/officeart/2005/8/layout/process2"/>
    <dgm:cxn modelId="{32BF5CB6-A039-40F8-8AD2-46F2945F448C}" type="presParOf" srcId="{9C2D4E9B-002C-44E1-AEED-3B9BB13F238A}" destId="{86044C20-6952-48B4-9F5E-8867565A23DC}" srcOrd="0" destOrd="0" presId="urn:microsoft.com/office/officeart/2005/8/layout/process2"/>
    <dgm:cxn modelId="{94BAAF44-38D2-485A-B042-42711381F74D}" type="presParOf" srcId="{AC8D5A4A-5AC6-4364-8827-352152B72DA2}" destId="{D948E5CF-23A8-4628-ACF5-773EAFE48A4E}" srcOrd="4" destOrd="0" presId="urn:microsoft.com/office/officeart/2005/8/layout/process2"/>
  </dgm:cxnLst>
  <dgm:bg/>
  <dgm:whole/>
  <dgm:extLst>
    <a:ext uri="http://schemas.microsoft.com/office/drawing/2008/diagram">
      <dsp:dataModelExt xmlns:dsp="http://schemas.microsoft.com/office/drawing/2008/diagram" relId="rId19"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E8F413EF-B69A-44AD-BEF5-269A53317A58}" type="doc">
      <dgm:prSet loTypeId="urn:microsoft.com/office/officeart/2005/8/layout/orgChart1" loCatId="hierarchy" qsTypeId="urn:microsoft.com/office/officeart/2005/8/quickstyle/simple3" qsCatId="simple" csTypeId="urn:microsoft.com/office/officeart/2005/8/colors/colorful5" csCatId="colorful" phldr="1"/>
      <dgm:spPr/>
      <dgm:t>
        <a:bodyPr/>
        <a:lstStyle/>
        <a:p>
          <a:endParaRPr lang="en-IN"/>
        </a:p>
      </dgm:t>
    </dgm:pt>
    <dgm:pt modelId="{72C598DC-11CA-438A-B8B6-E60E37C35F7E}">
      <dgm:prSet phldrT="[Text]" custT="1"/>
      <dgm:spPr/>
      <dgm:t>
        <a:bodyPr/>
        <a:lstStyle/>
        <a:p>
          <a:r>
            <a:rPr lang="en-US" sz="1800" b="1" dirty="0"/>
            <a:t>Types of Polymorphism in Java</a:t>
          </a:r>
          <a:endParaRPr lang="en-IN" sz="1800" b="1" dirty="0"/>
        </a:p>
      </dgm:t>
    </dgm:pt>
    <dgm:pt modelId="{A957853F-88FE-4066-A418-8B15330AFBB0}" type="parTrans" cxnId="{2B5133C3-A1DF-422F-B18D-4ACEB21E0AA6}">
      <dgm:prSet/>
      <dgm:spPr/>
      <dgm:t>
        <a:bodyPr/>
        <a:lstStyle/>
        <a:p>
          <a:endParaRPr lang="en-IN" sz="1800"/>
        </a:p>
      </dgm:t>
    </dgm:pt>
    <dgm:pt modelId="{A2F703D2-5124-4271-8D73-94078BD159FD}" type="sibTrans" cxnId="{2B5133C3-A1DF-422F-B18D-4ACEB21E0AA6}">
      <dgm:prSet/>
      <dgm:spPr/>
      <dgm:t>
        <a:bodyPr/>
        <a:lstStyle/>
        <a:p>
          <a:endParaRPr lang="en-IN" sz="1800"/>
        </a:p>
      </dgm:t>
    </dgm:pt>
    <dgm:pt modelId="{AF662FD4-FA71-4CB5-84FB-820DF3B080A2}">
      <dgm:prSet custT="1"/>
      <dgm:spPr/>
      <dgm:t>
        <a:bodyPr/>
        <a:lstStyle/>
        <a:p>
          <a:r>
            <a:rPr lang="en-US" sz="1800" dirty="0"/>
            <a:t>Run-time </a:t>
          </a:r>
        </a:p>
        <a:p>
          <a:r>
            <a:rPr lang="en-US" sz="1800" dirty="0"/>
            <a:t>(dynamic/ late binding)</a:t>
          </a:r>
          <a:endParaRPr lang="en-IN" sz="1800" dirty="0"/>
        </a:p>
      </dgm:t>
    </dgm:pt>
    <dgm:pt modelId="{06C898ED-5DF1-4221-975C-2C5738B9A519}" type="parTrans" cxnId="{1A00F6D1-90BE-4340-A4AA-CDE4FEAD4BB8}">
      <dgm:prSet/>
      <dgm:spPr/>
      <dgm:t>
        <a:bodyPr/>
        <a:lstStyle/>
        <a:p>
          <a:endParaRPr lang="en-IN" sz="1800"/>
        </a:p>
      </dgm:t>
    </dgm:pt>
    <dgm:pt modelId="{5B7CD409-6AB9-4C4C-BD71-3020FE8CD7F9}" type="sibTrans" cxnId="{1A00F6D1-90BE-4340-A4AA-CDE4FEAD4BB8}">
      <dgm:prSet/>
      <dgm:spPr/>
      <dgm:t>
        <a:bodyPr/>
        <a:lstStyle/>
        <a:p>
          <a:endParaRPr lang="en-IN" sz="1800"/>
        </a:p>
      </dgm:t>
    </dgm:pt>
    <dgm:pt modelId="{790B46B0-FC87-4792-AB89-5BFEC00FEC98}">
      <dgm:prSet custT="1"/>
      <dgm:spPr/>
      <dgm:t>
        <a:bodyPr/>
        <a:lstStyle/>
        <a:p>
          <a:r>
            <a:rPr lang="en-US" sz="1800" dirty="0"/>
            <a:t>Compile-time </a:t>
          </a:r>
        </a:p>
        <a:p>
          <a:r>
            <a:rPr lang="en-US" sz="1800" dirty="0"/>
            <a:t>(static/ early binding)</a:t>
          </a:r>
          <a:endParaRPr lang="en-IN" sz="1800" dirty="0"/>
        </a:p>
      </dgm:t>
    </dgm:pt>
    <dgm:pt modelId="{6B446C66-C4CA-40ED-869A-70D9F10E1CD0}" type="parTrans" cxnId="{6F2C3C9B-1BB6-469E-BEF7-F8C389C64B62}">
      <dgm:prSet/>
      <dgm:spPr/>
      <dgm:t>
        <a:bodyPr/>
        <a:lstStyle/>
        <a:p>
          <a:endParaRPr lang="en-IN"/>
        </a:p>
      </dgm:t>
    </dgm:pt>
    <dgm:pt modelId="{5A3F664C-4471-442D-BA03-CE0C313E32FB}" type="sibTrans" cxnId="{6F2C3C9B-1BB6-469E-BEF7-F8C389C64B62}">
      <dgm:prSet/>
      <dgm:spPr/>
      <dgm:t>
        <a:bodyPr/>
        <a:lstStyle/>
        <a:p>
          <a:endParaRPr lang="en-IN"/>
        </a:p>
      </dgm:t>
    </dgm:pt>
    <dgm:pt modelId="{C6AA5390-57D8-495A-8BEF-B19E4834DA0A}">
      <dgm:prSet custT="1"/>
      <dgm:spPr/>
      <dgm:t>
        <a:bodyPr/>
        <a:lstStyle/>
        <a:p>
          <a:r>
            <a:rPr lang="en-US" sz="1800" dirty="0"/>
            <a:t>Method Overloading</a:t>
          </a:r>
          <a:endParaRPr lang="en-IN" sz="1800" dirty="0"/>
        </a:p>
      </dgm:t>
    </dgm:pt>
    <dgm:pt modelId="{7060F7CF-727E-4DBB-915D-BADDED1AE636}" type="parTrans" cxnId="{E40AC0F9-0598-4633-BD0E-52FBFC88FBF9}">
      <dgm:prSet/>
      <dgm:spPr/>
      <dgm:t>
        <a:bodyPr/>
        <a:lstStyle/>
        <a:p>
          <a:endParaRPr lang="en-IN"/>
        </a:p>
      </dgm:t>
    </dgm:pt>
    <dgm:pt modelId="{29D9467C-FBE9-42D6-83B1-D1B4DE9E9EAD}" type="sibTrans" cxnId="{E40AC0F9-0598-4633-BD0E-52FBFC88FBF9}">
      <dgm:prSet/>
      <dgm:spPr/>
      <dgm:t>
        <a:bodyPr/>
        <a:lstStyle/>
        <a:p>
          <a:endParaRPr lang="en-IN"/>
        </a:p>
      </dgm:t>
    </dgm:pt>
    <dgm:pt modelId="{77CFC611-9326-4FB7-A5A1-10663D4F4E77}">
      <dgm:prSet custT="1"/>
      <dgm:spPr/>
      <dgm:t>
        <a:bodyPr/>
        <a:lstStyle/>
        <a:p>
          <a:r>
            <a:rPr lang="en-US" sz="1800" dirty="0"/>
            <a:t>Operator Overloading</a:t>
          </a:r>
          <a:endParaRPr lang="en-IN" sz="1800" dirty="0"/>
        </a:p>
      </dgm:t>
    </dgm:pt>
    <dgm:pt modelId="{12B54152-F41A-4E88-9F49-BB691778277D}" type="parTrans" cxnId="{F83322AD-D7D6-4B37-872A-3A55ECA9DCCF}">
      <dgm:prSet/>
      <dgm:spPr/>
      <dgm:t>
        <a:bodyPr/>
        <a:lstStyle/>
        <a:p>
          <a:endParaRPr lang="en-IN"/>
        </a:p>
      </dgm:t>
    </dgm:pt>
    <dgm:pt modelId="{939235E3-DD74-42B7-AC30-53D57ACBE8BD}" type="sibTrans" cxnId="{F83322AD-D7D6-4B37-872A-3A55ECA9DCCF}">
      <dgm:prSet/>
      <dgm:spPr/>
      <dgm:t>
        <a:bodyPr/>
        <a:lstStyle/>
        <a:p>
          <a:endParaRPr lang="en-IN"/>
        </a:p>
      </dgm:t>
    </dgm:pt>
    <dgm:pt modelId="{333F56B8-C992-49E3-8097-0CF3A9FA556D}">
      <dgm:prSet custT="1"/>
      <dgm:spPr/>
      <dgm:t>
        <a:bodyPr/>
        <a:lstStyle/>
        <a:p>
          <a:r>
            <a:rPr lang="en-US" sz="1800" dirty="0"/>
            <a:t>Method Overriding</a:t>
          </a:r>
          <a:endParaRPr lang="en-IN" sz="1800" dirty="0"/>
        </a:p>
      </dgm:t>
    </dgm:pt>
    <dgm:pt modelId="{8E0DD02C-8BF4-4129-85FD-F6096D606B10}" type="parTrans" cxnId="{D4DE1E86-5512-4C84-A791-13AD229C4CA3}">
      <dgm:prSet/>
      <dgm:spPr/>
      <dgm:t>
        <a:bodyPr/>
        <a:lstStyle/>
        <a:p>
          <a:endParaRPr lang="en-IN"/>
        </a:p>
      </dgm:t>
    </dgm:pt>
    <dgm:pt modelId="{F6EBF7EE-0552-4D3A-8E3F-26CEA42E178B}" type="sibTrans" cxnId="{D4DE1E86-5512-4C84-A791-13AD229C4CA3}">
      <dgm:prSet/>
      <dgm:spPr/>
      <dgm:t>
        <a:bodyPr/>
        <a:lstStyle/>
        <a:p>
          <a:endParaRPr lang="en-IN"/>
        </a:p>
      </dgm:t>
    </dgm:pt>
    <dgm:pt modelId="{5A62AC59-B820-4AAA-8F8C-7557899963BE}" type="pres">
      <dgm:prSet presAssocID="{E8F413EF-B69A-44AD-BEF5-269A53317A58}" presName="hierChild1" presStyleCnt="0">
        <dgm:presLayoutVars>
          <dgm:orgChart val="1"/>
          <dgm:chPref val="1"/>
          <dgm:dir/>
          <dgm:animOne val="branch"/>
          <dgm:animLvl val="lvl"/>
          <dgm:resizeHandles/>
        </dgm:presLayoutVars>
      </dgm:prSet>
      <dgm:spPr/>
    </dgm:pt>
    <dgm:pt modelId="{9725F6A1-8B30-4077-BA4A-C5E546B0EAD7}" type="pres">
      <dgm:prSet presAssocID="{72C598DC-11CA-438A-B8B6-E60E37C35F7E}" presName="hierRoot1" presStyleCnt="0">
        <dgm:presLayoutVars>
          <dgm:hierBranch val="init"/>
        </dgm:presLayoutVars>
      </dgm:prSet>
      <dgm:spPr/>
    </dgm:pt>
    <dgm:pt modelId="{0240E2B2-19CC-4835-84AE-C25DC6BE5BF7}" type="pres">
      <dgm:prSet presAssocID="{72C598DC-11CA-438A-B8B6-E60E37C35F7E}" presName="rootComposite1" presStyleCnt="0"/>
      <dgm:spPr/>
    </dgm:pt>
    <dgm:pt modelId="{3EECD731-0FEB-4AA4-93E2-948C48463D3C}" type="pres">
      <dgm:prSet presAssocID="{72C598DC-11CA-438A-B8B6-E60E37C35F7E}" presName="rootText1" presStyleLbl="node0" presStyleIdx="0" presStyleCnt="1" custScaleX="193421">
        <dgm:presLayoutVars>
          <dgm:chPref val="3"/>
        </dgm:presLayoutVars>
      </dgm:prSet>
      <dgm:spPr>
        <a:prstGeom prst="roundRect">
          <a:avLst/>
        </a:prstGeom>
      </dgm:spPr>
    </dgm:pt>
    <dgm:pt modelId="{7CB7549D-9538-4082-9DF0-F20CC141B138}" type="pres">
      <dgm:prSet presAssocID="{72C598DC-11CA-438A-B8B6-E60E37C35F7E}" presName="rootConnector1" presStyleLbl="node1" presStyleIdx="0" presStyleCnt="0"/>
      <dgm:spPr/>
    </dgm:pt>
    <dgm:pt modelId="{7CB8F716-1D97-4FF2-BAF8-B735484065DE}" type="pres">
      <dgm:prSet presAssocID="{72C598DC-11CA-438A-B8B6-E60E37C35F7E}" presName="hierChild2" presStyleCnt="0"/>
      <dgm:spPr/>
    </dgm:pt>
    <dgm:pt modelId="{16661DF1-0D6E-4482-B5C5-66F369DCB30E}" type="pres">
      <dgm:prSet presAssocID="{6B446C66-C4CA-40ED-869A-70D9F10E1CD0}" presName="Name37" presStyleLbl="parChTrans1D2" presStyleIdx="0" presStyleCnt="2"/>
      <dgm:spPr/>
    </dgm:pt>
    <dgm:pt modelId="{A95B4B81-411C-47A8-9111-1476455CDEDB}" type="pres">
      <dgm:prSet presAssocID="{790B46B0-FC87-4792-AB89-5BFEC00FEC98}" presName="hierRoot2" presStyleCnt="0">
        <dgm:presLayoutVars>
          <dgm:hierBranch val="init"/>
        </dgm:presLayoutVars>
      </dgm:prSet>
      <dgm:spPr/>
    </dgm:pt>
    <dgm:pt modelId="{344D7735-6130-48E2-BF4B-4A52C9EC678A}" type="pres">
      <dgm:prSet presAssocID="{790B46B0-FC87-4792-AB89-5BFEC00FEC98}" presName="rootComposite" presStyleCnt="0"/>
      <dgm:spPr/>
    </dgm:pt>
    <dgm:pt modelId="{06CEE145-274E-4120-B287-C2DFAAEA6D29}" type="pres">
      <dgm:prSet presAssocID="{790B46B0-FC87-4792-AB89-5BFEC00FEC98}" presName="rootText" presStyleLbl="node2" presStyleIdx="0" presStyleCnt="2" custScaleX="131320" custScaleY="84110" custLinFactNeighborX="-13852">
        <dgm:presLayoutVars>
          <dgm:chPref val="3"/>
        </dgm:presLayoutVars>
      </dgm:prSet>
      <dgm:spPr>
        <a:prstGeom prst="roundRect">
          <a:avLst/>
        </a:prstGeom>
      </dgm:spPr>
    </dgm:pt>
    <dgm:pt modelId="{2181D734-84C7-4363-8764-034F858C7ED3}" type="pres">
      <dgm:prSet presAssocID="{790B46B0-FC87-4792-AB89-5BFEC00FEC98}" presName="rootConnector" presStyleLbl="node2" presStyleIdx="0" presStyleCnt="2"/>
      <dgm:spPr/>
    </dgm:pt>
    <dgm:pt modelId="{31B1AE5B-7CE5-40C9-BBC8-C86A6C7331EE}" type="pres">
      <dgm:prSet presAssocID="{790B46B0-FC87-4792-AB89-5BFEC00FEC98}" presName="hierChild4" presStyleCnt="0"/>
      <dgm:spPr/>
    </dgm:pt>
    <dgm:pt modelId="{03ADFAB9-4923-4DA0-9D73-A1BE3E8DC4B1}" type="pres">
      <dgm:prSet presAssocID="{7060F7CF-727E-4DBB-915D-BADDED1AE636}" presName="Name37" presStyleLbl="parChTrans1D3" presStyleIdx="0" presStyleCnt="3"/>
      <dgm:spPr/>
    </dgm:pt>
    <dgm:pt modelId="{D35789FF-F7BC-42CD-94F1-DFB45D7C9038}" type="pres">
      <dgm:prSet presAssocID="{C6AA5390-57D8-495A-8BEF-B19E4834DA0A}" presName="hierRoot2" presStyleCnt="0">
        <dgm:presLayoutVars>
          <dgm:hierBranch val="init"/>
        </dgm:presLayoutVars>
      </dgm:prSet>
      <dgm:spPr/>
    </dgm:pt>
    <dgm:pt modelId="{76D14FCC-49BA-4AC5-B54B-7F821B67CAC5}" type="pres">
      <dgm:prSet presAssocID="{C6AA5390-57D8-495A-8BEF-B19E4834DA0A}" presName="rootComposite" presStyleCnt="0"/>
      <dgm:spPr/>
    </dgm:pt>
    <dgm:pt modelId="{308158E8-A165-4702-9BEB-7315751F11B1}" type="pres">
      <dgm:prSet presAssocID="{C6AA5390-57D8-495A-8BEF-B19E4834DA0A}" presName="rootText" presStyleLbl="node3" presStyleIdx="0" presStyleCnt="3" custScaleX="115313" custScaleY="65781" custLinFactNeighborX="-11330">
        <dgm:presLayoutVars>
          <dgm:chPref val="3"/>
        </dgm:presLayoutVars>
      </dgm:prSet>
      <dgm:spPr>
        <a:prstGeom prst="roundRect">
          <a:avLst/>
        </a:prstGeom>
      </dgm:spPr>
    </dgm:pt>
    <dgm:pt modelId="{3FDDEA3F-657B-4855-8873-C07F0C5651D2}" type="pres">
      <dgm:prSet presAssocID="{C6AA5390-57D8-495A-8BEF-B19E4834DA0A}" presName="rootConnector" presStyleLbl="node3" presStyleIdx="0" presStyleCnt="3"/>
      <dgm:spPr/>
    </dgm:pt>
    <dgm:pt modelId="{58593406-88F7-48ED-AA69-2CB1025C5D8C}" type="pres">
      <dgm:prSet presAssocID="{C6AA5390-57D8-495A-8BEF-B19E4834DA0A}" presName="hierChild4" presStyleCnt="0"/>
      <dgm:spPr/>
    </dgm:pt>
    <dgm:pt modelId="{D791CF7E-CA04-45AB-83F2-51BB850C887B}" type="pres">
      <dgm:prSet presAssocID="{C6AA5390-57D8-495A-8BEF-B19E4834DA0A}" presName="hierChild5" presStyleCnt="0"/>
      <dgm:spPr/>
    </dgm:pt>
    <dgm:pt modelId="{8DC47642-C911-4894-9B3A-7440A3359CB4}" type="pres">
      <dgm:prSet presAssocID="{12B54152-F41A-4E88-9F49-BB691778277D}" presName="Name37" presStyleLbl="parChTrans1D3" presStyleIdx="1" presStyleCnt="3"/>
      <dgm:spPr/>
    </dgm:pt>
    <dgm:pt modelId="{8D1D6F75-8BE7-4827-9B79-9006FFC07415}" type="pres">
      <dgm:prSet presAssocID="{77CFC611-9326-4FB7-A5A1-10663D4F4E77}" presName="hierRoot2" presStyleCnt="0">
        <dgm:presLayoutVars>
          <dgm:hierBranch val="init"/>
        </dgm:presLayoutVars>
      </dgm:prSet>
      <dgm:spPr/>
    </dgm:pt>
    <dgm:pt modelId="{204358A7-12A5-4F28-BDCD-B8238DDB9423}" type="pres">
      <dgm:prSet presAssocID="{77CFC611-9326-4FB7-A5A1-10663D4F4E77}" presName="rootComposite" presStyleCnt="0"/>
      <dgm:spPr/>
    </dgm:pt>
    <dgm:pt modelId="{3913846F-FFFD-4B45-9066-9BD9D685A509}" type="pres">
      <dgm:prSet presAssocID="{77CFC611-9326-4FB7-A5A1-10663D4F4E77}" presName="rootText" presStyleLbl="node3" presStyleIdx="1" presStyleCnt="3" custScaleX="120953" custScaleY="65781" custLinFactNeighborX="-15343" custLinFactNeighborY="4456">
        <dgm:presLayoutVars>
          <dgm:chPref val="3"/>
        </dgm:presLayoutVars>
      </dgm:prSet>
      <dgm:spPr>
        <a:prstGeom prst="roundRect">
          <a:avLst/>
        </a:prstGeom>
      </dgm:spPr>
    </dgm:pt>
    <dgm:pt modelId="{A3B0B742-01EC-49B8-8FEE-CFF6214AA16D}" type="pres">
      <dgm:prSet presAssocID="{77CFC611-9326-4FB7-A5A1-10663D4F4E77}" presName="rootConnector" presStyleLbl="node3" presStyleIdx="1" presStyleCnt="3"/>
      <dgm:spPr/>
    </dgm:pt>
    <dgm:pt modelId="{92918D7F-1B5C-4A9C-B877-031DF48DBFCD}" type="pres">
      <dgm:prSet presAssocID="{77CFC611-9326-4FB7-A5A1-10663D4F4E77}" presName="hierChild4" presStyleCnt="0"/>
      <dgm:spPr/>
    </dgm:pt>
    <dgm:pt modelId="{90F65DD8-F559-4DEC-B79C-9865C7D5C488}" type="pres">
      <dgm:prSet presAssocID="{77CFC611-9326-4FB7-A5A1-10663D4F4E77}" presName="hierChild5" presStyleCnt="0"/>
      <dgm:spPr/>
    </dgm:pt>
    <dgm:pt modelId="{D6ABC56B-8191-4366-B23B-218FD12D4AB3}" type="pres">
      <dgm:prSet presAssocID="{790B46B0-FC87-4792-AB89-5BFEC00FEC98}" presName="hierChild5" presStyleCnt="0"/>
      <dgm:spPr/>
    </dgm:pt>
    <dgm:pt modelId="{35D123AF-CBF8-4774-B5DC-2FCF2C273CF6}" type="pres">
      <dgm:prSet presAssocID="{06C898ED-5DF1-4221-975C-2C5738B9A519}" presName="Name37" presStyleLbl="parChTrans1D2" presStyleIdx="1" presStyleCnt="2"/>
      <dgm:spPr/>
    </dgm:pt>
    <dgm:pt modelId="{54EC5764-59B8-4A8F-A926-5180BBB474BE}" type="pres">
      <dgm:prSet presAssocID="{AF662FD4-FA71-4CB5-84FB-820DF3B080A2}" presName="hierRoot2" presStyleCnt="0">
        <dgm:presLayoutVars>
          <dgm:hierBranch val="init"/>
        </dgm:presLayoutVars>
      </dgm:prSet>
      <dgm:spPr/>
    </dgm:pt>
    <dgm:pt modelId="{112D8D60-4568-4083-B033-82EE1DF4C358}" type="pres">
      <dgm:prSet presAssocID="{AF662FD4-FA71-4CB5-84FB-820DF3B080A2}" presName="rootComposite" presStyleCnt="0"/>
      <dgm:spPr/>
    </dgm:pt>
    <dgm:pt modelId="{604F827E-7201-41B5-8D07-127D6F4F9979}" type="pres">
      <dgm:prSet presAssocID="{AF662FD4-FA71-4CB5-84FB-820DF3B080A2}" presName="rootText" presStyleLbl="node2" presStyleIdx="1" presStyleCnt="2" custScaleX="140474" custScaleY="84110" custLinFactNeighborX="21761">
        <dgm:presLayoutVars>
          <dgm:chPref val="3"/>
        </dgm:presLayoutVars>
      </dgm:prSet>
      <dgm:spPr>
        <a:prstGeom prst="roundRect">
          <a:avLst/>
        </a:prstGeom>
      </dgm:spPr>
    </dgm:pt>
    <dgm:pt modelId="{C86D063C-6ED1-4DBC-9169-88DBA13F116A}" type="pres">
      <dgm:prSet presAssocID="{AF662FD4-FA71-4CB5-84FB-820DF3B080A2}" presName="rootConnector" presStyleLbl="node2" presStyleIdx="1" presStyleCnt="2"/>
      <dgm:spPr/>
    </dgm:pt>
    <dgm:pt modelId="{531CAE3A-D6AF-44CE-987A-2E07343F8A22}" type="pres">
      <dgm:prSet presAssocID="{AF662FD4-FA71-4CB5-84FB-820DF3B080A2}" presName="hierChild4" presStyleCnt="0"/>
      <dgm:spPr/>
    </dgm:pt>
    <dgm:pt modelId="{2C43BB11-7C45-4C10-9372-78CBB41EC12B}" type="pres">
      <dgm:prSet presAssocID="{8E0DD02C-8BF4-4129-85FD-F6096D606B10}" presName="Name37" presStyleLbl="parChTrans1D3" presStyleIdx="2" presStyleCnt="3"/>
      <dgm:spPr/>
    </dgm:pt>
    <dgm:pt modelId="{06CE720C-8A39-4D52-A803-CA1B59733D54}" type="pres">
      <dgm:prSet presAssocID="{333F56B8-C992-49E3-8097-0CF3A9FA556D}" presName="hierRoot2" presStyleCnt="0">
        <dgm:presLayoutVars>
          <dgm:hierBranch val="init"/>
        </dgm:presLayoutVars>
      </dgm:prSet>
      <dgm:spPr/>
    </dgm:pt>
    <dgm:pt modelId="{D4708EB8-E3F2-42A9-8BE1-8A5F2A00B2DC}" type="pres">
      <dgm:prSet presAssocID="{333F56B8-C992-49E3-8097-0CF3A9FA556D}" presName="rootComposite" presStyleCnt="0"/>
      <dgm:spPr/>
    </dgm:pt>
    <dgm:pt modelId="{DFBF64FB-FC35-4C44-81A2-6B234F967864}" type="pres">
      <dgm:prSet presAssocID="{333F56B8-C992-49E3-8097-0CF3A9FA556D}" presName="rootText" presStyleLbl="node3" presStyleIdx="2" presStyleCnt="3" custScaleX="120953" custScaleY="65781" custLinFactNeighborX="6554">
        <dgm:presLayoutVars>
          <dgm:chPref val="3"/>
        </dgm:presLayoutVars>
      </dgm:prSet>
      <dgm:spPr>
        <a:prstGeom prst="roundRect">
          <a:avLst/>
        </a:prstGeom>
      </dgm:spPr>
    </dgm:pt>
    <dgm:pt modelId="{E8C61EB6-A3D6-463E-8D22-4F2A6846C0DB}" type="pres">
      <dgm:prSet presAssocID="{333F56B8-C992-49E3-8097-0CF3A9FA556D}" presName="rootConnector" presStyleLbl="node3" presStyleIdx="2" presStyleCnt="3"/>
      <dgm:spPr/>
    </dgm:pt>
    <dgm:pt modelId="{A36E419E-D1D0-4F99-8ADB-EB16DD681B56}" type="pres">
      <dgm:prSet presAssocID="{333F56B8-C992-49E3-8097-0CF3A9FA556D}" presName="hierChild4" presStyleCnt="0"/>
      <dgm:spPr/>
    </dgm:pt>
    <dgm:pt modelId="{34F2F05B-48E9-448C-B774-7E577AC21CAE}" type="pres">
      <dgm:prSet presAssocID="{333F56B8-C992-49E3-8097-0CF3A9FA556D}" presName="hierChild5" presStyleCnt="0"/>
      <dgm:spPr/>
    </dgm:pt>
    <dgm:pt modelId="{B796D4BE-22A0-4CAD-A142-F5E930E1E621}" type="pres">
      <dgm:prSet presAssocID="{AF662FD4-FA71-4CB5-84FB-820DF3B080A2}" presName="hierChild5" presStyleCnt="0"/>
      <dgm:spPr/>
    </dgm:pt>
    <dgm:pt modelId="{7E57627D-8FAA-4299-9DF2-14BF68A6B6F4}" type="pres">
      <dgm:prSet presAssocID="{72C598DC-11CA-438A-B8B6-E60E37C35F7E}" presName="hierChild3" presStyleCnt="0"/>
      <dgm:spPr/>
    </dgm:pt>
  </dgm:ptLst>
  <dgm:cxnLst>
    <dgm:cxn modelId="{70493C14-39D0-40ED-B33B-FE5978371C46}" type="presOf" srcId="{AF662FD4-FA71-4CB5-84FB-820DF3B080A2}" destId="{604F827E-7201-41B5-8D07-127D6F4F9979}" srcOrd="0" destOrd="0" presId="urn:microsoft.com/office/officeart/2005/8/layout/orgChart1"/>
    <dgm:cxn modelId="{F9117419-2D21-43D5-91D3-A2839E49726C}" type="presOf" srcId="{C6AA5390-57D8-495A-8BEF-B19E4834DA0A}" destId="{308158E8-A165-4702-9BEB-7315751F11B1}" srcOrd="0" destOrd="0" presId="urn:microsoft.com/office/officeart/2005/8/layout/orgChart1"/>
    <dgm:cxn modelId="{D06BCD25-D100-44A9-946A-87E85444B490}" type="presOf" srcId="{790B46B0-FC87-4792-AB89-5BFEC00FEC98}" destId="{06CEE145-274E-4120-B287-C2DFAAEA6D29}" srcOrd="0" destOrd="0" presId="urn:microsoft.com/office/officeart/2005/8/layout/orgChart1"/>
    <dgm:cxn modelId="{79A3F134-CA2F-4A90-8458-6214410B38C6}" type="presOf" srcId="{AF662FD4-FA71-4CB5-84FB-820DF3B080A2}" destId="{C86D063C-6ED1-4DBC-9169-88DBA13F116A}" srcOrd="1" destOrd="0" presId="urn:microsoft.com/office/officeart/2005/8/layout/orgChart1"/>
    <dgm:cxn modelId="{EC3EE33F-5A03-4385-B69E-E949E82F3F61}" type="presOf" srcId="{333F56B8-C992-49E3-8097-0CF3A9FA556D}" destId="{E8C61EB6-A3D6-463E-8D22-4F2A6846C0DB}" srcOrd="1" destOrd="0" presId="urn:microsoft.com/office/officeart/2005/8/layout/orgChart1"/>
    <dgm:cxn modelId="{8ABAD95E-CFA0-4FAC-80F9-627E3612062C}" type="presOf" srcId="{790B46B0-FC87-4792-AB89-5BFEC00FEC98}" destId="{2181D734-84C7-4363-8764-034F858C7ED3}" srcOrd="1" destOrd="0" presId="urn:microsoft.com/office/officeart/2005/8/layout/orgChart1"/>
    <dgm:cxn modelId="{68A94344-B65F-4457-A8A8-FFD4E3FBBCC1}" type="presOf" srcId="{7060F7CF-727E-4DBB-915D-BADDED1AE636}" destId="{03ADFAB9-4923-4DA0-9D73-A1BE3E8DC4B1}" srcOrd="0" destOrd="0" presId="urn:microsoft.com/office/officeart/2005/8/layout/orgChart1"/>
    <dgm:cxn modelId="{78B33F4D-A0FF-4E61-91CA-1F94C8CA2A93}" type="presOf" srcId="{77CFC611-9326-4FB7-A5A1-10663D4F4E77}" destId="{A3B0B742-01EC-49B8-8FEE-CFF6214AA16D}" srcOrd="1" destOrd="0" presId="urn:microsoft.com/office/officeart/2005/8/layout/orgChart1"/>
    <dgm:cxn modelId="{D4F6507D-66F2-46FA-9774-BD150CB18948}" type="presOf" srcId="{333F56B8-C992-49E3-8097-0CF3A9FA556D}" destId="{DFBF64FB-FC35-4C44-81A2-6B234F967864}" srcOrd="0" destOrd="0" presId="urn:microsoft.com/office/officeart/2005/8/layout/orgChart1"/>
    <dgm:cxn modelId="{F8422C80-41F7-4699-9B61-CEF091604DAD}" type="presOf" srcId="{8E0DD02C-8BF4-4129-85FD-F6096D606B10}" destId="{2C43BB11-7C45-4C10-9372-78CBB41EC12B}" srcOrd="0" destOrd="0" presId="urn:microsoft.com/office/officeart/2005/8/layout/orgChart1"/>
    <dgm:cxn modelId="{4F21D084-9E24-41E5-A40C-341C0C6B0A56}" type="presOf" srcId="{E8F413EF-B69A-44AD-BEF5-269A53317A58}" destId="{5A62AC59-B820-4AAA-8F8C-7557899963BE}" srcOrd="0" destOrd="0" presId="urn:microsoft.com/office/officeart/2005/8/layout/orgChart1"/>
    <dgm:cxn modelId="{D4DE1E86-5512-4C84-A791-13AD229C4CA3}" srcId="{AF662FD4-FA71-4CB5-84FB-820DF3B080A2}" destId="{333F56B8-C992-49E3-8097-0CF3A9FA556D}" srcOrd="0" destOrd="0" parTransId="{8E0DD02C-8BF4-4129-85FD-F6096D606B10}" sibTransId="{F6EBF7EE-0552-4D3A-8E3F-26CEA42E178B}"/>
    <dgm:cxn modelId="{0D142897-98AF-409F-B51C-FEE891E4DD52}" type="presOf" srcId="{72C598DC-11CA-438A-B8B6-E60E37C35F7E}" destId="{3EECD731-0FEB-4AA4-93E2-948C48463D3C}" srcOrd="0" destOrd="0" presId="urn:microsoft.com/office/officeart/2005/8/layout/orgChart1"/>
    <dgm:cxn modelId="{A129AD98-2FFD-4425-B231-1A7C91650504}" type="presOf" srcId="{77CFC611-9326-4FB7-A5A1-10663D4F4E77}" destId="{3913846F-FFFD-4B45-9066-9BD9D685A509}" srcOrd="0" destOrd="0" presId="urn:microsoft.com/office/officeart/2005/8/layout/orgChart1"/>
    <dgm:cxn modelId="{6F2C3C9B-1BB6-469E-BEF7-F8C389C64B62}" srcId="{72C598DC-11CA-438A-B8B6-E60E37C35F7E}" destId="{790B46B0-FC87-4792-AB89-5BFEC00FEC98}" srcOrd="0" destOrd="0" parTransId="{6B446C66-C4CA-40ED-869A-70D9F10E1CD0}" sibTransId="{5A3F664C-4471-442D-BA03-CE0C313E32FB}"/>
    <dgm:cxn modelId="{D76393A6-53C2-4E0D-BD80-F3DECB8CB5F1}" type="presOf" srcId="{72C598DC-11CA-438A-B8B6-E60E37C35F7E}" destId="{7CB7549D-9538-4082-9DF0-F20CC141B138}" srcOrd="1" destOrd="0" presId="urn:microsoft.com/office/officeart/2005/8/layout/orgChart1"/>
    <dgm:cxn modelId="{F83322AD-D7D6-4B37-872A-3A55ECA9DCCF}" srcId="{790B46B0-FC87-4792-AB89-5BFEC00FEC98}" destId="{77CFC611-9326-4FB7-A5A1-10663D4F4E77}" srcOrd="1" destOrd="0" parTransId="{12B54152-F41A-4E88-9F49-BB691778277D}" sibTransId="{939235E3-DD74-42B7-AC30-53D57ACBE8BD}"/>
    <dgm:cxn modelId="{20C03BB4-4ED4-4FD3-A46D-226ADE737FF4}" type="presOf" srcId="{6B446C66-C4CA-40ED-869A-70D9F10E1CD0}" destId="{16661DF1-0D6E-4482-B5C5-66F369DCB30E}" srcOrd="0" destOrd="0" presId="urn:microsoft.com/office/officeart/2005/8/layout/orgChart1"/>
    <dgm:cxn modelId="{2B5133C3-A1DF-422F-B18D-4ACEB21E0AA6}" srcId="{E8F413EF-B69A-44AD-BEF5-269A53317A58}" destId="{72C598DC-11CA-438A-B8B6-E60E37C35F7E}" srcOrd="0" destOrd="0" parTransId="{A957853F-88FE-4066-A418-8B15330AFBB0}" sibTransId="{A2F703D2-5124-4271-8D73-94078BD159FD}"/>
    <dgm:cxn modelId="{2D0F1CD0-1A9F-4D56-8B53-5B1EFD3E5765}" type="presOf" srcId="{12B54152-F41A-4E88-9F49-BB691778277D}" destId="{8DC47642-C911-4894-9B3A-7440A3359CB4}" srcOrd="0" destOrd="0" presId="urn:microsoft.com/office/officeart/2005/8/layout/orgChart1"/>
    <dgm:cxn modelId="{1A00F6D1-90BE-4340-A4AA-CDE4FEAD4BB8}" srcId="{72C598DC-11CA-438A-B8B6-E60E37C35F7E}" destId="{AF662FD4-FA71-4CB5-84FB-820DF3B080A2}" srcOrd="1" destOrd="0" parTransId="{06C898ED-5DF1-4221-975C-2C5738B9A519}" sibTransId="{5B7CD409-6AB9-4C4C-BD71-3020FE8CD7F9}"/>
    <dgm:cxn modelId="{B2FF24E5-9A82-48D1-BA44-C8DF3F2C2C22}" type="presOf" srcId="{06C898ED-5DF1-4221-975C-2C5738B9A519}" destId="{35D123AF-CBF8-4774-B5DC-2FCF2C273CF6}" srcOrd="0" destOrd="0" presId="urn:microsoft.com/office/officeart/2005/8/layout/orgChart1"/>
    <dgm:cxn modelId="{736BDFF7-2247-454B-B67B-E2954195287D}" type="presOf" srcId="{C6AA5390-57D8-495A-8BEF-B19E4834DA0A}" destId="{3FDDEA3F-657B-4855-8873-C07F0C5651D2}" srcOrd="1" destOrd="0" presId="urn:microsoft.com/office/officeart/2005/8/layout/orgChart1"/>
    <dgm:cxn modelId="{E40AC0F9-0598-4633-BD0E-52FBFC88FBF9}" srcId="{790B46B0-FC87-4792-AB89-5BFEC00FEC98}" destId="{C6AA5390-57D8-495A-8BEF-B19E4834DA0A}" srcOrd="0" destOrd="0" parTransId="{7060F7CF-727E-4DBB-915D-BADDED1AE636}" sibTransId="{29D9467C-FBE9-42D6-83B1-D1B4DE9E9EAD}"/>
    <dgm:cxn modelId="{F503B220-58A2-4B3B-B0A6-47921611F8F5}" type="presParOf" srcId="{5A62AC59-B820-4AAA-8F8C-7557899963BE}" destId="{9725F6A1-8B30-4077-BA4A-C5E546B0EAD7}" srcOrd="0" destOrd="0" presId="urn:microsoft.com/office/officeart/2005/8/layout/orgChart1"/>
    <dgm:cxn modelId="{0F3946F3-EA8A-459F-AED5-4463BA62A1D5}" type="presParOf" srcId="{9725F6A1-8B30-4077-BA4A-C5E546B0EAD7}" destId="{0240E2B2-19CC-4835-84AE-C25DC6BE5BF7}" srcOrd="0" destOrd="0" presId="urn:microsoft.com/office/officeart/2005/8/layout/orgChart1"/>
    <dgm:cxn modelId="{D6F1DF21-7B57-40BD-BC2B-8C18FF7C2A8A}" type="presParOf" srcId="{0240E2B2-19CC-4835-84AE-C25DC6BE5BF7}" destId="{3EECD731-0FEB-4AA4-93E2-948C48463D3C}" srcOrd="0" destOrd="0" presId="urn:microsoft.com/office/officeart/2005/8/layout/orgChart1"/>
    <dgm:cxn modelId="{711E19F1-3E53-449B-8F23-59A6BB5E4B75}" type="presParOf" srcId="{0240E2B2-19CC-4835-84AE-C25DC6BE5BF7}" destId="{7CB7549D-9538-4082-9DF0-F20CC141B138}" srcOrd="1" destOrd="0" presId="urn:microsoft.com/office/officeart/2005/8/layout/orgChart1"/>
    <dgm:cxn modelId="{89800FF6-6A34-4BC4-A7B9-B25A544EE854}" type="presParOf" srcId="{9725F6A1-8B30-4077-BA4A-C5E546B0EAD7}" destId="{7CB8F716-1D97-4FF2-BAF8-B735484065DE}" srcOrd="1" destOrd="0" presId="urn:microsoft.com/office/officeart/2005/8/layout/orgChart1"/>
    <dgm:cxn modelId="{A27AB984-9600-4A2D-861B-878C96BCD782}" type="presParOf" srcId="{7CB8F716-1D97-4FF2-BAF8-B735484065DE}" destId="{16661DF1-0D6E-4482-B5C5-66F369DCB30E}" srcOrd="0" destOrd="0" presId="urn:microsoft.com/office/officeart/2005/8/layout/orgChart1"/>
    <dgm:cxn modelId="{C6B33AD4-2756-43DD-B728-414A2CE6D0F4}" type="presParOf" srcId="{7CB8F716-1D97-4FF2-BAF8-B735484065DE}" destId="{A95B4B81-411C-47A8-9111-1476455CDEDB}" srcOrd="1" destOrd="0" presId="urn:microsoft.com/office/officeart/2005/8/layout/orgChart1"/>
    <dgm:cxn modelId="{0DD73A74-9432-4247-9B4F-C38CE7A7FA5F}" type="presParOf" srcId="{A95B4B81-411C-47A8-9111-1476455CDEDB}" destId="{344D7735-6130-48E2-BF4B-4A52C9EC678A}" srcOrd="0" destOrd="0" presId="urn:microsoft.com/office/officeart/2005/8/layout/orgChart1"/>
    <dgm:cxn modelId="{D44C529C-D79A-4514-8A1E-33708118AF8D}" type="presParOf" srcId="{344D7735-6130-48E2-BF4B-4A52C9EC678A}" destId="{06CEE145-274E-4120-B287-C2DFAAEA6D29}" srcOrd="0" destOrd="0" presId="urn:microsoft.com/office/officeart/2005/8/layout/orgChart1"/>
    <dgm:cxn modelId="{78077276-1B2E-47D4-9C12-8986767005E9}" type="presParOf" srcId="{344D7735-6130-48E2-BF4B-4A52C9EC678A}" destId="{2181D734-84C7-4363-8764-034F858C7ED3}" srcOrd="1" destOrd="0" presId="urn:microsoft.com/office/officeart/2005/8/layout/orgChart1"/>
    <dgm:cxn modelId="{029D9042-82F0-41FC-91EA-AFF73A916F63}" type="presParOf" srcId="{A95B4B81-411C-47A8-9111-1476455CDEDB}" destId="{31B1AE5B-7CE5-40C9-BBC8-C86A6C7331EE}" srcOrd="1" destOrd="0" presId="urn:microsoft.com/office/officeart/2005/8/layout/orgChart1"/>
    <dgm:cxn modelId="{AEDE6A9D-D0F2-4575-AF58-47795D4B3D18}" type="presParOf" srcId="{31B1AE5B-7CE5-40C9-BBC8-C86A6C7331EE}" destId="{03ADFAB9-4923-4DA0-9D73-A1BE3E8DC4B1}" srcOrd="0" destOrd="0" presId="urn:microsoft.com/office/officeart/2005/8/layout/orgChart1"/>
    <dgm:cxn modelId="{3AA7C25A-C42A-45AD-97DF-00C81F286DD8}" type="presParOf" srcId="{31B1AE5B-7CE5-40C9-BBC8-C86A6C7331EE}" destId="{D35789FF-F7BC-42CD-94F1-DFB45D7C9038}" srcOrd="1" destOrd="0" presId="urn:microsoft.com/office/officeart/2005/8/layout/orgChart1"/>
    <dgm:cxn modelId="{4AB82AAC-1416-4135-876F-DCB7DA7B7A09}" type="presParOf" srcId="{D35789FF-F7BC-42CD-94F1-DFB45D7C9038}" destId="{76D14FCC-49BA-4AC5-B54B-7F821B67CAC5}" srcOrd="0" destOrd="0" presId="urn:microsoft.com/office/officeart/2005/8/layout/orgChart1"/>
    <dgm:cxn modelId="{8F28A2F4-98F9-4128-9A08-B8171337E9D2}" type="presParOf" srcId="{76D14FCC-49BA-4AC5-B54B-7F821B67CAC5}" destId="{308158E8-A165-4702-9BEB-7315751F11B1}" srcOrd="0" destOrd="0" presId="urn:microsoft.com/office/officeart/2005/8/layout/orgChart1"/>
    <dgm:cxn modelId="{E97556C6-F0C4-45C2-A8EA-2E9A27198626}" type="presParOf" srcId="{76D14FCC-49BA-4AC5-B54B-7F821B67CAC5}" destId="{3FDDEA3F-657B-4855-8873-C07F0C5651D2}" srcOrd="1" destOrd="0" presId="urn:microsoft.com/office/officeart/2005/8/layout/orgChart1"/>
    <dgm:cxn modelId="{96044832-B321-4E0B-96F2-D84B592BF7C6}" type="presParOf" srcId="{D35789FF-F7BC-42CD-94F1-DFB45D7C9038}" destId="{58593406-88F7-48ED-AA69-2CB1025C5D8C}" srcOrd="1" destOrd="0" presId="urn:microsoft.com/office/officeart/2005/8/layout/orgChart1"/>
    <dgm:cxn modelId="{EEFC7FAE-A28C-4853-9F0A-C80B71164406}" type="presParOf" srcId="{D35789FF-F7BC-42CD-94F1-DFB45D7C9038}" destId="{D791CF7E-CA04-45AB-83F2-51BB850C887B}" srcOrd="2" destOrd="0" presId="urn:microsoft.com/office/officeart/2005/8/layout/orgChart1"/>
    <dgm:cxn modelId="{C32C57C3-5B74-4CB6-AAFF-5DB133F5CB96}" type="presParOf" srcId="{31B1AE5B-7CE5-40C9-BBC8-C86A6C7331EE}" destId="{8DC47642-C911-4894-9B3A-7440A3359CB4}" srcOrd="2" destOrd="0" presId="urn:microsoft.com/office/officeart/2005/8/layout/orgChart1"/>
    <dgm:cxn modelId="{1F97B94E-9A0E-4F17-9077-20F2A4337D0F}" type="presParOf" srcId="{31B1AE5B-7CE5-40C9-BBC8-C86A6C7331EE}" destId="{8D1D6F75-8BE7-4827-9B79-9006FFC07415}" srcOrd="3" destOrd="0" presId="urn:microsoft.com/office/officeart/2005/8/layout/orgChart1"/>
    <dgm:cxn modelId="{6138FA1A-4011-413D-A448-0D001C4BCCC4}" type="presParOf" srcId="{8D1D6F75-8BE7-4827-9B79-9006FFC07415}" destId="{204358A7-12A5-4F28-BDCD-B8238DDB9423}" srcOrd="0" destOrd="0" presId="urn:microsoft.com/office/officeart/2005/8/layout/orgChart1"/>
    <dgm:cxn modelId="{2779A4B8-FF93-49F7-B9BE-73DF6CE6A5D7}" type="presParOf" srcId="{204358A7-12A5-4F28-BDCD-B8238DDB9423}" destId="{3913846F-FFFD-4B45-9066-9BD9D685A509}" srcOrd="0" destOrd="0" presId="urn:microsoft.com/office/officeart/2005/8/layout/orgChart1"/>
    <dgm:cxn modelId="{ACCB3607-6385-4C6A-8B3E-983DD66682FD}" type="presParOf" srcId="{204358A7-12A5-4F28-BDCD-B8238DDB9423}" destId="{A3B0B742-01EC-49B8-8FEE-CFF6214AA16D}" srcOrd="1" destOrd="0" presId="urn:microsoft.com/office/officeart/2005/8/layout/orgChart1"/>
    <dgm:cxn modelId="{4596BDA1-A861-4D04-BE69-3604401BCC38}" type="presParOf" srcId="{8D1D6F75-8BE7-4827-9B79-9006FFC07415}" destId="{92918D7F-1B5C-4A9C-B877-031DF48DBFCD}" srcOrd="1" destOrd="0" presId="urn:microsoft.com/office/officeart/2005/8/layout/orgChart1"/>
    <dgm:cxn modelId="{B2EE8522-126B-4BB6-B77E-3C3BB60A2E7D}" type="presParOf" srcId="{8D1D6F75-8BE7-4827-9B79-9006FFC07415}" destId="{90F65DD8-F559-4DEC-B79C-9865C7D5C488}" srcOrd="2" destOrd="0" presId="urn:microsoft.com/office/officeart/2005/8/layout/orgChart1"/>
    <dgm:cxn modelId="{893F88C7-3F0B-4B20-B1B7-37B8DA5E9F16}" type="presParOf" srcId="{A95B4B81-411C-47A8-9111-1476455CDEDB}" destId="{D6ABC56B-8191-4366-B23B-218FD12D4AB3}" srcOrd="2" destOrd="0" presId="urn:microsoft.com/office/officeart/2005/8/layout/orgChart1"/>
    <dgm:cxn modelId="{F6EC4ACE-BE8A-4696-84D6-9B8E168D3224}" type="presParOf" srcId="{7CB8F716-1D97-4FF2-BAF8-B735484065DE}" destId="{35D123AF-CBF8-4774-B5DC-2FCF2C273CF6}" srcOrd="2" destOrd="0" presId="urn:microsoft.com/office/officeart/2005/8/layout/orgChart1"/>
    <dgm:cxn modelId="{4CD27B3D-E338-4229-8BBC-03CED76AF0BB}" type="presParOf" srcId="{7CB8F716-1D97-4FF2-BAF8-B735484065DE}" destId="{54EC5764-59B8-4A8F-A926-5180BBB474BE}" srcOrd="3" destOrd="0" presId="urn:microsoft.com/office/officeart/2005/8/layout/orgChart1"/>
    <dgm:cxn modelId="{040A2897-21F9-4515-8C40-2C1EC46A55EC}" type="presParOf" srcId="{54EC5764-59B8-4A8F-A926-5180BBB474BE}" destId="{112D8D60-4568-4083-B033-82EE1DF4C358}" srcOrd="0" destOrd="0" presId="urn:microsoft.com/office/officeart/2005/8/layout/orgChart1"/>
    <dgm:cxn modelId="{223F297B-B153-4260-B03E-524CC49D91E0}" type="presParOf" srcId="{112D8D60-4568-4083-B033-82EE1DF4C358}" destId="{604F827E-7201-41B5-8D07-127D6F4F9979}" srcOrd="0" destOrd="0" presId="urn:microsoft.com/office/officeart/2005/8/layout/orgChart1"/>
    <dgm:cxn modelId="{AAE16860-D525-4F5B-A646-DD467A21304E}" type="presParOf" srcId="{112D8D60-4568-4083-B033-82EE1DF4C358}" destId="{C86D063C-6ED1-4DBC-9169-88DBA13F116A}" srcOrd="1" destOrd="0" presId="urn:microsoft.com/office/officeart/2005/8/layout/orgChart1"/>
    <dgm:cxn modelId="{E81DB36E-6F8F-4DDA-B760-56C5F6F29CEE}" type="presParOf" srcId="{54EC5764-59B8-4A8F-A926-5180BBB474BE}" destId="{531CAE3A-D6AF-44CE-987A-2E07343F8A22}" srcOrd="1" destOrd="0" presId="urn:microsoft.com/office/officeart/2005/8/layout/orgChart1"/>
    <dgm:cxn modelId="{237580BB-2E5D-420C-A4B1-6F230495611C}" type="presParOf" srcId="{531CAE3A-D6AF-44CE-987A-2E07343F8A22}" destId="{2C43BB11-7C45-4C10-9372-78CBB41EC12B}" srcOrd="0" destOrd="0" presId="urn:microsoft.com/office/officeart/2005/8/layout/orgChart1"/>
    <dgm:cxn modelId="{F53C4875-34B3-4A65-88DD-6485B6991B35}" type="presParOf" srcId="{531CAE3A-D6AF-44CE-987A-2E07343F8A22}" destId="{06CE720C-8A39-4D52-A803-CA1B59733D54}" srcOrd="1" destOrd="0" presId="urn:microsoft.com/office/officeart/2005/8/layout/orgChart1"/>
    <dgm:cxn modelId="{70AE938F-8505-4645-A02C-AFAFF43BFC85}" type="presParOf" srcId="{06CE720C-8A39-4D52-A803-CA1B59733D54}" destId="{D4708EB8-E3F2-42A9-8BE1-8A5F2A00B2DC}" srcOrd="0" destOrd="0" presId="urn:microsoft.com/office/officeart/2005/8/layout/orgChart1"/>
    <dgm:cxn modelId="{BCC7C4C0-6B03-43F7-B084-B4AC01053B04}" type="presParOf" srcId="{D4708EB8-E3F2-42A9-8BE1-8A5F2A00B2DC}" destId="{DFBF64FB-FC35-4C44-81A2-6B234F967864}" srcOrd="0" destOrd="0" presId="urn:microsoft.com/office/officeart/2005/8/layout/orgChart1"/>
    <dgm:cxn modelId="{E0828E85-B8D6-4872-B716-7B020E8E8EB4}" type="presParOf" srcId="{D4708EB8-E3F2-42A9-8BE1-8A5F2A00B2DC}" destId="{E8C61EB6-A3D6-463E-8D22-4F2A6846C0DB}" srcOrd="1" destOrd="0" presId="urn:microsoft.com/office/officeart/2005/8/layout/orgChart1"/>
    <dgm:cxn modelId="{30598135-3E4E-460E-8B75-4462D0A23B73}" type="presParOf" srcId="{06CE720C-8A39-4D52-A803-CA1B59733D54}" destId="{A36E419E-D1D0-4F99-8ADB-EB16DD681B56}" srcOrd="1" destOrd="0" presId="urn:microsoft.com/office/officeart/2005/8/layout/orgChart1"/>
    <dgm:cxn modelId="{6EF15838-443F-489A-88EC-E4B4376E8E50}" type="presParOf" srcId="{06CE720C-8A39-4D52-A803-CA1B59733D54}" destId="{34F2F05B-48E9-448C-B774-7E577AC21CAE}" srcOrd="2" destOrd="0" presId="urn:microsoft.com/office/officeart/2005/8/layout/orgChart1"/>
    <dgm:cxn modelId="{D287FAC0-25E8-47B3-A8C4-1A1441D6E650}" type="presParOf" srcId="{54EC5764-59B8-4A8F-A926-5180BBB474BE}" destId="{B796D4BE-22A0-4CAD-A142-F5E930E1E621}" srcOrd="2" destOrd="0" presId="urn:microsoft.com/office/officeart/2005/8/layout/orgChart1"/>
    <dgm:cxn modelId="{5CD18C9D-B979-402C-B106-B9A5B84ACB73}" type="presParOf" srcId="{9725F6A1-8B30-4077-BA4A-C5E546B0EAD7}" destId="{7E57627D-8FAA-4299-9DF2-14BF68A6B6F4}" srcOrd="2" destOrd="0" presId="urn:microsoft.com/office/officeart/2005/8/layout/orgChar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E8F413EF-B69A-44AD-BEF5-269A53317A58}" type="doc">
      <dgm:prSet loTypeId="urn:microsoft.com/office/officeart/2005/8/layout/orgChart1" loCatId="hierarchy" qsTypeId="urn:microsoft.com/office/officeart/2005/8/quickstyle/simple3" qsCatId="simple" csTypeId="urn:microsoft.com/office/officeart/2005/8/colors/colorful5" csCatId="colorful" phldr="1"/>
      <dgm:spPr/>
      <dgm:t>
        <a:bodyPr/>
        <a:lstStyle/>
        <a:p>
          <a:endParaRPr lang="en-IN"/>
        </a:p>
      </dgm:t>
    </dgm:pt>
    <dgm:pt modelId="{72C598DC-11CA-438A-B8B6-E60E37C35F7E}">
      <dgm:prSet phldrT="[Text]" custT="1"/>
      <dgm:spPr/>
      <dgm:t>
        <a:bodyPr/>
        <a:lstStyle/>
        <a:p>
          <a:r>
            <a:rPr lang="en-US" sz="1800" b="1" dirty="0"/>
            <a:t>Types of Polymorphism in Java</a:t>
          </a:r>
          <a:endParaRPr lang="en-IN" sz="1800" b="1" dirty="0"/>
        </a:p>
      </dgm:t>
    </dgm:pt>
    <dgm:pt modelId="{A957853F-88FE-4066-A418-8B15330AFBB0}" type="parTrans" cxnId="{2B5133C3-A1DF-422F-B18D-4ACEB21E0AA6}">
      <dgm:prSet/>
      <dgm:spPr/>
      <dgm:t>
        <a:bodyPr/>
        <a:lstStyle/>
        <a:p>
          <a:endParaRPr lang="en-IN" sz="1800"/>
        </a:p>
      </dgm:t>
    </dgm:pt>
    <dgm:pt modelId="{A2F703D2-5124-4271-8D73-94078BD159FD}" type="sibTrans" cxnId="{2B5133C3-A1DF-422F-B18D-4ACEB21E0AA6}">
      <dgm:prSet/>
      <dgm:spPr/>
      <dgm:t>
        <a:bodyPr/>
        <a:lstStyle/>
        <a:p>
          <a:endParaRPr lang="en-IN" sz="1800"/>
        </a:p>
      </dgm:t>
    </dgm:pt>
    <dgm:pt modelId="{AF662FD4-FA71-4CB5-84FB-820DF3B080A2}">
      <dgm:prSet custT="1"/>
      <dgm:spPr/>
      <dgm:t>
        <a:bodyPr/>
        <a:lstStyle/>
        <a:p>
          <a:r>
            <a:rPr lang="en-US" sz="1800" dirty="0"/>
            <a:t>Run-time (dynamic/late binding)</a:t>
          </a:r>
          <a:endParaRPr lang="en-IN" sz="1800" dirty="0"/>
        </a:p>
      </dgm:t>
    </dgm:pt>
    <dgm:pt modelId="{06C898ED-5DF1-4221-975C-2C5738B9A519}" type="parTrans" cxnId="{1A00F6D1-90BE-4340-A4AA-CDE4FEAD4BB8}">
      <dgm:prSet/>
      <dgm:spPr/>
      <dgm:t>
        <a:bodyPr/>
        <a:lstStyle/>
        <a:p>
          <a:endParaRPr lang="en-IN" sz="1800"/>
        </a:p>
      </dgm:t>
    </dgm:pt>
    <dgm:pt modelId="{5B7CD409-6AB9-4C4C-BD71-3020FE8CD7F9}" type="sibTrans" cxnId="{1A00F6D1-90BE-4340-A4AA-CDE4FEAD4BB8}">
      <dgm:prSet/>
      <dgm:spPr/>
      <dgm:t>
        <a:bodyPr/>
        <a:lstStyle/>
        <a:p>
          <a:endParaRPr lang="en-IN" sz="1800"/>
        </a:p>
      </dgm:t>
    </dgm:pt>
    <dgm:pt modelId="{790B46B0-FC87-4792-AB89-5BFEC00FEC98}">
      <dgm:prSet custT="1"/>
      <dgm:spPr/>
      <dgm:t>
        <a:bodyPr/>
        <a:lstStyle/>
        <a:p>
          <a:r>
            <a:rPr lang="en-US" sz="1800" dirty="0"/>
            <a:t>Compile-time  (</a:t>
          </a:r>
          <a:r>
            <a:rPr lang="en-US" sz="1800"/>
            <a:t>static/early </a:t>
          </a:r>
          <a:r>
            <a:rPr lang="en-US" sz="1800" dirty="0"/>
            <a:t>binding)</a:t>
          </a:r>
          <a:endParaRPr lang="en-IN" sz="1800" dirty="0"/>
        </a:p>
      </dgm:t>
    </dgm:pt>
    <dgm:pt modelId="{6B446C66-C4CA-40ED-869A-70D9F10E1CD0}" type="parTrans" cxnId="{6F2C3C9B-1BB6-469E-BEF7-F8C389C64B62}">
      <dgm:prSet/>
      <dgm:spPr/>
      <dgm:t>
        <a:bodyPr/>
        <a:lstStyle/>
        <a:p>
          <a:endParaRPr lang="en-IN"/>
        </a:p>
      </dgm:t>
    </dgm:pt>
    <dgm:pt modelId="{5A3F664C-4471-442D-BA03-CE0C313E32FB}" type="sibTrans" cxnId="{6F2C3C9B-1BB6-469E-BEF7-F8C389C64B62}">
      <dgm:prSet/>
      <dgm:spPr/>
      <dgm:t>
        <a:bodyPr/>
        <a:lstStyle/>
        <a:p>
          <a:endParaRPr lang="en-IN"/>
        </a:p>
      </dgm:t>
    </dgm:pt>
    <dgm:pt modelId="{C6AA5390-57D8-495A-8BEF-B19E4834DA0A}">
      <dgm:prSet custT="1"/>
      <dgm:spPr/>
      <dgm:t>
        <a:bodyPr/>
        <a:lstStyle/>
        <a:p>
          <a:r>
            <a:rPr lang="en-US" sz="1800" dirty="0"/>
            <a:t>Method Overloading</a:t>
          </a:r>
          <a:endParaRPr lang="en-IN" sz="1800" dirty="0"/>
        </a:p>
      </dgm:t>
    </dgm:pt>
    <dgm:pt modelId="{7060F7CF-727E-4DBB-915D-BADDED1AE636}" type="parTrans" cxnId="{E40AC0F9-0598-4633-BD0E-52FBFC88FBF9}">
      <dgm:prSet/>
      <dgm:spPr/>
      <dgm:t>
        <a:bodyPr/>
        <a:lstStyle/>
        <a:p>
          <a:endParaRPr lang="en-IN"/>
        </a:p>
      </dgm:t>
    </dgm:pt>
    <dgm:pt modelId="{29D9467C-FBE9-42D6-83B1-D1B4DE9E9EAD}" type="sibTrans" cxnId="{E40AC0F9-0598-4633-BD0E-52FBFC88FBF9}">
      <dgm:prSet/>
      <dgm:spPr/>
      <dgm:t>
        <a:bodyPr/>
        <a:lstStyle/>
        <a:p>
          <a:endParaRPr lang="en-IN"/>
        </a:p>
      </dgm:t>
    </dgm:pt>
    <dgm:pt modelId="{333F56B8-C992-49E3-8097-0CF3A9FA556D}">
      <dgm:prSet custT="1"/>
      <dgm:spPr/>
      <dgm:t>
        <a:bodyPr/>
        <a:lstStyle/>
        <a:p>
          <a:r>
            <a:rPr lang="en-US" sz="1800" dirty="0"/>
            <a:t>Method Overriding</a:t>
          </a:r>
          <a:endParaRPr lang="en-IN" sz="1800" dirty="0"/>
        </a:p>
      </dgm:t>
    </dgm:pt>
    <dgm:pt modelId="{8E0DD02C-8BF4-4129-85FD-F6096D606B10}" type="parTrans" cxnId="{D4DE1E86-5512-4C84-A791-13AD229C4CA3}">
      <dgm:prSet/>
      <dgm:spPr/>
      <dgm:t>
        <a:bodyPr/>
        <a:lstStyle/>
        <a:p>
          <a:endParaRPr lang="en-IN"/>
        </a:p>
      </dgm:t>
    </dgm:pt>
    <dgm:pt modelId="{F6EBF7EE-0552-4D3A-8E3F-26CEA42E178B}" type="sibTrans" cxnId="{D4DE1E86-5512-4C84-A791-13AD229C4CA3}">
      <dgm:prSet/>
      <dgm:spPr/>
      <dgm:t>
        <a:bodyPr/>
        <a:lstStyle/>
        <a:p>
          <a:endParaRPr lang="en-IN"/>
        </a:p>
      </dgm:t>
    </dgm:pt>
    <dgm:pt modelId="{5A62AC59-B820-4AAA-8F8C-7557899963BE}" type="pres">
      <dgm:prSet presAssocID="{E8F413EF-B69A-44AD-BEF5-269A53317A58}" presName="hierChild1" presStyleCnt="0">
        <dgm:presLayoutVars>
          <dgm:orgChart val="1"/>
          <dgm:chPref val="1"/>
          <dgm:dir/>
          <dgm:animOne val="branch"/>
          <dgm:animLvl val="lvl"/>
          <dgm:resizeHandles/>
        </dgm:presLayoutVars>
      </dgm:prSet>
      <dgm:spPr/>
    </dgm:pt>
    <dgm:pt modelId="{9725F6A1-8B30-4077-BA4A-C5E546B0EAD7}" type="pres">
      <dgm:prSet presAssocID="{72C598DC-11CA-438A-B8B6-E60E37C35F7E}" presName="hierRoot1" presStyleCnt="0">
        <dgm:presLayoutVars>
          <dgm:hierBranch val="init"/>
        </dgm:presLayoutVars>
      </dgm:prSet>
      <dgm:spPr/>
    </dgm:pt>
    <dgm:pt modelId="{0240E2B2-19CC-4835-84AE-C25DC6BE5BF7}" type="pres">
      <dgm:prSet presAssocID="{72C598DC-11CA-438A-B8B6-E60E37C35F7E}" presName="rootComposite1" presStyleCnt="0"/>
      <dgm:spPr/>
    </dgm:pt>
    <dgm:pt modelId="{3EECD731-0FEB-4AA4-93E2-948C48463D3C}" type="pres">
      <dgm:prSet presAssocID="{72C598DC-11CA-438A-B8B6-E60E37C35F7E}" presName="rootText1" presStyleLbl="node0" presStyleIdx="0" presStyleCnt="1" custScaleX="253444" custScaleY="71927">
        <dgm:presLayoutVars>
          <dgm:chPref val="3"/>
        </dgm:presLayoutVars>
      </dgm:prSet>
      <dgm:spPr>
        <a:prstGeom prst="roundRect">
          <a:avLst/>
        </a:prstGeom>
      </dgm:spPr>
    </dgm:pt>
    <dgm:pt modelId="{7CB7549D-9538-4082-9DF0-F20CC141B138}" type="pres">
      <dgm:prSet presAssocID="{72C598DC-11CA-438A-B8B6-E60E37C35F7E}" presName="rootConnector1" presStyleLbl="node1" presStyleIdx="0" presStyleCnt="0"/>
      <dgm:spPr/>
    </dgm:pt>
    <dgm:pt modelId="{7CB8F716-1D97-4FF2-BAF8-B735484065DE}" type="pres">
      <dgm:prSet presAssocID="{72C598DC-11CA-438A-B8B6-E60E37C35F7E}" presName="hierChild2" presStyleCnt="0"/>
      <dgm:spPr/>
    </dgm:pt>
    <dgm:pt modelId="{16661DF1-0D6E-4482-B5C5-66F369DCB30E}" type="pres">
      <dgm:prSet presAssocID="{6B446C66-C4CA-40ED-869A-70D9F10E1CD0}" presName="Name37" presStyleLbl="parChTrans1D2" presStyleIdx="0" presStyleCnt="2"/>
      <dgm:spPr/>
    </dgm:pt>
    <dgm:pt modelId="{A95B4B81-411C-47A8-9111-1476455CDEDB}" type="pres">
      <dgm:prSet presAssocID="{790B46B0-FC87-4792-AB89-5BFEC00FEC98}" presName="hierRoot2" presStyleCnt="0">
        <dgm:presLayoutVars>
          <dgm:hierBranch val="init"/>
        </dgm:presLayoutVars>
      </dgm:prSet>
      <dgm:spPr/>
    </dgm:pt>
    <dgm:pt modelId="{344D7735-6130-48E2-BF4B-4A52C9EC678A}" type="pres">
      <dgm:prSet presAssocID="{790B46B0-FC87-4792-AB89-5BFEC00FEC98}" presName="rootComposite" presStyleCnt="0"/>
      <dgm:spPr/>
    </dgm:pt>
    <dgm:pt modelId="{06CEE145-274E-4120-B287-C2DFAAEA6D29}" type="pres">
      <dgm:prSet presAssocID="{790B46B0-FC87-4792-AB89-5BFEC00FEC98}" presName="rootText" presStyleLbl="node2" presStyleIdx="0" presStyleCnt="2" custScaleX="142026" custScaleY="107678" custLinFactNeighborX="-13852">
        <dgm:presLayoutVars>
          <dgm:chPref val="3"/>
        </dgm:presLayoutVars>
      </dgm:prSet>
      <dgm:spPr>
        <a:prstGeom prst="roundRect">
          <a:avLst/>
        </a:prstGeom>
      </dgm:spPr>
    </dgm:pt>
    <dgm:pt modelId="{2181D734-84C7-4363-8764-034F858C7ED3}" type="pres">
      <dgm:prSet presAssocID="{790B46B0-FC87-4792-AB89-5BFEC00FEC98}" presName="rootConnector" presStyleLbl="node2" presStyleIdx="0" presStyleCnt="2"/>
      <dgm:spPr/>
    </dgm:pt>
    <dgm:pt modelId="{31B1AE5B-7CE5-40C9-BBC8-C86A6C7331EE}" type="pres">
      <dgm:prSet presAssocID="{790B46B0-FC87-4792-AB89-5BFEC00FEC98}" presName="hierChild4" presStyleCnt="0"/>
      <dgm:spPr/>
    </dgm:pt>
    <dgm:pt modelId="{03ADFAB9-4923-4DA0-9D73-A1BE3E8DC4B1}" type="pres">
      <dgm:prSet presAssocID="{7060F7CF-727E-4DBB-915D-BADDED1AE636}" presName="Name37" presStyleLbl="parChTrans1D3" presStyleIdx="0" presStyleCnt="2"/>
      <dgm:spPr/>
    </dgm:pt>
    <dgm:pt modelId="{D35789FF-F7BC-42CD-94F1-DFB45D7C9038}" type="pres">
      <dgm:prSet presAssocID="{C6AA5390-57D8-495A-8BEF-B19E4834DA0A}" presName="hierRoot2" presStyleCnt="0">
        <dgm:presLayoutVars>
          <dgm:hierBranch val="init"/>
        </dgm:presLayoutVars>
      </dgm:prSet>
      <dgm:spPr/>
    </dgm:pt>
    <dgm:pt modelId="{76D14FCC-49BA-4AC5-B54B-7F821B67CAC5}" type="pres">
      <dgm:prSet presAssocID="{C6AA5390-57D8-495A-8BEF-B19E4834DA0A}" presName="rootComposite" presStyleCnt="0"/>
      <dgm:spPr/>
    </dgm:pt>
    <dgm:pt modelId="{308158E8-A165-4702-9BEB-7315751F11B1}" type="pres">
      <dgm:prSet presAssocID="{C6AA5390-57D8-495A-8BEF-B19E4834DA0A}" presName="rootText" presStyleLbl="node3" presStyleIdx="0" presStyleCnt="2" custScaleX="115313" custScaleY="91623" custLinFactNeighborX="-11330">
        <dgm:presLayoutVars>
          <dgm:chPref val="3"/>
        </dgm:presLayoutVars>
      </dgm:prSet>
      <dgm:spPr>
        <a:prstGeom prst="roundRect">
          <a:avLst/>
        </a:prstGeom>
      </dgm:spPr>
    </dgm:pt>
    <dgm:pt modelId="{3FDDEA3F-657B-4855-8873-C07F0C5651D2}" type="pres">
      <dgm:prSet presAssocID="{C6AA5390-57D8-495A-8BEF-B19E4834DA0A}" presName="rootConnector" presStyleLbl="node3" presStyleIdx="0" presStyleCnt="2"/>
      <dgm:spPr/>
    </dgm:pt>
    <dgm:pt modelId="{58593406-88F7-48ED-AA69-2CB1025C5D8C}" type="pres">
      <dgm:prSet presAssocID="{C6AA5390-57D8-495A-8BEF-B19E4834DA0A}" presName="hierChild4" presStyleCnt="0"/>
      <dgm:spPr/>
    </dgm:pt>
    <dgm:pt modelId="{D791CF7E-CA04-45AB-83F2-51BB850C887B}" type="pres">
      <dgm:prSet presAssocID="{C6AA5390-57D8-495A-8BEF-B19E4834DA0A}" presName="hierChild5" presStyleCnt="0"/>
      <dgm:spPr/>
    </dgm:pt>
    <dgm:pt modelId="{D6ABC56B-8191-4366-B23B-218FD12D4AB3}" type="pres">
      <dgm:prSet presAssocID="{790B46B0-FC87-4792-AB89-5BFEC00FEC98}" presName="hierChild5" presStyleCnt="0"/>
      <dgm:spPr/>
    </dgm:pt>
    <dgm:pt modelId="{35D123AF-CBF8-4774-B5DC-2FCF2C273CF6}" type="pres">
      <dgm:prSet presAssocID="{06C898ED-5DF1-4221-975C-2C5738B9A519}" presName="Name37" presStyleLbl="parChTrans1D2" presStyleIdx="1" presStyleCnt="2"/>
      <dgm:spPr/>
    </dgm:pt>
    <dgm:pt modelId="{54EC5764-59B8-4A8F-A926-5180BBB474BE}" type="pres">
      <dgm:prSet presAssocID="{AF662FD4-FA71-4CB5-84FB-820DF3B080A2}" presName="hierRoot2" presStyleCnt="0">
        <dgm:presLayoutVars>
          <dgm:hierBranch val="init"/>
        </dgm:presLayoutVars>
      </dgm:prSet>
      <dgm:spPr/>
    </dgm:pt>
    <dgm:pt modelId="{112D8D60-4568-4083-B033-82EE1DF4C358}" type="pres">
      <dgm:prSet presAssocID="{AF662FD4-FA71-4CB5-84FB-820DF3B080A2}" presName="rootComposite" presStyleCnt="0"/>
      <dgm:spPr/>
    </dgm:pt>
    <dgm:pt modelId="{604F827E-7201-41B5-8D07-127D6F4F9979}" type="pres">
      <dgm:prSet presAssocID="{AF662FD4-FA71-4CB5-84FB-820DF3B080A2}" presName="rootText" presStyleLbl="node2" presStyleIdx="1" presStyleCnt="2" custScaleX="151926" custScaleY="107678" custLinFactNeighborX="21761">
        <dgm:presLayoutVars>
          <dgm:chPref val="3"/>
        </dgm:presLayoutVars>
      </dgm:prSet>
      <dgm:spPr>
        <a:prstGeom prst="roundRect">
          <a:avLst/>
        </a:prstGeom>
      </dgm:spPr>
    </dgm:pt>
    <dgm:pt modelId="{C86D063C-6ED1-4DBC-9169-88DBA13F116A}" type="pres">
      <dgm:prSet presAssocID="{AF662FD4-FA71-4CB5-84FB-820DF3B080A2}" presName="rootConnector" presStyleLbl="node2" presStyleIdx="1" presStyleCnt="2"/>
      <dgm:spPr/>
    </dgm:pt>
    <dgm:pt modelId="{531CAE3A-D6AF-44CE-987A-2E07343F8A22}" type="pres">
      <dgm:prSet presAssocID="{AF662FD4-FA71-4CB5-84FB-820DF3B080A2}" presName="hierChild4" presStyleCnt="0"/>
      <dgm:spPr/>
    </dgm:pt>
    <dgm:pt modelId="{2C43BB11-7C45-4C10-9372-78CBB41EC12B}" type="pres">
      <dgm:prSet presAssocID="{8E0DD02C-8BF4-4129-85FD-F6096D606B10}" presName="Name37" presStyleLbl="parChTrans1D3" presStyleIdx="1" presStyleCnt="2"/>
      <dgm:spPr/>
    </dgm:pt>
    <dgm:pt modelId="{06CE720C-8A39-4D52-A803-CA1B59733D54}" type="pres">
      <dgm:prSet presAssocID="{333F56B8-C992-49E3-8097-0CF3A9FA556D}" presName="hierRoot2" presStyleCnt="0">
        <dgm:presLayoutVars>
          <dgm:hierBranch val="init"/>
        </dgm:presLayoutVars>
      </dgm:prSet>
      <dgm:spPr/>
    </dgm:pt>
    <dgm:pt modelId="{D4708EB8-E3F2-42A9-8BE1-8A5F2A00B2DC}" type="pres">
      <dgm:prSet presAssocID="{333F56B8-C992-49E3-8097-0CF3A9FA556D}" presName="rootComposite" presStyleCnt="0"/>
      <dgm:spPr/>
    </dgm:pt>
    <dgm:pt modelId="{DFBF64FB-FC35-4C44-81A2-6B234F967864}" type="pres">
      <dgm:prSet presAssocID="{333F56B8-C992-49E3-8097-0CF3A9FA556D}" presName="rootText" presStyleLbl="node3" presStyleIdx="1" presStyleCnt="2" custScaleX="120953" custScaleY="91623" custLinFactNeighborX="6554">
        <dgm:presLayoutVars>
          <dgm:chPref val="3"/>
        </dgm:presLayoutVars>
      </dgm:prSet>
      <dgm:spPr>
        <a:prstGeom prst="roundRect">
          <a:avLst/>
        </a:prstGeom>
      </dgm:spPr>
    </dgm:pt>
    <dgm:pt modelId="{E8C61EB6-A3D6-463E-8D22-4F2A6846C0DB}" type="pres">
      <dgm:prSet presAssocID="{333F56B8-C992-49E3-8097-0CF3A9FA556D}" presName="rootConnector" presStyleLbl="node3" presStyleIdx="1" presStyleCnt="2"/>
      <dgm:spPr/>
    </dgm:pt>
    <dgm:pt modelId="{A36E419E-D1D0-4F99-8ADB-EB16DD681B56}" type="pres">
      <dgm:prSet presAssocID="{333F56B8-C992-49E3-8097-0CF3A9FA556D}" presName="hierChild4" presStyleCnt="0"/>
      <dgm:spPr/>
    </dgm:pt>
    <dgm:pt modelId="{34F2F05B-48E9-448C-B774-7E577AC21CAE}" type="pres">
      <dgm:prSet presAssocID="{333F56B8-C992-49E3-8097-0CF3A9FA556D}" presName="hierChild5" presStyleCnt="0"/>
      <dgm:spPr/>
    </dgm:pt>
    <dgm:pt modelId="{B796D4BE-22A0-4CAD-A142-F5E930E1E621}" type="pres">
      <dgm:prSet presAssocID="{AF662FD4-FA71-4CB5-84FB-820DF3B080A2}" presName="hierChild5" presStyleCnt="0"/>
      <dgm:spPr/>
    </dgm:pt>
    <dgm:pt modelId="{7E57627D-8FAA-4299-9DF2-14BF68A6B6F4}" type="pres">
      <dgm:prSet presAssocID="{72C598DC-11CA-438A-B8B6-E60E37C35F7E}" presName="hierChild3" presStyleCnt="0"/>
      <dgm:spPr/>
    </dgm:pt>
  </dgm:ptLst>
  <dgm:cxnLst>
    <dgm:cxn modelId="{70493C14-39D0-40ED-B33B-FE5978371C46}" type="presOf" srcId="{AF662FD4-FA71-4CB5-84FB-820DF3B080A2}" destId="{604F827E-7201-41B5-8D07-127D6F4F9979}" srcOrd="0" destOrd="0" presId="urn:microsoft.com/office/officeart/2005/8/layout/orgChart1"/>
    <dgm:cxn modelId="{F9117419-2D21-43D5-91D3-A2839E49726C}" type="presOf" srcId="{C6AA5390-57D8-495A-8BEF-B19E4834DA0A}" destId="{308158E8-A165-4702-9BEB-7315751F11B1}" srcOrd="0" destOrd="0" presId="urn:microsoft.com/office/officeart/2005/8/layout/orgChart1"/>
    <dgm:cxn modelId="{D06BCD25-D100-44A9-946A-87E85444B490}" type="presOf" srcId="{790B46B0-FC87-4792-AB89-5BFEC00FEC98}" destId="{06CEE145-274E-4120-B287-C2DFAAEA6D29}" srcOrd="0" destOrd="0" presId="urn:microsoft.com/office/officeart/2005/8/layout/orgChart1"/>
    <dgm:cxn modelId="{79A3F134-CA2F-4A90-8458-6214410B38C6}" type="presOf" srcId="{AF662FD4-FA71-4CB5-84FB-820DF3B080A2}" destId="{C86D063C-6ED1-4DBC-9169-88DBA13F116A}" srcOrd="1" destOrd="0" presId="urn:microsoft.com/office/officeart/2005/8/layout/orgChart1"/>
    <dgm:cxn modelId="{EC3EE33F-5A03-4385-B69E-E949E82F3F61}" type="presOf" srcId="{333F56B8-C992-49E3-8097-0CF3A9FA556D}" destId="{E8C61EB6-A3D6-463E-8D22-4F2A6846C0DB}" srcOrd="1" destOrd="0" presId="urn:microsoft.com/office/officeart/2005/8/layout/orgChart1"/>
    <dgm:cxn modelId="{8ABAD95E-CFA0-4FAC-80F9-627E3612062C}" type="presOf" srcId="{790B46B0-FC87-4792-AB89-5BFEC00FEC98}" destId="{2181D734-84C7-4363-8764-034F858C7ED3}" srcOrd="1" destOrd="0" presId="urn:microsoft.com/office/officeart/2005/8/layout/orgChart1"/>
    <dgm:cxn modelId="{68A94344-B65F-4457-A8A8-FFD4E3FBBCC1}" type="presOf" srcId="{7060F7CF-727E-4DBB-915D-BADDED1AE636}" destId="{03ADFAB9-4923-4DA0-9D73-A1BE3E8DC4B1}" srcOrd="0" destOrd="0" presId="urn:microsoft.com/office/officeart/2005/8/layout/orgChart1"/>
    <dgm:cxn modelId="{D4F6507D-66F2-46FA-9774-BD150CB18948}" type="presOf" srcId="{333F56B8-C992-49E3-8097-0CF3A9FA556D}" destId="{DFBF64FB-FC35-4C44-81A2-6B234F967864}" srcOrd="0" destOrd="0" presId="urn:microsoft.com/office/officeart/2005/8/layout/orgChart1"/>
    <dgm:cxn modelId="{F8422C80-41F7-4699-9B61-CEF091604DAD}" type="presOf" srcId="{8E0DD02C-8BF4-4129-85FD-F6096D606B10}" destId="{2C43BB11-7C45-4C10-9372-78CBB41EC12B}" srcOrd="0" destOrd="0" presId="urn:microsoft.com/office/officeart/2005/8/layout/orgChart1"/>
    <dgm:cxn modelId="{4F21D084-9E24-41E5-A40C-341C0C6B0A56}" type="presOf" srcId="{E8F413EF-B69A-44AD-BEF5-269A53317A58}" destId="{5A62AC59-B820-4AAA-8F8C-7557899963BE}" srcOrd="0" destOrd="0" presId="urn:microsoft.com/office/officeart/2005/8/layout/orgChart1"/>
    <dgm:cxn modelId="{D4DE1E86-5512-4C84-A791-13AD229C4CA3}" srcId="{AF662FD4-FA71-4CB5-84FB-820DF3B080A2}" destId="{333F56B8-C992-49E3-8097-0CF3A9FA556D}" srcOrd="0" destOrd="0" parTransId="{8E0DD02C-8BF4-4129-85FD-F6096D606B10}" sibTransId="{F6EBF7EE-0552-4D3A-8E3F-26CEA42E178B}"/>
    <dgm:cxn modelId="{0D142897-98AF-409F-B51C-FEE891E4DD52}" type="presOf" srcId="{72C598DC-11CA-438A-B8B6-E60E37C35F7E}" destId="{3EECD731-0FEB-4AA4-93E2-948C48463D3C}" srcOrd="0" destOrd="0" presId="urn:microsoft.com/office/officeart/2005/8/layout/orgChart1"/>
    <dgm:cxn modelId="{6F2C3C9B-1BB6-469E-BEF7-F8C389C64B62}" srcId="{72C598DC-11CA-438A-B8B6-E60E37C35F7E}" destId="{790B46B0-FC87-4792-AB89-5BFEC00FEC98}" srcOrd="0" destOrd="0" parTransId="{6B446C66-C4CA-40ED-869A-70D9F10E1CD0}" sibTransId="{5A3F664C-4471-442D-BA03-CE0C313E32FB}"/>
    <dgm:cxn modelId="{D76393A6-53C2-4E0D-BD80-F3DECB8CB5F1}" type="presOf" srcId="{72C598DC-11CA-438A-B8B6-E60E37C35F7E}" destId="{7CB7549D-9538-4082-9DF0-F20CC141B138}" srcOrd="1" destOrd="0" presId="urn:microsoft.com/office/officeart/2005/8/layout/orgChart1"/>
    <dgm:cxn modelId="{20C03BB4-4ED4-4FD3-A46D-226ADE737FF4}" type="presOf" srcId="{6B446C66-C4CA-40ED-869A-70D9F10E1CD0}" destId="{16661DF1-0D6E-4482-B5C5-66F369DCB30E}" srcOrd="0" destOrd="0" presId="urn:microsoft.com/office/officeart/2005/8/layout/orgChart1"/>
    <dgm:cxn modelId="{2B5133C3-A1DF-422F-B18D-4ACEB21E0AA6}" srcId="{E8F413EF-B69A-44AD-BEF5-269A53317A58}" destId="{72C598DC-11CA-438A-B8B6-E60E37C35F7E}" srcOrd="0" destOrd="0" parTransId="{A957853F-88FE-4066-A418-8B15330AFBB0}" sibTransId="{A2F703D2-5124-4271-8D73-94078BD159FD}"/>
    <dgm:cxn modelId="{1A00F6D1-90BE-4340-A4AA-CDE4FEAD4BB8}" srcId="{72C598DC-11CA-438A-B8B6-E60E37C35F7E}" destId="{AF662FD4-FA71-4CB5-84FB-820DF3B080A2}" srcOrd="1" destOrd="0" parTransId="{06C898ED-5DF1-4221-975C-2C5738B9A519}" sibTransId="{5B7CD409-6AB9-4C4C-BD71-3020FE8CD7F9}"/>
    <dgm:cxn modelId="{B2FF24E5-9A82-48D1-BA44-C8DF3F2C2C22}" type="presOf" srcId="{06C898ED-5DF1-4221-975C-2C5738B9A519}" destId="{35D123AF-CBF8-4774-B5DC-2FCF2C273CF6}" srcOrd="0" destOrd="0" presId="urn:microsoft.com/office/officeart/2005/8/layout/orgChart1"/>
    <dgm:cxn modelId="{736BDFF7-2247-454B-B67B-E2954195287D}" type="presOf" srcId="{C6AA5390-57D8-495A-8BEF-B19E4834DA0A}" destId="{3FDDEA3F-657B-4855-8873-C07F0C5651D2}" srcOrd="1" destOrd="0" presId="urn:microsoft.com/office/officeart/2005/8/layout/orgChart1"/>
    <dgm:cxn modelId="{E40AC0F9-0598-4633-BD0E-52FBFC88FBF9}" srcId="{790B46B0-FC87-4792-AB89-5BFEC00FEC98}" destId="{C6AA5390-57D8-495A-8BEF-B19E4834DA0A}" srcOrd="0" destOrd="0" parTransId="{7060F7CF-727E-4DBB-915D-BADDED1AE636}" sibTransId="{29D9467C-FBE9-42D6-83B1-D1B4DE9E9EAD}"/>
    <dgm:cxn modelId="{F503B220-58A2-4B3B-B0A6-47921611F8F5}" type="presParOf" srcId="{5A62AC59-B820-4AAA-8F8C-7557899963BE}" destId="{9725F6A1-8B30-4077-BA4A-C5E546B0EAD7}" srcOrd="0" destOrd="0" presId="urn:microsoft.com/office/officeart/2005/8/layout/orgChart1"/>
    <dgm:cxn modelId="{0F3946F3-EA8A-459F-AED5-4463BA62A1D5}" type="presParOf" srcId="{9725F6A1-8B30-4077-BA4A-C5E546B0EAD7}" destId="{0240E2B2-19CC-4835-84AE-C25DC6BE5BF7}" srcOrd="0" destOrd="0" presId="urn:microsoft.com/office/officeart/2005/8/layout/orgChart1"/>
    <dgm:cxn modelId="{D6F1DF21-7B57-40BD-BC2B-8C18FF7C2A8A}" type="presParOf" srcId="{0240E2B2-19CC-4835-84AE-C25DC6BE5BF7}" destId="{3EECD731-0FEB-4AA4-93E2-948C48463D3C}" srcOrd="0" destOrd="0" presId="urn:microsoft.com/office/officeart/2005/8/layout/orgChart1"/>
    <dgm:cxn modelId="{711E19F1-3E53-449B-8F23-59A6BB5E4B75}" type="presParOf" srcId="{0240E2B2-19CC-4835-84AE-C25DC6BE5BF7}" destId="{7CB7549D-9538-4082-9DF0-F20CC141B138}" srcOrd="1" destOrd="0" presId="urn:microsoft.com/office/officeart/2005/8/layout/orgChart1"/>
    <dgm:cxn modelId="{89800FF6-6A34-4BC4-A7B9-B25A544EE854}" type="presParOf" srcId="{9725F6A1-8B30-4077-BA4A-C5E546B0EAD7}" destId="{7CB8F716-1D97-4FF2-BAF8-B735484065DE}" srcOrd="1" destOrd="0" presId="urn:microsoft.com/office/officeart/2005/8/layout/orgChart1"/>
    <dgm:cxn modelId="{A27AB984-9600-4A2D-861B-878C96BCD782}" type="presParOf" srcId="{7CB8F716-1D97-4FF2-BAF8-B735484065DE}" destId="{16661DF1-0D6E-4482-B5C5-66F369DCB30E}" srcOrd="0" destOrd="0" presId="urn:microsoft.com/office/officeart/2005/8/layout/orgChart1"/>
    <dgm:cxn modelId="{C6B33AD4-2756-43DD-B728-414A2CE6D0F4}" type="presParOf" srcId="{7CB8F716-1D97-4FF2-BAF8-B735484065DE}" destId="{A95B4B81-411C-47A8-9111-1476455CDEDB}" srcOrd="1" destOrd="0" presId="urn:microsoft.com/office/officeart/2005/8/layout/orgChart1"/>
    <dgm:cxn modelId="{0DD73A74-9432-4247-9B4F-C38CE7A7FA5F}" type="presParOf" srcId="{A95B4B81-411C-47A8-9111-1476455CDEDB}" destId="{344D7735-6130-48E2-BF4B-4A52C9EC678A}" srcOrd="0" destOrd="0" presId="urn:microsoft.com/office/officeart/2005/8/layout/orgChart1"/>
    <dgm:cxn modelId="{D44C529C-D79A-4514-8A1E-33708118AF8D}" type="presParOf" srcId="{344D7735-6130-48E2-BF4B-4A52C9EC678A}" destId="{06CEE145-274E-4120-B287-C2DFAAEA6D29}" srcOrd="0" destOrd="0" presId="urn:microsoft.com/office/officeart/2005/8/layout/orgChart1"/>
    <dgm:cxn modelId="{78077276-1B2E-47D4-9C12-8986767005E9}" type="presParOf" srcId="{344D7735-6130-48E2-BF4B-4A52C9EC678A}" destId="{2181D734-84C7-4363-8764-034F858C7ED3}" srcOrd="1" destOrd="0" presId="urn:microsoft.com/office/officeart/2005/8/layout/orgChart1"/>
    <dgm:cxn modelId="{029D9042-82F0-41FC-91EA-AFF73A916F63}" type="presParOf" srcId="{A95B4B81-411C-47A8-9111-1476455CDEDB}" destId="{31B1AE5B-7CE5-40C9-BBC8-C86A6C7331EE}" srcOrd="1" destOrd="0" presId="urn:microsoft.com/office/officeart/2005/8/layout/orgChart1"/>
    <dgm:cxn modelId="{AEDE6A9D-D0F2-4575-AF58-47795D4B3D18}" type="presParOf" srcId="{31B1AE5B-7CE5-40C9-BBC8-C86A6C7331EE}" destId="{03ADFAB9-4923-4DA0-9D73-A1BE3E8DC4B1}" srcOrd="0" destOrd="0" presId="urn:microsoft.com/office/officeart/2005/8/layout/orgChart1"/>
    <dgm:cxn modelId="{3AA7C25A-C42A-45AD-97DF-00C81F286DD8}" type="presParOf" srcId="{31B1AE5B-7CE5-40C9-BBC8-C86A6C7331EE}" destId="{D35789FF-F7BC-42CD-94F1-DFB45D7C9038}" srcOrd="1" destOrd="0" presId="urn:microsoft.com/office/officeart/2005/8/layout/orgChart1"/>
    <dgm:cxn modelId="{4AB82AAC-1416-4135-876F-DCB7DA7B7A09}" type="presParOf" srcId="{D35789FF-F7BC-42CD-94F1-DFB45D7C9038}" destId="{76D14FCC-49BA-4AC5-B54B-7F821B67CAC5}" srcOrd="0" destOrd="0" presId="urn:microsoft.com/office/officeart/2005/8/layout/orgChart1"/>
    <dgm:cxn modelId="{8F28A2F4-98F9-4128-9A08-B8171337E9D2}" type="presParOf" srcId="{76D14FCC-49BA-4AC5-B54B-7F821B67CAC5}" destId="{308158E8-A165-4702-9BEB-7315751F11B1}" srcOrd="0" destOrd="0" presId="urn:microsoft.com/office/officeart/2005/8/layout/orgChart1"/>
    <dgm:cxn modelId="{E97556C6-F0C4-45C2-A8EA-2E9A27198626}" type="presParOf" srcId="{76D14FCC-49BA-4AC5-B54B-7F821B67CAC5}" destId="{3FDDEA3F-657B-4855-8873-C07F0C5651D2}" srcOrd="1" destOrd="0" presId="urn:microsoft.com/office/officeart/2005/8/layout/orgChart1"/>
    <dgm:cxn modelId="{96044832-B321-4E0B-96F2-D84B592BF7C6}" type="presParOf" srcId="{D35789FF-F7BC-42CD-94F1-DFB45D7C9038}" destId="{58593406-88F7-48ED-AA69-2CB1025C5D8C}" srcOrd="1" destOrd="0" presId="urn:microsoft.com/office/officeart/2005/8/layout/orgChart1"/>
    <dgm:cxn modelId="{EEFC7FAE-A28C-4853-9F0A-C80B71164406}" type="presParOf" srcId="{D35789FF-F7BC-42CD-94F1-DFB45D7C9038}" destId="{D791CF7E-CA04-45AB-83F2-51BB850C887B}" srcOrd="2" destOrd="0" presId="urn:microsoft.com/office/officeart/2005/8/layout/orgChart1"/>
    <dgm:cxn modelId="{893F88C7-3F0B-4B20-B1B7-37B8DA5E9F16}" type="presParOf" srcId="{A95B4B81-411C-47A8-9111-1476455CDEDB}" destId="{D6ABC56B-8191-4366-B23B-218FD12D4AB3}" srcOrd="2" destOrd="0" presId="urn:microsoft.com/office/officeart/2005/8/layout/orgChart1"/>
    <dgm:cxn modelId="{F6EC4ACE-BE8A-4696-84D6-9B8E168D3224}" type="presParOf" srcId="{7CB8F716-1D97-4FF2-BAF8-B735484065DE}" destId="{35D123AF-CBF8-4774-B5DC-2FCF2C273CF6}" srcOrd="2" destOrd="0" presId="urn:microsoft.com/office/officeart/2005/8/layout/orgChart1"/>
    <dgm:cxn modelId="{4CD27B3D-E338-4229-8BBC-03CED76AF0BB}" type="presParOf" srcId="{7CB8F716-1D97-4FF2-BAF8-B735484065DE}" destId="{54EC5764-59B8-4A8F-A926-5180BBB474BE}" srcOrd="3" destOrd="0" presId="urn:microsoft.com/office/officeart/2005/8/layout/orgChart1"/>
    <dgm:cxn modelId="{040A2897-21F9-4515-8C40-2C1EC46A55EC}" type="presParOf" srcId="{54EC5764-59B8-4A8F-A926-5180BBB474BE}" destId="{112D8D60-4568-4083-B033-82EE1DF4C358}" srcOrd="0" destOrd="0" presId="urn:microsoft.com/office/officeart/2005/8/layout/orgChart1"/>
    <dgm:cxn modelId="{223F297B-B153-4260-B03E-524CC49D91E0}" type="presParOf" srcId="{112D8D60-4568-4083-B033-82EE1DF4C358}" destId="{604F827E-7201-41B5-8D07-127D6F4F9979}" srcOrd="0" destOrd="0" presId="urn:microsoft.com/office/officeart/2005/8/layout/orgChart1"/>
    <dgm:cxn modelId="{AAE16860-D525-4F5B-A646-DD467A21304E}" type="presParOf" srcId="{112D8D60-4568-4083-B033-82EE1DF4C358}" destId="{C86D063C-6ED1-4DBC-9169-88DBA13F116A}" srcOrd="1" destOrd="0" presId="urn:microsoft.com/office/officeart/2005/8/layout/orgChart1"/>
    <dgm:cxn modelId="{E81DB36E-6F8F-4DDA-B760-56C5F6F29CEE}" type="presParOf" srcId="{54EC5764-59B8-4A8F-A926-5180BBB474BE}" destId="{531CAE3A-D6AF-44CE-987A-2E07343F8A22}" srcOrd="1" destOrd="0" presId="urn:microsoft.com/office/officeart/2005/8/layout/orgChart1"/>
    <dgm:cxn modelId="{237580BB-2E5D-420C-A4B1-6F230495611C}" type="presParOf" srcId="{531CAE3A-D6AF-44CE-987A-2E07343F8A22}" destId="{2C43BB11-7C45-4C10-9372-78CBB41EC12B}" srcOrd="0" destOrd="0" presId="urn:microsoft.com/office/officeart/2005/8/layout/orgChart1"/>
    <dgm:cxn modelId="{F53C4875-34B3-4A65-88DD-6485B6991B35}" type="presParOf" srcId="{531CAE3A-D6AF-44CE-987A-2E07343F8A22}" destId="{06CE720C-8A39-4D52-A803-CA1B59733D54}" srcOrd="1" destOrd="0" presId="urn:microsoft.com/office/officeart/2005/8/layout/orgChart1"/>
    <dgm:cxn modelId="{70AE938F-8505-4645-A02C-AFAFF43BFC85}" type="presParOf" srcId="{06CE720C-8A39-4D52-A803-CA1B59733D54}" destId="{D4708EB8-E3F2-42A9-8BE1-8A5F2A00B2DC}" srcOrd="0" destOrd="0" presId="urn:microsoft.com/office/officeart/2005/8/layout/orgChart1"/>
    <dgm:cxn modelId="{BCC7C4C0-6B03-43F7-B084-B4AC01053B04}" type="presParOf" srcId="{D4708EB8-E3F2-42A9-8BE1-8A5F2A00B2DC}" destId="{DFBF64FB-FC35-4C44-81A2-6B234F967864}" srcOrd="0" destOrd="0" presId="urn:microsoft.com/office/officeart/2005/8/layout/orgChart1"/>
    <dgm:cxn modelId="{E0828E85-B8D6-4872-B716-7B020E8E8EB4}" type="presParOf" srcId="{D4708EB8-E3F2-42A9-8BE1-8A5F2A00B2DC}" destId="{E8C61EB6-A3D6-463E-8D22-4F2A6846C0DB}" srcOrd="1" destOrd="0" presId="urn:microsoft.com/office/officeart/2005/8/layout/orgChart1"/>
    <dgm:cxn modelId="{30598135-3E4E-460E-8B75-4462D0A23B73}" type="presParOf" srcId="{06CE720C-8A39-4D52-A803-CA1B59733D54}" destId="{A36E419E-D1D0-4F99-8ADB-EB16DD681B56}" srcOrd="1" destOrd="0" presId="urn:microsoft.com/office/officeart/2005/8/layout/orgChart1"/>
    <dgm:cxn modelId="{6EF15838-443F-489A-88EC-E4B4376E8E50}" type="presParOf" srcId="{06CE720C-8A39-4D52-A803-CA1B59733D54}" destId="{34F2F05B-48E9-448C-B774-7E577AC21CAE}" srcOrd="2" destOrd="0" presId="urn:microsoft.com/office/officeart/2005/8/layout/orgChart1"/>
    <dgm:cxn modelId="{D287FAC0-25E8-47B3-A8C4-1A1441D6E650}" type="presParOf" srcId="{54EC5764-59B8-4A8F-A926-5180BBB474BE}" destId="{B796D4BE-22A0-4CAD-A142-F5E930E1E621}" srcOrd="2" destOrd="0" presId="urn:microsoft.com/office/officeart/2005/8/layout/orgChart1"/>
    <dgm:cxn modelId="{5CD18C9D-B979-402C-B106-B9A5B84ACB73}" type="presParOf" srcId="{9725F6A1-8B30-4077-BA4A-C5E546B0EAD7}" destId="{7E57627D-8FAA-4299-9DF2-14BF68A6B6F4}" srcOrd="2" destOrd="0" presId="urn:microsoft.com/office/officeart/2005/8/layout/orgChart1"/>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31.xml><?xml version="1.0" encoding="utf-8"?>
<dgm:dataModel xmlns:dgm="http://schemas.openxmlformats.org/drawingml/2006/diagram" xmlns:a="http://schemas.openxmlformats.org/drawingml/2006/main">
  <dgm:ptLst>
    <dgm:pt modelId="{E8F413EF-B69A-44AD-BEF5-269A53317A58}" type="doc">
      <dgm:prSet loTypeId="urn:microsoft.com/office/officeart/2005/8/layout/orgChart1" loCatId="hierarchy" qsTypeId="urn:microsoft.com/office/officeart/2005/8/quickstyle/simple3" qsCatId="simple" csTypeId="urn:microsoft.com/office/officeart/2005/8/colors/colorful5" csCatId="colorful" phldr="1"/>
      <dgm:spPr/>
      <dgm:t>
        <a:bodyPr/>
        <a:lstStyle/>
        <a:p>
          <a:endParaRPr lang="en-IN"/>
        </a:p>
      </dgm:t>
    </dgm:pt>
    <dgm:pt modelId="{72C598DC-11CA-438A-B8B6-E60E37C35F7E}">
      <dgm:prSet phldrT="[Text]" custT="1"/>
      <dgm:spPr/>
      <dgm:t>
        <a:bodyPr/>
        <a:lstStyle/>
        <a:p>
          <a:r>
            <a:rPr lang="en-US" sz="1800" b="1" dirty="0"/>
            <a:t>Types of Polymorphism in Java</a:t>
          </a:r>
          <a:endParaRPr lang="en-IN" sz="1800" b="1" dirty="0"/>
        </a:p>
      </dgm:t>
    </dgm:pt>
    <dgm:pt modelId="{A957853F-88FE-4066-A418-8B15330AFBB0}" type="parTrans" cxnId="{2B5133C3-A1DF-422F-B18D-4ACEB21E0AA6}">
      <dgm:prSet/>
      <dgm:spPr/>
      <dgm:t>
        <a:bodyPr/>
        <a:lstStyle/>
        <a:p>
          <a:endParaRPr lang="en-IN" sz="1800"/>
        </a:p>
      </dgm:t>
    </dgm:pt>
    <dgm:pt modelId="{A2F703D2-5124-4271-8D73-94078BD159FD}" type="sibTrans" cxnId="{2B5133C3-A1DF-422F-B18D-4ACEB21E0AA6}">
      <dgm:prSet/>
      <dgm:spPr/>
      <dgm:t>
        <a:bodyPr/>
        <a:lstStyle/>
        <a:p>
          <a:endParaRPr lang="en-IN" sz="1800"/>
        </a:p>
      </dgm:t>
    </dgm:pt>
    <dgm:pt modelId="{AF662FD4-FA71-4CB5-84FB-820DF3B080A2}">
      <dgm:prSet custT="1"/>
      <dgm:spPr/>
      <dgm:t>
        <a:bodyPr/>
        <a:lstStyle/>
        <a:p>
          <a:r>
            <a:rPr lang="en-US" sz="1800" dirty="0"/>
            <a:t>Run-time          (dynamic/ late binding)</a:t>
          </a:r>
          <a:endParaRPr lang="en-IN" sz="1800" dirty="0"/>
        </a:p>
      </dgm:t>
    </dgm:pt>
    <dgm:pt modelId="{06C898ED-5DF1-4221-975C-2C5738B9A519}" type="parTrans" cxnId="{1A00F6D1-90BE-4340-A4AA-CDE4FEAD4BB8}">
      <dgm:prSet/>
      <dgm:spPr/>
      <dgm:t>
        <a:bodyPr/>
        <a:lstStyle/>
        <a:p>
          <a:endParaRPr lang="en-IN" sz="1800"/>
        </a:p>
      </dgm:t>
    </dgm:pt>
    <dgm:pt modelId="{5B7CD409-6AB9-4C4C-BD71-3020FE8CD7F9}" type="sibTrans" cxnId="{1A00F6D1-90BE-4340-A4AA-CDE4FEAD4BB8}">
      <dgm:prSet/>
      <dgm:spPr/>
      <dgm:t>
        <a:bodyPr/>
        <a:lstStyle/>
        <a:p>
          <a:endParaRPr lang="en-IN" sz="1800"/>
        </a:p>
      </dgm:t>
    </dgm:pt>
    <dgm:pt modelId="{790B46B0-FC87-4792-AB89-5BFEC00FEC98}">
      <dgm:prSet custT="1"/>
      <dgm:spPr/>
      <dgm:t>
        <a:bodyPr/>
        <a:lstStyle/>
        <a:p>
          <a:r>
            <a:rPr lang="en-US" sz="1800" dirty="0"/>
            <a:t>Compile-time     (static/ early binding)</a:t>
          </a:r>
          <a:endParaRPr lang="en-IN" sz="1800" dirty="0"/>
        </a:p>
      </dgm:t>
    </dgm:pt>
    <dgm:pt modelId="{6B446C66-C4CA-40ED-869A-70D9F10E1CD0}" type="parTrans" cxnId="{6F2C3C9B-1BB6-469E-BEF7-F8C389C64B62}">
      <dgm:prSet/>
      <dgm:spPr/>
      <dgm:t>
        <a:bodyPr/>
        <a:lstStyle/>
        <a:p>
          <a:endParaRPr lang="en-IN"/>
        </a:p>
      </dgm:t>
    </dgm:pt>
    <dgm:pt modelId="{5A3F664C-4471-442D-BA03-CE0C313E32FB}" type="sibTrans" cxnId="{6F2C3C9B-1BB6-469E-BEF7-F8C389C64B62}">
      <dgm:prSet/>
      <dgm:spPr/>
      <dgm:t>
        <a:bodyPr/>
        <a:lstStyle/>
        <a:p>
          <a:endParaRPr lang="en-IN"/>
        </a:p>
      </dgm:t>
    </dgm:pt>
    <dgm:pt modelId="{C6AA5390-57D8-495A-8BEF-B19E4834DA0A}">
      <dgm:prSet custT="1"/>
      <dgm:spPr/>
      <dgm:t>
        <a:bodyPr/>
        <a:lstStyle/>
        <a:p>
          <a:r>
            <a:rPr lang="en-US" sz="1800" dirty="0"/>
            <a:t>Method Overloading</a:t>
          </a:r>
          <a:endParaRPr lang="en-IN" sz="1800" dirty="0"/>
        </a:p>
      </dgm:t>
    </dgm:pt>
    <dgm:pt modelId="{7060F7CF-727E-4DBB-915D-BADDED1AE636}" type="parTrans" cxnId="{E40AC0F9-0598-4633-BD0E-52FBFC88FBF9}">
      <dgm:prSet/>
      <dgm:spPr/>
      <dgm:t>
        <a:bodyPr/>
        <a:lstStyle/>
        <a:p>
          <a:endParaRPr lang="en-IN"/>
        </a:p>
      </dgm:t>
    </dgm:pt>
    <dgm:pt modelId="{29D9467C-FBE9-42D6-83B1-D1B4DE9E9EAD}" type="sibTrans" cxnId="{E40AC0F9-0598-4633-BD0E-52FBFC88FBF9}">
      <dgm:prSet/>
      <dgm:spPr/>
      <dgm:t>
        <a:bodyPr/>
        <a:lstStyle/>
        <a:p>
          <a:endParaRPr lang="en-IN"/>
        </a:p>
      </dgm:t>
    </dgm:pt>
    <dgm:pt modelId="{333F56B8-C992-49E3-8097-0CF3A9FA556D}">
      <dgm:prSet custT="1"/>
      <dgm:spPr>
        <a:solidFill>
          <a:srgbClr val="FFFF00"/>
        </a:solidFill>
      </dgm:spPr>
      <dgm:t>
        <a:bodyPr/>
        <a:lstStyle/>
        <a:p>
          <a:r>
            <a:rPr lang="en-US" sz="1800" dirty="0"/>
            <a:t>Method Overriding</a:t>
          </a:r>
          <a:endParaRPr lang="en-IN" sz="1800" dirty="0"/>
        </a:p>
      </dgm:t>
    </dgm:pt>
    <dgm:pt modelId="{8E0DD02C-8BF4-4129-85FD-F6096D606B10}" type="parTrans" cxnId="{D4DE1E86-5512-4C84-A791-13AD229C4CA3}">
      <dgm:prSet/>
      <dgm:spPr/>
      <dgm:t>
        <a:bodyPr/>
        <a:lstStyle/>
        <a:p>
          <a:endParaRPr lang="en-IN"/>
        </a:p>
      </dgm:t>
    </dgm:pt>
    <dgm:pt modelId="{F6EBF7EE-0552-4D3A-8E3F-26CEA42E178B}" type="sibTrans" cxnId="{D4DE1E86-5512-4C84-A791-13AD229C4CA3}">
      <dgm:prSet/>
      <dgm:spPr/>
      <dgm:t>
        <a:bodyPr/>
        <a:lstStyle/>
        <a:p>
          <a:endParaRPr lang="en-IN"/>
        </a:p>
      </dgm:t>
    </dgm:pt>
    <dgm:pt modelId="{5A62AC59-B820-4AAA-8F8C-7557899963BE}" type="pres">
      <dgm:prSet presAssocID="{E8F413EF-B69A-44AD-BEF5-269A53317A58}" presName="hierChild1" presStyleCnt="0">
        <dgm:presLayoutVars>
          <dgm:orgChart val="1"/>
          <dgm:chPref val="1"/>
          <dgm:dir/>
          <dgm:animOne val="branch"/>
          <dgm:animLvl val="lvl"/>
          <dgm:resizeHandles/>
        </dgm:presLayoutVars>
      </dgm:prSet>
      <dgm:spPr/>
    </dgm:pt>
    <dgm:pt modelId="{9725F6A1-8B30-4077-BA4A-C5E546B0EAD7}" type="pres">
      <dgm:prSet presAssocID="{72C598DC-11CA-438A-B8B6-E60E37C35F7E}" presName="hierRoot1" presStyleCnt="0">
        <dgm:presLayoutVars>
          <dgm:hierBranch val="init"/>
        </dgm:presLayoutVars>
      </dgm:prSet>
      <dgm:spPr/>
    </dgm:pt>
    <dgm:pt modelId="{0240E2B2-19CC-4835-84AE-C25DC6BE5BF7}" type="pres">
      <dgm:prSet presAssocID="{72C598DC-11CA-438A-B8B6-E60E37C35F7E}" presName="rootComposite1" presStyleCnt="0"/>
      <dgm:spPr/>
    </dgm:pt>
    <dgm:pt modelId="{3EECD731-0FEB-4AA4-93E2-948C48463D3C}" type="pres">
      <dgm:prSet presAssocID="{72C598DC-11CA-438A-B8B6-E60E37C35F7E}" presName="rootText1" presStyleLbl="node0" presStyleIdx="0" presStyleCnt="1" custScaleX="252726" custScaleY="77226">
        <dgm:presLayoutVars>
          <dgm:chPref val="3"/>
        </dgm:presLayoutVars>
      </dgm:prSet>
      <dgm:spPr>
        <a:prstGeom prst="roundRect">
          <a:avLst/>
        </a:prstGeom>
      </dgm:spPr>
    </dgm:pt>
    <dgm:pt modelId="{7CB7549D-9538-4082-9DF0-F20CC141B138}" type="pres">
      <dgm:prSet presAssocID="{72C598DC-11CA-438A-B8B6-E60E37C35F7E}" presName="rootConnector1" presStyleLbl="node1" presStyleIdx="0" presStyleCnt="0"/>
      <dgm:spPr/>
    </dgm:pt>
    <dgm:pt modelId="{7CB8F716-1D97-4FF2-BAF8-B735484065DE}" type="pres">
      <dgm:prSet presAssocID="{72C598DC-11CA-438A-B8B6-E60E37C35F7E}" presName="hierChild2" presStyleCnt="0"/>
      <dgm:spPr/>
    </dgm:pt>
    <dgm:pt modelId="{16661DF1-0D6E-4482-B5C5-66F369DCB30E}" type="pres">
      <dgm:prSet presAssocID="{6B446C66-C4CA-40ED-869A-70D9F10E1CD0}" presName="Name37" presStyleLbl="parChTrans1D2" presStyleIdx="0" presStyleCnt="2"/>
      <dgm:spPr/>
    </dgm:pt>
    <dgm:pt modelId="{A95B4B81-411C-47A8-9111-1476455CDEDB}" type="pres">
      <dgm:prSet presAssocID="{790B46B0-FC87-4792-AB89-5BFEC00FEC98}" presName="hierRoot2" presStyleCnt="0">
        <dgm:presLayoutVars>
          <dgm:hierBranch val="init"/>
        </dgm:presLayoutVars>
      </dgm:prSet>
      <dgm:spPr/>
    </dgm:pt>
    <dgm:pt modelId="{344D7735-6130-48E2-BF4B-4A52C9EC678A}" type="pres">
      <dgm:prSet presAssocID="{790B46B0-FC87-4792-AB89-5BFEC00FEC98}" presName="rootComposite" presStyleCnt="0"/>
      <dgm:spPr/>
    </dgm:pt>
    <dgm:pt modelId="{06CEE145-274E-4120-B287-C2DFAAEA6D29}" type="pres">
      <dgm:prSet presAssocID="{790B46B0-FC87-4792-AB89-5BFEC00FEC98}" presName="rootText" presStyleLbl="node2" presStyleIdx="0" presStyleCnt="2" custScaleX="167636" custScaleY="117488" custLinFactNeighborX="-79" custLinFactNeighborY="7755">
        <dgm:presLayoutVars>
          <dgm:chPref val="3"/>
        </dgm:presLayoutVars>
      </dgm:prSet>
      <dgm:spPr>
        <a:prstGeom prst="roundRect">
          <a:avLst/>
        </a:prstGeom>
      </dgm:spPr>
    </dgm:pt>
    <dgm:pt modelId="{2181D734-84C7-4363-8764-034F858C7ED3}" type="pres">
      <dgm:prSet presAssocID="{790B46B0-FC87-4792-AB89-5BFEC00FEC98}" presName="rootConnector" presStyleLbl="node2" presStyleIdx="0" presStyleCnt="2"/>
      <dgm:spPr/>
    </dgm:pt>
    <dgm:pt modelId="{31B1AE5B-7CE5-40C9-BBC8-C86A6C7331EE}" type="pres">
      <dgm:prSet presAssocID="{790B46B0-FC87-4792-AB89-5BFEC00FEC98}" presName="hierChild4" presStyleCnt="0"/>
      <dgm:spPr/>
    </dgm:pt>
    <dgm:pt modelId="{03ADFAB9-4923-4DA0-9D73-A1BE3E8DC4B1}" type="pres">
      <dgm:prSet presAssocID="{7060F7CF-727E-4DBB-915D-BADDED1AE636}" presName="Name37" presStyleLbl="parChTrans1D3" presStyleIdx="0" presStyleCnt="2"/>
      <dgm:spPr/>
    </dgm:pt>
    <dgm:pt modelId="{D35789FF-F7BC-42CD-94F1-DFB45D7C9038}" type="pres">
      <dgm:prSet presAssocID="{C6AA5390-57D8-495A-8BEF-B19E4834DA0A}" presName="hierRoot2" presStyleCnt="0">
        <dgm:presLayoutVars>
          <dgm:hierBranch val="init"/>
        </dgm:presLayoutVars>
      </dgm:prSet>
      <dgm:spPr/>
    </dgm:pt>
    <dgm:pt modelId="{76D14FCC-49BA-4AC5-B54B-7F821B67CAC5}" type="pres">
      <dgm:prSet presAssocID="{C6AA5390-57D8-495A-8BEF-B19E4834DA0A}" presName="rootComposite" presStyleCnt="0"/>
      <dgm:spPr/>
    </dgm:pt>
    <dgm:pt modelId="{308158E8-A165-4702-9BEB-7315751F11B1}" type="pres">
      <dgm:prSet presAssocID="{C6AA5390-57D8-495A-8BEF-B19E4834DA0A}" presName="rootText" presStyleLbl="node3" presStyleIdx="0" presStyleCnt="2" custScaleX="158938" custScaleY="65781" custLinFactNeighborX="-11330" custLinFactNeighborY="23265">
        <dgm:presLayoutVars>
          <dgm:chPref val="3"/>
        </dgm:presLayoutVars>
      </dgm:prSet>
      <dgm:spPr>
        <a:prstGeom prst="roundRect">
          <a:avLst/>
        </a:prstGeom>
      </dgm:spPr>
    </dgm:pt>
    <dgm:pt modelId="{3FDDEA3F-657B-4855-8873-C07F0C5651D2}" type="pres">
      <dgm:prSet presAssocID="{C6AA5390-57D8-495A-8BEF-B19E4834DA0A}" presName="rootConnector" presStyleLbl="node3" presStyleIdx="0" presStyleCnt="2"/>
      <dgm:spPr/>
    </dgm:pt>
    <dgm:pt modelId="{58593406-88F7-48ED-AA69-2CB1025C5D8C}" type="pres">
      <dgm:prSet presAssocID="{C6AA5390-57D8-495A-8BEF-B19E4834DA0A}" presName="hierChild4" presStyleCnt="0"/>
      <dgm:spPr/>
    </dgm:pt>
    <dgm:pt modelId="{D791CF7E-CA04-45AB-83F2-51BB850C887B}" type="pres">
      <dgm:prSet presAssocID="{C6AA5390-57D8-495A-8BEF-B19E4834DA0A}" presName="hierChild5" presStyleCnt="0"/>
      <dgm:spPr/>
    </dgm:pt>
    <dgm:pt modelId="{D6ABC56B-8191-4366-B23B-218FD12D4AB3}" type="pres">
      <dgm:prSet presAssocID="{790B46B0-FC87-4792-AB89-5BFEC00FEC98}" presName="hierChild5" presStyleCnt="0"/>
      <dgm:spPr/>
    </dgm:pt>
    <dgm:pt modelId="{35D123AF-CBF8-4774-B5DC-2FCF2C273CF6}" type="pres">
      <dgm:prSet presAssocID="{06C898ED-5DF1-4221-975C-2C5738B9A519}" presName="Name37" presStyleLbl="parChTrans1D2" presStyleIdx="1" presStyleCnt="2"/>
      <dgm:spPr/>
    </dgm:pt>
    <dgm:pt modelId="{54EC5764-59B8-4A8F-A926-5180BBB474BE}" type="pres">
      <dgm:prSet presAssocID="{AF662FD4-FA71-4CB5-84FB-820DF3B080A2}" presName="hierRoot2" presStyleCnt="0">
        <dgm:presLayoutVars>
          <dgm:hierBranch val="init"/>
        </dgm:presLayoutVars>
      </dgm:prSet>
      <dgm:spPr/>
    </dgm:pt>
    <dgm:pt modelId="{112D8D60-4568-4083-B033-82EE1DF4C358}" type="pres">
      <dgm:prSet presAssocID="{AF662FD4-FA71-4CB5-84FB-820DF3B080A2}" presName="rootComposite" presStyleCnt="0"/>
      <dgm:spPr/>
    </dgm:pt>
    <dgm:pt modelId="{604F827E-7201-41B5-8D07-127D6F4F9979}" type="pres">
      <dgm:prSet presAssocID="{AF662FD4-FA71-4CB5-84FB-820DF3B080A2}" presName="rootText" presStyleLbl="node2" presStyleIdx="1" presStyleCnt="2" custScaleX="179306" custScaleY="117488" custLinFactNeighborX="4040" custLinFactNeighborY="7755">
        <dgm:presLayoutVars>
          <dgm:chPref val="3"/>
        </dgm:presLayoutVars>
      </dgm:prSet>
      <dgm:spPr>
        <a:prstGeom prst="roundRect">
          <a:avLst/>
        </a:prstGeom>
      </dgm:spPr>
    </dgm:pt>
    <dgm:pt modelId="{C86D063C-6ED1-4DBC-9169-88DBA13F116A}" type="pres">
      <dgm:prSet presAssocID="{AF662FD4-FA71-4CB5-84FB-820DF3B080A2}" presName="rootConnector" presStyleLbl="node2" presStyleIdx="1" presStyleCnt="2"/>
      <dgm:spPr/>
    </dgm:pt>
    <dgm:pt modelId="{531CAE3A-D6AF-44CE-987A-2E07343F8A22}" type="pres">
      <dgm:prSet presAssocID="{AF662FD4-FA71-4CB5-84FB-820DF3B080A2}" presName="hierChild4" presStyleCnt="0"/>
      <dgm:spPr/>
    </dgm:pt>
    <dgm:pt modelId="{2C43BB11-7C45-4C10-9372-78CBB41EC12B}" type="pres">
      <dgm:prSet presAssocID="{8E0DD02C-8BF4-4129-85FD-F6096D606B10}" presName="Name37" presStyleLbl="parChTrans1D3" presStyleIdx="1" presStyleCnt="2"/>
      <dgm:spPr/>
    </dgm:pt>
    <dgm:pt modelId="{06CE720C-8A39-4D52-A803-CA1B59733D54}" type="pres">
      <dgm:prSet presAssocID="{333F56B8-C992-49E3-8097-0CF3A9FA556D}" presName="hierRoot2" presStyleCnt="0">
        <dgm:presLayoutVars>
          <dgm:hierBranch val="init"/>
        </dgm:presLayoutVars>
      </dgm:prSet>
      <dgm:spPr/>
    </dgm:pt>
    <dgm:pt modelId="{D4708EB8-E3F2-42A9-8BE1-8A5F2A00B2DC}" type="pres">
      <dgm:prSet presAssocID="{333F56B8-C992-49E3-8097-0CF3A9FA556D}" presName="rootComposite" presStyleCnt="0"/>
      <dgm:spPr/>
    </dgm:pt>
    <dgm:pt modelId="{DFBF64FB-FC35-4C44-81A2-6B234F967864}" type="pres">
      <dgm:prSet presAssocID="{333F56B8-C992-49E3-8097-0CF3A9FA556D}" presName="rootText" presStyleLbl="node3" presStyleIdx="1" presStyleCnt="2" custScaleX="146999" custScaleY="65781" custLinFactNeighborX="-11558" custLinFactNeighborY="23265">
        <dgm:presLayoutVars>
          <dgm:chPref val="3"/>
        </dgm:presLayoutVars>
      </dgm:prSet>
      <dgm:spPr>
        <a:prstGeom prst="roundRect">
          <a:avLst/>
        </a:prstGeom>
      </dgm:spPr>
    </dgm:pt>
    <dgm:pt modelId="{E8C61EB6-A3D6-463E-8D22-4F2A6846C0DB}" type="pres">
      <dgm:prSet presAssocID="{333F56B8-C992-49E3-8097-0CF3A9FA556D}" presName="rootConnector" presStyleLbl="node3" presStyleIdx="1" presStyleCnt="2"/>
      <dgm:spPr/>
    </dgm:pt>
    <dgm:pt modelId="{A36E419E-D1D0-4F99-8ADB-EB16DD681B56}" type="pres">
      <dgm:prSet presAssocID="{333F56B8-C992-49E3-8097-0CF3A9FA556D}" presName="hierChild4" presStyleCnt="0"/>
      <dgm:spPr/>
    </dgm:pt>
    <dgm:pt modelId="{34F2F05B-48E9-448C-B774-7E577AC21CAE}" type="pres">
      <dgm:prSet presAssocID="{333F56B8-C992-49E3-8097-0CF3A9FA556D}" presName="hierChild5" presStyleCnt="0"/>
      <dgm:spPr/>
    </dgm:pt>
    <dgm:pt modelId="{B796D4BE-22A0-4CAD-A142-F5E930E1E621}" type="pres">
      <dgm:prSet presAssocID="{AF662FD4-FA71-4CB5-84FB-820DF3B080A2}" presName="hierChild5" presStyleCnt="0"/>
      <dgm:spPr/>
    </dgm:pt>
    <dgm:pt modelId="{7E57627D-8FAA-4299-9DF2-14BF68A6B6F4}" type="pres">
      <dgm:prSet presAssocID="{72C598DC-11CA-438A-B8B6-E60E37C35F7E}" presName="hierChild3" presStyleCnt="0"/>
      <dgm:spPr/>
    </dgm:pt>
  </dgm:ptLst>
  <dgm:cxnLst>
    <dgm:cxn modelId="{70493C14-39D0-40ED-B33B-FE5978371C46}" type="presOf" srcId="{AF662FD4-FA71-4CB5-84FB-820DF3B080A2}" destId="{604F827E-7201-41B5-8D07-127D6F4F9979}" srcOrd="0" destOrd="0" presId="urn:microsoft.com/office/officeart/2005/8/layout/orgChart1"/>
    <dgm:cxn modelId="{F9117419-2D21-43D5-91D3-A2839E49726C}" type="presOf" srcId="{C6AA5390-57D8-495A-8BEF-B19E4834DA0A}" destId="{308158E8-A165-4702-9BEB-7315751F11B1}" srcOrd="0" destOrd="0" presId="urn:microsoft.com/office/officeart/2005/8/layout/orgChart1"/>
    <dgm:cxn modelId="{D06BCD25-D100-44A9-946A-87E85444B490}" type="presOf" srcId="{790B46B0-FC87-4792-AB89-5BFEC00FEC98}" destId="{06CEE145-274E-4120-B287-C2DFAAEA6D29}" srcOrd="0" destOrd="0" presId="urn:microsoft.com/office/officeart/2005/8/layout/orgChart1"/>
    <dgm:cxn modelId="{79A3F134-CA2F-4A90-8458-6214410B38C6}" type="presOf" srcId="{AF662FD4-FA71-4CB5-84FB-820DF3B080A2}" destId="{C86D063C-6ED1-4DBC-9169-88DBA13F116A}" srcOrd="1" destOrd="0" presId="urn:microsoft.com/office/officeart/2005/8/layout/orgChart1"/>
    <dgm:cxn modelId="{EC3EE33F-5A03-4385-B69E-E949E82F3F61}" type="presOf" srcId="{333F56B8-C992-49E3-8097-0CF3A9FA556D}" destId="{E8C61EB6-A3D6-463E-8D22-4F2A6846C0DB}" srcOrd="1" destOrd="0" presId="urn:microsoft.com/office/officeart/2005/8/layout/orgChart1"/>
    <dgm:cxn modelId="{8ABAD95E-CFA0-4FAC-80F9-627E3612062C}" type="presOf" srcId="{790B46B0-FC87-4792-AB89-5BFEC00FEC98}" destId="{2181D734-84C7-4363-8764-034F858C7ED3}" srcOrd="1" destOrd="0" presId="urn:microsoft.com/office/officeart/2005/8/layout/orgChart1"/>
    <dgm:cxn modelId="{68A94344-B65F-4457-A8A8-FFD4E3FBBCC1}" type="presOf" srcId="{7060F7CF-727E-4DBB-915D-BADDED1AE636}" destId="{03ADFAB9-4923-4DA0-9D73-A1BE3E8DC4B1}" srcOrd="0" destOrd="0" presId="urn:microsoft.com/office/officeart/2005/8/layout/orgChart1"/>
    <dgm:cxn modelId="{D4F6507D-66F2-46FA-9774-BD150CB18948}" type="presOf" srcId="{333F56B8-C992-49E3-8097-0CF3A9FA556D}" destId="{DFBF64FB-FC35-4C44-81A2-6B234F967864}" srcOrd="0" destOrd="0" presId="urn:microsoft.com/office/officeart/2005/8/layout/orgChart1"/>
    <dgm:cxn modelId="{F8422C80-41F7-4699-9B61-CEF091604DAD}" type="presOf" srcId="{8E0DD02C-8BF4-4129-85FD-F6096D606B10}" destId="{2C43BB11-7C45-4C10-9372-78CBB41EC12B}" srcOrd="0" destOrd="0" presId="urn:microsoft.com/office/officeart/2005/8/layout/orgChart1"/>
    <dgm:cxn modelId="{4F21D084-9E24-41E5-A40C-341C0C6B0A56}" type="presOf" srcId="{E8F413EF-B69A-44AD-BEF5-269A53317A58}" destId="{5A62AC59-B820-4AAA-8F8C-7557899963BE}" srcOrd="0" destOrd="0" presId="urn:microsoft.com/office/officeart/2005/8/layout/orgChart1"/>
    <dgm:cxn modelId="{D4DE1E86-5512-4C84-A791-13AD229C4CA3}" srcId="{AF662FD4-FA71-4CB5-84FB-820DF3B080A2}" destId="{333F56B8-C992-49E3-8097-0CF3A9FA556D}" srcOrd="0" destOrd="0" parTransId="{8E0DD02C-8BF4-4129-85FD-F6096D606B10}" sibTransId="{F6EBF7EE-0552-4D3A-8E3F-26CEA42E178B}"/>
    <dgm:cxn modelId="{0D142897-98AF-409F-B51C-FEE891E4DD52}" type="presOf" srcId="{72C598DC-11CA-438A-B8B6-E60E37C35F7E}" destId="{3EECD731-0FEB-4AA4-93E2-948C48463D3C}" srcOrd="0" destOrd="0" presId="urn:microsoft.com/office/officeart/2005/8/layout/orgChart1"/>
    <dgm:cxn modelId="{6F2C3C9B-1BB6-469E-BEF7-F8C389C64B62}" srcId="{72C598DC-11CA-438A-B8B6-E60E37C35F7E}" destId="{790B46B0-FC87-4792-AB89-5BFEC00FEC98}" srcOrd="0" destOrd="0" parTransId="{6B446C66-C4CA-40ED-869A-70D9F10E1CD0}" sibTransId="{5A3F664C-4471-442D-BA03-CE0C313E32FB}"/>
    <dgm:cxn modelId="{D76393A6-53C2-4E0D-BD80-F3DECB8CB5F1}" type="presOf" srcId="{72C598DC-11CA-438A-B8B6-E60E37C35F7E}" destId="{7CB7549D-9538-4082-9DF0-F20CC141B138}" srcOrd="1" destOrd="0" presId="urn:microsoft.com/office/officeart/2005/8/layout/orgChart1"/>
    <dgm:cxn modelId="{20C03BB4-4ED4-4FD3-A46D-226ADE737FF4}" type="presOf" srcId="{6B446C66-C4CA-40ED-869A-70D9F10E1CD0}" destId="{16661DF1-0D6E-4482-B5C5-66F369DCB30E}" srcOrd="0" destOrd="0" presId="urn:microsoft.com/office/officeart/2005/8/layout/orgChart1"/>
    <dgm:cxn modelId="{2B5133C3-A1DF-422F-B18D-4ACEB21E0AA6}" srcId="{E8F413EF-B69A-44AD-BEF5-269A53317A58}" destId="{72C598DC-11CA-438A-B8B6-E60E37C35F7E}" srcOrd="0" destOrd="0" parTransId="{A957853F-88FE-4066-A418-8B15330AFBB0}" sibTransId="{A2F703D2-5124-4271-8D73-94078BD159FD}"/>
    <dgm:cxn modelId="{1A00F6D1-90BE-4340-A4AA-CDE4FEAD4BB8}" srcId="{72C598DC-11CA-438A-B8B6-E60E37C35F7E}" destId="{AF662FD4-FA71-4CB5-84FB-820DF3B080A2}" srcOrd="1" destOrd="0" parTransId="{06C898ED-5DF1-4221-975C-2C5738B9A519}" sibTransId="{5B7CD409-6AB9-4C4C-BD71-3020FE8CD7F9}"/>
    <dgm:cxn modelId="{B2FF24E5-9A82-48D1-BA44-C8DF3F2C2C22}" type="presOf" srcId="{06C898ED-5DF1-4221-975C-2C5738B9A519}" destId="{35D123AF-CBF8-4774-B5DC-2FCF2C273CF6}" srcOrd="0" destOrd="0" presId="urn:microsoft.com/office/officeart/2005/8/layout/orgChart1"/>
    <dgm:cxn modelId="{736BDFF7-2247-454B-B67B-E2954195287D}" type="presOf" srcId="{C6AA5390-57D8-495A-8BEF-B19E4834DA0A}" destId="{3FDDEA3F-657B-4855-8873-C07F0C5651D2}" srcOrd="1" destOrd="0" presId="urn:microsoft.com/office/officeart/2005/8/layout/orgChart1"/>
    <dgm:cxn modelId="{E40AC0F9-0598-4633-BD0E-52FBFC88FBF9}" srcId="{790B46B0-FC87-4792-AB89-5BFEC00FEC98}" destId="{C6AA5390-57D8-495A-8BEF-B19E4834DA0A}" srcOrd="0" destOrd="0" parTransId="{7060F7CF-727E-4DBB-915D-BADDED1AE636}" sibTransId="{29D9467C-FBE9-42D6-83B1-D1B4DE9E9EAD}"/>
    <dgm:cxn modelId="{F503B220-58A2-4B3B-B0A6-47921611F8F5}" type="presParOf" srcId="{5A62AC59-B820-4AAA-8F8C-7557899963BE}" destId="{9725F6A1-8B30-4077-BA4A-C5E546B0EAD7}" srcOrd="0" destOrd="0" presId="urn:microsoft.com/office/officeart/2005/8/layout/orgChart1"/>
    <dgm:cxn modelId="{0F3946F3-EA8A-459F-AED5-4463BA62A1D5}" type="presParOf" srcId="{9725F6A1-8B30-4077-BA4A-C5E546B0EAD7}" destId="{0240E2B2-19CC-4835-84AE-C25DC6BE5BF7}" srcOrd="0" destOrd="0" presId="urn:microsoft.com/office/officeart/2005/8/layout/orgChart1"/>
    <dgm:cxn modelId="{D6F1DF21-7B57-40BD-BC2B-8C18FF7C2A8A}" type="presParOf" srcId="{0240E2B2-19CC-4835-84AE-C25DC6BE5BF7}" destId="{3EECD731-0FEB-4AA4-93E2-948C48463D3C}" srcOrd="0" destOrd="0" presId="urn:microsoft.com/office/officeart/2005/8/layout/orgChart1"/>
    <dgm:cxn modelId="{711E19F1-3E53-449B-8F23-59A6BB5E4B75}" type="presParOf" srcId="{0240E2B2-19CC-4835-84AE-C25DC6BE5BF7}" destId="{7CB7549D-9538-4082-9DF0-F20CC141B138}" srcOrd="1" destOrd="0" presId="urn:microsoft.com/office/officeart/2005/8/layout/orgChart1"/>
    <dgm:cxn modelId="{89800FF6-6A34-4BC4-A7B9-B25A544EE854}" type="presParOf" srcId="{9725F6A1-8B30-4077-BA4A-C5E546B0EAD7}" destId="{7CB8F716-1D97-4FF2-BAF8-B735484065DE}" srcOrd="1" destOrd="0" presId="urn:microsoft.com/office/officeart/2005/8/layout/orgChart1"/>
    <dgm:cxn modelId="{A27AB984-9600-4A2D-861B-878C96BCD782}" type="presParOf" srcId="{7CB8F716-1D97-4FF2-BAF8-B735484065DE}" destId="{16661DF1-0D6E-4482-B5C5-66F369DCB30E}" srcOrd="0" destOrd="0" presId="urn:microsoft.com/office/officeart/2005/8/layout/orgChart1"/>
    <dgm:cxn modelId="{C6B33AD4-2756-43DD-B728-414A2CE6D0F4}" type="presParOf" srcId="{7CB8F716-1D97-4FF2-BAF8-B735484065DE}" destId="{A95B4B81-411C-47A8-9111-1476455CDEDB}" srcOrd="1" destOrd="0" presId="urn:microsoft.com/office/officeart/2005/8/layout/orgChart1"/>
    <dgm:cxn modelId="{0DD73A74-9432-4247-9B4F-C38CE7A7FA5F}" type="presParOf" srcId="{A95B4B81-411C-47A8-9111-1476455CDEDB}" destId="{344D7735-6130-48E2-BF4B-4A52C9EC678A}" srcOrd="0" destOrd="0" presId="urn:microsoft.com/office/officeart/2005/8/layout/orgChart1"/>
    <dgm:cxn modelId="{D44C529C-D79A-4514-8A1E-33708118AF8D}" type="presParOf" srcId="{344D7735-6130-48E2-BF4B-4A52C9EC678A}" destId="{06CEE145-274E-4120-B287-C2DFAAEA6D29}" srcOrd="0" destOrd="0" presId="urn:microsoft.com/office/officeart/2005/8/layout/orgChart1"/>
    <dgm:cxn modelId="{78077276-1B2E-47D4-9C12-8986767005E9}" type="presParOf" srcId="{344D7735-6130-48E2-BF4B-4A52C9EC678A}" destId="{2181D734-84C7-4363-8764-034F858C7ED3}" srcOrd="1" destOrd="0" presId="urn:microsoft.com/office/officeart/2005/8/layout/orgChart1"/>
    <dgm:cxn modelId="{029D9042-82F0-41FC-91EA-AFF73A916F63}" type="presParOf" srcId="{A95B4B81-411C-47A8-9111-1476455CDEDB}" destId="{31B1AE5B-7CE5-40C9-BBC8-C86A6C7331EE}" srcOrd="1" destOrd="0" presId="urn:microsoft.com/office/officeart/2005/8/layout/orgChart1"/>
    <dgm:cxn modelId="{AEDE6A9D-D0F2-4575-AF58-47795D4B3D18}" type="presParOf" srcId="{31B1AE5B-7CE5-40C9-BBC8-C86A6C7331EE}" destId="{03ADFAB9-4923-4DA0-9D73-A1BE3E8DC4B1}" srcOrd="0" destOrd="0" presId="urn:microsoft.com/office/officeart/2005/8/layout/orgChart1"/>
    <dgm:cxn modelId="{3AA7C25A-C42A-45AD-97DF-00C81F286DD8}" type="presParOf" srcId="{31B1AE5B-7CE5-40C9-BBC8-C86A6C7331EE}" destId="{D35789FF-F7BC-42CD-94F1-DFB45D7C9038}" srcOrd="1" destOrd="0" presId="urn:microsoft.com/office/officeart/2005/8/layout/orgChart1"/>
    <dgm:cxn modelId="{4AB82AAC-1416-4135-876F-DCB7DA7B7A09}" type="presParOf" srcId="{D35789FF-F7BC-42CD-94F1-DFB45D7C9038}" destId="{76D14FCC-49BA-4AC5-B54B-7F821B67CAC5}" srcOrd="0" destOrd="0" presId="urn:microsoft.com/office/officeart/2005/8/layout/orgChart1"/>
    <dgm:cxn modelId="{8F28A2F4-98F9-4128-9A08-B8171337E9D2}" type="presParOf" srcId="{76D14FCC-49BA-4AC5-B54B-7F821B67CAC5}" destId="{308158E8-A165-4702-9BEB-7315751F11B1}" srcOrd="0" destOrd="0" presId="urn:microsoft.com/office/officeart/2005/8/layout/orgChart1"/>
    <dgm:cxn modelId="{E97556C6-F0C4-45C2-A8EA-2E9A27198626}" type="presParOf" srcId="{76D14FCC-49BA-4AC5-B54B-7F821B67CAC5}" destId="{3FDDEA3F-657B-4855-8873-C07F0C5651D2}" srcOrd="1" destOrd="0" presId="urn:microsoft.com/office/officeart/2005/8/layout/orgChart1"/>
    <dgm:cxn modelId="{96044832-B321-4E0B-96F2-D84B592BF7C6}" type="presParOf" srcId="{D35789FF-F7BC-42CD-94F1-DFB45D7C9038}" destId="{58593406-88F7-48ED-AA69-2CB1025C5D8C}" srcOrd="1" destOrd="0" presId="urn:microsoft.com/office/officeart/2005/8/layout/orgChart1"/>
    <dgm:cxn modelId="{EEFC7FAE-A28C-4853-9F0A-C80B71164406}" type="presParOf" srcId="{D35789FF-F7BC-42CD-94F1-DFB45D7C9038}" destId="{D791CF7E-CA04-45AB-83F2-51BB850C887B}" srcOrd="2" destOrd="0" presId="urn:microsoft.com/office/officeart/2005/8/layout/orgChart1"/>
    <dgm:cxn modelId="{893F88C7-3F0B-4B20-B1B7-37B8DA5E9F16}" type="presParOf" srcId="{A95B4B81-411C-47A8-9111-1476455CDEDB}" destId="{D6ABC56B-8191-4366-B23B-218FD12D4AB3}" srcOrd="2" destOrd="0" presId="urn:microsoft.com/office/officeart/2005/8/layout/orgChart1"/>
    <dgm:cxn modelId="{F6EC4ACE-BE8A-4696-84D6-9B8E168D3224}" type="presParOf" srcId="{7CB8F716-1D97-4FF2-BAF8-B735484065DE}" destId="{35D123AF-CBF8-4774-B5DC-2FCF2C273CF6}" srcOrd="2" destOrd="0" presId="urn:microsoft.com/office/officeart/2005/8/layout/orgChart1"/>
    <dgm:cxn modelId="{4CD27B3D-E338-4229-8BBC-03CED76AF0BB}" type="presParOf" srcId="{7CB8F716-1D97-4FF2-BAF8-B735484065DE}" destId="{54EC5764-59B8-4A8F-A926-5180BBB474BE}" srcOrd="3" destOrd="0" presId="urn:microsoft.com/office/officeart/2005/8/layout/orgChart1"/>
    <dgm:cxn modelId="{040A2897-21F9-4515-8C40-2C1EC46A55EC}" type="presParOf" srcId="{54EC5764-59B8-4A8F-A926-5180BBB474BE}" destId="{112D8D60-4568-4083-B033-82EE1DF4C358}" srcOrd="0" destOrd="0" presId="urn:microsoft.com/office/officeart/2005/8/layout/orgChart1"/>
    <dgm:cxn modelId="{223F297B-B153-4260-B03E-524CC49D91E0}" type="presParOf" srcId="{112D8D60-4568-4083-B033-82EE1DF4C358}" destId="{604F827E-7201-41B5-8D07-127D6F4F9979}" srcOrd="0" destOrd="0" presId="urn:microsoft.com/office/officeart/2005/8/layout/orgChart1"/>
    <dgm:cxn modelId="{AAE16860-D525-4F5B-A646-DD467A21304E}" type="presParOf" srcId="{112D8D60-4568-4083-B033-82EE1DF4C358}" destId="{C86D063C-6ED1-4DBC-9169-88DBA13F116A}" srcOrd="1" destOrd="0" presId="urn:microsoft.com/office/officeart/2005/8/layout/orgChart1"/>
    <dgm:cxn modelId="{E81DB36E-6F8F-4DDA-B760-56C5F6F29CEE}" type="presParOf" srcId="{54EC5764-59B8-4A8F-A926-5180BBB474BE}" destId="{531CAE3A-D6AF-44CE-987A-2E07343F8A22}" srcOrd="1" destOrd="0" presId="urn:microsoft.com/office/officeart/2005/8/layout/orgChart1"/>
    <dgm:cxn modelId="{237580BB-2E5D-420C-A4B1-6F230495611C}" type="presParOf" srcId="{531CAE3A-D6AF-44CE-987A-2E07343F8A22}" destId="{2C43BB11-7C45-4C10-9372-78CBB41EC12B}" srcOrd="0" destOrd="0" presId="urn:microsoft.com/office/officeart/2005/8/layout/orgChart1"/>
    <dgm:cxn modelId="{F53C4875-34B3-4A65-88DD-6485B6991B35}" type="presParOf" srcId="{531CAE3A-D6AF-44CE-987A-2E07343F8A22}" destId="{06CE720C-8A39-4D52-A803-CA1B59733D54}" srcOrd="1" destOrd="0" presId="urn:microsoft.com/office/officeart/2005/8/layout/orgChart1"/>
    <dgm:cxn modelId="{70AE938F-8505-4645-A02C-AFAFF43BFC85}" type="presParOf" srcId="{06CE720C-8A39-4D52-A803-CA1B59733D54}" destId="{D4708EB8-E3F2-42A9-8BE1-8A5F2A00B2DC}" srcOrd="0" destOrd="0" presId="urn:microsoft.com/office/officeart/2005/8/layout/orgChart1"/>
    <dgm:cxn modelId="{BCC7C4C0-6B03-43F7-B084-B4AC01053B04}" type="presParOf" srcId="{D4708EB8-E3F2-42A9-8BE1-8A5F2A00B2DC}" destId="{DFBF64FB-FC35-4C44-81A2-6B234F967864}" srcOrd="0" destOrd="0" presId="urn:microsoft.com/office/officeart/2005/8/layout/orgChart1"/>
    <dgm:cxn modelId="{E0828E85-B8D6-4872-B716-7B020E8E8EB4}" type="presParOf" srcId="{D4708EB8-E3F2-42A9-8BE1-8A5F2A00B2DC}" destId="{E8C61EB6-A3D6-463E-8D22-4F2A6846C0DB}" srcOrd="1" destOrd="0" presId="urn:microsoft.com/office/officeart/2005/8/layout/orgChart1"/>
    <dgm:cxn modelId="{30598135-3E4E-460E-8B75-4462D0A23B73}" type="presParOf" srcId="{06CE720C-8A39-4D52-A803-CA1B59733D54}" destId="{A36E419E-D1D0-4F99-8ADB-EB16DD681B56}" srcOrd="1" destOrd="0" presId="urn:microsoft.com/office/officeart/2005/8/layout/orgChart1"/>
    <dgm:cxn modelId="{6EF15838-443F-489A-88EC-E4B4376E8E50}" type="presParOf" srcId="{06CE720C-8A39-4D52-A803-CA1B59733D54}" destId="{34F2F05B-48E9-448C-B774-7E577AC21CAE}" srcOrd="2" destOrd="0" presId="urn:microsoft.com/office/officeart/2005/8/layout/orgChart1"/>
    <dgm:cxn modelId="{D287FAC0-25E8-47B3-A8C4-1A1441D6E650}" type="presParOf" srcId="{54EC5764-59B8-4A8F-A926-5180BBB474BE}" destId="{B796D4BE-22A0-4CAD-A142-F5E930E1E621}" srcOrd="2" destOrd="0" presId="urn:microsoft.com/office/officeart/2005/8/layout/orgChart1"/>
    <dgm:cxn modelId="{5CD18C9D-B979-402C-B106-B9A5B84ACB73}" type="presParOf" srcId="{9725F6A1-8B30-4077-BA4A-C5E546B0EAD7}" destId="{7E57627D-8FAA-4299-9DF2-14BF68A6B6F4}" srcOrd="2" destOrd="0" presId="urn:microsoft.com/office/officeart/2005/8/layout/orgChart1"/>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32.xml><?xml version="1.0" encoding="utf-8"?>
<dgm:dataModel xmlns:dgm="http://schemas.openxmlformats.org/drawingml/2006/diagram" xmlns:a="http://schemas.openxmlformats.org/drawingml/2006/main">
  <dgm:ptLst>
    <dgm:pt modelId="{561EAEB3-0B02-4145-90A8-0EFDD3B031BC}" type="doc">
      <dgm:prSet loTypeId="urn:microsoft.com/office/officeart/2011/layout/TabList" loCatId="list" qsTypeId="urn:microsoft.com/office/officeart/2005/8/quickstyle/simple3" qsCatId="simple" csTypeId="urn:microsoft.com/office/officeart/2005/8/colors/colorful4" csCatId="colorful" phldr="1"/>
      <dgm:spPr/>
      <dgm:t>
        <a:bodyPr/>
        <a:lstStyle/>
        <a:p>
          <a:endParaRPr lang="en-IN"/>
        </a:p>
      </dgm:t>
    </dgm:pt>
    <dgm:pt modelId="{2A724145-311E-45F9-88AA-0E7A86C14EC8}">
      <dgm:prSet custT="1"/>
      <dgm:spPr/>
      <dgm:t>
        <a:bodyPr/>
        <a:lstStyle/>
        <a:p>
          <a:r>
            <a:rPr lang="en-US" sz="1800" b="1" i="0" baseline="0" dirty="0"/>
            <a:t>1. Built-in Annotations</a:t>
          </a:r>
          <a:r>
            <a:rPr lang="en-US" sz="1800" b="0" i="0" baseline="0" dirty="0"/>
            <a:t>:</a:t>
          </a:r>
          <a:endParaRPr lang="en-IN" sz="1800" dirty="0"/>
        </a:p>
      </dgm:t>
    </dgm:pt>
    <dgm:pt modelId="{CCE72438-11F8-428A-A1B6-3E2B191C815A}" type="parTrans" cxnId="{002763A2-F817-4F0C-BC95-F1F9252C45FC}">
      <dgm:prSet/>
      <dgm:spPr/>
      <dgm:t>
        <a:bodyPr/>
        <a:lstStyle/>
        <a:p>
          <a:endParaRPr lang="en-IN" sz="1800"/>
        </a:p>
      </dgm:t>
    </dgm:pt>
    <dgm:pt modelId="{6614019A-841B-4790-B60E-A8CCDB0C7C37}" type="sibTrans" cxnId="{002763A2-F817-4F0C-BC95-F1F9252C45FC}">
      <dgm:prSet/>
      <dgm:spPr/>
      <dgm:t>
        <a:bodyPr/>
        <a:lstStyle/>
        <a:p>
          <a:endParaRPr lang="en-IN" sz="1800"/>
        </a:p>
      </dgm:t>
    </dgm:pt>
    <dgm:pt modelId="{F880B578-35C0-4246-BAAF-B6D83789DDCE}">
      <dgm:prSet custT="1"/>
      <dgm:spPr/>
      <dgm:t>
        <a:bodyPr/>
        <a:lstStyle/>
        <a:p>
          <a:r>
            <a:rPr lang="en-US" sz="1800" b="1" i="0" baseline="0" dirty="0"/>
            <a:t>2. Custom Annotations</a:t>
          </a:r>
          <a:endParaRPr lang="en-IN" sz="1800" dirty="0"/>
        </a:p>
      </dgm:t>
    </dgm:pt>
    <dgm:pt modelId="{0761DB30-59BD-4670-A2BC-5C27AFCAFFC6}" type="parTrans" cxnId="{BFBFE4DF-7CCA-4C02-AF41-149436EA711B}">
      <dgm:prSet/>
      <dgm:spPr/>
      <dgm:t>
        <a:bodyPr/>
        <a:lstStyle/>
        <a:p>
          <a:endParaRPr lang="en-IN" sz="1800"/>
        </a:p>
      </dgm:t>
    </dgm:pt>
    <dgm:pt modelId="{B6CC12E2-EA41-4EA7-AEA6-222F5EB8D00D}" type="sibTrans" cxnId="{BFBFE4DF-7CCA-4C02-AF41-149436EA711B}">
      <dgm:prSet/>
      <dgm:spPr/>
      <dgm:t>
        <a:bodyPr/>
        <a:lstStyle/>
        <a:p>
          <a:endParaRPr lang="en-IN" sz="1800"/>
        </a:p>
      </dgm:t>
    </dgm:pt>
    <dgm:pt modelId="{A70C6C0F-60E0-4CE4-A1C4-FBC7907A5778}">
      <dgm:prSet custT="1"/>
      <dgm:spPr/>
      <dgm:t>
        <a:bodyPr/>
        <a:lstStyle/>
        <a:p>
          <a:r>
            <a:rPr lang="en-US" sz="1800" b="0" i="0" baseline="0" dirty="0"/>
            <a:t>Ex: @Override, @Deprecated, @SuppressWarnings, etc.</a:t>
          </a:r>
          <a:endParaRPr lang="en-IN" sz="1800" dirty="0"/>
        </a:p>
      </dgm:t>
    </dgm:pt>
    <dgm:pt modelId="{62B35BB0-AE9B-49BD-8024-6386843E2630}" type="parTrans" cxnId="{F0BA1B2E-3162-4C54-8032-F42F81BEDCA1}">
      <dgm:prSet/>
      <dgm:spPr/>
      <dgm:t>
        <a:bodyPr/>
        <a:lstStyle/>
        <a:p>
          <a:endParaRPr lang="en-IN" sz="1800"/>
        </a:p>
      </dgm:t>
    </dgm:pt>
    <dgm:pt modelId="{CD79E841-ABBB-44D5-875C-0DD9F3D4CB5D}" type="sibTrans" cxnId="{F0BA1B2E-3162-4C54-8032-F42F81BEDCA1}">
      <dgm:prSet/>
      <dgm:spPr/>
      <dgm:t>
        <a:bodyPr/>
        <a:lstStyle/>
        <a:p>
          <a:endParaRPr lang="en-IN" sz="1800"/>
        </a:p>
      </dgm:t>
    </dgm:pt>
    <dgm:pt modelId="{6AEC824A-80F0-468E-822B-287528CB81C7}">
      <dgm:prSet custT="1"/>
      <dgm:spPr/>
      <dgm:t>
        <a:bodyPr/>
        <a:lstStyle/>
        <a:p>
          <a:r>
            <a:rPr lang="en-US" sz="1800" b="0" i="0" baseline="0" dirty="0"/>
            <a:t>Developers can define custom annotations to add metadata to their code. </a:t>
          </a:r>
          <a:endParaRPr lang="en-IN" sz="1800" dirty="0"/>
        </a:p>
      </dgm:t>
    </dgm:pt>
    <dgm:pt modelId="{1A5490B3-C35D-4327-9DBB-B8FE2D7B9997}" type="parTrans" cxnId="{94388177-55F5-4A05-A053-ECF8020F575D}">
      <dgm:prSet/>
      <dgm:spPr/>
      <dgm:t>
        <a:bodyPr/>
        <a:lstStyle/>
        <a:p>
          <a:endParaRPr lang="en-IN" sz="1800"/>
        </a:p>
      </dgm:t>
    </dgm:pt>
    <dgm:pt modelId="{C3DCB14C-9B29-4402-BEF7-610105F67D8B}" type="sibTrans" cxnId="{94388177-55F5-4A05-A053-ECF8020F575D}">
      <dgm:prSet/>
      <dgm:spPr/>
      <dgm:t>
        <a:bodyPr/>
        <a:lstStyle/>
        <a:p>
          <a:endParaRPr lang="en-IN" sz="1800"/>
        </a:p>
      </dgm:t>
    </dgm:pt>
    <dgm:pt modelId="{85ACCA9E-F6A8-402D-B424-E98FFD390964}" type="pres">
      <dgm:prSet presAssocID="{561EAEB3-0B02-4145-90A8-0EFDD3B031BC}" presName="Name0" presStyleCnt="0">
        <dgm:presLayoutVars>
          <dgm:chMax/>
          <dgm:chPref val="3"/>
          <dgm:dir/>
          <dgm:animOne val="branch"/>
          <dgm:animLvl val="lvl"/>
        </dgm:presLayoutVars>
      </dgm:prSet>
      <dgm:spPr/>
    </dgm:pt>
    <dgm:pt modelId="{2D0915E7-71E0-4182-99FD-0711CED7261B}" type="pres">
      <dgm:prSet presAssocID="{2A724145-311E-45F9-88AA-0E7A86C14EC8}" presName="composite" presStyleCnt="0"/>
      <dgm:spPr/>
    </dgm:pt>
    <dgm:pt modelId="{6DED54AA-EAEE-43E8-AE47-43C1B0BE597E}" type="pres">
      <dgm:prSet presAssocID="{2A724145-311E-45F9-88AA-0E7A86C14EC8}" presName="FirstChild" presStyleLbl="revTx" presStyleIdx="0" presStyleCnt="2" custScaleX="74633" custLinFactNeighborX="293">
        <dgm:presLayoutVars>
          <dgm:chMax val="0"/>
          <dgm:chPref val="0"/>
          <dgm:bulletEnabled val="1"/>
        </dgm:presLayoutVars>
      </dgm:prSet>
      <dgm:spPr/>
    </dgm:pt>
    <dgm:pt modelId="{525C87AC-8AEE-450E-8DE8-9004C297C7FC}" type="pres">
      <dgm:prSet presAssocID="{2A724145-311E-45F9-88AA-0E7A86C14EC8}" presName="Parent" presStyleLbl="alignNode1" presStyleIdx="0" presStyleCnt="2" custScaleX="163736">
        <dgm:presLayoutVars>
          <dgm:chMax val="3"/>
          <dgm:chPref val="3"/>
          <dgm:bulletEnabled val="1"/>
        </dgm:presLayoutVars>
      </dgm:prSet>
      <dgm:spPr/>
    </dgm:pt>
    <dgm:pt modelId="{AF615C81-E5A1-4482-99D0-A5ADD4DB84A2}" type="pres">
      <dgm:prSet presAssocID="{2A724145-311E-45F9-88AA-0E7A86C14EC8}" presName="Accent" presStyleLbl="parChTrans1D1" presStyleIdx="0" presStyleCnt="2"/>
      <dgm:spPr/>
    </dgm:pt>
    <dgm:pt modelId="{E301B893-7571-42AF-B0AF-12F03C5B7C25}" type="pres">
      <dgm:prSet presAssocID="{6614019A-841B-4790-B60E-A8CCDB0C7C37}" presName="sibTrans" presStyleCnt="0"/>
      <dgm:spPr/>
    </dgm:pt>
    <dgm:pt modelId="{149D7D29-90FA-46AA-82B7-CD61836FAC5C}" type="pres">
      <dgm:prSet presAssocID="{F880B578-35C0-4246-BAAF-B6D83789DDCE}" presName="composite" presStyleCnt="0"/>
      <dgm:spPr/>
    </dgm:pt>
    <dgm:pt modelId="{5E782592-25F3-4072-8A18-3321342F9C43}" type="pres">
      <dgm:prSet presAssocID="{F880B578-35C0-4246-BAAF-B6D83789DDCE}" presName="FirstChild" presStyleLbl="revTx" presStyleIdx="1" presStyleCnt="2" custScaleX="74633" custLinFactNeighborX="293">
        <dgm:presLayoutVars>
          <dgm:chMax val="0"/>
          <dgm:chPref val="0"/>
          <dgm:bulletEnabled val="1"/>
        </dgm:presLayoutVars>
      </dgm:prSet>
      <dgm:spPr/>
    </dgm:pt>
    <dgm:pt modelId="{60D0EB6F-84F5-4035-B596-1D269CD8DE05}" type="pres">
      <dgm:prSet presAssocID="{F880B578-35C0-4246-BAAF-B6D83789DDCE}" presName="Parent" presStyleLbl="alignNode1" presStyleIdx="1" presStyleCnt="2" custScaleX="163736">
        <dgm:presLayoutVars>
          <dgm:chMax val="3"/>
          <dgm:chPref val="3"/>
          <dgm:bulletEnabled val="1"/>
        </dgm:presLayoutVars>
      </dgm:prSet>
      <dgm:spPr/>
    </dgm:pt>
    <dgm:pt modelId="{2A44F2F5-2CF5-4D74-9D10-24C3DE26B88A}" type="pres">
      <dgm:prSet presAssocID="{F880B578-35C0-4246-BAAF-B6D83789DDCE}" presName="Accent" presStyleLbl="parChTrans1D1" presStyleIdx="1" presStyleCnt="2"/>
      <dgm:spPr/>
    </dgm:pt>
  </dgm:ptLst>
  <dgm:cxnLst>
    <dgm:cxn modelId="{52C30706-ACCA-4A6C-B48F-1730D3CE3DE9}" type="presOf" srcId="{6AEC824A-80F0-468E-822B-287528CB81C7}" destId="{5E782592-25F3-4072-8A18-3321342F9C43}" srcOrd="0" destOrd="0" presId="urn:microsoft.com/office/officeart/2011/layout/TabList"/>
    <dgm:cxn modelId="{B47D560B-68BF-460D-83B0-3BF15816B1C2}" type="presOf" srcId="{A70C6C0F-60E0-4CE4-A1C4-FBC7907A5778}" destId="{6DED54AA-EAEE-43E8-AE47-43C1B0BE597E}" srcOrd="0" destOrd="0" presId="urn:microsoft.com/office/officeart/2011/layout/TabList"/>
    <dgm:cxn modelId="{9E9F2419-14CA-4DD1-BCDC-3DD087484ACE}" type="presOf" srcId="{F880B578-35C0-4246-BAAF-B6D83789DDCE}" destId="{60D0EB6F-84F5-4035-B596-1D269CD8DE05}" srcOrd="0" destOrd="0" presId="urn:microsoft.com/office/officeart/2011/layout/TabList"/>
    <dgm:cxn modelId="{E07ADE27-731C-4831-8B8B-8CCC7194DF2A}" type="presOf" srcId="{561EAEB3-0B02-4145-90A8-0EFDD3B031BC}" destId="{85ACCA9E-F6A8-402D-B424-E98FFD390964}" srcOrd="0" destOrd="0" presId="urn:microsoft.com/office/officeart/2011/layout/TabList"/>
    <dgm:cxn modelId="{F0BA1B2E-3162-4C54-8032-F42F81BEDCA1}" srcId="{2A724145-311E-45F9-88AA-0E7A86C14EC8}" destId="{A70C6C0F-60E0-4CE4-A1C4-FBC7907A5778}" srcOrd="0" destOrd="0" parTransId="{62B35BB0-AE9B-49BD-8024-6386843E2630}" sibTransId="{CD79E841-ABBB-44D5-875C-0DD9F3D4CB5D}"/>
    <dgm:cxn modelId="{136D512F-D560-4A99-91AD-653FAB5E05E3}" type="presOf" srcId="{2A724145-311E-45F9-88AA-0E7A86C14EC8}" destId="{525C87AC-8AEE-450E-8DE8-9004C297C7FC}" srcOrd="0" destOrd="0" presId="urn:microsoft.com/office/officeart/2011/layout/TabList"/>
    <dgm:cxn modelId="{94388177-55F5-4A05-A053-ECF8020F575D}" srcId="{F880B578-35C0-4246-BAAF-B6D83789DDCE}" destId="{6AEC824A-80F0-468E-822B-287528CB81C7}" srcOrd="0" destOrd="0" parTransId="{1A5490B3-C35D-4327-9DBB-B8FE2D7B9997}" sibTransId="{C3DCB14C-9B29-4402-BEF7-610105F67D8B}"/>
    <dgm:cxn modelId="{002763A2-F817-4F0C-BC95-F1F9252C45FC}" srcId="{561EAEB3-0B02-4145-90A8-0EFDD3B031BC}" destId="{2A724145-311E-45F9-88AA-0E7A86C14EC8}" srcOrd="0" destOrd="0" parTransId="{CCE72438-11F8-428A-A1B6-3E2B191C815A}" sibTransId="{6614019A-841B-4790-B60E-A8CCDB0C7C37}"/>
    <dgm:cxn modelId="{BFBFE4DF-7CCA-4C02-AF41-149436EA711B}" srcId="{561EAEB3-0B02-4145-90A8-0EFDD3B031BC}" destId="{F880B578-35C0-4246-BAAF-B6D83789DDCE}" srcOrd="1" destOrd="0" parTransId="{0761DB30-59BD-4670-A2BC-5C27AFCAFFC6}" sibTransId="{B6CC12E2-EA41-4EA7-AEA6-222F5EB8D00D}"/>
    <dgm:cxn modelId="{04F63D93-C570-4113-BBE6-CCBB671D3C55}" type="presParOf" srcId="{85ACCA9E-F6A8-402D-B424-E98FFD390964}" destId="{2D0915E7-71E0-4182-99FD-0711CED7261B}" srcOrd="0" destOrd="0" presId="urn:microsoft.com/office/officeart/2011/layout/TabList"/>
    <dgm:cxn modelId="{42935A84-26DC-4626-845E-584CF372AFB1}" type="presParOf" srcId="{2D0915E7-71E0-4182-99FD-0711CED7261B}" destId="{6DED54AA-EAEE-43E8-AE47-43C1B0BE597E}" srcOrd="0" destOrd="0" presId="urn:microsoft.com/office/officeart/2011/layout/TabList"/>
    <dgm:cxn modelId="{A8E62890-DD94-4A9E-B7B3-6A4F451AB9C0}" type="presParOf" srcId="{2D0915E7-71E0-4182-99FD-0711CED7261B}" destId="{525C87AC-8AEE-450E-8DE8-9004C297C7FC}" srcOrd="1" destOrd="0" presId="urn:microsoft.com/office/officeart/2011/layout/TabList"/>
    <dgm:cxn modelId="{5E615B44-DC0C-4F71-A7F1-D4CEFBAF05BE}" type="presParOf" srcId="{2D0915E7-71E0-4182-99FD-0711CED7261B}" destId="{AF615C81-E5A1-4482-99D0-A5ADD4DB84A2}" srcOrd="2" destOrd="0" presId="urn:microsoft.com/office/officeart/2011/layout/TabList"/>
    <dgm:cxn modelId="{0588C50F-F274-4FEB-A581-1272890AC812}" type="presParOf" srcId="{85ACCA9E-F6A8-402D-B424-E98FFD390964}" destId="{E301B893-7571-42AF-B0AF-12F03C5B7C25}" srcOrd="1" destOrd="0" presId="urn:microsoft.com/office/officeart/2011/layout/TabList"/>
    <dgm:cxn modelId="{B7DBBA5D-BB43-4503-822A-E5BF47CD52EF}" type="presParOf" srcId="{85ACCA9E-F6A8-402D-B424-E98FFD390964}" destId="{149D7D29-90FA-46AA-82B7-CD61836FAC5C}" srcOrd="2" destOrd="0" presId="urn:microsoft.com/office/officeart/2011/layout/TabList"/>
    <dgm:cxn modelId="{66AB081B-D6C3-4F95-9DB6-87902BB8168B}" type="presParOf" srcId="{149D7D29-90FA-46AA-82B7-CD61836FAC5C}" destId="{5E782592-25F3-4072-8A18-3321342F9C43}" srcOrd="0" destOrd="0" presId="urn:microsoft.com/office/officeart/2011/layout/TabList"/>
    <dgm:cxn modelId="{A16D1A8D-CF52-475C-986D-538D6575A076}" type="presParOf" srcId="{149D7D29-90FA-46AA-82B7-CD61836FAC5C}" destId="{60D0EB6F-84F5-4035-B596-1D269CD8DE05}" srcOrd="1" destOrd="0" presId="urn:microsoft.com/office/officeart/2011/layout/TabList"/>
    <dgm:cxn modelId="{B839C90C-DC8D-47E5-AF52-E0871CE45905}" type="presParOf" srcId="{149D7D29-90FA-46AA-82B7-CD61836FAC5C}" destId="{2A44F2F5-2CF5-4D74-9D10-24C3DE26B88A}" srcOrd="2" destOrd="0" presId="urn:microsoft.com/office/officeart/2011/layout/Tab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33.xml><?xml version="1.0" encoding="utf-8"?>
<dgm:dataModel xmlns:dgm="http://schemas.openxmlformats.org/drawingml/2006/diagram" xmlns:a="http://schemas.openxmlformats.org/drawingml/2006/main">
  <dgm:ptLst>
    <dgm:pt modelId="{67C2A267-5ACA-49BD-A301-8FE96EDD8695}" type="doc">
      <dgm:prSet loTypeId="urn:microsoft.com/office/officeart/2011/layout/TabList" loCatId="list" qsTypeId="urn:microsoft.com/office/officeart/2005/8/quickstyle/simple3" qsCatId="simple" csTypeId="urn:microsoft.com/office/officeart/2005/8/colors/colorful1" csCatId="colorful" phldr="1"/>
      <dgm:spPr/>
      <dgm:t>
        <a:bodyPr/>
        <a:lstStyle/>
        <a:p>
          <a:endParaRPr lang="en-IN"/>
        </a:p>
      </dgm:t>
    </dgm:pt>
    <dgm:pt modelId="{057F082B-FBE8-49C4-A823-FD1A2F8D6F04}">
      <dgm:prSet phldrT="[Text]" custT="1"/>
      <dgm:spPr/>
      <dgm:t>
        <a:bodyPr/>
        <a:lstStyle/>
        <a:p>
          <a:pPr algn="l"/>
          <a:r>
            <a:rPr lang="en-IN" sz="1800" b="1" dirty="0"/>
            <a:t> 1. Data hiding</a:t>
          </a:r>
        </a:p>
      </dgm:t>
    </dgm:pt>
    <dgm:pt modelId="{FCE72E95-661C-45DC-A994-0F93E112F6DB}" type="parTrans" cxnId="{77893A08-A0C7-4CA2-954F-7014B9F26C1D}">
      <dgm:prSet/>
      <dgm:spPr/>
      <dgm:t>
        <a:bodyPr/>
        <a:lstStyle/>
        <a:p>
          <a:endParaRPr lang="en-IN" sz="1800"/>
        </a:p>
      </dgm:t>
    </dgm:pt>
    <dgm:pt modelId="{6B70D0CE-4B37-4392-AA13-447B2B18146F}" type="sibTrans" cxnId="{77893A08-A0C7-4CA2-954F-7014B9F26C1D}">
      <dgm:prSet/>
      <dgm:spPr/>
      <dgm:t>
        <a:bodyPr/>
        <a:lstStyle/>
        <a:p>
          <a:endParaRPr lang="en-IN" sz="1800"/>
        </a:p>
      </dgm:t>
    </dgm:pt>
    <dgm:pt modelId="{0BA57721-1503-4E8F-8C80-9D48EB6CF8C6}">
      <dgm:prSet phldrT="[Text]" custT="1"/>
      <dgm:spPr/>
      <dgm:t>
        <a:bodyPr/>
        <a:lstStyle/>
        <a:p>
          <a:pPr algn="l"/>
          <a:r>
            <a:rPr lang="en-US" sz="1800" b="1" dirty="0"/>
            <a:t> 2. Modularity</a:t>
          </a:r>
          <a:endParaRPr lang="en-IN" sz="1800" b="1" dirty="0"/>
        </a:p>
      </dgm:t>
    </dgm:pt>
    <dgm:pt modelId="{215F3EF4-321C-4476-A5F9-24E64D8A7CE8}" type="parTrans" cxnId="{04A7ACF7-4656-4BF6-8641-6974B5D99391}">
      <dgm:prSet/>
      <dgm:spPr/>
      <dgm:t>
        <a:bodyPr/>
        <a:lstStyle/>
        <a:p>
          <a:endParaRPr lang="en-IN" sz="1800"/>
        </a:p>
      </dgm:t>
    </dgm:pt>
    <dgm:pt modelId="{BD827F81-8271-40D7-85F4-2F67B29D57FD}" type="sibTrans" cxnId="{04A7ACF7-4656-4BF6-8641-6974B5D99391}">
      <dgm:prSet/>
      <dgm:spPr/>
      <dgm:t>
        <a:bodyPr/>
        <a:lstStyle/>
        <a:p>
          <a:endParaRPr lang="en-IN" sz="1800"/>
        </a:p>
      </dgm:t>
    </dgm:pt>
    <dgm:pt modelId="{EA377C67-F1C1-4B4A-A222-91ACE3FBC36B}">
      <dgm:prSet phldrT="[Text]" custT="1"/>
      <dgm:spPr/>
      <dgm:t>
        <a:bodyPr/>
        <a:lstStyle/>
        <a:p>
          <a:pPr algn="l"/>
          <a:r>
            <a:rPr lang="en-IN" sz="1800" b="1" dirty="0"/>
            <a:t> 5. Controlled Access</a:t>
          </a:r>
        </a:p>
      </dgm:t>
    </dgm:pt>
    <dgm:pt modelId="{74460DFE-E83B-425D-9AF5-B9B239266A6A}" type="parTrans" cxnId="{C99BA09A-559A-4C5D-A8BD-ECC7F348F500}">
      <dgm:prSet/>
      <dgm:spPr/>
      <dgm:t>
        <a:bodyPr/>
        <a:lstStyle/>
        <a:p>
          <a:endParaRPr lang="en-IN"/>
        </a:p>
      </dgm:t>
    </dgm:pt>
    <dgm:pt modelId="{8C965EC9-A0F0-40E7-8929-859BC6BB226D}" type="sibTrans" cxnId="{C99BA09A-559A-4C5D-A8BD-ECC7F348F500}">
      <dgm:prSet/>
      <dgm:spPr/>
      <dgm:t>
        <a:bodyPr/>
        <a:lstStyle/>
        <a:p>
          <a:endParaRPr lang="en-IN"/>
        </a:p>
      </dgm:t>
    </dgm:pt>
    <dgm:pt modelId="{622E4630-6C1B-420E-8808-0D50C35C71EA}">
      <dgm:prSet phldrT="[Text]" custT="1"/>
      <dgm:spPr/>
      <dgm:t>
        <a:bodyPr/>
        <a:lstStyle/>
        <a:p>
          <a:pPr algn="l"/>
          <a:r>
            <a:rPr lang="en-IN" sz="1800" b="1" dirty="0"/>
            <a:t> 3. Increased Security</a:t>
          </a:r>
        </a:p>
      </dgm:t>
    </dgm:pt>
    <dgm:pt modelId="{78F8FC2C-4414-4907-9FCA-738B990DD8B5}" type="parTrans" cxnId="{D1F73125-EC0B-4841-A857-65AFE747A3F6}">
      <dgm:prSet/>
      <dgm:spPr/>
      <dgm:t>
        <a:bodyPr/>
        <a:lstStyle/>
        <a:p>
          <a:endParaRPr lang="en-IN"/>
        </a:p>
      </dgm:t>
    </dgm:pt>
    <dgm:pt modelId="{8DEE5473-3039-4ABD-A3B4-B3A17F439BC5}" type="sibTrans" cxnId="{D1F73125-EC0B-4841-A857-65AFE747A3F6}">
      <dgm:prSet/>
      <dgm:spPr/>
      <dgm:t>
        <a:bodyPr/>
        <a:lstStyle/>
        <a:p>
          <a:endParaRPr lang="en-IN"/>
        </a:p>
      </dgm:t>
    </dgm:pt>
    <dgm:pt modelId="{185F0016-6A41-4F03-BAE3-D15B3C575FDC}">
      <dgm:prSet phldrT="[Text]" custT="1"/>
      <dgm:spPr/>
      <dgm:t>
        <a:bodyPr/>
        <a:lstStyle/>
        <a:p>
          <a:pPr algn="l"/>
          <a:r>
            <a:rPr lang="en-US" sz="1800" b="1" dirty="0"/>
            <a:t> 4. </a:t>
          </a:r>
          <a:r>
            <a:rPr lang="en-IN" sz="1800" b="1" dirty="0"/>
            <a:t>Reusability</a:t>
          </a:r>
        </a:p>
      </dgm:t>
    </dgm:pt>
    <dgm:pt modelId="{899112C2-B3E7-4B2D-B671-83320EE1DEDF}" type="parTrans" cxnId="{4B92D934-40E8-4D4B-8B4E-E4F1B64A061C}">
      <dgm:prSet/>
      <dgm:spPr/>
      <dgm:t>
        <a:bodyPr/>
        <a:lstStyle/>
        <a:p>
          <a:endParaRPr lang="en-IN"/>
        </a:p>
      </dgm:t>
    </dgm:pt>
    <dgm:pt modelId="{52455A02-A4B9-4B9F-A0B8-987405BAB13C}" type="sibTrans" cxnId="{4B92D934-40E8-4D4B-8B4E-E4F1B64A061C}">
      <dgm:prSet/>
      <dgm:spPr/>
      <dgm:t>
        <a:bodyPr/>
        <a:lstStyle/>
        <a:p>
          <a:endParaRPr lang="en-IN"/>
        </a:p>
      </dgm:t>
    </dgm:pt>
    <dgm:pt modelId="{F8E07706-FF74-48EC-9AF6-4E62AC22C803}">
      <dgm:prSet phldrT="[Text]" custT="1"/>
      <dgm:spPr/>
      <dgm:t>
        <a:bodyPr anchor="ctr"/>
        <a:lstStyle/>
        <a:p>
          <a:r>
            <a:rPr lang="en-US" sz="1800" dirty="0"/>
            <a:t>Encapsulation allows an object to hide its internal state(data) because all interaction will be performed through its methods. </a:t>
          </a:r>
          <a:endParaRPr lang="en-IN" sz="1800" dirty="0"/>
        </a:p>
      </dgm:t>
    </dgm:pt>
    <dgm:pt modelId="{D901E099-1376-4AE4-A31D-67E3FF320E51}" type="parTrans" cxnId="{CF3025E9-A617-4371-889A-80394D5C22DA}">
      <dgm:prSet/>
      <dgm:spPr/>
      <dgm:t>
        <a:bodyPr/>
        <a:lstStyle/>
        <a:p>
          <a:endParaRPr lang="en-IN"/>
        </a:p>
      </dgm:t>
    </dgm:pt>
    <dgm:pt modelId="{CCFC1B46-0A78-4F4B-B513-72634EB1FAD2}" type="sibTrans" cxnId="{CF3025E9-A617-4371-889A-80394D5C22DA}">
      <dgm:prSet/>
      <dgm:spPr/>
      <dgm:t>
        <a:bodyPr/>
        <a:lstStyle/>
        <a:p>
          <a:endParaRPr lang="en-IN"/>
        </a:p>
      </dgm:t>
    </dgm:pt>
    <dgm:pt modelId="{297202D7-C200-4EFD-B00E-C3D0B401E029}">
      <dgm:prSet phldrT="[Text]" custT="1"/>
      <dgm:spPr/>
      <dgm:t>
        <a:bodyPr anchor="ctr"/>
        <a:lstStyle/>
        <a:p>
          <a:r>
            <a:rPr lang="en-US" sz="1800" dirty="0"/>
            <a:t>By encapsulating data and functions within an object, you can create self-contained modules.</a:t>
          </a:r>
          <a:endParaRPr lang="en-IN" sz="1800" dirty="0"/>
        </a:p>
      </dgm:t>
    </dgm:pt>
    <dgm:pt modelId="{C7333B46-29C1-4715-9B0E-B2B1E6FD3F59}" type="parTrans" cxnId="{8C34C46A-BBC9-4A7A-843C-33C92F8EF821}">
      <dgm:prSet/>
      <dgm:spPr/>
      <dgm:t>
        <a:bodyPr/>
        <a:lstStyle/>
        <a:p>
          <a:endParaRPr lang="en-IN"/>
        </a:p>
      </dgm:t>
    </dgm:pt>
    <dgm:pt modelId="{E147826F-4222-4228-820D-43543F753FB1}" type="sibTrans" cxnId="{8C34C46A-BBC9-4A7A-843C-33C92F8EF821}">
      <dgm:prSet/>
      <dgm:spPr/>
      <dgm:t>
        <a:bodyPr/>
        <a:lstStyle/>
        <a:p>
          <a:endParaRPr lang="en-IN"/>
        </a:p>
      </dgm:t>
    </dgm:pt>
    <dgm:pt modelId="{85851021-ABCC-4543-9655-B5B3B8D54F15}">
      <dgm:prSet phldrT="[Text]" custT="1"/>
      <dgm:spPr/>
      <dgm:t>
        <a:bodyPr anchor="ctr"/>
        <a:lstStyle/>
        <a:p>
          <a:r>
            <a:rPr lang="en-US" sz="1800" dirty="0"/>
            <a:t>By restricting access to data directly, encapsulation helps in protecting sensitive data.</a:t>
          </a:r>
          <a:endParaRPr lang="en-IN" sz="1800" dirty="0"/>
        </a:p>
      </dgm:t>
    </dgm:pt>
    <dgm:pt modelId="{05B9CB4D-98DB-4F4A-9DDC-BCF563B72B65}" type="parTrans" cxnId="{F7A84F87-F74B-45F0-B0FA-900F3F9CAF40}">
      <dgm:prSet/>
      <dgm:spPr/>
      <dgm:t>
        <a:bodyPr/>
        <a:lstStyle/>
        <a:p>
          <a:endParaRPr lang="en-IN"/>
        </a:p>
      </dgm:t>
    </dgm:pt>
    <dgm:pt modelId="{2856A0E0-67C3-4ED3-8413-D8F3DA59F0D4}" type="sibTrans" cxnId="{F7A84F87-F74B-45F0-B0FA-900F3F9CAF40}">
      <dgm:prSet/>
      <dgm:spPr/>
      <dgm:t>
        <a:bodyPr/>
        <a:lstStyle/>
        <a:p>
          <a:endParaRPr lang="en-IN"/>
        </a:p>
      </dgm:t>
    </dgm:pt>
    <dgm:pt modelId="{AAF0AB34-0C1F-4C13-8BCD-90E0AA4B5048}">
      <dgm:prSet phldrT="[Text]" custT="1"/>
      <dgm:spPr/>
      <dgm:t>
        <a:bodyPr anchor="ctr"/>
        <a:lstStyle/>
        <a:p>
          <a:r>
            <a:rPr lang="en-US" sz="1800" dirty="0"/>
            <a:t>Encapsulation allows for components to be reused across different parts of a program or even in different programs. </a:t>
          </a:r>
          <a:endParaRPr lang="en-IN" sz="1800" dirty="0"/>
        </a:p>
      </dgm:t>
    </dgm:pt>
    <dgm:pt modelId="{B8172496-55F3-4EDE-B89C-1ABDBB800766}" type="parTrans" cxnId="{60ED863E-457E-4EF1-9B0D-7D55B57192D7}">
      <dgm:prSet/>
      <dgm:spPr/>
      <dgm:t>
        <a:bodyPr/>
        <a:lstStyle/>
        <a:p>
          <a:endParaRPr lang="en-IN"/>
        </a:p>
      </dgm:t>
    </dgm:pt>
    <dgm:pt modelId="{AB0FCA6C-E77E-4D35-891F-0AE9A9370FCD}" type="sibTrans" cxnId="{60ED863E-457E-4EF1-9B0D-7D55B57192D7}">
      <dgm:prSet/>
      <dgm:spPr/>
      <dgm:t>
        <a:bodyPr/>
        <a:lstStyle/>
        <a:p>
          <a:endParaRPr lang="en-IN"/>
        </a:p>
      </dgm:t>
    </dgm:pt>
    <dgm:pt modelId="{54A7F5B4-2294-4445-A081-2C16DAEB9646}">
      <dgm:prSet phldrT="[Text]" custT="1"/>
      <dgm:spPr/>
      <dgm:t>
        <a:bodyPr anchor="ctr"/>
        <a:lstStyle/>
        <a:p>
          <a:r>
            <a:rPr lang="en-US" sz="1800" dirty="0"/>
            <a:t>By defining methods to access and modify the data, you can enforce rules and constraints on data.</a:t>
          </a:r>
          <a:endParaRPr lang="en-IN" sz="1800" dirty="0"/>
        </a:p>
      </dgm:t>
    </dgm:pt>
    <dgm:pt modelId="{39DA8355-ADD2-46FE-B9C3-DE738DD23894}" type="parTrans" cxnId="{9CA5801D-A5CB-4D8C-B5FB-B32C17A4D4F6}">
      <dgm:prSet/>
      <dgm:spPr/>
      <dgm:t>
        <a:bodyPr/>
        <a:lstStyle/>
        <a:p>
          <a:endParaRPr lang="en-IN"/>
        </a:p>
      </dgm:t>
    </dgm:pt>
    <dgm:pt modelId="{8AC26E10-12E3-41CC-9A85-4259BBDA5D4B}" type="sibTrans" cxnId="{9CA5801D-A5CB-4D8C-B5FB-B32C17A4D4F6}">
      <dgm:prSet/>
      <dgm:spPr/>
      <dgm:t>
        <a:bodyPr/>
        <a:lstStyle/>
        <a:p>
          <a:endParaRPr lang="en-IN"/>
        </a:p>
      </dgm:t>
    </dgm:pt>
    <dgm:pt modelId="{847D3092-66CD-4D74-9DF0-EE3ECA676478}" type="pres">
      <dgm:prSet presAssocID="{67C2A267-5ACA-49BD-A301-8FE96EDD8695}" presName="Name0" presStyleCnt="0">
        <dgm:presLayoutVars>
          <dgm:chMax/>
          <dgm:chPref val="3"/>
          <dgm:dir/>
          <dgm:animOne val="branch"/>
          <dgm:animLvl val="lvl"/>
        </dgm:presLayoutVars>
      </dgm:prSet>
      <dgm:spPr/>
    </dgm:pt>
    <dgm:pt modelId="{3F90D371-E047-4FFA-91EE-FD4CDCEF220D}" type="pres">
      <dgm:prSet presAssocID="{057F082B-FBE8-49C4-A823-FD1A2F8D6F04}" presName="composite" presStyleCnt="0"/>
      <dgm:spPr/>
    </dgm:pt>
    <dgm:pt modelId="{96F50009-4906-4AB8-B339-4D0E2189370D}" type="pres">
      <dgm:prSet presAssocID="{057F082B-FBE8-49C4-A823-FD1A2F8D6F04}" presName="FirstChild" presStyleLbl="revTx" presStyleIdx="0" presStyleCnt="5" custScaleX="94010">
        <dgm:presLayoutVars>
          <dgm:chMax val="0"/>
          <dgm:chPref val="0"/>
          <dgm:bulletEnabled val="1"/>
        </dgm:presLayoutVars>
      </dgm:prSet>
      <dgm:spPr/>
    </dgm:pt>
    <dgm:pt modelId="{7E1EC56F-B4D4-4782-B915-D7FB68A645F9}" type="pres">
      <dgm:prSet presAssocID="{057F082B-FBE8-49C4-A823-FD1A2F8D6F04}" presName="Parent" presStyleLbl="alignNode1" presStyleIdx="0" presStyleCnt="5" custScaleX="105945">
        <dgm:presLayoutVars>
          <dgm:chMax val="3"/>
          <dgm:chPref val="3"/>
          <dgm:bulletEnabled val="1"/>
        </dgm:presLayoutVars>
      </dgm:prSet>
      <dgm:spPr/>
    </dgm:pt>
    <dgm:pt modelId="{42EC1D86-B939-43D9-874B-83BC92068AD8}" type="pres">
      <dgm:prSet presAssocID="{057F082B-FBE8-49C4-A823-FD1A2F8D6F04}" presName="Accent" presStyleLbl="parChTrans1D1" presStyleIdx="0" presStyleCnt="5"/>
      <dgm:spPr/>
    </dgm:pt>
    <dgm:pt modelId="{61FF610A-B224-4C2A-AC02-CFFF9057264F}" type="pres">
      <dgm:prSet presAssocID="{6B70D0CE-4B37-4392-AA13-447B2B18146F}" presName="sibTrans" presStyleCnt="0"/>
      <dgm:spPr/>
    </dgm:pt>
    <dgm:pt modelId="{CF247AB1-5568-437E-A437-DC47CCAA9767}" type="pres">
      <dgm:prSet presAssocID="{0BA57721-1503-4E8F-8C80-9D48EB6CF8C6}" presName="composite" presStyleCnt="0"/>
      <dgm:spPr/>
    </dgm:pt>
    <dgm:pt modelId="{8A10465B-9BEB-4FB5-BC1A-8B9F62833769}" type="pres">
      <dgm:prSet presAssocID="{0BA57721-1503-4E8F-8C80-9D48EB6CF8C6}" presName="FirstChild" presStyleLbl="revTx" presStyleIdx="1" presStyleCnt="5" custScaleX="94010">
        <dgm:presLayoutVars>
          <dgm:chMax val="0"/>
          <dgm:chPref val="0"/>
          <dgm:bulletEnabled val="1"/>
        </dgm:presLayoutVars>
      </dgm:prSet>
      <dgm:spPr/>
    </dgm:pt>
    <dgm:pt modelId="{6AF2DDDF-A9C0-435C-9FA5-79A7A394D7DF}" type="pres">
      <dgm:prSet presAssocID="{0BA57721-1503-4E8F-8C80-9D48EB6CF8C6}" presName="Parent" presStyleLbl="alignNode1" presStyleIdx="1" presStyleCnt="5" custScaleX="105945">
        <dgm:presLayoutVars>
          <dgm:chMax val="3"/>
          <dgm:chPref val="3"/>
          <dgm:bulletEnabled val="1"/>
        </dgm:presLayoutVars>
      </dgm:prSet>
      <dgm:spPr/>
    </dgm:pt>
    <dgm:pt modelId="{3F5DFAEB-38B5-480A-A285-703754CD0F35}" type="pres">
      <dgm:prSet presAssocID="{0BA57721-1503-4E8F-8C80-9D48EB6CF8C6}" presName="Accent" presStyleLbl="parChTrans1D1" presStyleIdx="1" presStyleCnt="5"/>
      <dgm:spPr/>
    </dgm:pt>
    <dgm:pt modelId="{725ACBFE-39B7-4A2B-9710-B8B31A7BB372}" type="pres">
      <dgm:prSet presAssocID="{BD827F81-8271-40D7-85F4-2F67B29D57FD}" presName="sibTrans" presStyleCnt="0"/>
      <dgm:spPr/>
    </dgm:pt>
    <dgm:pt modelId="{5EB8C81B-44A9-4BCF-A748-9B6F549974E0}" type="pres">
      <dgm:prSet presAssocID="{622E4630-6C1B-420E-8808-0D50C35C71EA}" presName="composite" presStyleCnt="0"/>
      <dgm:spPr/>
    </dgm:pt>
    <dgm:pt modelId="{FA2ED4B0-ED3B-4C36-A0CB-F3CBF2C3DEDA}" type="pres">
      <dgm:prSet presAssocID="{622E4630-6C1B-420E-8808-0D50C35C71EA}" presName="FirstChild" presStyleLbl="revTx" presStyleIdx="2" presStyleCnt="5" custScaleX="94010">
        <dgm:presLayoutVars>
          <dgm:chMax val="0"/>
          <dgm:chPref val="0"/>
          <dgm:bulletEnabled val="1"/>
        </dgm:presLayoutVars>
      </dgm:prSet>
      <dgm:spPr/>
    </dgm:pt>
    <dgm:pt modelId="{832BEACA-5B50-433B-9CCF-311CF0433D76}" type="pres">
      <dgm:prSet presAssocID="{622E4630-6C1B-420E-8808-0D50C35C71EA}" presName="Parent" presStyleLbl="alignNode1" presStyleIdx="2" presStyleCnt="5" custScaleX="105945">
        <dgm:presLayoutVars>
          <dgm:chMax val="3"/>
          <dgm:chPref val="3"/>
          <dgm:bulletEnabled val="1"/>
        </dgm:presLayoutVars>
      </dgm:prSet>
      <dgm:spPr/>
    </dgm:pt>
    <dgm:pt modelId="{E42FBC3E-6346-49E3-8B44-EB71849B9839}" type="pres">
      <dgm:prSet presAssocID="{622E4630-6C1B-420E-8808-0D50C35C71EA}" presName="Accent" presStyleLbl="parChTrans1D1" presStyleIdx="2" presStyleCnt="5"/>
      <dgm:spPr/>
    </dgm:pt>
    <dgm:pt modelId="{B3E652DA-F5CE-45C1-8665-47AA898C1AE9}" type="pres">
      <dgm:prSet presAssocID="{8DEE5473-3039-4ABD-A3B4-B3A17F439BC5}" presName="sibTrans" presStyleCnt="0"/>
      <dgm:spPr/>
    </dgm:pt>
    <dgm:pt modelId="{F63776AF-BDE8-46A5-B2F5-1066C51BDA51}" type="pres">
      <dgm:prSet presAssocID="{185F0016-6A41-4F03-BAE3-D15B3C575FDC}" presName="composite" presStyleCnt="0"/>
      <dgm:spPr/>
    </dgm:pt>
    <dgm:pt modelId="{5E52D1DA-2781-4623-94A9-86562A4967DF}" type="pres">
      <dgm:prSet presAssocID="{185F0016-6A41-4F03-BAE3-D15B3C575FDC}" presName="FirstChild" presStyleLbl="revTx" presStyleIdx="3" presStyleCnt="5" custScaleX="94010">
        <dgm:presLayoutVars>
          <dgm:chMax val="0"/>
          <dgm:chPref val="0"/>
          <dgm:bulletEnabled val="1"/>
        </dgm:presLayoutVars>
      </dgm:prSet>
      <dgm:spPr/>
    </dgm:pt>
    <dgm:pt modelId="{1FF1D08D-8EF2-4C78-B07D-355CE205A61D}" type="pres">
      <dgm:prSet presAssocID="{185F0016-6A41-4F03-BAE3-D15B3C575FDC}" presName="Parent" presStyleLbl="alignNode1" presStyleIdx="3" presStyleCnt="5" custScaleX="105945">
        <dgm:presLayoutVars>
          <dgm:chMax val="3"/>
          <dgm:chPref val="3"/>
          <dgm:bulletEnabled val="1"/>
        </dgm:presLayoutVars>
      </dgm:prSet>
      <dgm:spPr/>
    </dgm:pt>
    <dgm:pt modelId="{A1DB2118-A30F-4D6F-8C9F-848BA1B9EF09}" type="pres">
      <dgm:prSet presAssocID="{185F0016-6A41-4F03-BAE3-D15B3C575FDC}" presName="Accent" presStyleLbl="parChTrans1D1" presStyleIdx="3" presStyleCnt="5"/>
      <dgm:spPr/>
    </dgm:pt>
    <dgm:pt modelId="{70691E02-EB66-45ED-98C7-6B34BCC1C422}" type="pres">
      <dgm:prSet presAssocID="{52455A02-A4B9-4B9F-A0B8-987405BAB13C}" presName="sibTrans" presStyleCnt="0"/>
      <dgm:spPr/>
    </dgm:pt>
    <dgm:pt modelId="{47474F28-A0D8-4888-90F8-CF84E2733667}" type="pres">
      <dgm:prSet presAssocID="{EA377C67-F1C1-4B4A-A222-91ACE3FBC36B}" presName="composite" presStyleCnt="0"/>
      <dgm:spPr/>
    </dgm:pt>
    <dgm:pt modelId="{5A7C738F-EB5E-4F3C-8106-8D812E451738}" type="pres">
      <dgm:prSet presAssocID="{EA377C67-F1C1-4B4A-A222-91ACE3FBC36B}" presName="FirstChild" presStyleLbl="revTx" presStyleIdx="4" presStyleCnt="5" custScaleX="94010">
        <dgm:presLayoutVars>
          <dgm:chMax val="0"/>
          <dgm:chPref val="0"/>
          <dgm:bulletEnabled val="1"/>
        </dgm:presLayoutVars>
      </dgm:prSet>
      <dgm:spPr/>
    </dgm:pt>
    <dgm:pt modelId="{B2C7CF35-F236-4F9D-8520-0512EB96E2CF}" type="pres">
      <dgm:prSet presAssocID="{EA377C67-F1C1-4B4A-A222-91ACE3FBC36B}" presName="Parent" presStyleLbl="alignNode1" presStyleIdx="4" presStyleCnt="5" custScaleX="105945">
        <dgm:presLayoutVars>
          <dgm:chMax val="3"/>
          <dgm:chPref val="3"/>
          <dgm:bulletEnabled val="1"/>
        </dgm:presLayoutVars>
      </dgm:prSet>
      <dgm:spPr/>
    </dgm:pt>
    <dgm:pt modelId="{315A57A1-84C9-45DF-81C0-EAC00049975D}" type="pres">
      <dgm:prSet presAssocID="{EA377C67-F1C1-4B4A-A222-91ACE3FBC36B}" presName="Accent" presStyleLbl="parChTrans1D1" presStyleIdx="4" presStyleCnt="5"/>
      <dgm:spPr/>
    </dgm:pt>
  </dgm:ptLst>
  <dgm:cxnLst>
    <dgm:cxn modelId="{FDE41708-18AD-473C-B628-2B3EB57CCA30}" type="presOf" srcId="{54A7F5B4-2294-4445-A081-2C16DAEB9646}" destId="{5A7C738F-EB5E-4F3C-8106-8D812E451738}" srcOrd="0" destOrd="0" presId="urn:microsoft.com/office/officeart/2011/layout/TabList"/>
    <dgm:cxn modelId="{77893A08-A0C7-4CA2-954F-7014B9F26C1D}" srcId="{67C2A267-5ACA-49BD-A301-8FE96EDD8695}" destId="{057F082B-FBE8-49C4-A823-FD1A2F8D6F04}" srcOrd="0" destOrd="0" parTransId="{FCE72E95-661C-45DC-A994-0F93E112F6DB}" sibTransId="{6B70D0CE-4B37-4392-AA13-447B2B18146F}"/>
    <dgm:cxn modelId="{0A6EE00B-342F-4AD0-A10D-7A7D8D15F6F8}" type="presOf" srcId="{057F082B-FBE8-49C4-A823-FD1A2F8D6F04}" destId="{7E1EC56F-B4D4-4782-B915-D7FB68A645F9}" srcOrd="0" destOrd="0" presId="urn:microsoft.com/office/officeart/2011/layout/TabList"/>
    <dgm:cxn modelId="{9CA5801D-A5CB-4D8C-B5FB-B32C17A4D4F6}" srcId="{EA377C67-F1C1-4B4A-A222-91ACE3FBC36B}" destId="{54A7F5B4-2294-4445-A081-2C16DAEB9646}" srcOrd="0" destOrd="0" parTransId="{39DA8355-ADD2-46FE-B9C3-DE738DD23894}" sibTransId="{8AC26E10-12E3-41CC-9A85-4259BBDA5D4B}"/>
    <dgm:cxn modelId="{D1F73125-EC0B-4841-A857-65AFE747A3F6}" srcId="{67C2A267-5ACA-49BD-A301-8FE96EDD8695}" destId="{622E4630-6C1B-420E-8808-0D50C35C71EA}" srcOrd="2" destOrd="0" parTransId="{78F8FC2C-4414-4907-9FCA-738B990DD8B5}" sibTransId="{8DEE5473-3039-4ABD-A3B4-B3A17F439BC5}"/>
    <dgm:cxn modelId="{4B92D934-40E8-4D4B-8B4E-E4F1B64A061C}" srcId="{67C2A267-5ACA-49BD-A301-8FE96EDD8695}" destId="{185F0016-6A41-4F03-BAE3-D15B3C575FDC}" srcOrd="3" destOrd="0" parTransId="{899112C2-B3E7-4B2D-B671-83320EE1DEDF}" sibTransId="{52455A02-A4B9-4B9F-A0B8-987405BAB13C}"/>
    <dgm:cxn modelId="{60ED863E-457E-4EF1-9B0D-7D55B57192D7}" srcId="{185F0016-6A41-4F03-BAE3-D15B3C575FDC}" destId="{AAF0AB34-0C1F-4C13-8BCD-90E0AA4B5048}" srcOrd="0" destOrd="0" parTransId="{B8172496-55F3-4EDE-B89C-1ABDBB800766}" sibTransId="{AB0FCA6C-E77E-4D35-891F-0AE9A9370FCD}"/>
    <dgm:cxn modelId="{8C34C46A-BBC9-4A7A-843C-33C92F8EF821}" srcId="{0BA57721-1503-4E8F-8C80-9D48EB6CF8C6}" destId="{297202D7-C200-4EFD-B00E-C3D0B401E029}" srcOrd="0" destOrd="0" parTransId="{C7333B46-29C1-4715-9B0E-B2B1E6FD3F59}" sibTransId="{E147826F-4222-4228-820D-43543F753FB1}"/>
    <dgm:cxn modelId="{BF97BC6B-45BB-42B0-B453-56B8C72AD5F3}" type="presOf" srcId="{F8E07706-FF74-48EC-9AF6-4E62AC22C803}" destId="{96F50009-4906-4AB8-B339-4D0E2189370D}" srcOrd="0" destOrd="0" presId="urn:microsoft.com/office/officeart/2011/layout/TabList"/>
    <dgm:cxn modelId="{4A1F1772-A53E-49FD-BBC8-E64BAA62616B}" type="presOf" srcId="{AAF0AB34-0C1F-4C13-8BCD-90E0AA4B5048}" destId="{5E52D1DA-2781-4623-94A9-86562A4967DF}" srcOrd="0" destOrd="0" presId="urn:microsoft.com/office/officeart/2011/layout/TabList"/>
    <dgm:cxn modelId="{7BC1ED83-B623-4666-A40C-4D87EA66E221}" type="presOf" srcId="{297202D7-C200-4EFD-B00E-C3D0B401E029}" destId="{8A10465B-9BEB-4FB5-BC1A-8B9F62833769}" srcOrd="0" destOrd="0" presId="urn:microsoft.com/office/officeart/2011/layout/TabList"/>
    <dgm:cxn modelId="{F7A84F87-F74B-45F0-B0FA-900F3F9CAF40}" srcId="{622E4630-6C1B-420E-8808-0D50C35C71EA}" destId="{85851021-ABCC-4543-9655-B5B3B8D54F15}" srcOrd="0" destOrd="0" parTransId="{05B9CB4D-98DB-4F4A-9DDC-BCF563B72B65}" sibTransId="{2856A0E0-67C3-4ED3-8413-D8F3DA59F0D4}"/>
    <dgm:cxn modelId="{F4B9D988-E706-4BE9-A0C4-C376BC0F056C}" type="presOf" srcId="{185F0016-6A41-4F03-BAE3-D15B3C575FDC}" destId="{1FF1D08D-8EF2-4C78-B07D-355CE205A61D}" srcOrd="0" destOrd="0" presId="urn:microsoft.com/office/officeart/2011/layout/TabList"/>
    <dgm:cxn modelId="{C99BA09A-559A-4C5D-A8BD-ECC7F348F500}" srcId="{67C2A267-5ACA-49BD-A301-8FE96EDD8695}" destId="{EA377C67-F1C1-4B4A-A222-91ACE3FBC36B}" srcOrd="4" destOrd="0" parTransId="{74460DFE-E83B-425D-9AF5-B9B239266A6A}" sibTransId="{8C965EC9-A0F0-40E7-8929-859BC6BB226D}"/>
    <dgm:cxn modelId="{8A6736A1-058B-49E4-BEAD-BB0CE8D20601}" type="presOf" srcId="{0BA57721-1503-4E8F-8C80-9D48EB6CF8C6}" destId="{6AF2DDDF-A9C0-435C-9FA5-79A7A394D7DF}" srcOrd="0" destOrd="0" presId="urn:microsoft.com/office/officeart/2011/layout/TabList"/>
    <dgm:cxn modelId="{3FDC24CB-4EAF-4846-B4B3-47AE2DF60F20}" type="presOf" srcId="{67C2A267-5ACA-49BD-A301-8FE96EDD8695}" destId="{847D3092-66CD-4D74-9DF0-EE3ECA676478}" srcOrd="0" destOrd="0" presId="urn:microsoft.com/office/officeart/2011/layout/TabList"/>
    <dgm:cxn modelId="{401E8AD4-6FA7-4A44-AB65-677F882E85B5}" type="presOf" srcId="{EA377C67-F1C1-4B4A-A222-91ACE3FBC36B}" destId="{B2C7CF35-F236-4F9D-8520-0512EB96E2CF}" srcOrd="0" destOrd="0" presId="urn:microsoft.com/office/officeart/2011/layout/TabList"/>
    <dgm:cxn modelId="{477578E4-1E37-4936-9240-13ECA28114C1}" type="presOf" srcId="{622E4630-6C1B-420E-8808-0D50C35C71EA}" destId="{832BEACA-5B50-433B-9CCF-311CF0433D76}" srcOrd="0" destOrd="0" presId="urn:microsoft.com/office/officeart/2011/layout/TabList"/>
    <dgm:cxn modelId="{E66B4CE7-5632-4A29-8A63-988344AA1806}" type="presOf" srcId="{85851021-ABCC-4543-9655-B5B3B8D54F15}" destId="{FA2ED4B0-ED3B-4C36-A0CB-F3CBF2C3DEDA}" srcOrd="0" destOrd="0" presId="urn:microsoft.com/office/officeart/2011/layout/TabList"/>
    <dgm:cxn modelId="{CF3025E9-A617-4371-889A-80394D5C22DA}" srcId="{057F082B-FBE8-49C4-A823-FD1A2F8D6F04}" destId="{F8E07706-FF74-48EC-9AF6-4E62AC22C803}" srcOrd="0" destOrd="0" parTransId="{D901E099-1376-4AE4-A31D-67E3FF320E51}" sibTransId="{CCFC1B46-0A78-4F4B-B513-72634EB1FAD2}"/>
    <dgm:cxn modelId="{04A7ACF7-4656-4BF6-8641-6974B5D99391}" srcId="{67C2A267-5ACA-49BD-A301-8FE96EDD8695}" destId="{0BA57721-1503-4E8F-8C80-9D48EB6CF8C6}" srcOrd="1" destOrd="0" parTransId="{215F3EF4-321C-4476-A5F9-24E64D8A7CE8}" sibTransId="{BD827F81-8271-40D7-85F4-2F67B29D57FD}"/>
    <dgm:cxn modelId="{BFC3F509-752C-4EA9-BB34-E0D4EB24DAF8}" type="presParOf" srcId="{847D3092-66CD-4D74-9DF0-EE3ECA676478}" destId="{3F90D371-E047-4FFA-91EE-FD4CDCEF220D}" srcOrd="0" destOrd="0" presId="urn:microsoft.com/office/officeart/2011/layout/TabList"/>
    <dgm:cxn modelId="{A5033484-58AC-4996-AF17-DB33A9D75334}" type="presParOf" srcId="{3F90D371-E047-4FFA-91EE-FD4CDCEF220D}" destId="{96F50009-4906-4AB8-B339-4D0E2189370D}" srcOrd="0" destOrd="0" presId="urn:microsoft.com/office/officeart/2011/layout/TabList"/>
    <dgm:cxn modelId="{CCC84B26-8BAC-4CF0-8022-96E30FC84C8C}" type="presParOf" srcId="{3F90D371-E047-4FFA-91EE-FD4CDCEF220D}" destId="{7E1EC56F-B4D4-4782-B915-D7FB68A645F9}" srcOrd="1" destOrd="0" presId="urn:microsoft.com/office/officeart/2011/layout/TabList"/>
    <dgm:cxn modelId="{D1285297-744D-4621-AE37-D9F592E81EC3}" type="presParOf" srcId="{3F90D371-E047-4FFA-91EE-FD4CDCEF220D}" destId="{42EC1D86-B939-43D9-874B-83BC92068AD8}" srcOrd="2" destOrd="0" presId="urn:microsoft.com/office/officeart/2011/layout/TabList"/>
    <dgm:cxn modelId="{73203478-3C94-4EA9-B05D-04217CCEB5A8}" type="presParOf" srcId="{847D3092-66CD-4D74-9DF0-EE3ECA676478}" destId="{61FF610A-B224-4C2A-AC02-CFFF9057264F}" srcOrd="1" destOrd="0" presId="urn:microsoft.com/office/officeart/2011/layout/TabList"/>
    <dgm:cxn modelId="{1A55F0EB-BA21-4CE8-83CE-10B45F329D8E}" type="presParOf" srcId="{847D3092-66CD-4D74-9DF0-EE3ECA676478}" destId="{CF247AB1-5568-437E-A437-DC47CCAA9767}" srcOrd="2" destOrd="0" presId="urn:microsoft.com/office/officeart/2011/layout/TabList"/>
    <dgm:cxn modelId="{2785A989-6516-4D1D-88AD-2A1EA728BB71}" type="presParOf" srcId="{CF247AB1-5568-437E-A437-DC47CCAA9767}" destId="{8A10465B-9BEB-4FB5-BC1A-8B9F62833769}" srcOrd="0" destOrd="0" presId="urn:microsoft.com/office/officeart/2011/layout/TabList"/>
    <dgm:cxn modelId="{672D90CC-2CF4-4610-BCF6-38C572BDA54A}" type="presParOf" srcId="{CF247AB1-5568-437E-A437-DC47CCAA9767}" destId="{6AF2DDDF-A9C0-435C-9FA5-79A7A394D7DF}" srcOrd="1" destOrd="0" presId="urn:microsoft.com/office/officeart/2011/layout/TabList"/>
    <dgm:cxn modelId="{F261BB31-6606-457D-A072-39DCECC53130}" type="presParOf" srcId="{CF247AB1-5568-437E-A437-DC47CCAA9767}" destId="{3F5DFAEB-38B5-480A-A285-703754CD0F35}" srcOrd="2" destOrd="0" presId="urn:microsoft.com/office/officeart/2011/layout/TabList"/>
    <dgm:cxn modelId="{C5340F4F-D878-4609-B88D-4EBCD80F752F}" type="presParOf" srcId="{847D3092-66CD-4D74-9DF0-EE3ECA676478}" destId="{725ACBFE-39B7-4A2B-9710-B8B31A7BB372}" srcOrd="3" destOrd="0" presId="urn:microsoft.com/office/officeart/2011/layout/TabList"/>
    <dgm:cxn modelId="{C540B305-6C37-46C7-A5D5-B937DB6886AE}" type="presParOf" srcId="{847D3092-66CD-4D74-9DF0-EE3ECA676478}" destId="{5EB8C81B-44A9-4BCF-A748-9B6F549974E0}" srcOrd="4" destOrd="0" presId="urn:microsoft.com/office/officeart/2011/layout/TabList"/>
    <dgm:cxn modelId="{572375AB-E7CD-40D8-A1A6-111799C366BC}" type="presParOf" srcId="{5EB8C81B-44A9-4BCF-A748-9B6F549974E0}" destId="{FA2ED4B0-ED3B-4C36-A0CB-F3CBF2C3DEDA}" srcOrd="0" destOrd="0" presId="urn:microsoft.com/office/officeart/2011/layout/TabList"/>
    <dgm:cxn modelId="{049C95C2-B963-42B7-8399-ADE012BBFA88}" type="presParOf" srcId="{5EB8C81B-44A9-4BCF-A748-9B6F549974E0}" destId="{832BEACA-5B50-433B-9CCF-311CF0433D76}" srcOrd="1" destOrd="0" presId="urn:microsoft.com/office/officeart/2011/layout/TabList"/>
    <dgm:cxn modelId="{2CE265FD-28C4-4E32-979A-5035B17D4F96}" type="presParOf" srcId="{5EB8C81B-44A9-4BCF-A748-9B6F549974E0}" destId="{E42FBC3E-6346-49E3-8B44-EB71849B9839}" srcOrd="2" destOrd="0" presId="urn:microsoft.com/office/officeart/2011/layout/TabList"/>
    <dgm:cxn modelId="{F1AF2496-2BFD-4551-8D25-F445A5983AA1}" type="presParOf" srcId="{847D3092-66CD-4D74-9DF0-EE3ECA676478}" destId="{B3E652DA-F5CE-45C1-8665-47AA898C1AE9}" srcOrd="5" destOrd="0" presId="urn:microsoft.com/office/officeart/2011/layout/TabList"/>
    <dgm:cxn modelId="{DEF79C80-A667-4335-BE32-8EA0539E7BE8}" type="presParOf" srcId="{847D3092-66CD-4D74-9DF0-EE3ECA676478}" destId="{F63776AF-BDE8-46A5-B2F5-1066C51BDA51}" srcOrd="6" destOrd="0" presId="urn:microsoft.com/office/officeart/2011/layout/TabList"/>
    <dgm:cxn modelId="{8C7E8354-44F3-4660-9938-18738A4BE7E4}" type="presParOf" srcId="{F63776AF-BDE8-46A5-B2F5-1066C51BDA51}" destId="{5E52D1DA-2781-4623-94A9-86562A4967DF}" srcOrd="0" destOrd="0" presId="urn:microsoft.com/office/officeart/2011/layout/TabList"/>
    <dgm:cxn modelId="{7AB37E3B-BB9F-4E77-97F0-7D56A8CF76C5}" type="presParOf" srcId="{F63776AF-BDE8-46A5-B2F5-1066C51BDA51}" destId="{1FF1D08D-8EF2-4C78-B07D-355CE205A61D}" srcOrd="1" destOrd="0" presId="urn:microsoft.com/office/officeart/2011/layout/TabList"/>
    <dgm:cxn modelId="{8BAA7E98-B2BB-41ED-A5C3-735FA3E41CF1}" type="presParOf" srcId="{F63776AF-BDE8-46A5-B2F5-1066C51BDA51}" destId="{A1DB2118-A30F-4D6F-8C9F-848BA1B9EF09}" srcOrd="2" destOrd="0" presId="urn:microsoft.com/office/officeart/2011/layout/TabList"/>
    <dgm:cxn modelId="{90DF6284-9D9F-4A61-9C13-EEFABC56679C}" type="presParOf" srcId="{847D3092-66CD-4D74-9DF0-EE3ECA676478}" destId="{70691E02-EB66-45ED-98C7-6B34BCC1C422}" srcOrd="7" destOrd="0" presId="urn:microsoft.com/office/officeart/2011/layout/TabList"/>
    <dgm:cxn modelId="{AAD3A87B-DDE9-445A-9A90-9B0C5D6D954D}" type="presParOf" srcId="{847D3092-66CD-4D74-9DF0-EE3ECA676478}" destId="{47474F28-A0D8-4888-90F8-CF84E2733667}" srcOrd="8" destOrd="0" presId="urn:microsoft.com/office/officeart/2011/layout/TabList"/>
    <dgm:cxn modelId="{DB4125B4-9E24-4E4D-9BC9-A763A4832DDE}" type="presParOf" srcId="{47474F28-A0D8-4888-90F8-CF84E2733667}" destId="{5A7C738F-EB5E-4F3C-8106-8D812E451738}" srcOrd="0" destOrd="0" presId="urn:microsoft.com/office/officeart/2011/layout/TabList"/>
    <dgm:cxn modelId="{AEC57901-92FD-4DE9-933F-91E530AC886E}" type="presParOf" srcId="{47474F28-A0D8-4888-90F8-CF84E2733667}" destId="{B2C7CF35-F236-4F9D-8520-0512EB96E2CF}" srcOrd="1" destOrd="0" presId="urn:microsoft.com/office/officeart/2011/layout/TabList"/>
    <dgm:cxn modelId="{4F84AD9D-8046-48EF-AF0D-506223BCB469}" type="presParOf" srcId="{47474F28-A0D8-4888-90F8-CF84E2733667}" destId="{315A57A1-84C9-45DF-81C0-EAC00049975D}" srcOrd="2" destOrd="0" presId="urn:microsoft.com/office/officeart/2011/layout/Tab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34.xml><?xml version="1.0" encoding="utf-8"?>
<dgm:dataModel xmlns:dgm="http://schemas.openxmlformats.org/drawingml/2006/diagram" xmlns:a="http://schemas.openxmlformats.org/drawingml/2006/main">
  <dgm:ptLst>
    <dgm:pt modelId="{8B9C73E2-3A4C-45E3-B0F1-F39EE58C129B}" type="doc">
      <dgm:prSet loTypeId="urn:microsoft.com/office/officeart/2005/8/layout/process2" loCatId="process" qsTypeId="urn:microsoft.com/office/officeart/2005/8/quickstyle/simple3" qsCatId="simple" csTypeId="urn:microsoft.com/office/officeart/2005/8/colors/colorful1" csCatId="colorful" phldr="1"/>
      <dgm:spPr/>
      <dgm:t>
        <a:bodyPr/>
        <a:lstStyle/>
        <a:p>
          <a:endParaRPr lang="en-IN"/>
        </a:p>
      </dgm:t>
    </dgm:pt>
    <dgm:pt modelId="{67A42104-8D4F-4550-8C20-1B6DACB57A0D}">
      <dgm:prSet custT="1"/>
      <dgm:spPr/>
      <dgm:t>
        <a:bodyPr/>
        <a:lstStyle/>
        <a:p>
          <a:r>
            <a:rPr lang="en-US" sz="2400" b="1" i="0" baseline="0" dirty="0"/>
            <a:t>When to use Interface?</a:t>
          </a:r>
          <a:endParaRPr lang="en-IN" sz="2400" dirty="0"/>
        </a:p>
      </dgm:t>
    </dgm:pt>
    <dgm:pt modelId="{8852CACE-634C-4C57-B3F3-49CE6E40B10B}" type="parTrans" cxnId="{5828B7CA-5001-4D9A-9272-162C294C4B20}">
      <dgm:prSet/>
      <dgm:spPr/>
      <dgm:t>
        <a:bodyPr/>
        <a:lstStyle/>
        <a:p>
          <a:endParaRPr lang="en-IN"/>
        </a:p>
      </dgm:t>
    </dgm:pt>
    <dgm:pt modelId="{788D3EB5-F169-43D9-80D6-8DEAC125F10F}" type="sibTrans" cxnId="{5828B7CA-5001-4D9A-9272-162C294C4B20}">
      <dgm:prSet/>
      <dgm:spPr/>
      <dgm:t>
        <a:bodyPr/>
        <a:lstStyle/>
        <a:p>
          <a:endParaRPr lang="en-IN"/>
        </a:p>
      </dgm:t>
    </dgm:pt>
    <dgm:pt modelId="{2FEC7507-B910-4AA5-BFF1-8BF6BED12BD7}">
      <dgm:prSet custT="1"/>
      <dgm:spPr>
        <a:solidFill>
          <a:schemeClr val="accent2">
            <a:lumMod val="20000"/>
            <a:lumOff val="80000"/>
          </a:schemeClr>
        </a:solidFill>
      </dgm:spPr>
      <dgm:t>
        <a:bodyPr/>
        <a:lstStyle/>
        <a:p>
          <a:pPr algn="l"/>
          <a:endParaRPr lang="en-US" sz="1800" b="0" i="0" baseline="0" dirty="0"/>
        </a:p>
        <a:p>
          <a:pPr algn="l"/>
          <a:r>
            <a:rPr lang="en-US" sz="1800" b="0" i="0" baseline="0" dirty="0"/>
            <a:t>1. An interface can be used to </a:t>
          </a:r>
          <a:r>
            <a:rPr lang="en-US" sz="1800" b="1" i="0" baseline="0" dirty="0"/>
            <a:t>define contracts</a:t>
          </a:r>
          <a:r>
            <a:rPr lang="en-US" sz="1800" b="0" i="0" baseline="0" dirty="0"/>
            <a:t> which the implementing class must implement. This will make classes more modular and structured.</a:t>
          </a:r>
        </a:p>
        <a:p>
          <a:pPr algn="l"/>
          <a:r>
            <a:rPr lang="en-US" sz="1800" b="0" i="0" baseline="0" dirty="0"/>
            <a:t>2. Interface is a good choice when you know a method has to be there, but it can be </a:t>
          </a:r>
          <a:r>
            <a:rPr lang="en-US" sz="1800" b="1" i="0" baseline="0" dirty="0"/>
            <a:t>implemented differently </a:t>
          </a:r>
          <a:r>
            <a:rPr lang="en-US" sz="1800" b="0" i="0" baseline="0" dirty="0"/>
            <a:t>by implementing classes.</a:t>
          </a:r>
        </a:p>
        <a:p>
          <a:pPr algn="l"/>
          <a:r>
            <a:rPr lang="en-US" sz="1800" b="0" i="0" baseline="0" dirty="0"/>
            <a:t>3. Interfaces do </a:t>
          </a:r>
          <a:r>
            <a:rPr lang="en-IN" sz="1800" b="0" i="0" dirty="0"/>
            <a:t>separation of concerns and because of that </a:t>
          </a:r>
          <a:r>
            <a:rPr lang="en-IN" sz="1800" b="1" i="0" dirty="0"/>
            <a:t>unit testing is simpler</a:t>
          </a:r>
          <a:r>
            <a:rPr lang="en-IN" sz="1800" b="0" i="0" dirty="0"/>
            <a:t>.</a:t>
          </a:r>
        </a:p>
        <a:p>
          <a:pPr algn="l"/>
          <a:r>
            <a:rPr lang="en-US" sz="1800" b="0" i="0" baseline="0" dirty="0"/>
            <a:t> </a:t>
          </a:r>
          <a:endParaRPr lang="en-IN" sz="1800" dirty="0"/>
        </a:p>
      </dgm:t>
    </dgm:pt>
    <dgm:pt modelId="{82208A0C-5417-4083-8EE8-7E82AEC6398E}" type="parTrans" cxnId="{6C66B3A9-A2B4-43DA-A4D3-C499B439C3BC}">
      <dgm:prSet/>
      <dgm:spPr/>
      <dgm:t>
        <a:bodyPr/>
        <a:lstStyle/>
        <a:p>
          <a:endParaRPr lang="en-IN"/>
        </a:p>
      </dgm:t>
    </dgm:pt>
    <dgm:pt modelId="{589CFB2E-55A4-43AE-9CAD-10D6F1DA6C9B}" type="sibTrans" cxnId="{6C66B3A9-A2B4-43DA-A4D3-C499B439C3BC}">
      <dgm:prSet/>
      <dgm:spPr/>
      <dgm:t>
        <a:bodyPr/>
        <a:lstStyle/>
        <a:p>
          <a:endParaRPr lang="en-IN"/>
        </a:p>
      </dgm:t>
    </dgm:pt>
    <dgm:pt modelId="{7CA41B35-A5EB-445B-82D0-B9E5A1167A30}" type="pres">
      <dgm:prSet presAssocID="{8B9C73E2-3A4C-45E3-B0F1-F39EE58C129B}" presName="linearFlow" presStyleCnt="0">
        <dgm:presLayoutVars>
          <dgm:resizeHandles val="exact"/>
        </dgm:presLayoutVars>
      </dgm:prSet>
      <dgm:spPr/>
    </dgm:pt>
    <dgm:pt modelId="{C60DC8BE-B97A-4D44-A9E1-D903D8610FCB}" type="pres">
      <dgm:prSet presAssocID="{67A42104-8D4F-4550-8C20-1B6DACB57A0D}" presName="node" presStyleLbl="node1" presStyleIdx="0" presStyleCnt="2" custScaleY="43070">
        <dgm:presLayoutVars>
          <dgm:bulletEnabled val="1"/>
        </dgm:presLayoutVars>
      </dgm:prSet>
      <dgm:spPr/>
    </dgm:pt>
    <dgm:pt modelId="{62DD69AB-877D-4EBA-9849-B3FD8CA518BF}" type="pres">
      <dgm:prSet presAssocID="{788D3EB5-F169-43D9-80D6-8DEAC125F10F}" presName="sibTrans" presStyleLbl="sibTrans2D1" presStyleIdx="0" presStyleCnt="1"/>
      <dgm:spPr/>
    </dgm:pt>
    <dgm:pt modelId="{E028AF1C-5077-48F4-BD71-30D08D75F505}" type="pres">
      <dgm:prSet presAssocID="{788D3EB5-F169-43D9-80D6-8DEAC125F10F}" presName="connectorText" presStyleLbl="sibTrans2D1" presStyleIdx="0" presStyleCnt="1"/>
      <dgm:spPr/>
    </dgm:pt>
    <dgm:pt modelId="{A8F14196-6423-4B56-828B-FCAC4DE6561D}" type="pres">
      <dgm:prSet presAssocID="{2FEC7507-B910-4AA5-BFF1-8BF6BED12BD7}" presName="node" presStyleLbl="node1" presStyleIdx="1" presStyleCnt="2" custScaleY="200870">
        <dgm:presLayoutVars>
          <dgm:bulletEnabled val="1"/>
        </dgm:presLayoutVars>
      </dgm:prSet>
      <dgm:spPr/>
    </dgm:pt>
  </dgm:ptLst>
  <dgm:cxnLst>
    <dgm:cxn modelId="{49CAC53F-DA11-4679-B831-90D16D38550E}" type="presOf" srcId="{788D3EB5-F169-43D9-80D6-8DEAC125F10F}" destId="{E028AF1C-5077-48F4-BD71-30D08D75F505}" srcOrd="1" destOrd="0" presId="urn:microsoft.com/office/officeart/2005/8/layout/process2"/>
    <dgm:cxn modelId="{5255219F-1452-493B-BCD5-E3E54BCF9095}" type="presOf" srcId="{788D3EB5-F169-43D9-80D6-8DEAC125F10F}" destId="{62DD69AB-877D-4EBA-9849-B3FD8CA518BF}" srcOrd="0" destOrd="0" presId="urn:microsoft.com/office/officeart/2005/8/layout/process2"/>
    <dgm:cxn modelId="{6C66B3A9-A2B4-43DA-A4D3-C499B439C3BC}" srcId="{8B9C73E2-3A4C-45E3-B0F1-F39EE58C129B}" destId="{2FEC7507-B910-4AA5-BFF1-8BF6BED12BD7}" srcOrd="1" destOrd="0" parTransId="{82208A0C-5417-4083-8EE8-7E82AEC6398E}" sibTransId="{589CFB2E-55A4-43AE-9CAD-10D6F1DA6C9B}"/>
    <dgm:cxn modelId="{468D07B5-6B6B-4E5B-ABA5-7D3C1A54B931}" type="presOf" srcId="{8B9C73E2-3A4C-45E3-B0F1-F39EE58C129B}" destId="{7CA41B35-A5EB-445B-82D0-B9E5A1167A30}" srcOrd="0" destOrd="0" presId="urn:microsoft.com/office/officeart/2005/8/layout/process2"/>
    <dgm:cxn modelId="{F52111C1-48EE-4BED-92B9-A54FFD2B3EB3}" type="presOf" srcId="{2FEC7507-B910-4AA5-BFF1-8BF6BED12BD7}" destId="{A8F14196-6423-4B56-828B-FCAC4DE6561D}" srcOrd="0" destOrd="0" presId="urn:microsoft.com/office/officeart/2005/8/layout/process2"/>
    <dgm:cxn modelId="{5828B7CA-5001-4D9A-9272-162C294C4B20}" srcId="{8B9C73E2-3A4C-45E3-B0F1-F39EE58C129B}" destId="{67A42104-8D4F-4550-8C20-1B6DACB57A0D}" srcOrd="0" destOrd="0" parTransId="{8852CACE-634C-4C57-B3F3-49CE6E40B10B}" sibTransId="{788D3EB5-F169-43D9-80D6-8DEAC125F10F}"/>
    <dgm:cxn modelId="{C75780F6-DE7B-40A1-B38E-3D5908CA2A7F}" type="presOf" srcId="{67A42104-8D4F-4550-8C20-1B6DACB57A0D}" destId="{C60DC8BE-B97A-4D44-A9E1-D903D8610FCB}" srcOrd="0" destOrd="0" presId="urn:microsoft.com/office/officeart/2005/8/layout/process2"/>
    <dgm:cxn modelId="{F75D40A7-FE13-4F00-A1D2-84EF21B2E62B}" type="presParOf" srcId="{7CA41B35-A5EB-445B-82D0-B9E5A1167A30}" destId="{C60DC8BE-B97A-4D44-A9E1-D903D8610FCB}" srcOrd="0" destOrd="0" presId="urn:microsoft.com/office/officeart/2005/8/layout/process2"/>
    <dgm:cxn modelId="{DACF1335-770F-48B5-92C8-ECA1FFDB1BED}" type="presParOf" srcId="{7CA41B35-A5EB-445B-82D0-B9E5A1167A30}" destId="{62DD69AB-877D-4EBA-9849-B3FD8CA518BF}" srcOrd="1" destOrd="0" presId="urn:microsoft.com/office/officeart/2005/8/layout/process2"/>
    <dgm:cxn modelId="{89A2E866-6355-4B2B-B17C-40204FF939F1}" type="presParOf" srcId="{62DD69AB-877D-4EBA-9849-B3FD8CA518BF}" destId="{E028AF1C-5077-48F4-BD71-30D08D75F505}" srcOrd="0" destOrd="0" presId="urn:microsoft.com/office/officeart/2005/8/layout/process2"/>
    <dgm:cxn modelId="{AC358621-ECE2-47AB-8BA6-02FC381DA5A3}" type="presParOf" srcId="{7CA41B35-A5EB-445B-82D0-B9E5A1167A30}" destId="{A8F14196-6423-4B56-828B-FCAC4DE6561D}" srcOrd="2" destOrd="0" presId="urn:microsoft.com/office/officeart/2005/8/layout/process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35.xml><?xml version="1.0" encoding="utf-8"?>
<dgm:dataModel xmlns:dgm="http://schemas.openxmlformats.org/drawingml/2006/diagram" xmlns:a="http://schemas.openxmlformats.org/drawingml/2006/main">
  <dgm:ptLst>
    <dgm:pt modelId="{8B9C73E2-3A4C-45E3-B0F1-F39EE58C129B}" type="doc">
      <dgm:prSet loTypeId="urn:microsoft.com/office/officeart/2005/8/layout/process2" loCatId="process" qsTypeId="urn:microsoft.com/office/officeart/2005/8/quickstyle/simple3" qsCatId="simple" csTypeId="urn:microsoft.com/office/officeart/2005/8/colors/colorful5" csCatId="colorful" phldr="1"/>
      <dgm:spPr/>
      <dgm:t>
        <a:bodyPr/>
        <a:lstStyle/>
        <a:p>
          <a:endParaRPr lang="en-IN"/>
        </a:p>
      </dgm:t>
    </dgm:pt>
    <dgm:pt modelId="{67A42104-8D4F-4550-8C20-1B6DACB57A0D}">
      <dgm:prSet custT="1"/>
      <dgm:spPr/>
      <dgm:t>
        <a:bodyPr/>
        <a:lstStyle/>
        <a:p>
          <a:endParaRPr lang="en-US" sz="2400" b="1" i="0" baseline="0" dirty="0"/>
        </a:p>
        <a:p>
          <a:r>
            <a:rPr lang="en-US" sz="2400" b="1" i="0" baseline="0" dirty="0"/>
            <a:t>When to use Abstract class?</a:t>
          </a:r>
          <a:endParaRPr lang="en-IN" sz="2400" b="1" i="0" baseline="0" dirty="0"/>
        </a:p>
        <a:p>
          <a:endParaRPr lang="en-IN" sz="2400" dirty="0"/>
        </a:p>
      </dgm:t>
    </dgm:pt>
    <dgm:pt modelId="{8852CACE-634C-4C57-B3F3-49CE6E40B10B}" type="parTrans" cxnId="{5828B7CA-5001-4D9A-9272-162C294C4B20}">
      <dgm:prSet/>
      <dgm:spPr/>
      <dgm:t>
        <a:bodyPr/>
        <a:lstStyle/>
        <a:p>
          <a:endParaRPr lang="en-IN"/>
        </a:p>
      </dgm:t>
    </dgm:pt>
    <dgm:pt modelId="{788D3EB5-F169-43D9-80D6-8DEAC125F10F}" type="sibTrans" cxnId="{5828B7CA-5001-4D9A-9272-162C294C4B20}">
      <dgm:prSet/>
      <dgm:spPr/>
      <dgm:t>
        <a:bodyPr/>
        <a:lstStyle/>
        <a:p>
          <a:endParaRPr lang="en-IN"/>
        </a:p>
      </dgm:t>
    </dgm:pt>
    <dgm:pt modelId="{2FEC7507-B910-4AA5-BFF1-8BF6BED12BD7}">
      <dgm:prSet custT="1"/>
      <dgm:spPr>
        <a:solidFill>
          <a:schemeClr val="accent5">
            <a:lumMod val="20000"/>
            <a:lumOff val="80000"/>
          </a:schemeClr>
        </a:solidFill>
      </dgm:spPr>
      <dgm:t>
        <a:bodyPr/>
        <a:lstStyle/>
        <a:p>
          <a:pPr algn="l"/>
          <a:r>
            <a:rPr lang="en-US" sz="1800" b="0" i="0" baseline="0" dirty="0"/>
            <a:t>1. Abstract class is a good choice when you are sure some methods are concrete/defined and must be implemented in the </a:t>
          </a:r>
          <a:r>
            <a:rPr lang="en-US" sz="1800" b="1" i="0" baseline="0" dirty="0"/>
            <a:t>same way</a:t>
          </a:r>
          <a:r>
            <a:rPr lang="en-US" sz="1800" b="0" i="0" baseline="0" dirty="0"/>
            <a:t> in all derived classes. And some methods are abstract and can be </a:t>
          </a:r>
          <a:r>
            <a:rPr lang="en-US" sz="1800" b="1" i="0" baseline="0" dirty="0"/>
            <a:t>implemented differently </a:t>
          </a:r>
          <a:r>
            <a:rPr lang="en-US" sz="1800" b="0" i="0" baseline="0" dirty="0"/>
            <a:t>by implementing classes. </a:t>
          </a:r>
          <a:endParaRPr lang="en-IN" sz="1800" dirty="0"/>
        </a:p>
      </dgm:t>
    </dgm:pt>
    <dgm:pt modelId="{82208A0C-5417-4083-8EE8-7E82AEC6398E}" type="parTrans" cxnId="{6C66B3A9-A2B4-43DA-A4D3-C499B439C3BC}">
      <dgm:prSet/>
      <dgm:spPr/>
      <dgm:t>
        <a:bodyPr/>
        <a:lstStyle/>
        <a:p>
          <a:endParaRPr lang="en-IN"/>
        </a:p>
      </dgm:t>
    </dgm:pt>
    <dgm:pt modelId="{589CFB2E-55A4-43AE-9CAD-10D6F1DA6C9B}" type="sibTrans" cxnId="{6C66B3A9-A2B4-43DA-A4D3-C499B439C3BC}">
      <dgm:prSet/>
      <dgm:spPr/>
      <dgm:t>
        <a:bodyPr/>
        <a:lstStyle/>
        <a:p>
          <a:endParaRPr lang="en-IN"/>
        </a:p>
      </dgm:t>
    </dgm:pt>
    <dgm:pt modelId="{7CA41B35-A5EB-445B-82D0-B9E5A1167A30}" type="pres">
      <dgm:prSet presAssocID="{8B9C73E2-3A4C-45E3-B0F1-F39EE58C129B}" presName="linearFlow" presStyleCnt="0">
        <dgm:presLayoutVars>
          <dgm:resizeHandles val="exact"/>
        </dgm:presLayoutVars>
      </dgm:prSet>
      <dgm:spPr/>
    </dgm:pt>
    <dgm:pt modelId="{C60DC8BE-B97A-4D44-A9E1-D903D8610FCB}" type="pres">
      <dgm:prSet presAssocID="{67A42104-8D4F-4550-8C20-1B6DACB57A0D}" presName="node" presStyleLbl="node1" presStyleIdx="0" presStyleCnt="2" custScaleY="43070">
        <dgm:presLayoutVars>
          <dgm:bulletEnabled val="1"/>
        </dgm:presLayoutVars>
      </dgm:prSet>
      <dgm:spPr/>
    </dgm:pt>
    <dgm:pt modelId="{62DD69AB-877D-4EBA-9849-B3FD8CA518BF}" type="pres">
      <dgm:prSet presAssocID="{788D3EB5-F169-43D9-80D6-8DEAC125F10F}" presName="sibTrans" presStyleLbl="sibTrans2D1" presStyleIdx="0" presStyleCnt="1"/>
      <dgm:spPr/>
    </dgm:pt>
    <dgm:pt modelId="{E028AF1C-5077-48F4-BD71-30D08D75F505}" type="pres">
      <dgm:prSet presAssocID="{788D3EB5-F169-43D9-80D6-8DEAC125F10F}" presName="connectorText" presStyleLbl="sibTrans2D1" presStyleIdx="0" presStyleCnt="1"/>
      <dgm:spPr/>
    </dgm:pt>
    <dgm:pt modelId="{A8F14196-6423-4B56-828B-FCAC4DE6561D}" type="pres">
      <dgm:prSet presAssocID="{2FEC7507-B910-4AA5-BFF1-8BF6BED12BD7}" presName="node" presStyleLbl="node1" presStyleIdx="1" presStyleCnt="2" custScaleY="200870">
        <dgm:presLayoutVars>
          <dgm:bulletEnabled val="1"/>
        </dgm:presLayoutVars>
      </dgm:prSet>
      <dgm:spPr/>
    </dgm:pt>
  </dgm:ptLst>
  <dgm:cxnLst>
    <dgm:cxn modelId="{49CAC53F-DA11-4679-B831-90D16D38550E}" type="presOf" srcId="{788D3EB5-F169-43D9-80D6-8DEAC125F10F}" destId="{E028AF1C-5077-48F4-BD71-30D08D75F505}" srcOrd="1" destOrd="0" presId="urn:microsoft.com/office/officeart/2005/8/layout/process2"/>
    <dgm:cxn modelId="{5255219F-1452-493B-BCD5-E3E54BCF9095}" type="presOf" srcId="{788D3EB5-F169-43D9-80D6-8DEAC125F10F}" destId="{62DD69AB-877D-4EBA-9849-B3FD8CA518BF}" srcOrd="0" destOrd="0" presId="urn:microsoft.com/office/officeart/2005/8/layout/process2"/>
    <dgm:cxn modelId="{6C66B3A9-A2B4-43DA-A4D3-C499B439C3BC}" srcId="{8B9C73E2-3A4C-45E3-B0F1-F39EE58C129B}" destId="{2FEC7507-B910-4AA5-BFF1-8BF6BED12BD7}" srcOrd="1" destOrd="0" parTransId="{82208A0C-5417-4083-8EE8-7E82AEC6398E}" sibTransId="{589CFB2E-55A4-43AE-9CAD-10D6F1DA6C9B}"/>
    <dgm:cxn modelId="{468D07B5-6B6B-4E5B-ABA5-7D3C1A54B931}" type="presOf" srcId="{8B9C73E2-3A4C-45E3-B0F1-F39EE58C129B}" destId="{7CA41B35-A5EB-445B-82D0-B9E5A1167A30}" srcOrd="0" destOrd="0" presId="urn:microsoft.com/office/officeart/2005/8/layout/process2"/>
    <dgm:cxn modelId="{F52111C1-48EE-4BED-92B9-A54FFD2B3EB3}" type="presOf" srcId="{2FEC7507-B910-4AA5-BFF1-8BF6BED12BD7}" destId="{A8F14196-6423-4B56-828B-FCAC4DE6561D}" srcOrd="0" destOrd="0" presId="urn:microsoft.com/office/officeart/2005/8/layout/process2"/>
    <dgm:cxn modelId="{5828B7CA-5001-4D9A-9272-162C294C4B20}" srcId="{8B9C73E2-3A4C-45E3-B0F1-F39EE58C129B}" destId="{67A42104-8D4F-4550-8C20-1B6DACB57A0D}" srcOrd="0" destOrd="0" parTransId="{8852CACE-634C-4C57-B3F3-49CE6E40B10B}" sibTransId="{788D3EB5-F169-43D9-80D6-8DEAC125F10F}"/>
    <dgm:cxn modelId="{C75780F6-DE7B-40A1-B38E-3D5908CA2A7F}" type="presOf" srcId="{67A42104-8D4F-4550-8C20-1B6DACB57A0D}" destId="{C60DC8BE-B97A-4D44-A9E1-D903D8610FCB}" srcOrd="0" destOrd="0" presId="urn:microsoft.com/office/officeart/2005/8/layout/process2"/>
    <dgm:cxn modelId="{F75D40A7-FE13-4F00-A1D2-84EF21B2E62B}" type="presParOf" srcId="{7CA41B35-A5EB-445B-82D0-B9E5A1167A30}" destId="{C60DC8BE-B97A-4D44-A9E1-D903D8610FCB}" srcOrd="0" destOrd="0" presId="urn:microsoft.com/office/officeart/2005/8/layout/process2"/>
    <dgm:cxn modelId="{DACF1335-770F-48B5-92C8-ECA1FFDB1BED}" type="presParOf" srcId="{7CA41B35-A5EB-445B-82D0-B9E5A1167A30}" destId="{62DD69AB-877D-4EBA-9849-B3FD8CA518BF}" srcOrd="1" destOrd="0" presId="urn:microsoft.com/office/officeart/2005/8/layout/process2"/>
    <dgm:cxn modelId="{89A2E866-6355-4B2B-B17C-40204FF939F1}" type="presParOf" srcId="{62DD69AB-877D-4EBA-9849-B3FD8CA518BF}" destId="{E028AF1C-5077-48F4-BD71-30D08D75F505}" srcOrd="0" destOrd="0" presId="urn:microsoft.com/office/officeart/2005/8/layout/process2"/>
    <dgm:cxn modelId="{AC358621-ECE2-47AB-8BA6-02FC381DA5A3}" type="presParOf" srcId="{7CA41B35-A5EB-445B-82D0-B9E5A1167A30}" destId="{A8F14196-6423-4B56-828B-FCAC4DE6561D}" srcOrd="2" destOrd="0" presId="urn:microsoft.com/office/officeart/2005/8/layout/process2"/>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36.xml><?xml version="1.0" encoding="utf-8"?>
<dgm:dataModel xmlns:dgm="http://schemas.openxmlformats.org/drawingml/2006/diagram" xmlns:a="http://schemas.openxmlformats.org/drawingml/2006/main">
  <dgm:ptLst>
    <dgm:pt modelId="{67C2A267-5ACA-49BD-A301-8FE96EDD8695}" type="doc">
      <dgm:prSet loTypeId="urn:microsoft.com/office/officeart/2005/8/layout/orgChart1" loCatId="hierarchy" qsTypeId="urn:microsoft.com/office/officeart/2005/8/quickstyle/simple3" qsCatId="simple" csTypeId="urn:microsoft.com/office/officeart/2005/8/colors/colorful5" csCatId="colorful" phldr="1"/>
      <dgm:spPr/>
      <dgm:t>
        <a:bodyPr/>
        <a:lstStyle/>
        <a:p>
          <a:endParaRPr lang="en-IN"/>
        </a:p>
      </dgm:t>
    </dgm:pt>
    <dgm:pt modelId="{9CB6E001-D684-452E-8CC7-81EE9CB19C33}">
      <dgm:prSet phldrT="[Text]" custT="1"/>
      <dgm:spPr/>
      <dgm:t>
        <a:bodyPr/>
        <a:lstStyle/>
        <a:p>
          <a:r>
            <a:rPr lang="en-US" sz="2400" b="1" dirty="0"/>
            <a:t>2 ways to achieve Abstraction</a:t>
          </a:r>
          <a:endParaRPr lang="en-IN" sz="2400" b="1" dirty="0"/>
        </a:p>
      </dgm:t>
    </dgm:pt>
    <dgm:pt modelId="{4294AAD1-1964-47F5-8F92-379D9AD952F3}" type="parTrans" cxnId="{5FDC8E18-3622-4667-89C4-F5CC39656FBF}">
      <dgm:prSet/>
      <dgm:spPr/>
      <dgm:t>
        <a:bodyPr/>
        <a:lstStyle/>
        <a:p>
          <a:endParaRPr lang="en-IN" sz="1800"/>
        </a:p>
      </dgm:t>
    </dgm:pt>
    <dgm:pt modelId="{255811CB-ED85-462D-B978-A62E350AFAA1}" type="sibTrans" cxnId="{5FDC8E18-3622-4667-89C4-F5CC39656FBF}">
      <dgm:prSet/>
      <dgm:spPr/>
      <dgm:t>
        <a:bodyPr/>
        <a:lstStyle/>
        <a:p>
          <a:endParaRPr lang="en-IN" sz="1800"/>
        </a:p>
      </dgm:t>
    </dgm:pt>
    <dgm:pt modelId="{057F082B-FBE8-49C4-A823-FD1A2F8D6F04}">
      <dgm:prSet phldrT="[Text]" custT="1"/>
      <dgm:spPr/>
      <dgm:t>
        <a:bodyPr/>
        <a:lstStyle/>
        <a:p>
          <a:r>
            <a:rPr lang="en-US" sz="1800" dirty="0"/>
            <a:t>By Interfaces</a:t>
          </a:r>
          <a:endParaRPr lang="en-IN" sz="1800" dirty="0"/>
        </a:p>
      </dgm:t>
    </dgm:pt>
    <dgm:pt modelId="{FCE72E95-661C-45DC-A994-0F93E112F6DB}" type="parTrans" cxnId="{77893A08-A0C7-4CA2-954F-7014B9F26C1D}">
      <dgm:prSet/>
      <dgm:spPr/>
      <dgm:t>
        <a:bodyPr/>
        <a:lstStyle/>
        <a:p>
          <a:endParaRPr lang="en-IN" sz="1800"/>
        </a:p>
      </dgm:t>
    </dgm:pt>
    <dgm:pt modelId="{6B70D0CE-4B37-4392-AA13-447B2B18146F}" type="sibTrans" cxnId="{77893A08-A0C7-4CA2-954F-7014B9F26C1D}">
      <dgm:prSet/>
      <dgm:spPr/>
      <dgm:t>
        <a:bodyPr/>
        <a:lstStyle/>
        <a:p>
          <a:endParaRPr lang="en-IN" sz="1800"/>
        </a:p>
      </dgm:t>
    </dgm:pt>
    <dgm:pt modelId="{0BA57721-1503-4E8F-8C80-9D48EB6CF8C6}">
      <dgm:prSet phldrT="[Text]" custT="1"/>
      <dgm:spPr/>
      <dgm:t>
        <a:bodyPr/>
        <a:lstStyle/>
        <a:p>
          <a:r>
            <a:rPr lang="en-US" sz="1800" dirty="0"/>
            <a:t>By Abstract classes</a:t>
          </a:r>
          <a:endParaRPr lang="en-IN" sz="1800" dirty="0"/>
        </a:p>
      </dgm:t>
    </dgm:pt>
    <dgm:pt modelId="{215F3EF4-321C-4476-A5F9-24E64D8A7CE8}" type="parTrans" cxnId="{04A7ACF7-4656-4BF6-8641-6974B5D99391}">
      <dgm:prSet/>
      <dgm:spPr/>
      <dgm:t>
        <a:bodyPr/>
        <a:lstStyle/>
        <a:p>
          <a:endParaRPr lang="en-IN" sz="1800"/>
        </a:p>
      </dgm:t>
    </dgm:pt>
    <dgm:pt modelId="{BD827F81-8271-40D7-85F4-2F67B29D57FD}" type="sibTrans" cxnId="{04A7ACF7-4656-4BF6-8641-6974B5D99391}">
      <dgm:prSet/>
      <dgm:spPr/>
      <dgm:t>
        <a:bodyPr/>
        <a:lstStyle/>
        <a:p>
          <a:endParaRPr lang="en-IN" sz="1800"/>
        </a:p>
      </dgm:t>
    </dgm:pt>
    <dgm:pt modelId="{BB8DDC91-76D8-4141-B01A-7E1D7256CCEB}" type="pres">
      <dgm:prSet presAssocID="{67C2A267-5ACA-49BD-A301-8FE96EDD8695}" presName="hierChild1" presStyleCnt="0">
        <dgm:presLayoutVars>
          <dgm:orgChart val="1"/>
          <dgm:chPref val="1"/>
          <dgm:dir/>
          <dgm:animOne val="branch"/>
          <dgm:animLvl val="lvl"/>
          <dgm:resizeHandles/>
        </dgm:presLayoutVars>
      </dgm:prSet>
      <dgm:spPr/>
    </dgm:pt>
    <dgm:pt modelId="{8B33270B-0441-4EB7-8ABB-3505F4D44812}" type="pres">
      <dgm:prSet presAssocID="{9CB6E001-D684-452E-8CC7-81EE9CB19C33}" presName="hierRoot1" presStyleCnt="0">
        <dgm:presLayoutVars>
          <dgm:hierBranch val="init"/>
        </dgm:presLayoutVars>
      </dgm:prSet>
      <dgm:spPr/>
    </dgm:pt>
    <dgm:pt modelId="{C63C541D-0B17-4705-888A-F022741A43E1}" type="pres">
      <dgm:prSet presAssocID="{9CB6E001-D684-452E-8CC7-81EE9CB19C33}" presName="rootComposite1" presStyleCnt="0"/>
      <dgm:spPr/>
    </dgm:pt>
    <dgm:pt modelId="{4F6BA232-2162-4395-A56A-E411FEBD08E4}" type="pres">
      <dgm:prSet presAssocID="{9CB6E001-D684-452E-8CC7-81EE9CB19C33}" presName="rootText1" presStyleLbl="node0" presStyleIdx="0" presStyleCnt="1" custScaleX="303566" custScaleY="51144">
        <dgm:presLayoutVars>
          <dgm:chPref val="3"/>
        </dgm:presLayoutVars>
      </dgm:prSet>
      <dgm:spPr>
        <a:prstGeom prst="flowChartAlternateProcess">
          <a:avLst/>
        </a:prstGeom>
      </dgm:spPr>
    </dgm:pt>
    <dgm:pt modelId="{5333B4F7-6E02-4C04-BEDE-378B7D2DA1CA}" type="pres">
      <dgm:prSet presAssocID="{9CB6E001-D684-452E-8CC7-81EE9CB19C33}" presName="rootConnector1" presStyleLbl="node1" presStyleIdx="0" presStyleCnt="0"/>
      <dgm:spPr/>
    </dgm:pt>
    <dgm:pt modelId="{E999A2F1-4F77-456E-94CB-08C76BF41E7A}" type="pres">
      <dgm:prSet presAssocID="{9CB6E001-D684-452E-8CC7-81EE9CB19C33}" presName="hierChild2" presStyleCnt="0"/>
      <dgm:spPr/>
    </dgm:pt>
    <dgm:pt modelId="{F076DC9C-ED29-45BF-809D-8338436967CE}" type="pres">
      <dgm:prSet presAssocID="{FCE72E95-661C-45DC-A994-0F93E112F6DB}" presName="Name37" presStyleLbl="parChTrans1D2" presStyleIdx="0" presStyleCnt="2"/>
      <dgm:spPr/>
    </dgm:pt>
    <dgm:pt modelId="{74F6358E-4E97-4A6F-BA5E-8F748B59DDC1}" type="pres">
      <dgm:prSet presAssocID="{057F082B-FBE8-49C4-A823-FD1A2F8D6F04}" presName="hierRoot2" presStyleCnt="0">
        <dgm:presLayoutVars>
          <dgm:hierBranch val="init"/>
        </dgm:presLayoutVars>
      </dgm:prSet>
      <dgm:spPr/>
    </dgm:pt>
    <dgm:pt modelId="{0E19E829-FA3D-4B02-B827-51724A49D2F7}" type="pres">
      <dgm:prSet presAssocID="{057F082B-FBE8-49C4-A823-FD1A2F8D6F04}" presName="rootComposite" presStyleCnt="0"/>
      <dgm:spPr/>
    </dgm:pt>
    <dgm:pt modelId="{6018D3D7-F42A-408A-869E-E113AE770F37}" type="pres">
      <dgm:prSet presAssocID="{057F082B-FBE8-49C4-A823-FD1A2F8D6F04}" presName="rootText" presStyleLbl="node2" presStyleIdx="0" presStyleCnt="2" custScaleX="147767" custScaleY="43278" custLinFactNeighborX="-68158" custLinFactNeighborY="3188">
        <dgm:presLayoutVars>
          <dgm:chPref val="3"/>
        </dgm:presLayoutVars>
      </dgm:prSet>
      <dgm:spPr>
        <a:prstGeom prst="flowChartAlternateProcess">
          <a:avLst/>
        </a:prstGeom>
      </dgm:spPr>
    </dgm:pt>
    <dgm:pt modelId="{E47E0A92-2294-4270-9D8E-12072436CFBB}" type="pres">
      <dgm:prSet presAssocID="{057F082B-FBE8-49C4-A823-FD1A2F8D6F04}" presName="rootConnector" presStyleLbl="node2" presStyleIdx="0" presStyleCnt="2"/>
      <dgm:spPr/>
    </dgm:pt>
    <dgm:pt modelId="{B699D4C9-EE9F-42E8-8D3B-2F5D4CB904A7}" type="pres">
      <dgm:prSet presAssocID="{057F082B-FBE8-49C4-A823-FD1A2F8D6F04}" presName="hierChild4" presStyleCnt="0"/>
      <dgm:spPr/>
    </dgm:pt>
    <dgm:pt modelId="{B29D38A3-27CD-4203-8661-2C509729D125}" type="pres">
      <dgm:prSet presAssocID="{057F082B-FBE8-49C4-A823-FD1A2F8D6F04}" presName="hierChild5" presStyleCnt="0"/>
      <dgm:spPr/>
    </dgm:pt>
    <dgm:pt modelId="{0A60F92D-DCC6-45C7-A1BE-E55761BFAEDF}" type="pres">
      <dgm:prSet presAssocID="{215F3EF4-321C-4476-A5F9-24E64D8A7CE8}" presName="Name37" presStyleLbl="parChTrans1D2" presStyleIdx="1" presStyleCnt="2"/>
      <dgm:spPr/>
    </dgm:pt>
    <dgm:pt modelId="{49C96CB0-6D92-44D0-B956-47EA30BADC63}" type="pres">
      <dgm:prSet presAssocID="{0BA57721-1503-4E8F-8C80-9D48EB6CF8C6}" presName="hierRoot2" presStyleCnt="0">
        <dgm:presLayoutVars>
          <dgm:hierBranch val="init"/>
        </dgm:presLayoutVars>
      </dgm:prSet>
      <dgm:spPr/>
    </dgm:pt>
    <dgm:pt modelId="{38B39630-6CFE-4EE0-A096-48185825D182}" type="pres">
      <dgm:prSet presAssocID="{0BA57721-1503-4E8F-8C80-9D48EB6CF8C6}" presName="rootComposite" presStyleCnt="0"/>
      <dgm:spPr/>
    </dgm:pt>
    <dgm:pt modelId="{6C7AF845-0CB7-49C7-818D-3C82DC830BAE}" type="pres">
      <dgm:prSet presAssocID="{0BA57721-1503-4E8F-8C80-9D48EB6CF8C6}" presName="rootText" presStyleLbl="node2" presStyleIdx="1" presStyleCnt="2" custScaleX="147767" custScaleY="43278" custLinFactNeighborX="66593">
        <dgm:presLayoutVars>
          <dgm:chPref val="3"/>
        </dgm:presLayoutVars>
      </dgm:prSet>
      <dgm:spPr>
        <a:prstGeom prst="flowChartAlternateProcess">
          <a:avLst/>
        </a:prstGeom>
      </dgm:spPr>
    </dgm:pt>
    <dgm:pt modelId="{3FD13DDB-4F9C-45DF-A3B4-EE66D4BEDAFC}" type="pres">
      <dgm:prSet presAssocID="{0BA57721-1503-4E8F-8C80-9D48EB6CF8C6}" presName="rootConnector" presStyleLbl="node2" presStyleIdx="1" presStyleCnt="2"/>
      <dgm:spPr/>
    </dgm:pt>
    <dgm:pt modelId="{0E6D43CE-C168-435B-8791-E444EB766F14}" type="pres">
      <dgm:prSet presAssocID="{0BA57721-1503-4E8F-8C80-9D48EB6CF8C6}" presName="hierChild4" presStyleCnt="0"/>
      <dgm:spPr/>
    </dgm:pt>
    <dgm:pt modelId="{F4C31F39-459F-4799-80B6-C856B9F413B9}" type="pres">
      <dgm:prSet presAssocID="{0BA57721-1503-4E8F-8C80-9D48EB6CF8C6}" presName="hierChild5" presStyleCnt="0"/>
      <dgm:spPr/>
    </dgm:pt>
    <dgm:pt modelId="{A58E608E-1EFC-47BC-8895-5FF2D228F5AC}" type="pres">
      <dgm:prSet presAssocID="{9CB6E001-D684-452E-8CC7-81EE9CB19C33}" presName="hierChild3" presStyleCnt="0"/>
      <dgm:spPr/>
    </dgm:pt>
  </dgm:ptLst>
  <dgm:cxnLst>
    <dgm:cxn modelId="{EB71E305-24F9-4746-AC9C-15D586283AA2}" type="presOf" srcId="{67C2A267-5ACA-49BD-A301-8FE96EDD8695}" destId="{BB8DDC91-76D8-4141-B01A-7E1D7256CCEB}" srcOrd="0" destOrd="0" presId="urn:microsoft.com/office/officeart/2005/8/layout/orgChart1"/>
    <dgm:cxn modelId="{77893A08-A0C7-4CA2-954F-7014B9F26C1D}" srcId="{9CB6E001-D684-452E-8CC7-81EE9CB19C33}" destId="{057F082B-FBE8-49C4-A823-FD1A2F8D6F04}" srcOrd="0" destOrd="0" parTransId="{FCE72E95-661C-45DC-A994-0F93E112F6DB}" sibTransId="{6B70D0CE-4B37-4392-AA13-447B2B18146F}"/>
    <dgm:cxn modelId="{4B908B11-90CD-43E6-8E11-96B04ADD67D6}" type="presOf" srcId="{9CB6E001-D684-452E-8CC7-81EE9CB19C33}" destId="{5333B4F7-6E02-4C04-BEDE-378B7D2DA1CA}" srcOrd="1" destOrd="0" presId="urn:microsoft.com/office/officeart/2005/8/layout/orgChart1"/>
    <dgm:cxn modelId="{5FDC8E18-3622-4667-89C4-F5CC39656FBF}" srcId="{67C2A267-5ACA-49BD-A301-8FE96EDD8695}" destId="{9CB6E001-D684-452E-8CC7-81EE9CB19C33}" srcOrd="0" destOrd="0" parTransId="{4294AAD1-1964-47F5-8F92-379D9AD952F3}" sibTransId="{255811CB-ED85-462D-B978-A62E350AFAA1}"/>
    <dgm:cxn modelId="{3D948135-CF12-41BA-874C-8052EA731CAD}" type="presOf" srcId="{FCE72E95-661C-45DC-A994-0F93E112F6DB}" destId="{F076DC9C-ED29-45BF-809D-8338436967CE}" srcOrd="0" destOrd="0" presId="urn:microsoft.com/office/officeart/2005/8/layout/orgChart1"/>
    <dgm:cxn modelId="{C00A2949-E10B-42B4-A205-684D075423F0}" type="presOf" srcId="{0BA57721-1503-4E8F-8C80-9D48EB6CF8C6}" destId="{3FD13DDB-4F9C-45DF-A3B4-EE66D4BEDAFC}" srcOrd="1" destOrd="0" presId="urn:microsoft.com/office/officeart/2005/8/layout/orgChart1"/>
    <dgm:cxn modelId="{3D13454F-0849-44C0-887B-2885D327EA38}" type="presOf" srcId="{057F082B-FBE8-49C4-A823-FD1A2F8D6F04}" destId="{6018D3D7-F42A-408A-869E-E113AE770F37}" srcOrd="0" destOrd="0" presId="urn:microsoft.com/office/officeart/2005/8/layout/orgChart1"/>
    <dgm:cxn modelId="{69643393-03AE-4C0E-8E08-C4F9D9819E66}" type="presOf" srcId="{057F082B-FBE8-49C4-A823-FD1A2F8D6F04}" destId="{E47E0A92-2294-4270-9D8E-12072436CFBB}" srcOrd="1" destOrd="0" presId="urn:microsoft.com/office/officeart/2005/8/layout/orgChart1"/>
    <dgm:cxn modelId="{EB677EB4-0DFE-4960-9139-FA8BB4FC8C60}" type="presOf" srcId="{0BA57721-1503-4E8F-8C80-9D48EB6CF8C6}" destId="{6C7AF845-0CB7-49C7-818D-3C82DC830BAE}" srcOrd="0" destOrd="0" presId="urn:microsoft.com/office/officeart/2005/8/layout/orgChart1"/>
    <dgm:cxn modelId="{617027BE-055E-4E44-946B-7675A435A1E0}" type="presOf" srcId="{9CB6E001-D684-452E-8CC7-81EE9CB19C33}" destId="{4F6BA232-2162-4395-A56A-E411FEBD08E4}" srcOrd="0" destOrd="0" presId="urn:microsoft.com/office/officeart/2005/8/layout/orgChart1"/>
    <dgm:cxn modelId="{8A3F49EA-4CA3-4D61-9169-D2CFE9A891D0}" type="presOf" srcId="{215F3EF4-321C-4476-A5F9-24E64D8A7CE8}" destId="{0A60F92D-DCC6-45C7-A1BE-E55761BFAEDF}" srcOrd="0" destOrd="0" presId="urn:microsoft.com/office/officeart/2005/8/layout/orgChart1"/>
    <dgm:cxn modelId="{04A7ACF7-4656-4BF6-8641-6974B5D99391}" srcId="{9CB6E001-D684-452E-8CC7-81EE9CB19C33}" destId="{0BA57721-1503-4E8F-8C80-9D48EB6CF8C6}" srcOrd="1" destOrd="0" parTransId="{215F3EF4-321C-4476-A5F9-24E64D8A7CE8}" sibTransId="{BD827F81-8271-40D7-85F4-2F67B29D57FD}"/>
    <dgm:cxn modelId="{F9E617AA-C9B8-45BA-AC75-8B12F2586AC3}" type="presParOf" srcId="{BB8DDC91-76D8-4141-B01A-7E1D7256CCEB}" destId="{8B33270B-0441-4EB7-8ABB-3505F4D44812}" srcOrd="0" destOrd="0" presId="urn:microsoft.com/office/officeart/2005/8/layout/orgChart1"/>
    <dgm:cxn modelId="{23BCADE5-BEA7-40DB-AE6C-ED1FCDC05ACD}" type="presParOf" srcId="{8B33270B-0441-4EB7-8ABB-3505F4D44812}" destId="{C63C541D-0B17-4705-888A-F022741A43E1}" srcOrd="0" destOrd="0" presId="urn:microsoft.com/office/officeart/2005/8/layout/orgChart1"/>
    <dgm:cxn modelId="{E559C2C2-E9CF-4233-9783-43244824260C}" type="presParOf" srcId="{C63C541D-0B17-4705-888A-F022741A43E1}" destId="{4F6BA232-2162-4395-A56A-E411FEBD08E4}" srcOrd="0" destOrd="0" presId="urn:microsoft.com/office/officeart/2005/8/layout/orgChart1"/>
    <dgm:cxn modelId="{5BA299DD-6C89-484C-8761-F87943DC6CE4}" type="presParOf" srcId="{C63C541D-0B17-4705-888A-F022741A43E1}" destId="{5333B4F7-6E02-4C04-BEDE-378B7D2DA1CA}" srcOrd="1" destOrd="0" presId="urn:microsoft.com/office/officeart/2005/8/layout/orgChart1"/>
    <dgm:cxn modelId="{21F9E892-4F2D-438A-82EB-B4F7BD30C9D8}" type="presParOf" srcId="{8B33270B-0441-4EB7-8ABB-3505F4D44812}" destId="{E999A2F1-4F77-456E-94CB-08C76BF41E7A}" srcOrd="1" destOrd="0" presId="urn:microsoft.com/office/officeart/2005/8/layout/orgChart1"/>
    <dgm:cxn modelId="{360C9A0B-1990-4669-90C9-348DE60C1CD7}" type="presParOf" srcId="{E999A2F1-4F77-456E-94CB-08C76BF41E7A}" destId="{F076DC9C-ED29-45BF-809D-8338436967CE}" srcOrd="0" destOrd="0" presId="urn:microsoft.com/office/officeart/2005/8/layout/orgChart1"/>
    <dgm:cxn modelId="{19DF00F0-D20A-4DBD-BAD1-BCE89EAFA0EC}" type="presParOf" srcId="{E999A2F1-4F77-456E-94CB-08C76BF41E7A}" destId="{74F6358E-4E97-4A6F-BA5E-8F748B59DDC1}" srcOrd="1" destOrd="0" presId="urn:microsoft.com/office/officeart/2005/8/layout/orgChart1"/>
    <dgm:cxn modelId="{9189008E-5928-46AD-B09B-10A0D2D68B8F}" type="presParOf" srcId="{74F6358E-4E97-4A6F-BA5E-8F748B59DDC1}" destId="{0E19E829-FA3D-4B02-B827-51724A49D2F7}" srcOrd="0" destOrd="0" presId="urn:microsoft.com/office/officeart/2005/8/layout/orgChart1"/>
    <dgm:cxn modelId="{9E34FBFF-D5C2-4C08-8CE3-54F1899A4083}" type="presParOf" srcId="{0E19E829-FA3D-4B02-B827-51724A49D2F7}" destId="{6018D3D7-F42A-408A-869E-E113AE770F37}" srcOrd="0" destOrd="0" presId="urn:microsoft.com/office/officeart/2005/8/layout/orgChart1"/>
    <dgm:cxn modelId="{3AA7502A-0283-4156-A037-08ACF2D46559}" type="presParOf" srcId="{0E19E829-FA3D-4B02-B827-51724A49D2F7}" destId="{E47E0A92-2294-4270-9D8E-12072436CFBB}" srcOrd="1" destOrd="0" presId="urn:microsoft.com/office/officeart/2005/8/layout/orgChart1"/>
    <dgm:cxn modelId="{A33CD996-23A5-4682-B53B-F5868DECAC24}" type="presParOf" srcId="{74F6358E-4E97-4A6F-BA5E-8F748B59DDC1}" destId="{B699D4C9-EE9F-42E8-8D3B-2F5D4CB904A7}" srcOrd="1" destOrd="0" presId="urn:microsoft.com/office/officeart/2005/8/layout/orgChart1"/>
    <dgm:cxn modelId="{BF85021F-B6AE-4236-9C36-0E80782D9C54}" type="presParOf" srcId="{74F6358E-4E97-4A6F-BA5E-8F748B59DDC1}" destId="{B29D38A3-27CD-4203-8661-2C509729D125}" srcOrd="2" destOrd="0" presId="urn:microsoft.com/office/officeart/2005/8/layout/orgChart1"/>
    <dgm:cxn modelId="{587538C1-1CA8-47F6-BD13-A8DBD3273E6C}" type="presParOf" srcId="{E999A2F1-4F77-456E-94CB-08C76BF41E7A}" destId="{0A60F92D-DCC6-45C7-A1BE-E55761BFAEDF}" srcOrd="2" destOrd="0" presId="urn:microsoft.com/office/officeart/2005/8/layout/orgChart1"/>
    <dgm:cxn modelId="{14FF6676-3462-4291-86BB-B3266154A5B9}" type="presParOf" srcId="{E999A2F1-4F77-456E-94CB-08C76BF41E7A}" destId="{49C96CB0-6D92-44D0-B956-47EA30BADC63}" srcOrd="3" destOrd="0" presId="urn:microsoft.com/office/officeart/2005/8/layout/orgChart1"/>
    <dgm:cxn modelId="{818597B0-DDA2-4678-A1F1-47438268A325}" type="presParOf" srcId="{49C96CB0-6D92-44D0-B956-47EA30BADC63}" destId="{38B39630-6CFE-4EE0-A096-48185825D182}" srcOrd="0" destOrd="0" presId="urn:microsoft.com/office/officeart/2005/8/layout/orgChart1"/>
    <dgm:cxn modelId="{02A4495C-600E-4E94-BA9F-BE33B7097B56}" type="presParOf" srcId="{38B39630-6CFE-4EE0-A096-48185825D182}" destId="{6C7AF845-0CB7-49C7-818D-3C82DC830BAE}" srcOrd="0" destOrd="0" presId="urn:microsoft.com/office/officeart/2005/8/layout/orgChart1"/>
    <dgm:cxn modelId="{CAE321CB-F53E-4B79-ACEE-487D095026C7}" type="presParOf" srcId="{38B39630-6CFE-4EE0-A096-48185825D182}" destId="{3FD13DDB-4F9C-45DF-A3B4-EE66D4BEDAFC}" srcOrd="1" destOrd="0" presId="urn:microsoft.com/office/officeart/2005/8/layout/orgChart1"/>
    <dgm:cxn modelId="{6C71317D-8B0A-4F26-9484-F80EA96BFBF4}" type="presParOf" srcId="{49C96CB0-6D92-44D0-B956-47EA30BADC63}" destId="{0E6D43CE-C168-435B-8791-E444EB766F14}" srcOrd="1" destOrd="0" presId="urn:microsoft.com/office/officeart/2005/8/layout/orgChart1"/>
    <dgm:cxn modelId="{F1986AE5-37CD-47EA-ABE5-DF17E3094482}" type="presParOf" srcId="{49C96CB0-6D92-44D0-B956-47EA30BADC63}" destId="{F4C31F39-459F-4799-80B6-C856B9F413B9}" srcOrd="2" destOrd="0" presId="urn:microsoft.com/office/officeart/2005/8/layout/orgChart1"/>
    <dgm:cxn modelId="{09A473A6-66B0-4CA4-9FC6-A7750AD3F920}" type="presParOf" srcId="{8B33270B-0441-4EB7-8ABB-3505F4D44812}" destId="{A58E608E-1EFC-47BC-8895-5FF2D228F5AC}" srcOrd="2" destOrd="0" presId="urn:microsoft.com/office/officeart/2005/8/layout/orgChart1"/>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37.xml><?xml version="1.0" encoding="utf-8"?>
<dgm:dataModel xmlns:dgm="http://schemas.openxmlformats.org/drawingml/2006/diagram" xmlns:a="http://schemas.openxmlformats.org/drawingml/2006/main">
  <dgm:ptLst>
    <dgm:pt modelId="{B31EB5C4-49C3-44B6-ABDB-4F42ACC46E65}" type="doc">
      <dgm:prSet loTypeId="urn:microsoft.com/office/officeart/2008/layout/HorizontalMultiLevelHierarchy" loCatId="hierarchy" qsTypeId="urn:microsoft.com/office/officeart/2005/8/quickstyle/simple3" qsCatId="simple" csTypeId="urn:microsoft.com/office/officeart/2005/8/colors/colorful5" csCatId="colorful" phldr="1"/>
      <dgm:spPr/>
      <dgm:t>
        <a:bodyPr/>
        <a:lstStyle/>
        <a:p>
          <a:endParaRPr lang="en-IN"/>
        </a:p>
      </dgm:t>
    </dgm:pt>
    <dgm:pt modelId="{8FA66E0D-CBA1-4534-8DCB-121DF36C0107}">
      <dgm:prSet phldrT="[Text]" custT="1"/>
      <dgm:spPr/>
      <dgm:t>
        <a:bodyPr/>
        <a:lstStyle/>
        <a:p>
          <a:r>
            <a:rPr lang="en-IN" sz="1800" dirty="0"/>
            <a:t>Types of Constructors</a:t>
          </a:r>
        </a:p>
      </dgm:t>
    </dgm:pt>
    <dgm:pt modelId="{9F148E5D-10AD-480C-9D89-9FE57F321429}" type="parTrans" cxnId="{FF0AD1AF-2C59-42ED-8AFB-2F24D25F952A}">
      <dgm:prSet/>
      <dgm:spPr/>
      <dgm:t>
        <a:bodyPr/>
        <a:lstStyle/>
        <a:p>
          <a:endParaRPr lang="en-IN"/>
        </a:p>
      </dgm:t>
    </dgm:pt>
    <dgm:pt modelId="{66BA2B2E-DA6E-4A9E-A1DC-8FABCA48CCBD}" type="sibTrans" cxnId="{FF0AD1AF-2C59-42ED-8AFB-2F24D25F952A}">
      <dgm:prSet/>
      <dgm:spPr/>
      <dgm:t>
        <a:bodyPr/>
        <a:lstStyle/>
        <a:p>
          <a:endParaRPr lang="en-IN"/>
        </a:p>
      </dgm:t>
    </dgm:pt>
    <dgm:pt modelId="{CEFD8821-7625-40D4-B393-CB87BA87DEEC}">
      <dgm:prSet phldrT="[Text]" custT="1"/>
      <dgm:spPr>
        <a:solidFill>
          <a:srgbClr val="FFFF00"/>
        </a:solidFill>
      </dgm:spPr>
      <dgm:t>
        <a:bodyPr lIns="36000"/>
        <a:lstStyle/>
        <a:p>
          <a:pPr>
            <a:buFont typeface="+mj-lt"/>
            <a:buAutoNum type="arabicPeriod"/>
          </a:pPr>
          <a:r>
            <a:rPr lang="en-IN" sz="1800" b="0" i="0" dirty="0"/>
            <a:t>Default Constructor</a:t>
          </a:r>
          <a:endParaRPr lang="en-IN" sz="1800" dirty="0"/>
        </a:p>
      </dgm:t>
    </dgm:pt>
    <dgm:pt modelId="{F43D5C50-A8D3-4A18-9BB4-09A4DB1FAF1B}" type="parTrans" cxnId="{FF799EFB-F5B7-4C52-917C-B8F389BCD91A}">
      <dgm:prSet/>
      <dgm:spPr/>
      <dgm:t>
        <a:bodyPr/>
        <a:lstStyle/>
        <a:p>
          <a:endParaRPr lang="en-IN" sz="1800"/>
        </a:p>
      </dgm:t>
    </dgm:pt>
    <dgm:pt modelId="{7283C2EA-6180-4BE8-9D50-F6ECC23E378B}" type="sibTrans" cxnId="{FF799EFB-F5B7-4C52-917C-B8F389BCD91A}">
      <dgm:prSet/>
      <dgm:spPr/>
      <dgm:t>
        <a:bodyPr/>
        <a:lstStyle/>
        <a:p>
          <a:endParaRPr lang="en-IN"/>
        </a:p>
      </dgm:t>
    </dgm:pt>
    <dgm:pt modelId="{8E84906A-D071-4F5A-B76B-CEF0DEDB5648}">
      <dgm:prSet phldrT="[Text]" custT="1"/>
      <dgm:spPr>
        <a:solidFill>
          <a:schemeClr val="accent6">
            <a:lumMod val="60000"/>
            <a:lumOff val="40000"/>
          </a:schemeClr>
        </a:solidFill>
      </dgm:spPr>
      <dgm:t>
        <a:bodyPr lIns="36000"/>
        <a:lstStyle/>
        <a:p>
          <a:pPr>
            <a:buFont typeface="+mj-lt"/>
            <a:buAutoNum type="arabicPeriod"/>
          </a:pPr>
          <a:r>
            <a:rPr lang="en-IN" sz="1800" b="0" i="0" dirty="0"/>
            <a:t>Parameterized Constructor</a:t>
          </a:r>
          <a:endParaRPr lang="en-IN" sz="1800" dirty="0"/>
        </a:p>
      </dgm:t>
    </dgm:pt>
    <dgm:pt modelId="{36E5309F-6024-4CEC-B600-18C9CF77FDDD}" type="parTrans" cxnId="{21E9BCFD-FCDB-46E7-B38E-DCA7A170D6DE}">
      <dgm:prSet/>
      <dgm:spPr/>
      <dgm:t>
        <a:bodyPr/>
        <a:lstStyle/>
        <a:p>
          <a:endParaRPr lang="en-IN" sz="1800"/>
        </a:p>
      </dgm:t>
    </dgm:pt>
    <dgm:pt modelId="{25FDDB9E-BA06-4D33-AD16-056EC8BE3037}" type="sibTrans" cxnId="{21E9BCFD-FCDB-46E7-B38E-DCA7A170D6DE}">
      <dgm:prSet/>
      <dgm:spPr/>
      <dgm:t>
        <a:bodyPr/>
        <a:lstStyle/>
        <a:p>
          <a:endParaRPr lang="en-IN"/>
        </a:p>
      </dgm:t>
    </dgm:pt>
    <dgm:pt modelId="{5035B317-D3EB-48DC-B475-205838D64736}">
      <dgm:prSet phldrT="[Text]" custT="1"/>
      <dgm:spPr/>
      <dgm:t>
        <a:bodyPr lIns="36000"/>
        <a:lstStyle/>
        <a:p>
          <a:pPr>
            <a:buFont typeface="+mj-lt"/>
            <a:buAutoNum type="arabicPeriod"/>
          </a:pPr>
          <a:r>
            <a:rPr lang="en-IN" sz="1800" b="0" i="0" dirty="0"/>
            <a:t>Copy Constructor</a:t>
          </a:r>
          <a:endParaRPr lang="en-IN" sz="1800" dirty="0"/>
        </a:p>
      </dgm:t>
    </dgm:pt>
    <dgm:pt modelId="{F57B4408-4827-42C3-AA4A-9E313D8D3E1B}" type="parTrans" cxnId="{C3592CCC-F3A0-4A40-B927-292FAA597B8D}">
      <dgm:prSet/>
      <dgm:spPr/>
      <dgm:t>
        <a:bodyPr/>
        <a:lstStyle/>
        <a:p>
          <a:endParaRPr lang="en-IN" sz="1800"/>
        </a:p>
      </dgm:t>
    </dgm:pt>
    <dgm:pt modelId="{BCAB8278-1F43-4B4E-807E-DDBCDE1B7F05}" type="sibTrans" cxnId="{C3592CCC-F3A0-4A40-B927-292FAA597B8D}">
      <dgm:prSet/>
      <dgm:spPr/>
      <dgm:t>
        <a:bodyPr/>
        <a:lstStyle/>
        <a:p>
          <a:endParaRPr lang="en-IN"/>
        </a:p>
      </dgm:t>
    </dgm:pt>
    <dgm:pt modelId="{866E1106-F7CA-4FFD-A6CD-AD780899D6F4}" type="pres">
      <dgm:prSet presAssocID="{B31EB5C4-49C3-44B6-ABDB-4F42ACC46E65}" presName="Name0" presStyleCnt="0">
        <dgm:presLayoutVars>
          <dgm:chPref val="1"/>
          <dgm:dir/>
          <dgm:animOne val="branch"/>
          <dgm:animLvl val="lvl"/>
          <dgm:resizeHandles val="exact"/>
        </dgm:presLayoutVars>
      </dgm:prSet>
      <dgm:spPr/>
    </dgm:pt>
    <dgm:pt modelId="{D76B5953-6255-43B0-A725-4CB9A4566186}" type="pres">
      <dgm:prSet presAssocID="{8FA66E0D-CBA1-4534-8DCB-121DF36C0107}" presName="root1" presStyleCnt="0"/>
      <dgm:spPr/>
    </dgm:pt>
    <dgm:pt modelId="{CA206F8F-4957-479B-9026-E71687EABD1E}" type="pres">
      <dgm:prSet presAssocID="{8FA66E0D-CBA1-4534-8DCB-121DF36C0107}" presName="LevelOneTextNode" presStyleLbl="node0" presStyleIdx="0" presStyleCnt="1" custAng="5400000" custScaleX="167634" custScaleY="59009" custLinFactX="-20302" custLinFactNeighborX="-100000">
        <dgm:presLayoutVars>
          <dgm:chPref val="3"/>
        </dgm:presLayoutVars>
      </dgm:prSet>
      <dgm:spPr>
        <a:prstGeom prst="roundRect">
          <a:avLst/>
        </a:prstGeom>
      </dgm:spPr>
    </dgm:pt>
    <dgm:pt modelId="{8D67C12A-6A25-4C62-8854-3E4FB0F3D8A6}" type="pres">
      <dgm:prSet presAssocID="{8FA66E0D-CBA1-4534-8DCB-121DF36C0107}" presName="level2hierChild" presStyleCnt="0"/>
      <dgm:spPr/>
    </dgm:pt>
    <dgm:pt modelId="{12324DF0-31AE-46C2-A349-8DC2F9D1B4C0}" type="pres">
      <dgm:prSet presAssocID="{F43D5C50-A8D3-4A18-9BB4-09A4DB1FAF1B}" presName="conn2-1" presStyleLbl="parChTrans1D2" presStyleIdx="0" presStyleCnt="3"/>
      <dgm:spPr/>
    </dgm:pt>
    <dgm:pt modelId="{EFA16F5F-1CB9-42A3-991F-336E3C00315A}" type="pres">
      <dgm:prSet presAssocID="{F43D5C50-A8D3-4A18-9BB4-09A4DB1FAF1B}" presName="connTx" presStyleLbl="parChTrans1D2" presStyleIdx="0" presStyleCnt="3"/>
      <dgm:spPr/>
    </dgm:pt>
    <dgm:pt modelId="{85D89E1F-8EA1-4B54-966C-40ECC27623D2}" type="pres">
      <dgm:prSet presAssocID="{CEFD8821-7625-40D4-B393-CB87BA87DEEC}" presName="root2" presStyleCnt="0"/>
      <dgm:spPr/>
    </dgm:pt>
    <dgm:pt modelId="{BD98823E-07A7-4F72-B211-CCC5AFBBCC11}" type="pres">
      <dgm:prSet presAssocID="{CEFD8821-7625-40D4-B393-CB87BA87DEEC}" presName="LevelTwoTextNode" presStyleLbl="node2" presStyleIdx="0" presStyleCnt="3" custScaleY="130074" custLinFactNeighborY="-33524">
        <dgm:presLayoutVars>
          <dgm:chPref val="3"/>
        </dgm:presLayoutVars>
      </dgm:prSet>
      <dgm:spPr>
        <a:prstGeom prst="roundRect">
          <a:avLst/>
        </a:prstGeom>
      </dgm:spPr>
    </dgm:pt>
    <dgm:pt modelId="{377CF26F-AEC5-420A-8264-7420DBC84018}" type="pres">
      <dgm:prSet presAssocID="{CEFD8821-7625-40D4-B393-CB87BA87DEEC}" presName="level3hierChild" presStyleCnt="0"/>
      <dgm:spPr/>
    </dgm:pt>
    <dgm:pt modelId="{19CB4520-FF93-446F-8FA8-7B973C4EA7EC}" type="pres">
      <dgm:prSet presAssocID="{36E5309F-6024-4CEC-B600-18C9CF77FDDD}" presName="conn2-1" presStyleLbl="parChTrans1D2" presStyleIdx="1" presStyleCnt="3"/>
      <dgm:spPr/>
    </dgm:pt>
    <dgm:pt modelId="{AC3286E7-704F-4C06-A422-817162258537}" type="pres">
      <dgm:prSet presAssocID="{36E5309F-6024-4CEC-B600-18C9CF77FDDD}" presName="connTx" presStyleLbl="parChTrans1D2" presStyleIdx="1" presStyleCnt="3"/>
      <dgm:spPr/>
    </dgm:pt>
    <dgm:pt modelId="{5A63214C-1997-4DCF-9EE3-8E8DD6F8237E}" type="pres">
      <dgm:prSet presAssocID="{8E84906A-D071-4F5A-B76B-CEF0DEDB5648}" presName="root2" presStyleCnt="0"/>
      <dgm:spPr/>
    </dgm:pt>
    <dgm:pt modelId="{F43924C5-B0A2-44EA-8155-5CCD888AB62C}" type="pres">
      <dgm:prSet presAssocID="{8E84906A-D071-4F5A-B76B-CEF0DEDB5648}" presName="LevelTwoTextNode" presStyleLbl="node2" presStyleIdx="1" presStyleCnt="3" custScaleY="130074">
        <dgm:presLayoutVars>
          <dgm:chPref val="3"/>
        </dgm:presLayoutVars>
      </dgm:prSet>
      <dgm:spPr>
        <a:prstGeom prst="roundRect">
          <a:avLst/>
        </a:prstGeom>
      </dgm:spPr>
    </dgm:pt>
    <dgm:pt modelId="{C8904C27-EA35-4B8B-BC23-315B58FBF890}" type="pres">
      <dgm:prSet presAssocID="{8E84906A-D071-4F5A-B76B-CEF0DEDB5648}" presName="level3hierChild" presStyleCnt="0"/>
      <dgm:spPr/>
    </dgm:pt>
    <dgm:pt modelId="{015C1722-54C3-4A5B-814D-D63C29542377}" type="pres">
      <dgm:prSet presAssocID="{F57B4408-4827-42C3-AA4A-9E313D8D3E1B}" presName="conn2-1" presStyleLbl="parChTrans1D2" presStyleIdx="2" presStyleCnt="3"/>
      <dgm:spPr/>
    </dgm:pt>
    <dgm:pt modelId="{2B674879-04E3-4120-AF86-8CBC060D9F18}" type="pres">
      <dgm:prSet presAssocID="{F57B4408-4827-42C3-AA4A-9E313D8D3E1B}" presName="connTx" presStyleLbl="parChTrans1D2" presStyleIdx="2" presStyleCnt="3"/>
      <dgm:spPr/>
    </dgm:pt>
    <dgm:pt modelId="{043C07BD-3C92-4845-806D-ABA3B31AC135}" type="pres">
      <dgm:prSet presAssocID="{5035B317-D3EB-48DC-B475-205838D64736}" presName="root2" presStyleCnt="0"/>
      <dgm:spPr/>
    </dgm:pt>
    <dgm:pt modelId="{416C8FED-A2B9-481C-97EF-FA16E8F6B73B}" type="pres">
      <dgm:prSet presAssocID="{5035B317-D3EB-48DC-B475-205838D64736}" presName="LevelTwoTextNode" presStyleLbl="node2" presStyleIdx="2" presStyleCnt="3" custScaleY="130074" custLinFactNeighborY="49303">
        <dgm:presLayoutVars>
          <dgm:chPref val="3"/>
        </dgm:presLayoutVars>
      </dgm:prSet>
      <dgm:spPr>
        <a:prstGeom prst="roundRect">
          <a:avLst/>
        </a:prstGeom>
      </dgm:spPr>
    </dgm:pt>
    <dgm:pt modelId="{E851D0DE-B0D0-4177-8D42-5C9ACE7B651D}" type="pres">
      <dgm:prSet presAssocID="{5035B317-D3EB-48DC-B475-205838D64736}" presName="level3hierChild" presStyleCnt="0"/>
      <dgm:spPr/>
    </dgm:pt>
  </dgm:ptLst>
  <dgm:cxnLst>
    <dgm:cxn modelId="{8C63A114-AAA9-4D5F-843A-91DE9EE43F53}" type="presOf" srcId="{36E5309F-6024-4CEC-B600-18C9CF77FDDD}" destId="{19CB4520-FF93-446F-8FA8-7B973C4EA7EC}" srcOrd="0" destOrd="0" presId="urn:microsoft.com/office/officeart/2008/layout/HorizontalMultiLevelHierarchy"/>
    <dgm:cxn modelId="{EBF6F029-E69A-4446-B269-3A537F90906A}" type="presOf" srcId="{F57B4408-4827-42C3-AA4A-9E313D8D3E1B}" destId="{2B674879-04E3-4120-AF86-8CBC060D9F18}" srcOrd="1" destOrd="0" presId="urn:microsoft.com/office/officeart/2008/layout/HorizontalMultiLevelHierarchy"/>
    <dgm:cxn modelId="{4EB3582E-06AD-4EE7-BF96-192BDE2229B9}" type="presOf" srcId="{F43D5C50-A8D3-4A18-9BB4-09A4DB1FAF1B}" destId="{EFA16F5F-1CB9-42A3-991F-336E3C00315A}" srcOrd="1" destOrd="0" presId="urn:microsoft.com/office/officeart/2008/layout/HorizontalMultiLevelHierarchy"/>
    <dgm:cxn modelId="{90C7EB32-2C97-4A44-894B-E03FF99D623F}" type="presOf" srcId="{36E5309F-6024-4CEC-B600-18C9CF77FDDD}" destId="{AC3286E7-704F-4C06-A422-817162258537}" srcOrd="1" destOrd="0" presId="urn:microsoft.com/office/officeart/2008/layout/HorizontalMultiLevelHierarchy"/>
    <dgm:cxn modelId="{00565546-2DE9-43AF-AC75-8A0ACC015AD5}" type="presOf" srcId="{B31EB5C4-49C3-44B6-ABDB-4F42ACC46E65}" destId="{866E1106-F7CA-4FFD-A6CD-AD780899D6F4}" srcOrd="0" destOrd="0" presId="urn:microsoft.com/office/officeart/2008/layout/HorizontalMultiLevelHierarchy"/>
    <dgm:cxn modelId="{4574606A-46FB-4C7B-96C8-322414E8AAC9}" type="presOf" srcId="{8FA66E0D-CBA1-4534-8DCB-121DF36C0107}" destId="{CA206F8F-4957-479B-9026-E71687EABD1E}" srcOrd="0" destOrd="0" presId="urn:microsoft.com/office/officeart/2008/layout/HorizontalMultiLevelHierarchy"/>
    <dgm:cxn modelId="{2C83EF73-6560-4A9E-9377-6361D28BFA12}" type="presOf" srcId="{8E84906A-D071-4F5A-B76B-CEF0DEDB5648}" destId="{F43924C5-B0A2-44EA-8155-5CCD888AB62C}" srcOrd="0" destOrd="0" presId="urn:microsoft.com/office/officeart/2008/layout/HorizontalMultiLevelHierarchy"/>
    <dgm:cxn modelId="{A6886681-C9CE-4180-8F6F-CA74A4D5BCE3}" type="presOf" srcId="{CEFD8821-7625-40D4-B393-CB87BA87DEEC}" destId="{BD98823E-07A7-4F72-B211-CCC5AFBBCC11}" srcOrd="0" destOrd="0" presId="urn:microsoft.com/office/officeart/2008/layout/HorizontalMultiLevelHierarchy"/>
    <dgm:cxn modelId="{8D490DA1-037B-406C-98CE-61D7FCC1CB41}" type="presOf" srcId="{F57B4408-4827-42C3-AA4A-9E313D8D3E1B}" destId="{015C1722-54C3-4A5B-814D-D63C29542377}" srcOrd="0" destOrd="0" presId="urn:microsoft.com/office/officeart/2008/layout/HorizontalMultiLevelHierarchy"/>
    <dgm:cxn modelId="{CF3364AC-A88F-4F1A-88ED-9C66A2C61E3B}" type="presOf" srcId="{5035B317-D3EB-48DC-B475-205838D64736}" destId="{416C8FED-A2B9-481C-97EF-FA16E8F6B73B}" srcOrd="0" destOrd="0" presId="urn:microsoft.com/office/officeart/2008/layout/HorizontalMultiLevelHierarchy"/>
    <dgm:cxn modelId="{FF0AD1AF-2C59-42ED-8AFB-2F24D25F952A}" srcId="{B31EB5C4-49C3-44B6-ABDB-4F42ACC46E65}" destId="{8FA66E0D-CBA1-4534-8DCB-121DF36C0107}" srcOrd="0" destOrd="0" parTransId="{9F148E5D-10AD-480C-9D89-9FE57F321429}" sibTransId="{66BA2B2E-DA6E-4A9E-A1DC-8FABCA48CCBD}"/>
    <dgm:cxn modelId="{AB18CBCB-8298-46B8-8358-FE436950D821}" type="presOf" srcId="{F43D5C50-A8D3-4A18-9BB4-09A4DB1FAF1B}" destId="{12324DF0-31AE-46C2-A349-8DC2F9D1B4C0}" srcOrd="0" destOrd="0" presId="urn:microsoft.com/office/officeart/2008/layout/HorizontalMultiLevelHierarchy"/>
    <dgm:cxn modelId="{C3592CCC-F3A0-4A40-B927-292FAA597B8D}" srcId="{8FA66E0D-CBA1-4534-8DCB-121DF36C0107}" destId="{5035B317-D3EB-48DC-B475-205838D64736}" srcOrd="2" destOrd="0" parTransId="{F57B4408-4827-42C3-AA4A-9E313D8D3E1B}" sibTransId="{BCAB8278-1F43-4B4E-807E-DDBCDE1B7F05}"/>
    <dgm:cxn modelId="{FF799EFB-F5B7-4C52-917C-B8F389BCD91A}" srcId="{8FA66E0D-CBA1-4534-8DCB-121DF36C0107}" destId="{CEFD8821-7625-40D4-B393-CB87BA87DEEC}" srcOrd="0" destOrd="0" parTransId="{F43D5C50-A8D3-4A18-9BB4-09A4DB1FAF1B}" sibTransId="{7283C2EA-6180-4BE8-9D50-F6ECC23E378B}"/>
    <dgm:cxn modelId="{21E9BCFD-FCDB-46E7-B38E-DCA7A170D6DE}" srcId="{8FA66E0D-CBA1-4534-8DCB-121DF36C0107}" destId="{8E84906A-D071-4F5A-B76B-CEF0DEDB5648}" srcOrd="1" destOrd="0" parTransId="{36E5309F-6024-4CEC-B600-18C9CF77FDDD}" sibTransId="{25FDDB9E-BA06-4D33-AD16-056EC8BE3037}"/>
    <dgm:cxn modelId="{E43FFD23-50A6-4AF0-8F39-9C014E49053B}" type="presParOf" srcId="{866E1106-F7CA-4FFD-A6CD-AD780899D6F4}" destId="{D76B5953-6255-43B0-A725-4CB9A4566186}" srcOrd="0" destOrd="0" presId="urn:microsoft.com/office/officeart/2008/layout/HorizontalMultiLevelHierarchy"/>
    <dgm:cxn modelId="{EF08A1B0-54AA-411B-BF2F-172EBFD7D7D5}" type="presParOf" srcId="{D76B5953-6255-43B0-A725-4CB9A4566186}" destId="{CA206F8F-4957-479B-9026-E71687EABD1E}" srcOrd="0" destOrd="0" presId="urn:microsoft.com/office/officeart/2008/layout/HorizontalMultiLevelHierarchy"/>
    <dgm:cxn modelId="{CB4496E2-B6F7-47FB-8C10-DF525F5884EA}" type="presParOf" srcId="{D76B5953-6255-43B0-A725-4CB9A4566186}" destId="{8D67C12A-6A25-4C62-8854-3E4FB0F3D8A6}" srcOrd="1" destOrd="0" presId="urn:microsoft.com/office/officeart/2008/layout/HorizontalMultiLevelHierarchy"/>
    <dgm:cxn modelId="{5093D51A-5721-445C-B610-E09786F04DC3}" type="presParOf" srcId="{8D67C12A-6A25-4C62-8854-3E4FB0F3D8A6}" destId="{12324DF0-31AE-46C2-A349-8DC2F9D1B4C0}" srcOrd="0" destOrd="0" presId="urn:microsoft.com/office/officeart/2008/layout/HorizontalMultiLevelHierarchy"/>
    <dgm:cxn modelId="{788244C0-45E8-4367-8EA9-2985A251CB03}" type="presParOf" srcId="{12324DF0-31AE-46C2-A349-8DC2F9D1B4C0}" destId="{EFA16F5F-1CB9-42A3-991F-336E3C00315A}" srcOrd="0" destOrd="0" presId="urn:microsoft.com/office/officeart/2008/layout/HorizontalMultiLevelHierarchy"/>
    <dgm:cxn modelId="{0DB93B20-035B-4A82-B4C7-95130375C752}" type="presParOf" srcId="{8D67C12A-6A25-4C62-8854-3E4FB0F3D8A6}" destId="{85D89E1F-8EA1-4B54-966C-40ECC27623D2}" srcOrd="1" destOrd="0" presId="urn:microsoft.com/office/officeart/2008/layout/HorizontalMultiLevelHierarchy"/>
    <dgm:cxn modelId="{8145402E-8E52-4DFF-A026-31CBA2F633BA}" type="presParOf" srcId="{85D89E1F-8EA1-4B54-966C-40ECC27623D2}" destId="{BD98823E-07A7-4F72-B211-CCC5AFBBCC11}" srcOrd="0" destOrd="0" presId="urn:microsoft.com/office/officeart/2008/layout/HorizontalMultiLevelHierarchy"/>
    <dgm:cxn modelId="{C79199B8-E37F-4068-B1BA-AAD26E8C90D3}" type="presParOf" srcId="{85D89E1F-8EA1-4B54-966C-40ECC27623D2}" destId="{377CF26F-AEC5-420A-8264-7420DBC84018}" srcOrd="1" destOrd="0" presId="urn:microsoft.com/office/officeart/2008/layout/HorizontalMultiLevelHierarchy"/>
    <dgm:cxn modelId="{736FF1D9-F3FD-4550-9C94-267081F97B2E}" type="presParOf" srcId="{8D67C12A-6A25-4C62-8854-3E4FB0F3D8A6}" destId="{19CB4520-FF93-446F-8FA8-7B973C4EA7EC}" srcOrd="2" destOrd="0" presId="urn:microsoft.com/office/officeart/2008/layout/HorizontalMultiLevelHierarchy"/>
    <dgm:cxn modelId="{F7FDD15F-8A97-41BB-86A9-563A709C5E40}" type="presParOf" srcId="{19CB4520-FF93-446F-8FA8-7B973C4EA7EC}" destId="{AC3286E7-704F-4C06-A422-817162258537}" srcOrd="0" destOrd="0" presId="urn:microsoft.com/office/officeart/2008/layout/HorizontalMultiLevelHierarchy"/>
    <dgm:cxn modelId="{D4264D41-E645-445E-A2DB-552B80621656}" type="presParOf" srcId="{8D67C12A-6A25-4C62-8854-3E4FB0F3D8A6}" destId="{5A63214C-1997-4DCF-9EE3-8E8DD6F8237E}" srcOrd="3" destOrd="0" presId="urn:microsoft.com/office/officeart/2008/layout/HorizontalMultiLevelHierarchy"/>
    <dgm:cxn modelId="{998979AA-C70B-4C4E-8FB7-613FFB2E5F3B}" type="presParOf" srcId="{5A63214C-1997-4DCF-9EE3-8E8DD6F8237E}" destId="{F43924C5-B0A2-44EA-8155-5CCD888AB62C}" srcOrd="0" destOrd="0" presId="urn:microsoft.com/office/officeart/2008/layout/HorizontalMultiLevelHierarchy"/>
    <dgm:cxn modelId="{B5755172-305F-4822-9DCE-98C1B8E479E3}" type="presParOf" srcId="{5A63214C-1997-4DCF-9EE3-8E8DD6F8237E}" destId="{C8904C27-EA35-4B8B-BC23-315B58FBF890}" srcOrd="1" destOrd="0" presId="urn:microsoft.com/office/officeart/2008/layout/HorizontalMultiLevelHierarchy"/>
    <dgm:cxn modelId="{E346D485-293A-4B9A-96D6-134DF7E05213}" type="presParOf" srcId="{8D67C12A-6A25-4C62-8854-3E4FB0F3D8A6}" destId="{015C1722-54C3-4A5B-814D-D63C29542377}" srcOrd="4" destOrd="0" presId="urn:microsoft.com/office/officeart/2008/layout/HorizontalMultiLevelHierarchy"/>
    <dgm:cxn modelId="{F942C4B3-0CF2-4326-9D6B-C8E75E1701EA}" type="presParOf" srcId="{015C1722-54C3-4A5B-814D-D63C29542377}" destId="{2B674879-04E3-4120-AF86-8CBC060D9F18}" srcOrd="0" destOrd="0" presId="urn:microsoft.com/office/officeart/2008/layout/HorizontalMultiLevelHierarchy"/>
    <dgm:cxn modelId="{4F90DA9A-5E36-435B-89E2-F92DEFA54AD9}" type="presParOf" srcId="{8D67C12A-6A25-4C62-8854-3E4FB0F3D8A6}" destId="{043C07BD-3C92-4845-806D-ABA3B31AC135}" srcOrd="5" destOrd="0" presId="urn:microsoft.com/office/officeart/2008/layout/HorizontalMultiLevelHierarchy"/>
    <dgm:cxn modelId="{4700FD5A-A705-4CE3-9553-3A84F81FB30C}" type="presParOf" srcId="{043C07BD-3C92-4845-806D-ABA3B31AC135}" destId="{416C8FED-A2B9-481C-97EF-FA16E8F6B73B}" srcOrd="0" destOrd="0" presId="urn:microsoft.com/office/officeart/2008/layout/HorizontalMultiLevelHierarchy"/>
    <dgm:cxn modelId="{421074DB-C7BC-418C-ADFD-81D5DF2CEA95}" type="presParOf" srcId="{043C07BD-3C92-4845-806D-ABA3B31AC135}" destId="{E851D0DE-B0D0-4177-8D42-5C9ACE7B651D}" srcOrd="1" destOrd="0" presId="urn:microsoft.com/office/officeart/2008/layout/HorizontalMultiLevelHierarchy"/>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38.xml><?xml version="1.0" encoding="utf-8"?>
<dgm:dataModel xmlns:dgm="http://schemas.openxmlformats.org/drawingml/2006/diagram" xmlns:a="http://schemas.openxmlformats.org/drawingml/2006/main">
  <dgm:ptLst>
    <dgm:pt modelId="{B31EB5C4-49C3-44B6-ABDB-4F42ACC46E65}" type="doc">
      <dgm:prSet loTypeId="urn:microsoft.com/office/officeart/2008/layout/HorizontalMultiLevelHierarchy" loCatId="hierarchy" qsTypeId="urn:microsoft.com/office/officeart/2005/8/quickstyle/simple3" qsCatId="simple" csTypeId="urn:microsoft.com/office/officeart/2005/8/colors/colorful5" csCatId="colorful" phldr="1"/>
      <dgm:spPr/>
      <dgm:t>
        <a:bodyPr/>
        <a:lstStyle/>
        <a:p>
          <a:endParaRPr lang="en-IN"/>
        </a:p>
      </dgm:t>
    </dgm:pt>
    <dgm:pt modelId="{8FA66E0D-CBA1-4534-8DCB-121DF36C0107}">
      <dgm:prSet phldrT="[Text]" custT="1"/>
      <dgm:spPr/>
      <dgm:t>
        <a:bodyPr/>
        <a:lstStyle/>
        <a:p>
          <a:r>
            <a:rPr lang="en-IN" sz="1800" dirty="0"/>
            <a:t>Types of Constructors</a:t>
          </a:r>
        </a:p>
      </dgm:t>
    </dgm:pt>
    <dgm:pt modelId="{9F148E5D-10AD-480C-9D89-9FE57F321429}" type="parTrans" cxnId="{FF0AD1AF-2C59-42ED-8AFB-2F24D25F952A}">
      <dgm:prSet/>
      <dgm:spPr/>
      <dgm:t>
        <a:bodyPr/>
        <a:lstStyle/>
        <a:p>
          <a:endParaRPr lang="en-IN"/>
        </a:p>
      </dgm:t>
    </dgm:pt>
    <dgm:pt modelId="{66BA2B2E-DA6E-4A9E-A1DC-8FABCA48CCBD}" type="sibTrans" cxnId="{FF0AD1AF-2C59-42ED-8AFB-2F24D25F952A}">
      <dgm:prSet/>
      <dgm:spPr/>
      <dgm:t>
        <a:bodyPr/>
        <a:lstStyle/>
        <a:p>
          <a:endParaRPr lang="en-IN"/>
        </a:p>
      </dgm:t>
    </dgm:pt>
    <dgm:pt modelId="{CEFD8821-7625-40D4-B393-CB87BA87DEEC}">
      <dgm:prSet phldrT="[Text]" custT="1"/>
      <dgm:spPr/>
      <dgm:t>
        <a:bodyPr lIns="36000"/>
        <a:lstStyle/>
        <a:p>
          <a:pPr>
            <a:buFont typeface="+mj-lt"/>
            <a:buAutoNum type="arabicPeriod"/>
          </a:pPr>
          <a:r>
            <a:rPr lang="en-IN" sz="1800" b="0" i="0" dirty="0"/>
            <a:t>Default Constructor</a:t>
          </a:r>
          <a:endParaRPr lang="en-IN" sz="1800" dirty="0"/>
        </a:p>
      </dgm:t>
    </dgm:pt>
    <dgm:pt modelId="{F43D5C50-A8D3-4A18-9BB4-09A4DB1FAF1B}" type="parTrans" cxnId="{FF799EFB-F5B7-4C52-917C-B8F389BCD91A}">
      <dgm:prSet/>
      <dgm:spPr/>
      <dgm:t>
        <a:bodyPr/>
        <a:lstStyle/>
        <a:p>
          <a:endParaRPr lang="en-IN" sz="1800"/>
        </a:p>
      </dgm:t>
    </dgm:pt>
    <dgm:pt modelId="{7283C2EA-6180-4BE8-9D50-F6ECC23E378B}" type="sibTrans" cxnId="{FF799EFB-F5B7-4C52-917C-B8F389BCD91A}">
      <dgm:prSet/>
      <dgm:spPr/>
      <dgm:t>
        <a:bodyPr/>
        <a:lstStyle/>
        <a:p>
          <a:endParaRPr lang="en-IN"/>
        </a:p>
      </dgm:t>
    </dgm:pt>
    <dgm:pt modelId="{8E84906A-D071-4F5A-B76B-CEF0DEDB5648}">
      <dgm:prSet phldrT="[Text]" custT="1"/>
      <dgm:spPr>
        <a:solidFill>
          <a:srgbClr val="FFFF00"/>
        </a:solidFill>
      </dgm:spPr>
      <dgm:t>
        <a:bodyPr lIns="36000"/>
        <a:lstStyle/>
        <a:p>
          <a:pPr>
            <a:buFont typeface="+mj-lt"/>
            <a:buAutoNum type="arabicPeriod"/>
          </a:pPr>
          <a:r>
            <a:rPr lang="en-IN" sz="1800" b="0" i="0" dirty="0"/>
            <a:t>Parameterized Constructor</a:t>
          </a:r>
          <a:endParaRPr lang="en-IN" sz="1800" dirty="0"/>
        </a:p>
      </dgm:t>
    </dgm:pt>
    <dgm:pt modelId="{36E5309F-6024-4CEC-B600-18C9CF77FDDD}" type="parTrans" cxnId="{21E9BCFD-FCDB-46E7-B38E-DCA7A170D6DE}">
      <dgm:prSet/>
      <dgm:spPr/>
      <dgm:t>
        <a:bodyPr/>
        <a:lstStyle/>
        <a:p>
          <a:endParaRPr lang="en-IN" sz="1800"/>
        </a:p>
      </dgm:t>
    </dgm:pt>
    <dgm:pt modelId="{25FDDB9E-BA06-4D33-AD16-056EC8BE3037}" type="sibTrans" cxnId="{21E9BCFD-FCDB-46E7-B38E-DCA7A170D6DE}">
      <dgm:prSet/>
      <dgm:spPr/>
      <dgm:t>
        <a:bodyPr/>
        <a:lstStyle/>
        <a:p>
          <a:endParaRPr lang="en-IN"/>
        </a:p>
      </dgm:t>
    </dgm:pt>
    <dgm:pt modelId="{5035B317-D3EB-48DC-B475-205838D64736}">
      <dgm:prSet phldrT="[Text]" custT="1"/>
      <dgm:spPr/>
      <dgm:t>
        <a:bodyPr lIns="36000"/>
        <a:lstStyle/>
        <a:p>
          <a:pPr>
            <a:buFont typeface="+mj-lt"/>
            <a:buAutoNum type="arabicPeriod"/>
          </a:pPr>
          <a:r>
            <a:rPr lang="en-IN" sz="1800" b="0" i="0" dirty="0"/>
            <a:t>Copy Constructor</a:t>
          </a:r>
          <a:endParaRPr lang="en-IN" sz="1800" dirty="0"/>
        </a:p>
      </dgm:t>
    </dgm:pt>
    <dgm:pt modelId="{F57B4408-4827-42C3-AA4A-9E313D8D3E1B}" type="parTrans" cxnId="{C3592CCC-F3A0-4A40-B927-292FAA597B8D}">
      <dgm:prSet/>
      <dgm:spPr/>
      <dgm:t>
        <a:bodyPr/>
        <a:lstStyle/>
        <a:p>
          <a:endParaRPr lang="en-IN" sz="1800"/>
        </a:p>
      </dgm:t>
    </dgm:pt>
    <dgm:pt modelId="{BCAB8278-1F43-4B4E-807E-DDBCDE1B7F05}" type="sibTrans" cxnId="{C3592CCC-F3A0-4A40-B927-292FAA597B8D}">
      <dgm:prSet/>
      <dgm:spPr/>
      <dgm:t>
        <a:bodyPr/>
        <a:lstStyle/>
        <a:p>
          <a:endParaRPr lang="en-IN"/>
        </a:p>
      </dgm:t>
    </dgm:pt>
    <dgm:pt modelId="{866E1106-F7CA-4FFD-A6CD-AD780899D6F4}" type="pres">
      <dgm:prSet presAssocID="{B31EB5C4-49C3-44B6-ABDB-4F42ACC46E65}" presName="Name0" presStyleCnt="0">
        <dgm:presLayoutVars>
          <dgm:chPref val="1"/>
          <dgm:dir/>
          <dgm:animOne val="branch"/>
          <dgm:animLvl val="lvl"/>
          <dgm:resizeHandles val="exact"/>
        </dgm:presLayoutVars>
      </dgm:prSet>
      <dgm:spPr/>
    </dgm:pt>
    <dgm:pt modelId="{D76B5953-6255-43B0-A725-4CB9A4566186}" type="pres">
      <dgm:prSet presAssocID="{8FA66E0D-CBA1-4534-8DCB-121DF36C0107}" presName="root1" presStyleCnt="0"/>
      <dgm:spPr/>
    </dgm:pt>
    <dgm:pt modelId="{CA206F8F-4957-479B-9026-E71687EABD1E}" type="pres">
      <dgm:prSet presAssocID="{8FA66E0D-CBA1-4534-8DCB-121DF36C0107}" presName="LevelOneTextNode" presStyleLbl="node0" presStyleIdx="0" presStyleCnt="1" custAng="5400000" custScaleX="167634" custScaleY="59009" custLinFactX="-20302" custLinFactNeighborX="-100000">
        <dgm:presLayoutVars>
          <dgm:chPref val="3"/>
        </dgm:presLayoutVars>
      </dgm:prSet>
      <dgm:spPr>
        <a:prstGeom prst="roundRect">
          <a:avLst/>
        </a:prstGeom>
      </dgm:spPr>
    </dgm:pt>
    <dgm:pt modelId="{8D67C12A-6A25-4C62-8854-3E4FB0F3D8A6}" type="pres">
      <dgm:prSet presAssocID="{8FA66E0D-CBA1-4534-8DCB-121DF36C0107}" presName="level2hierChild" presStyleCnt="0"/>
      <dgm:spPr/>
    </dgm:pt>
    <dgm:pt modelId="{12324DF0-31AE-46C2-A349-8DC2F9D1B4C0}" type="pres">
      <dgm:prSet presAssocID="{F43D5C50-A8D3-4A18-9BB4-09A4DB1FAF1B}" presName="conn2-1" presStyleLbl="parChTrans1D2" presStyleIdx="0" presStyleCnt="3"/>
      <dgm:spPr/>
    </dgm:pt>
    <dgm:pt modelId="{EFA16F5F-1CB9-42A3-991F-336E3C00315A}" type="pres">
      <dgm:prSet presAssocID="{F43D5C50-A8D3-4A18-9BB4-09A4DB1FAF1B}" presName="connTx" presStyleLbl="parChTrans1D2" presStyleIdx="0" presStyleCnt="3"/>
      <dgm:spPr/>
    </dgm:pt>
    <dgm:pt modelId="{85D89E1F-8EA1-4B54-966C-40ECC27623D2}" type="pres">
      <dgm:prSet presAssocID="{CEFD8821-7625-40D4-B393-CB87BA87DEEC}" presName="root2" presStyleCnt="0"/>
      <dgm:spPr/>
    </dgm:pt>
    <dgm:pt modelId="{BD98823E-07A7-4F72-B211-CCC5AFBBCC11}" type="pres">
      <dgm:prSet presAssocID="{CEFD8821-7625-40D4-B393-CB87BA87DEEC}" presName="LevelTwoTextNode" presStyleLbl="node2" presStyleIdx="0" presStyleCnt="3" custScaleY="130074" custLinFactNeighborY="-33524">
        <dgm:presLayoutVars>
          <dgm:chPref val="3"/>
        </dgm:presLayoutVars>
      </dgm:prSet>
      <dgm:spPr>
        <a:prstGeom prst="roundRect">
          <a:avLst/>
        </a:prstGeom>
      </dgm:spPr>
    </dgm:pt>
    <dgm:pt modelId="{377CF26F-AEC5-420A-8264-7420DBC84018}" type="pres">
      <dgm:prSet presAssocID="{CEFD8821-7625-40D4-B393-CB87BA87DEEC}" presName="level3hierChild" presStyleCnt="0"/>
      <dgm:spPr/>
    </dgm:pt>
    <dgm:pt modelId="{19CB4520-FF93-446F-8FA8-7B973C4EA7EC}" type="pres">
      <dgm:prSet presAssocID="{36E5309F-6024-4CEC-B600-18C9CF77FDDD}" presName="conn2-1" presStyleLbl="parChTrans1D2" presStyleIdx="1" presStyleCnt="3"/>
      <dgm:spPr/>
    </dgm:pt>
    <dgm:pt modelId="{AC3286E7-704F-4C06-A422-817162258537}" type="pres">
      <dgm:prSet presAssocID="{36E5309F-6024-4CEC-B600-18C9CF77FDDD}" presName="connTx" presStyleLbl="parChTrans1D2" presStyleIdx="1" presStyleCnt="3"/>
      <dgm:spPr/>
    </dgm:pt>
    <dgm:pt modelId="{5A63214C-1997-4DCF-9EE3-8E8DD6F8237E}" type="pres">
      <dgm:prSet presAssocID="{8E84906A-D071-4F5A-B76B-CEF0DEDB5648}" presName="root2" presStyleCnt="0"/>
      <dgm:spPr/>
    </dgm:pt>
    <dgm:pt modelId="{F43924C5-B0A2-44EA-8155-5CCD888AB62C}" type="pres">
      <dgm:prSet presAssocID="{8E84906A-D071-4F5A-B76B-CEF0DEDB5648}" presName="LevelTwoTextNode" presStyleLbl="node2" presStyleIdx="1" presStyleCnt="3" custScaleY="130074">
        <dgm:presLayoutVars>
          <dgm:chPref val="3"/>
        </dgm:presLayoutVars>
      </dgm:prSet>
      <dgm:spPr>
        <a:prstGeom prst="roundRect">
          <a:avLst/>
        </a:prstGeom>
      </dgm:spPr>
    </dgm:pt>
    <dgm:pt modelId="{C8904C27-EA35-4B8B-BC23-315B58FBF890}" type="pres">
      <dgm:prSet presAssocID="{8E84906A-D071-4F5A-B76B-CEF0DEDB5648}" presName="level3hierChild" presStyleCnt="0"/>
      <dgm:spPr/>
    </dgm:pt>
    <dgm:pt modelId="{015C1722-54C3-4A5B-814D-D63C29542377}" type="pres">
      <dgm:prSet presAssocID="{F57B4408-4827-42C3-AA4A-9E313D8D3E1B}" presName="conn2-1" presStyleLbl="parChTrans1D2" presStyleIdx="2" presStyleCnt="3"/>
      <dgm:spPr/>
    </dgm:pt>
    <dgm:pt modelId="{2B674879-04E3-4120-AF86-8CBC060D9F18}" type="pres">
      <dgm:prSet presAssocID="{F57B4408-4827-42C3-AA4A-9E313D8D3E1B}" presName="connTx" presStyleLbl="parChTrans1D2" presStyleIdx="2" presStyleCnt="3"/>
      <dgm:spPr/>
    </dgm:pt>
    <dgm:pt modelId="{043C07BD-3C92-4845-806D-ABA3B31AC135}" type="pres">
      <dgm:prSet presAssocID="{5035B317-D3EB-48DC-B475-205838D64736}" presName="root2" presStyleCnt="0"/>
      <dgm:spPr/>
    </dgm:pt>
    <dgm:pt modelId="{416C8FED-A2B9-481C-97EF-FA16E8F6B73B}" type="pres">
      <dgm:prSet presAssocID="{5035B317-D3EB-48DC-B475-205838D64736}" presName="LevelTwoTextNode" presStyleLbl="node2" presStyleIdx="2" presStyleCnt="3" custScaleY="130074" custLinFactNeighborY="49303">
        <dgm:presLayoutVars>
          <dgm:chPref val="3"/>
        </dgm:presLayoutVars>
      </dgm:prSet>
      <dgm:spPr>
        <a:prstGeom prst="roundRect">
          <a:avLst/>
        </a:prstGeom>
      </dgm:spPr>
    </dgm:pt>
    <dgm:pt modelId="{E851D0DE-B0D0-4177-8D42-5C9ACE7B651D}" type="pres">
      <dgm:prSet presAssocID="{5035B317-D3EB-48DC-B475-205838D64736}" presName="level3hierChild" presStyleCnt="0"/>
      <dgm:spPr/>
    </dgm:pt>
  </dgm:ptLst>
  <dgm:cxnLst>
    <dgm:cxn modelId="{8C63A114-AAA9-4D5F-843A-91DE9EE43F53}" type="presOf" srcId="{36E5309F-6024-4CEC-B600-18C9CF77FDDD}" destId="{19CB4520-FF93-446F-8FA8-7B973C4EA7EC}" srcOrd="0" destOrd="0" presId="urn:microsoft.com/office/officeart/2008/layout/HorizontalMultiLevelHierarchy"/>
    <dgm:cxn modelId="{EBF6F029-E69A-4446-B269-3A537F90906A}" type="presOf" srcId="{F57B4408-4827-42C3-AA4A-9E313D8D3E1B}" destId="{2B674879-04E3-4120-AF86-8CBC060D9F18}" srcOrd="1" destOrd="0" presId="urn:microsoft.com/office/officeart/2008/layout/HorizontalMultiLevelHierarchy"/>
    <dgm:cxn modelId="{4EB3582E-06AD-4EE7-BF96-192BDE2229B9}" type="presOf" srcId="{F43D5C50-A8D3-4A18-9BB4-09A4DB1FAF1B}" destId="{EFA16F5F-1CB9-42A3-991F-336E3C00315A}" srcOrd="1" destOrd="0" presId="urn:microsoft.com/office/officeart/2008/layout/HorizontalMultiLevelHierarchy"/>
    <dgm:cxn modelId="{90C7EB32-2C97-4A44-894B-E03FF99D623F}" type="presOf" srcId="{36E5309F-6024-4CEC-B600-18C9CF77FDDD}" destId="{AC3286E7-704F-4C06-A422-817162258537}" srcOrd="1" destOrd="0" presId="urn:microsoft.com/office/officeart/2008/layout/HorizontalMultiLevelHierarchy"/>
    <dgm:cxn modelId="{00565546-2DE9-43AF-AC75-8A0ACC015AD5}" type="presOf" srcId="{B31EB5C4-49C3-44B6-ABDB-4F42ACC46E65}" destId="{866E1106-F7CA-4FFD-A6CD-AD780899D6F4}" srcOrd="0" destOrd="0" presId="urn:microsoft.com/office/officeart/2008/layout/HorizontalMultiLevelHierarchy"/>
    <dgm:cxn modelId="{4574606A-46FB-4C7B-96C8-322414E8AAC9}" type="presOf" srcId="{8FA66E0D-CBA1-4534-8DCB-121DF36C0107}" destId="{CA206F8F-4957-479B-9026-E71687EABD1E}" srcOrd="0" destOrd="0" presId="urn:microsoft.com/office/officeart/2008/layout/HorizontalMultiLevelHierarchy"/>
    <dgm:cxn modelId="{2C83EF73-6560-4A9E-9377-6361D28BFA12}" type="presOf" srcId="{8E84906A-D071-4F5A-B76B-CEF0DEDB5648}" destId="{F43924C5-B0A2-44EA-8155-5CCD888AB62C}" srcOrd="0" destOrd="0" presId="urn:microsoft.com/office/officeart/2008/layout/HorizontalMultiLevelHierarchy"/>
    <dgm:cxn modelId="{A6886681-C9CE-4180-8F6F-CA74A4D5BCE3}" type="presOf" srcId="{CEFD8821-7625-40D4-B393-CB87BA87DEEC}" destId="{BD98823E-07A7-4F72-B211-CCC5AFBBCC11}" srcOrd="0" destOrd="0" presId="urn:microsoft.com/office/officeart/2008/layout/HorizontalMultiLevelHierarchy"/>
    <dgm:cxn modelId="{8D490DA1-037B-406C-98CE-61D7FCC1CB41}" type="presOf" srcId="{F57B4408-4827-42C3-AA4A-9E313D8D3E1B}" destId="{015C1722-54C3-4A5B-814D-D63C29542377}" srcOrd="0" destOrd="0" presId="urn:microsoft.com/office/officeart/2008/layout/HorizontalMultiLevelHierarchy"/>
    <dgm:cxn modelId="{CF3364AC-A88F-4F1A-88ED-9C66A2C61E3B}" type="presOf" srcId="{5035B317-D3EB-48DC-B475-205838D64736}" destId="{416C8FED-A2B9-481C-97EF-FA16E8F6B73B}" srcOrd="0" destOrd="0" presId="urn:microsoft.com/office/officeart/2008/layout/HorizontalMultiLevelHierarchy"/>
    <dgm:cxn modelId="{FF0AD1AF-2C59-42ED-8AFB-2F24D25F952A}" srcId="{B31EB5C4-49C3-44B6-ABDB-4F42ACC46E65}" destId="{8FA66E0D-CBA1-4534-8DCB-121DF36C0107}" srcOrd="0" destOrd="0" parTransId="{9F148E5D-10AD-480C-9D89-9FE57F321429}" sibTransId="{66BA2B2E-DA6E-4A9E-A1DC-8FABCA48CCBD}"/>
    <dgm:cxn modelId="{AB18CBCB-8298-46B8-8358-FE436950D821}" type="presOf" srcId="{F43D5C50-A8D3-4A18-9BB4-09A4DB1FAF1B}" destId="{12324DF0-31AE-46C2-A349-8DC2F9D1B4C0}" srcOrd="0" destOrd="0" presId="urn:microsoft.com/office/officeart/2008/layout/HorizontalMultiLevelHierarchy"/>
    <dgm:cxn modelId="{C3592CCC-F3A0-4A40-B927-292FAA597B8D}" srcId="{8FA66E0D-CBA1-4534-8DCB-121DF36C0107}" destId="{5035B317-D3EB-48DC-B475-205838D64736}" srcOrd="2" destOrd="0" parTransId="{F57B4408-4827-42C3-AA4A-9E313D8D3E1B}" sibTransId="{BCAB8278-1F43-4B4E-807E-DDBCDE1B7F05}"/>
    <dgm:cxn modelId="{FF799EFB-F5B7-4C52-917C-B8F389BCD91A}" srcId="{8FA66E0D-CBA1-4534-8DCB-121DF36C0107}" destId="{CEFD8821-7625-40D4-B393-CB87BA87DEEC}" srcOrd="0" destOrd="0" parTransId="{F43D5C50-A8D3-4A18-9BB4-09A4DB1FAF1B}" sibTransId="{7283C2EA-6180-4BE8-9D50-F6ECC23E378B}"/>
    <dgm:cxn modelId="{21E9BCFD-FCDB-46E7-B38E-DCA7A170D6DE}" srcId="{8FA66E0D-CBA1-4534-8DCB-121DF36C0107}" destId="{8E84906A-D071-4F5A-B76B-CEF0DEDB5648}" srcOrd="1" destOrd="0" parTransId="{36E5309F-6024-4CEC-B600-18C9CF77FDDD}" sibTransId="{25FDDB9E-BA06-4D33-AD16-056EC8BE3037}"/>
    <dgm:cxn modelId="{E43FFD23-50A6-4AF0-8F39-9C014E49053B}" type="presParOf" srcId="{866E1106-F7CA-4FFD-A6CD-AD780899D6F4}" destId="{D76B5953-6255-43B0-A725-4CB9A4566186}" srcOrd="0" destOrd="0" presId="urn:microsoft.com/office/officeart/2008/layout/HorizontalMultiLevelHierarchy"/>
    <dgm:cxn modelId="{EF08A1B0-54AA-411B-BF2F-172EBFD7D7D5}" type="presParOf" srcId="{D76B5953-6255-43B0-A725-4CB9A4566186}" destId="{CA206F8F-4957-479B-9026-E71687EABD1E}" srcOrd="0" destOrd="0" presId="urn:microsoft.com/office/officeart/2008/layout/HorizontalMultiLevelHierarchy"/>
    <dgm:cxn modelId="{CB4496E2-B6F7-47FB-8C10-DF525F5884EA}" type="presParOf" srcId="{D76B5953-6255-43B0-A725-4CB9A4566186}" destId="{8D67C12A-6A25-4C62-8854-3E4FB0F3D8A6}" srcOrd="1" destOrd="0" presId="urn:microsoft.com/office/officeart/2008/layout/HorizontalMultiLevelHierarchy"/>
    <dgm:cxn modelId="{5093D51A-5721-445C-B610-E09786F04DC3}" type="presParOf" srcId="{8D67C12A-6A25-4C62-8854-3E4FB0F3D8A6}" destId="{12324DF0-31AE-46C2-A349-8DC2F9D1B4C0}" srcOrd="0" destOrd="0" presId="urn:microsoft.com/office/officeart/2008/layout/HorizontalMultiLevelHierarchy"/>
    <dgm:cxn modelId="{788244C0-45E8-4367-8EA9-2985A251CB03}" type="presParOf" srcId="{12324DF0-31AE-46C2-A349-8DC2F9D1B4C0}" destId="{EFA16F5F-1CB9-42A3-991F-336E3C00315A}" srcOrd="0" destOrd="0" presId="urn:microsoft.com/office/officeart/2008/layout/HorizontalMultiLevelHierarchy"/>
    <dgm:cxn modelId="{0DB93B20-035B-4A82-B4C7-95130375C752}" type="presParOf" srcId="{8D67C12A-6A25-4C62-8854-3E4FB0F3D8A6}" destId="{85D89E1F-8EA1-4B54-966C-40ECC27623D2}" srcOrd="1" destOrd="0" presId="urn:microsoft.com/office/officeart/2008/layout/HorizontalMultiLevelHierarchy"/>
    <dgm:cxn modelId="{8145402E-8E52-4DFF-A026-31CBA2F633BA}" type="presParOf" srcId="{85D89E1F-8EA1-4B54-966C-40ECC27623D2}" destId="{BD98823E-07A7-4F72-B211-CCC5AFBBCC11}" srcOrd="0" destOrd="0" presId="urn:microsoft.com/office/officeart/2008/layout/HorizontalMultiLevelHierarchy"/>
    <dgm:cxn modelId="{C79199B8-E37F-4068-B1BA-AAD26E8C90D3}" type="presParOf" srcId="{85D89E1F-8EA1-4B54-966C-40ECC27623D2}" destId="{377CF26F-AEC5-420A-8264-7420DBC84018}" srcOrd="1" destOrd="0" presId="urn:microsoft.com/office/officeart/2008/layout/HorizontalMultiLevelHierarchy"/>
    <dgm:cxn modelId="{736FF1D9-F3FD-4550-9C94-267081F97B2E}" type="presParOf" srcId="{8D67C12A-6A25-4C62-8854-3E4FB0F3D8A6}" destId="{19CB4520-FF93-446F-8FA8-7B973C4EA7EC}" srcOrd="2" destOrd="0" presId="urn:microsoft.com/office/officeart/2008/layout/HorizontalMultiLevelHierarchy"/>
    <dgm:cxn modelId="{F7FDD15F-8A97-41BB-86A9-563A709C5E40}" type="presParOf" srcId="{19CB4520-FF93-446F-8FA8-7B973C4EA7EC}" destId="{AC3286E7-704F-4C06-A422-817162258537}" srcOrd="0" destOrd="0" presId="urn:microsoft.com/office/officeart/2008/layout/HorizontalMultiLevelHierarchy"/>
    <dgm:cxn modelId="{D4264D41-E645-445E-A2DB-552B80621656}" type="presParOf" srcId="{8D67C12A-6A25-4C62-8854-3E4FB0F3D8A6}" destId="{5A63214C-1997-4DCF-9EE3-8E8DD6F8237E}" srcOrd="3" destOrd="0" presId="urn:microsoft.com/office/officeart/2008/layout/HorizontalMultiLevelHierarchy"/>
    <dgm:cxn modelId="{998979AA-C70B-4C4E-8FB7-613FFB2E5F3B}" type="presParOf" srcId="{5A63214C-1997-4DCF-9EE3-8E8DD6F8237E}" destId="{F43924C5-B0A2-44EA-8155-5CCD888AB62C}" srcOrd="0" destOrd="0" presId="urn:microsoft.com/office/officeart/2008/layout/HorizontalMultiLevelHierarchy"/>
    <dgm:cxn modelId="{B5755172-305F-4822-9DCE-98C1B8E479E3}" type="presParOf" srcId="{5A63214C-1997-4DCF-9EE3-8E8DD6F8237E}" destId="{C8904C27-EA35-4B8B-BC23-315B58FBF890}" srcOrd="1" destOrd="0" presId="urn:microsoft.com/office/officeart/2008/layout/HorizontalMultiLevelHierarchy"/>
    <dgm:cxn modelId="{E346D485-293A-4B9A-96D6-134DF7E05213}" type="presParOf" srcId="{8D67C12A-6A25-4C62-8854-3E4FB0F3D8A6}" destId="{015C1722-54C3-4A5B-814D-D63C29542377}" srcOrd="4" destOrd="0" presId="urn:microsoft.com/office/officeart/2008/layout/HorizontalMultiLevelHierarchy"/>
    <dgm:cxn modelId="{F942C4B3-0CF2-4326-9D6B-C8E75E1701EA}" type="presParOf" srcId="{015C1722-54C3-4A5B-814D-D63C29542377}" destId="{2B674879-04E3-4120-AF86-8CBC060D9F18}" srcOrd="0" destOrd="0" presId="urn:microsoft.com/office/officeart/2008/layout/HorizontalMultiLevelHierarchy"/>
    <dgm:cxn modelId="{4F90DA9A-5E36-435B-89E2-F92DEFA54AD9}" type="presParOf" srcId="{8D67C12A-6A25-4C62-8854-3E4FB0F3D8A6}" destId="{043C07BD-3C92-4845-806D-ABA3B31AC135}" srcOrd="5" destOrd="0" presId="urn:microsoft.com/office/officeart/2008/layout/HorizontalMultiLevelHierarchy"/>
    <dgm:cxn modelId="{4700FD5A-A705-4CE3-9553-3A84F81FB30C}" type="presParOf" srcId="{043C07BD-3C92-4845-806D-ABA3B31AC135}" destId="{416C8FED-A2B9-481C-97EF-FA16E8F6B73B}" srcOrd="0" destOrd="0" presId="urn:microsoft.com/office/officeart/2008/layout/HorizontalMultiLevelHierarchy"/>
    <dgm:cxn modelId="{421074DB-C7BC-418C-ADFD-81D5DF2CEA95}" type="presParOf" srcId="{043C07BD-3C92-4845-806D-ABA3B31AC135}" destId="{E851D0DE-B0D0-4177-8D42-5C9ACE7B651D}" srcOrd="1" destOrd="0" presId="urn:microsoft.com/office/officeart/2008/layout/HorizontalMultiLevelHierarchy"/>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39.xml><?xml version="1.0" encoding="utf-8"?>
<dgm:dataModel xmlns:dgm="http://schemas.openxmlformats.org/drawingml/2006/diagram" xmlns:a="http://schemas.openxmlformats.org/drawingml/2006/main">
  <dgm:ptLst>
    <dgm:pt modelId="{39746C7C-5416-4AD2-88FF-96CE97C9D791}" type="doc">
      <dgm:prSet loTypeId="urn:microsoft.com/office/officeart/2011/layout/TabList" loCatId="list" qsTypeId="urn:microsoft.com/office/officeart/2005/8/quickstyle/simple3" qsCatId="simple" csTypeId="urn:microsoft.com/office/officeart/2005/8/colors/colorful1" csCatId="colorful" phldr="1"/>
      <dgm:spPr/>
      <dgm:t>
        <a:bodyPr/>
        <a:lstStyle/>
        <a:p>
          <a:endParaRPr lang="en-IN"/>
        </a:p>
      </dgm:t>
    </dgm:pt>
    <dgm:pt modelId="{A9840872-8806-4E9C-BF0F-E2476B66D5DE}">
      <dgm:prSet custT="1"/>
      <dgm:spPr/>
      <dgm:t>
        <a:bodyPr/>
        <a:lstStyle/>
        <a:p>
          <a:r>
            <a:rPr lang="en-US" sz="1800" b="1" i="0" baseline="0" dirty="0"/>
            <a:t>Try</a:t>
          </a:r>
          <a:endParaRPr lang="en-IN" sz="1800" dirty="0"/>
        </a:p>
      </dgm:t>
    </dgm:pt>
    <dgm:pt modelId="{8A012B12-FFA4-41CA-9602-E2BF2F77ECC8}" type="parTrans" cxnId="{A389B5DE-D438-46EC-923D-8C741B42879B}">
      <dgm:prSet/>
      <dgm:spPr/>
      <dgm:t>
        <a:bodyPr/>
        <a:lstStyle/>
        <a:p>
          <a:endParaRPr lang="en-IN" sz="1800"/>
        </a:p>
      </dgm:t>
    </dgm:pt>
    <dgm:pt modelId="{6725AF4F-CC14-4472-8EB1-6EF7C67AA652}" type="sibTrans" cxnId="{A389B5DE-D438-46EC-923D-8C741B42879B}">
      <dgm:prSet/>
      <dgm:spPr/>
      <dgm:t>
        <a:bodyPr/>
        <a:lstStyle/>
        <a:p>
          <a:endParaRPr lang="en-IN" sz="1800"/>
        </a:p>
      </dgm:t>
    </dgm:pt>
    <dgm:pt modelId="{578C579A-4D7B-4CC1-933C-3BDC11F35580}">
      <dgm:prSet custT="1"/>
      <dgm:spPr/>
      <dgm:t>
        <a:bodyPr/>
        <a:lstStyle/>
        <a:p>
          <a:r>
            <a:rPr lang="en-US" sz="1800" b="1" i="0" baseline="0" dirty="0"/>
            <a:t>Catch</a:t>
          </a:r>
          <a:endParaRPr lang="en-IN" sz="1800" dirty="0"/>
        </a:p>
      </dgm:t>
    </dgm:pt>
    <dgm:pt modelId="{B676A52D-D5CA-4E12-B10A-E0214F0B2FF6}" type="parTrans" cxnId="{05C8EE80-3E99-4BB6-9AA2-321FE87D742E}">
      <dgm:prSet/>
      <dgm:spPr/>
      <dgm:t>
        <a:bodyPr/>
        <a:lstStyle/>
        <a:p>
          <a:endParaRPr lang="en-IN" sz="1800"/>
        </a:p>
      </dgm:t>
    </dgm:pt>
    <dgm:pt modelId="{669E40E5-D454-42F6-8DFE-85F4387037EC}" type="sibTrans" cxnId="{05C8EE80-3E99-4BB6-9AA2-321FE87D742E}">
      <dgm:prSet/>
      <dgm:spPr/>
      <dgm:t>
        <a:bodyPr/>
        <a:lstStyle/>
        <a:p>
          <a:endParaRPr lang="en-IN" sz="1800"/>
        </a:p>
      </dgm:t>
    </dgm:pt>
    <dgm:pt modelId="{E5BC463E-0528-4CA7-AF5B-5DF335165649}">
      <dgm:prSet custT="1"/>
      <dgm:spPr/>
      <dgm:t>
        <a:bodyPr/>
        <a:lstStyle/>
        <a:p>
          <a:r>
            <a:rPr lang="en-US" sz="1800" b="0" i="0" baseline="0" dirty="0"/>
            <a:t>A try block is a block of code inside which any error can occur.</a:t>
          </a:r>
          <a:endParaRPr lang="en-IN" sz="1800" dirty="0"/>
        </a:p>
      </dgm:t>
    </dgm:pt>
    <dgm:pt modelId="{6D91DD46-E0DB-4CCB-A306-86565619D37A}" type="parTrans" cxnId="{6CEDD00F-1107-4AC0-B97B-68CB932156A7}">
      <dgm:prSet/>
      <dgm:spPr/>
      <dgm:t>
        <a:bodyPr/>
        <a:lstStyle/>
        <a:p>
          <a:endParaRPr lang="en-IN" sz="1800"/>
        </a:p>
      </dgm:t>
    </dgm:pt>
    <dgm:pt modelId="{8BFE4AB0-F138-4AB5-A0A8-9E7C1281EA77}" type="sibTrans" cxnId="{6CEDD00F-1107-4AC0-B97B-68CB932156A7}">
      <dgm:prSet/>
      <dgm:spPr/>
      <dgm:t>
        <a:bodyPr/>
        <a:lstStyle/>
        <a:p>
          <a:endParaRPr lang="en-IN" sz="1800"/>
        </a:p>
      </dgm:t>
    </dgm:pt>
    <dgm:pt modelId="{95C01131-4BCE-4F3A-B17B-6D44519A2CB4}">
      <dgm:prSet custT="1"/>
      <dgm:spPr/>
      <dgm:t>
        <a:bodyPr/>
        <a:lstStyle/>
        <a:p>
          <a:r>
            <a:rPr lang="en-US" sz="1800" b="0" i="0" baseline="0" dirty="0"/>
            <a:t>When any error occur in TRY block then it is passed to catch block to handle it.</a:t>
          </a:r>
          <a:endParaRPr lang="en-IN" sz="1800" dirty="0"/>
        </a:p>
      </dgm:t>
    </dgm:pt>
    <dgm:pt modelId="{366FFE16-624F-4D23-989E-5B9EEA876551}" type="parTrans" cxnId="{2F13CB28-FE42-4AD6-9380-A28DF2E95C7E}">
      <dgm:prSet/>
      <dgm:spPr/>
      <dgm:t>
        <a:bodyPr/>
        <a:lstStyle/>
        <a:p>
          <a:endParaRPr lang="en-IN" sz="1800"/>
        </a:p>
      </dgm:t>
    </dgm:pt>
    <dgm:pt modelId="{42B4325B-0325-4BBD-A3A6-560ACE41E05C}" type="sibTrans" cxnId="{2F13CB28-FE42-4AD6-9380-A28DF2E95C7E}">
      <dgm:prSet/>
      <dgm:spPr/>
      <dgm:t>
        <a:bodyPr/>
        <a:lstStyle/>
        <a:p>
          <a:endParaRPr lang="en-IN" sz="1800"/>
        </a:p>
      </dgm:t>
    </dgm:pt>
    <dgm:pt modelId="{E76E930C-CD1E-4B51-A605-ED529DA0A19A}" type="pres">
      <dgm:prSet presAssocID="{39746C7C-5416-4AD2-88FF-96CE97C9D791}" presName="Name0" presStyleCnt="0">
        <dgm:presLayoutVars>
          <dgm:chMax/>
          <dgm:chPref val="3"/>
          <dgm:dir/>
          <dgm:animOne val="branch"/>
          <dgm:animLvl val="lvl"/>
        </dgm:presLayoutVars>
      </dgm:prSet>
      <dgm:spPr/>
    </dgm:pt>
    <dgm:pt modelId="{05819CA9-A38C-4D0E-A681-409B64556D20}" type="pres">
      <dgm:prSet presAssocID="{A9840872-8806-4E9C-BF0F-E2476B66D5DE}" presName="composite" presStyleCnt="0"/>
      <dgm:spPr/>
    </dgm:pt>
    <dgm:pt modelId="{8AF23B72-7A17-4CB6-BC29-0D9460F47B9D}" type="pres">
      <dgm:prSet presAssocID="{A9840872-8806-4E9C-BF0F-E2476B66D5DE}" presName="FirstChild" presStyleLbl="revTx" presStyleIdx="0" presStyleCnt="2" custScaleX="95748">
        <dgm:presLayoutVars>
          <dgm:chMax val="0"/>
          <dgm:chPref val="0"/>
          <dgm:bulletEnabled val="1"/>
        </dgm:presLayoutVars>
      </dgm:prSet>
      <dgm:spPr/>
    </dgm:pt>
    <dgm:pt modelId="{9839843C-C463-4427-A912-972208823265}" type="pres">
      <dgm:prSet presAssocID="{A9840872-8806-4E9C-BF0F-E2476B66D5DE}" presName="Parent" presStyleLbl="alignNode1" presStyleIdx="0" presStyleCnt="2">
        <dgm:presLayoutVars>
          <dgm:chMax val="3"/>
          <dgm:chPref val="3"/>
          <dgm:bulletEnabled val="1"/>
        </dgm:presLayoutVars>
      </dgm:prSet>
      <dgm:spPr/>
    </dgm:pt>
    <dgm:pt modelId="{33AA07D5-5F6C-4700-A957-7D5007133198}" type="pres">
      <dgm:prSet presAssocID="{A9840872-8806-4E9C-BF0F-E2476B66D5DE}" presName="Accent" presStyleLbl="parChTrans1D1" presStyleIdx="0" presStyleCnt="2"/>
      <dgm:spPr/>
    </dgm:pt>
    <dgm:pt modelId="{ABAB9B89-5FDB-4243-984F-169AC8177AE4}" type="pres">
      <dgm:prSet presAssocID="{6725AF4F-CC14-4472-8EB1-6EF7C67AA652}" presName="sibTrans" presStyleCnt="0"/>
      <dgm:spPr/>
    </dgm:pt>
    <dgm:pt modelId="{6C1E2A7C-EED0-471C-A2FB-7F3EB5681311}" type="pres">
      <dgm:prSet presAssocID="{578C579A-4D7B-4CC1-933C-3BDC11F35580}" presName="composite" presStyleCnt="0"/>
      <dgm:spPr/>
    </dgm:pt>
    <dgm:pt modelId="{A6DF1ABD-4761-4ECD-AE6C-37C629D7E360}" type="pres">
      <dgm:prSet presAssocID="{578C579A-4D7B-4CC1-933C-3BDC11F35580}" presName="FirstChild" presStyleLbl="revTx" presStyleIdx="1" presStyleCnt="2" custScaleX="95748">
        <dgm:presLayoutVars>
          <dgm:chMax val="0"/>
          <dgm:chPref val="0"/>
          <dgm:bulletEnabled val="1"/>
        </dgm:presLayoutVars>
      </dgm:prSet>
      <dgm:spPr/>
    </dgm:pt>
    <dgm:pt modelId="{35CC899B-2EE4-43D9-A703-EB0A32540EFB}" type="pres">
      <dgm:prSet presAssocID="{578C579A-4D7B-4CC1-933C-3BDC11F35580}" presName="Parent" presStyleLbl="alignNode1" presStyleIdx="1" presStyleCnt="2">
        <dgm:presLayoutVars>
          <dgm:chMax val="3"/>
          <dgm:chPref val="3"/>
          <dgm:bulletEnabled val="1"/>
        </dgm:presLayoutVars>
      </dgm:prSet>
      <dgm:spPr/>
    </dgm:pt>
    <dgm:pt modelId="{F9031249-7CB9-4481-9E82-BAA48BC88258}" type="pres">
      <dgm:prSet presAssocID="{578C579A-4D7B-4CC1-933C-3BDC11F35580}" presName="Accent" presStyleLbl="parChTrans1D1" presStyleIdx="1" presStyleCnt="2"/>
      <dgm:spPr/>
    </dgm:pt>
  </dgm:ptLst>
  <dgm:cxnLst>
    <dgm:cxn modelId="{6CEDD00F-1107-4AC0-B97B-68CB932156A7}" srcId="{A9840872-8806-4E9C-BF0F-E2476B66D5DE}" destId="{E5BC463E-0528-4CA7-AF5B-5DF335165649}" srcOrd="0" destOrd="0" parTransId="{6D91DD46-E0DB-4CCB-A306-86565619D37A}" sibTransId="{8BFE4AB0-F138-4AB5-A0A8-9E7C1281EA77}"/>
    <dgm:cxn modelId="{2F13CB28-FE42-4AD6-9380-A28DF2E95C7E}" srcId="{578C579A-4D7B-4CC1-933C-3BDC11F35580}" destId="{95C01131-4BCE-4F3A-B17B-6D44519A2CB4}" srcOrd="0" destOrd="0" parTransId="{366FFE16-624F-4D23-989E-5B9EEA876551}" sibTransId="{42B4325B-0325-4BBD-A3A6-560ACE41E05C}"/>
    <dgm:cxn modelId="{05C8EE80-3E99-4BB6-9AA2-321FE87D742E}" srcId="{39746C7C-5416-4AD2-88FF-96CE97C9D791}" destId="{578C579A-4D7B-4CC1-933C-3BDC11F35580}" srcOrd="1" destOrd="0" parTransId="{B676A52D-D5CA-4E12-B10A-E0214F0B2FF6}" sibTransId="{669E40E5-D454-42F6-8DFE-85F4387037EC}"/>
    <dgm:cxn modelId="{D2251F85-27F8-4ED8-B0EE-2A4BEBDD1CED}" type="presOf" srcId="{95C01131-4BCE-4F3A-B17B-6D44519A2CB4}" destId="{A6DF1ABD-4761-4ECD-AE6C-37C629D7E360}" srcOrd="0" destOrd="0" presId="urn:microsoft.com/office/officeart/2011/layout/TabList"/>
    <dgm:cxn modelId="{A6ECB2A3-8AD1-4445-8338-CB4A6867660D}" type="presOf" srcId="{39746C7C-5416-4AD2-88FF-96CE97C9D791}" destId="{E76E930C-CD1E-4B51-A605-ED529DA0A19A}" srcOrd="0" destOrd="0" presId="urn:microsoft.com/office/officeart/2011/layout/TabList"/>
    <dgm:cxn modelId="{4FCE52AD-AC8E-4F33-9650-70B4FA3273F7}" type="presOf" srcId="{A9840872-8806-4E9C-BF0F-E2476B66D5DE}" destId="{9839843C-C463-4427-A912-972208823265}" srcOrd="0" destOrd="0" presId="urn:microsoft.com/office/officeart/2011/layout/TabList"/>
    <dgm:cxn modelId="{FA03F6B0-2B20-4738-A629-FBF29EFE014D}" type="presOf" srcId="{E5BC463E-0528-4CA7-AF5B-5DF335165649}" destId="{8AF23B72-7A17-4CB6-BC29-0D9460F47B9D}" srcOrd="0" destOrd="0" presId="urn:microsoft.com/office/officeart/2011/layout/TabList"/>
    <dgm:cxn modelId="{A389B5DE-D438-46EC-923D-8C741B42879B}" srcId="{39746C7C-5416-4AD2-88FF-96CE97C9D791}" destId="{A9840872-8806-4E9C-BF0F-E2476B66D5DE}" srcOrd="0" destOrd="0" parTransId="{8A012B12-FFA4-41CA-9602-E2BF2F77ECC8}" sibTransId="{6725AF4F-CC14-4472-8EB1-6EF7C67AA652}"/>
    <dgm:cxn modelId="{B52DC9FA-D294-464A-A972-8EFCBEB6A6E9}" type="presOf" srcId="{578C579A-4D7B-4CC1-933C-3BDC11F35580}" destId="{35CC899B-2EE4-43D9-A703-EB0A32540EFB}" srcOrd="0" destOrd="0" presId="urn:microsoft.com/office/officeart/2011/layout/TabList"/>
    <dgm:cxn modelId="{0A5F14C2-305A-45D7-81C8-A33AD99A92F8}" type="presParOf" srcId="{E76E930C-CD1E-4B51-A605-ED529DA0A19A}" destId="{05819CA9-A38C-4D0E-A681-409B64556D20}" srcOrd="0" destOrd="0" presId="urn:microsoft.com/office/officeart/2011/layout/TabList"/>
    <dgm:cxn modelId="{B1E48546-B146-48CA-9C9A-CB42ADB1815B}" type="presParOf" srcId="{05819CA9-A38C-4D0E-A681-409B64556D20}" destId="{8AF23B72-7A17-4CB6-BC29-0D9460F47B9D}" srcOrd="0" destOrd="0" presId="urn:microsoft.com/office/officeart/2011/layout/TabList"/>
    <dgm:cxn modelId="{AF63B650-053B-47B2-9208-A754785FB29C}" type="presParOf" srcId="{05819CA9-A38C-4D0E-A681-409B64556D20}" destId="{9839843C-C463-4427-A912-972208823265}" srcOrd="1" destOrd="0" presId="urn:microsoft.com/office/officeart/2011/layout/TabList"/>
    <dgm:cxn modelId="{2A7AB13F-FEF7-40E5-8DE4-961DCB1A4581}" type="presParOf" srcId="{05819CA9-A38C-4D0E-A681-409B64556D20}" destId="{33AA07D5-5F6C-4700-A957-7D5007133198}" srcOrd="2" destOrd="0" presId="urn:microsoft.com/office/officeart/2011/layout/TabList"/>
    <dgm:cxn modelId="{9E70CE87-5E7C-4FAD-9DB4-EEB05F5036C2}" type="presParOf" srcId="{E76E930C-CD1E-4B51-A605-ED529DA0A19A}" destId="{ABAB9B89-5FDB-4243-984F-169AC8177AE4}" srcOrd="1" destOrd="0" presId="urn:microsoft.com/office/officeart/2011/layout/TabList"/>
    <dgm:cxn modelId="{A6E3857F-CF8E-48CA-AA90-18DCD733CED7}" type="presParOf" srcId="{E76E930C-CD1E-4B51-A605-ED529DA0A19A}" destId="{6C1E2A7C-EED0-471C-A2FB-7F3EB5681311}" srcOrd="2" destOrd="0" presId="urn:microsoft.com/office/officeart/2011/layout/TabList"/>
    <dgm:cxn modelId="{15F99E2E-FD66-4EFF-BCCD-4881705E5A79}" type="presParOf" srcId="{6C1E2A7C-EED0-471C-A2FB-7F3EB5681311}" destId="{A6DF1ABD-4761-4ECD-AE6C-37C629D7E360}" srcOrd="0" destOrd="0" presId="urn:microsoft.com/office/officeart/2011/layout/TabList"/>
    <dgm:cxn modelId="{5423C82D-0BC6-4A49-AEF7-5E188D097AB2}" type="presParOf" srcId="{6C1E2A7C-EED0-471C-A2FB-7F3EB5681311}" destId="{35CC899B-2EE4-43D9-A703-EB0A32540EFB}" srcOrd="1" destOrd="0" presId="urn:microsoft.com/office/officeart/2011/layout/TabList"/>
    <dgm:cxn modelId="{4C13390F-E982-4338-9128-D7FD749C3409}" type="presParOf" srcId="{6C1E2A7C-EED0-471C-A2FB-7F3EB5681311}" destId="{F9031249-7CB9-4481-9E82-BAA48BC88258}" srcOrd="2" destOrd="0" presId="urn:microsoft.com/office/officeart/2011/layout/Tab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40.xml><?xml version="1.0" encoding="utf-8"?>
<dgm:dataModel xmlns:dgm="http://schemas.openxmlformats.org/drawingml/2006/diagram" xmlns:a="http://schemas.openxmlformats.org/drawingml/2006/main">
  <dgm:ptLst>
    <dgm:pt modelId="{39746C7C-5416-4AD2-88FF-96CE97C9D791}" type="doc">
      <dgm:prSet loTypeId="urn:microsoft.com/office/officeart/2005/8/layout/list1" loCatId="list" qsTypeId="urn:microsoft.com/office/officeart/2005/8/quickstyle/simple3" qsCatId="simple" csTypeId="urn:microsoft.com/office/officeart/2005/8/colors/colorful1" csCatId="colorful" phldr="1"/>
      <dgm:spPr/>
      <dgm:t>
        <a:bodyPr/>
        <a:lstStyle/>
        <a:p>
          <a:endParaRPr lang="en-IN"/>
        </a:p>
      </dgm:t>
    </dgm:pt>
    <dgm:pt modelId="{A9840872-8806-4E9C-BF0F-E2476B66D5DE}">
      <dgm:prSet custT="1"/>
      <dgm:spPr/>
      <dgm:t>
        <a:bodyPr/>
        <a:lstStyle/>
        <a:p>
          <a:r>
            <a:rPr lang="en-US" sz="1800" b="0" dirty="0">
              <a:solidFill>
                <a:prstClr val="black"/>
              </a:solidFill>
              <a:latin typeface="Calibri" panose="020F0502020204030204" pitchFamily="34" charset="0"/>
              <a:ea typeface="Calibri" panose="020F0502020204030204" pitchFamily="34" charset="0"/>
              <a:cs typeface="Times New Roman" panose="02020603050405020304" pitchFamily="18" charset="0"/>
            </a:rPr>
            <a:t>1. </a:t>
          </a:r>
          <a:r>
            <a:rPr lang="en-IN" sz="1800" b="0" i="0" dirty="0"/>
            <a:t>Closing DB connections</a:t>
          </a:r>
          <a:endParaRPr lang="en-IN" sz="1800" b="0" dirty="0"/>
        </a:p>
      </dgm:t>
    </dgm:pt>
    <dgm:pt modelId="{8A012B12-FFA4-41CA-9602-E2BF2F77ECC8}" type="parTrans" cxnId="{A389B5DE-D438-46EC-923D-8C741B42879B}">
      <dgm:prSet/>
      <dgm:spPr/>
      <dgm:t>
        <a:bodyPr/>
        <a:lstStyle/>
        <a:p>
          <a:endParaRPr lang="en-IN" sz="1800" b="0"/>
        </a:p>
      </dgm:t>
    </dgm:pt>
    <dgm:pt modelId="{6725AF4F-CC14-4472-8EB1-6EF7C67AA652}" type="sibTrans" cxnId="{A389B5DE-D438-46EC-923D-8C741B42879B}">
      <dgm:prSet/>
      <dgm:spPr/>
      <dgm:t>
        <a:bodyPr/>
        <a:lstStyle/>
        <a:p>
          <a:endParaRPr lang="en-IN" sz="1800" b="0"/>
        </a:p>
      </dgm:t>
    </dgm:pt>
    <dgm:pt modelId="{578C579A-4D7B-4CC1-933C-3BDC11F35580}">
      <dgm:prSet custT="1"/>
      <dgm:spPr/>
      <dgm:t>
        <a:bodyPr/>
        <a:lstStyle/>
        <a:p>
          <a:r>
            <a:rPr lang="en-US" sz="1800" b="0" dirty="0">
              <a:solidFill>
                <a:prstClr val="black"/>
              </a:solidFill>
              <a:latin typeface="Calibri" panose="020F0502020204030204" pitchFamily="34" charset="0"/>
              <a:ea typeface="Calibri" panose="020F0502020204030204" pitchFamily="34" charset="0"/>
              <a:cs typeface="Times New Roman" panose="02020603050405020304" pitchFamily="18" charset="0"/>
            </a:rPr>
            <a:t>2. Closing IO resources</a:t>
          </a:r>
          <a:endParaRPr lang="en-IN" sz="1800" b="0" dirty="0"/>
        </a:p>
      </dgm:t>
    </dgm:pt>
    <dgm:pt modelId="{B676A52D-D5CA-4E12-B10A-E0214F0B2FF6}" type="parTrans" cxnId="{05C8EE80-3E99-4BB6-9AA2-321FE87D742E}">
      <dgm:prSet/>
      <dgm:spPr/>
      <dgm:t>
        <a:bodyPr/>
        <a:lstStyle/>
        <a:p>
          <a:endParaRPr lang="en-IN" sz="1800" b="0"/>
        </a:p>
      </dgm:t>
    </dgm:pt>
    <dgm:pt modelId="{669E40E5-D454-42F6-8DFE-85F4387037EC}" type="sibTrans" cxnId="{05C8EE80-3E99-4BB6-9AA2-321FE87D742E}">
      <dgm:prSet/>
      <dgm:spPr/>
      <dgm:t>
        <a:bodyPr/>
        <a:lstStyle/>
        <a:p>
          <a:endParaRPr lang="en-IN" sz="1800" b="0"/>
        </a:p>
      </dgm:t>
    </dgm:pt>
    <dgm:pt modelId="{A0027A5D-3109-4AD3-A560-A61CF8A2A652}">
      <dgm:prSet custT="1"/>
      <dgm:spPr/>
      <dgm:t>
        <a:bodyPr/>
        <a:lstStyle/>
        <a:p>
          <a:r>
            <a:rPr lang="en-US" sz="1800" b="0" dirty="0">
              <a:solidFill>
                <a:prstClr val="black"/>
              </a:solidFill>
              <a:latin typeface="Calibri" panose="020F0502020204030204" pitchFamily="34" charset="0"/>
              <a:ea typeface="Calibri" panose="020F0502020204030204" pitchFamily="34" charset="0"/>
              <a:cs typeface="Times New Roman" panose="02020603050405020304" pitchFamily="18" charset="0"/>
            </a:rPr>
            <a:t>3. Logging</a:t>
          </a:r>
          <a:endParaRPr lang="en-IN" sz="1800" b="0" dirty="0"/>
        </a:p>
      </dgm:t>
    </dgm:pt>
    <dgm:pt modelId="{652FA7CD-72E9-423E-907C-5347A5577821}" type="parTrans" cxnId="{16206345-E474-43F8-B9AA-A7C78B9E5A94}">
      <dgm:prSet/>
      <dgm:spPr/>
      <dgm:t>
        <a:bodyPr/>
        <a:lstStyle/>
        <a:p>
          <a:endParaRPr lang="en-IN" sz="1800" b="0"/>
        </a:p>
      </dgm:t>
    </dgm:pt>
    <dgm:pt modelId="{7C5F60ED-8960-433A-9F64-314170D0DC63}" type="sibTrans" cxnId="{16206345-E474-43F8-B9AA-A7C78B9E5A94}">
      <dgm:prSet/>
      <dgm:spPr/>
      <dgm:t>
        <a:bodyPr/>
        <a:lstStyle/>
        <a:p>
          <a:endParaRPr lang="en-IN" sz="1800" b="0"/>
        </a:p>
      </dgm:t>
    </dgm:pt>
    <dgm:pt modelId="{BFEEBB0A-3C54-43FD-AFA5-B3F1A2DE0B64}" type="pres">
      <dgm:prSet presAssocID="{39746C7C-5416-4AD2-88FF-96CE97C9D791}" presName="linear" presStyleCnt="0">
        <dgm:presLayoutVars>
          <dgm:dir/>
          <dgm:animLvl val="lvl"/>
          <dgm:resizeHandles val="exact"/>
        </dgm:presLayoutVars>
      </dgm:prSet>
      <dgm:spPr/>
    </dgm:pt>
    <dgm:pt modelId="{483B31AF-0346-480B-A93E-AE5430001759}" type="pres">
      <dgm:prSet presAssocID="{A9840872-8806-4E9C-BF0F-E2476B66D5DE}" presName="parentLin" presStyleCnt="0"/>
      <dgm:spPr/>
    </dgm:pt>
    <dgm:pt modelId="{A0A96C8D-C097-44E3-87CB-2C594F70A354}" type="pres">
      <dgm:prSet presAssocID="{A9840872-8806-4E9C-BF0F-E2476B66D5DE}" presName="parentLeftMargin" presStyleLbl="node1" presStyleIdx="0" presStyleCnt="3"/>
      <dgm:spPr/>
    </dgm:pt>
    <dgm:pt modelId="{51CE41FF-FF52-4512-AAE2-1412C74128F1}" type="pres">
      <dgm:prSet presAssocID="{A9840872-8806-4E9C-BF0F-E2476B66D5DE}" presName="parentText" presStyleLbl="node1" presStyleIdx="0" presStyleCnt="3" custScaleX="117982">
        <dgm:presLayoutVars>
          <dgm:chMax val="0"/>
          <dgm:bulletEnabled val="1"/>
        </dgm:presLayoutVars>
      </dgm:prSet>
      <dgm:spPr/>
    </dgm:pt>
    <dgm:pt modelId="{7A2E887B-1B69-416E-ADAD-97E12D41C9C0}" type="pres">
      <dgm:prSet presAssocID="{A9840872-8806-4E9C-BF0F-E2476B66D5DE}" presName="negativeSpace" presStyleCnt="0"/>
      <dgm:spPr/>
    </dgm:pt>
    <dgm:pt modelId="{04832D73-782F-4669-8A52-7317135174E4}" type="pres">
      <dgm:prSet presAssocID="{A9840872-8806-4E9C-BF0F-E2476B66D5DE}" presName="childText" presStyleLbl="conFgAcc1" presStyleIdx="0" presStyleCnt="3">
        <dgm:presLayoutVars>
          <dgm:bulletEnabled val="1"/>
        </dgm:presLayoutVars>
      </dgm:prSet>
      <dgm:spPr/>
    </dgm:pt>
    <dgm:pt modelId="{441E6BC3-E946-4B36-A26B-0C1DAD00CC88}" type="pres">
      <dgm:prSet presAssocID="{6725AF4F-CC14-4472-8EB1-6EF7C67AA652}" presName="spaceBetweenRectangles" presStyleCnt="0"/>
      <dgm:spPr/>
    </dgm:pt>
    <dgm:pt modelId="{6AB8F11E-BE28-469C-B5DB-52D1DD380205}" type="pres">
      <dgm:prSet presAssocID="{578C579A-4D7B-4CC1-933C-3BDC11F35580}" presName="parentLin" presStyleCnt="0"/>
      <dgm:spPr/>
    </dgm:pt>
    <dgm:pt modelId="{FFCCCA08-A182-4B1E-9E78-7CF81CE86341}" type="pres">
      <dgm:prSet presAssocID="{578C579A-4D7B-4CC1-933C-3BDC11F35580}" presName="parentLeftMargin" presStyleLbl="node1" presStyleIdx="0" presStyleCnt="3"/>
      <dgm:spPr/>
    </dgm:pt>
    <dgm:pt modelId="{FDC942F9-9E40-47EA-93C1-3013EF52676C}" type="pres">
      <dgm:prSet presAssocID="{578C579A-4D7B-4CC1-933C-3BDC11F35580}" presName="parentText" presStyleLbl="node1" presStyleIdx="1" presStyleCnt="3" custScaleX="117982">
        <dgm:presLayoutVars>
          <dgm:chMax val="0"/>
          <dgm:bulletEnabled val="1"/>
        </dgm:presLayoutVars>
      </dgm:prSet>
      <dgm:spPr/>
    </dgm:pt>
    <dgm:pt modelId="{7BB72124-EFFB-42F6-826D-1298AFE6F564}" type="pres">
      <dgm:prSet presAssocID="{578C579A-4D7B-4CC1-933C-3BDC11F35580}" presName="negativeSpace" presStyleCnt="0"/>
      <dgm:spPr/>
    </dgm:pt>
    <dgm:pt modelId="{8804DBFF-CB38-4EA6-BAC2-AB46F6B2F0AD}" type="pres">
      <dgm:prSet presAssocID="{578C579A-4D7B-4CC1-933C-3BDC11F35580}" presName="childText" presStyleLbl="conFgAcc1" presStyleIdx="1" presStyleCnt="3">
        <dgm:presLayoutVars>
          <dgm:bulletEnabled val="1"/>
        </dgm:presLayoutVars>
      </dgm:prSet>
      <dgm:spPr/>
    </dgm:pt>
    <dgm:pt modelId="{670A8F54-338A-4552-9AD8-166C83367C3B}" type="pres">
      <dgm:prSet presAssocID="{669E40E5-D454-42F6-8DFE-85F4387037EC}" presName="spaceBetweenRectangles" presStyleCnt="0"/>
      <dgm:spPr/>
    </dgm:pt>
    <dgm:pt modelId="{D2BCEE4A-A505-46C2-B029-3DC7D0EF97C5}" type="pres">
      <dgm:prSet presAssocID="{A0027A5D-3109-4AD3-A560-A61CF8A2A652}" presName="parentLin" presStyleCnt="0"/>
      <dgm:spPr/>
    </dgm:pt>
    <dgm:pt modelId="{CBEA6DDE-AB38-404C-9781-DA355C40B9EB}" type="pres">
      <dgm:prSet presAssocID="{A0027A5D-3109-4AD3-A560-A61CF8A2A652}" presName="parentLeftMargin" presStyleLbl="node1" presStyleIdx="1" presStyleCnt="3"/>
      <dgm:spPr/>
    </dgm:pt>
    <dgm:pt modelId="{6D6E9634-F371-40E2-ABC0-57312ABE3321}" type="pres">
      <dgm:prSet presAssocID="{A0027A5D-3109-4AD3-A560-A61CF8A2A652}" presName="parentText" presStyleLbl="node1" presStyleIdx="2" presStyleCnt="3" custScaleX="117982">
        <dgm:presLayoutVars>
          <dgm:chMax val="0"/>
          <dgm:bulletEnabled val="1"/>
        </dgm:presLayoutVars>
      </dgm:prSet>
      <dgm:spPr/>
    </dgm:pt>
    <dgm:pt modelId="{51AD3414-8978-4EE3-815E-6CA1B111CFB5}" type="pres">
      <dgm:prSet presAssocID="{A0027A5D-3109-4AD3-A560-A61CF8A2A652}" presName="negativeSpace" presStyleCnt="0"/>
      <dgm:spPr/>
    </dgm:pt>
    <dgm:pt modelId="{BD5CA3EF-E0FB-41E0-9132-D902296E0F25}" type="pres">
      <dgm:prSet presAssocID="{A0027A5D-3109-4AD3-A560-A61CF8A2A652}" presName="childText" presStyleLbl="conFgAcc1" presStyleIdx="2" presStyleCnt="3">
        <dgm:presLayoutVars>
          <dgm:bulletEnabled val="1"/>
        </dgm:presLayoutVars>
      </dgm:prSet>
      <dgm:spPr/>
    </dgm:pt>
  </dgm:ptLst>
  <dgm:cxnLst>
    <dgm:cxn modelId="{F9992811-B39D-46EB-946C-6CA3B4543FA5}" type="presOf" srcId="{A9840872-8806-4E9C-BF0F-E2476B66D5DE}" destId="{51CE41FF-FF52-4512-AAE2-1412C74128F1}" srcOrd="1" destOrd="0" presId="urn:microsoft.com/office/officeart/2005/8/layout/list1"/>
    <dgm:cxn modelId="{EFE22920-E030-4385-B428-2F26816189ED}" type="presOf" srcId="{A0027A5D-3109-4AD3-A560-A61CF8A2A652}" destId="{CBEA6DDE-AB38-404C-9781-DA355C40B9EB}" srcOrd="0" destOrd="0" presId="urn:microsoft.com/office/officeart/2005/8/layout/list1"/>
    <dgm:cxn modelId="{563CD55B-B7EF-4527-BF35-F9B236A24244}" type="presOf" srcId="{A0027A5D-3109-4AD3-A560-A61CF8A2A652}" destId="{6D6E9634-F371-40E2-ABC0-57312ABE3321}" srcOrd="1" destOrd="0" presId="urn:microsoft.com/office/officeart/2005/8/layout/list1"/>
    <dgm:cxn modelId="{A0A84043-A81F-42DA-BD8B-BF4FAB88F84E}" type="presOf" srcId="{578C579A-4D7B-4CC1-933C-3BDC11F35580}" destId="{FDC942F9-9E40-47EA-93C1-3013EF52676C}" srcOrd="1" destOrd="0" presId="urn:microsoft.com/office/officeart/2005/8/layout/list1"/>
    <dgm:cxn modelId="{16206345-E474-43F8-B9AA-A7C78B9E5A94}" srcId="{39746C7C-5416-4AD2-88FF-96CE97C9D791}" destId="{A0027A5D-3109-4AD3-A560-A61CF8A2A652}" srcOrd="2" destOrd="0" parTransId="{652FA7CD-72E9-423E-907C-5347A5577821}" sibTransId="{7C5F60ED-8960-433A-9F64-314170D0DC63}"/>
    <dgm:cxn modelId="{11130352-6292-461C-93C1-1E412207610D}" type="presOf" srcId="{A9840872-8806-4E9C-BF0F-E2476B66D5DE}" destId="{A0A96C8D-C097-44E3-87CB-2C594F70A354}" srcOrd="0" destOrd="0" presId="urn:microsoft.com/office/officeart/2005/8/layout/list1"/>
    <dgm:cxn modelId="{05C8EE80-3E99-4BB6-9AA2-321FE87D742E}" srcId="{39746C7C-5416-4AD2-88FF-96CE97C9D791}" destId="{578C579A-4D7B-4CC1-933C-3BDC11F35580}" srcOrd="1" destOrd="0" parTransId="{B676A52D-D5CA-4E12-B10A-E0214F0B2FF6}" sibTransId="{669E40E5-D454-42F6-8DFE-85F4387037EC}"/>
    <dgm:cxn modelId="{6C063E92-9A5E-4B51-879B-CBE32CC642F9}" type="presOf" srcId="{39746C7C-5416-4AD2-88FF-96CE97C9D791}" destId="{BFEEBB0A-3C54-43FD-AFA5-B3F1A2DE0B64}" srcOrd="0" destOrd="0" presId="urn:microsoft.com/office/officeart/2005/8/layout/list1"/>
    <dgm:cxn modelId="{4904F6AE-5CB6-4785-B9B3-BAB254F63642}" type="presOf" srcId="{578C579A-4D7B-4CC1-933C-3BDC11F35580}" destId="{FFCCCA08-A182-4B1E-9E78-7CF81CE86341}" srcOrd="0" destOrd="0" presId="urn:microsoft.com/office/officeart/2005/8/layout/list1"/>
    <dgm:cxn modelId="{A389B5DE-D438-46EC-923D-8C741B42879B}" srcId="{39746C7C-5416-4AD2-88FF-96CE97C9D791}" destId="{A9840872-8806-4E9C-BF0F-E2476B66D5DE}" srcOrd="0" destOrd="0" parTransId="{8A012B12-FFA4-41CA-9602-E2BF2F77ECC8}" sibTransId="{6725AF4F-CC14-4472-8EB1-6EF7C67AA652}"/>
    <dgm:cxn modelId="{9D704D73-F6DA-4589-BDCB-E812506B3D8B}" type="presParOf" srcId="{BFEEBB0A-3C54-43FD-AFA5-B3F1A2DE0B64}" destId="{483B31AF-0346-480B-A93E-AE5430001759}" srcOrd="0" destOrd="0" presId="urn:microsoft.com/office/officeart/2005/8/layout/list1"/>
    <dgm:cxn modelId="{4B319C86-1A05-4D17-B003-7C55075E9588}" type="presParOf" srcId="{483B31AF-0346-480B-A93E-AE5430001759}" destId="{A0A96C8D-C097-44E3-87CB-2C594F70A354}" srcOrd="0" destOrd="0" presId="urn:microsoft.com/office/officeart/2005/8/layout/list1"/>
    <dgm:cxn modelId="{4CF1293D-674D-4EC9-BEAE-5EA0050A3755}" type="presParOf" srcId="{483B31AF-0346-480B-A93E-AE5430001759}" destId="{51CE41FF-FF52-4512-AAE2-1412C74128F1}" srcOrd="1" destOrd="0" presId="urn:microsoft.com/office/officeart/2005/8/layout/list1"/>
    <dgm:cxn modelId="{3C57D955-B120-490C-963C-991E18A3C6B4}" type="presParOf" srcId="{BFEEBB0A-3C54-43FD-AFA5-B3F1A2DE0B64}" destId="{7A2E887B-1B69-416E-ADAD-97E12D41C9C0}" srcOrd="1" destOrd="0" presId="urn:microsoft.com/office/officeart/2005/8/layout/list1"/>
    <dgm:cxn modelId="{F16768F9-078E-4689-B88A-1C31621C8673}" type="presParOf" srcId="{BFEEBB0A-3C54-43FD-AFA5-B3F1A2DE0B64}" destId="{04832D73-782F-4669-8A52-7317135174E4}" srcOrd="2" destOrd="0" presId="urn:microsoft.com/office/officeart/2005/8/layout/list1"/>
    <dgm:cxn modelId="{7EA12EBE-2C8C-4880-AEE5-16AD20A9C914}" type="presParOf" srcId="{BFEEBB0A-3C54-43FD-AFA5-B3F1A2DE0B64}" destId="{441E6BC3-E946-4B36-A26B-0C1DAD00CC88}" srcOrd="3" destOrd="0" presId="urn:microsoft.com/office/officeart/2005/8/layout/list1"/>
    <dgm:cxn modelId="{15E2D31C-8CED-46AE-8A71-C4ADB6063B54}" type="presParOf" srcId="{BFEEBB0A-3C54-43FD-AFA5-B3F1A2DE0B64}" destId="{6AB8F11E-BE28-469C-B5DB-52D1DD380205}" srcOrd="4" destOrd="0" presId="urn:microsoft.com/office/officeart/2005/8/layout/list1"/>
    <dgm:cxn modelId="{DD1B3B01-4FC5-438E-9610-BAB3CEC95B52}" type="presParOf" srcId="{6AB8F11E-BE28-469C-B5DB-52D1DD380205}" destId="{FFCCCA08-A182-4B1E-9E78-7CF81CE86341}" srcOrd="0" destOrd="0" presId="urn:microsoft.com/office/officeart/2005/8/layout/list1"/>
    <dgm:cxn modelId="{3BCDD4D6-9703-4F86-9617-C82056713B5E}" type="presParOf" srcId="{6AB8F11E-BE28-469C-B5DB-52D1DD380205}" destId="{FDC942F9-9E40-47EA-93C1-3013EF52676C}" srcOrd="1" destOrd="0" presId="urn:microsoft.com/office/officeart/2005/8/layout/list1"/>
    <dgm:cxn modelId="{D6D9B776-F5D3-4AB7-8670-E73E25611C18}" type="presParOf" srcId="{BFEEBB0A-3C54-43FD-AFA5-B3F1A2DE0B64}" destId="{7BB72124-EFFB-42F6-826D-1298AFE6F564}" srcOrd="5" destOrd="0" presId="urn:microsoft.com/office/officeart/2005/8/layout/list1"/>
    <dgm:cxn modelId="{2D7F957A-D103-4467-91EF-F0C3BD091861}" type="presParOf" srcId="{BFEEBB0A-3C54-43FD-AFA5-B3F1A2DE0B64}" destId="{8804DBFF-CB38-4EA6-BAC2-AB46F6B2F0AD}" srcOrd="6" destOrd="0" presId="urn:microsoft.com/office/officeart/2005/8/layout/list1"/>
    <dgm:cxn modelId="{0E6BF191-5EE0-4FCC-A2B6-0DF88222F2A7}" type="presParOf" srcId="{BFEEBB0A-3C54-43FD-AFA5-B3F1A2DE0B64}" destId="{670A8F54-338A-4552-9AD8-166C83367C3B}" srcOrd="7" destOrd="0" presId="urn:microsoft.com/office/officeart/2005/8/layout/list1"/>
    <dgm:cxn modelId="{FB7B8377-9EB7-43B5-B23F-1ACB683916FA}" type="presParOf" srcId="{BFEEBB0A-3C54-43FD-AFA5-B3F1A2DE0B64}" destId="{D2BCEE4A-A505-46C2-B029-3DC7D0EF97C5}" srcOrd="8" destOrd="0" presId="urn:microsoft.com/office/officeart/2005/8/layout/list1"/>
    <dgm:cxn modelId="{7851E9C8-E191-439C-870C-EB8BC66501CB}" type="presParOf" srcId="{D2BCEE4A-A505-46C2-B029-3DC7D0EF97C5}" destId="{CBEA6DDE-AB38-404C-9781-DA355C40B9EB}" srcOrd="0" destOrd="0" presId="urn:microsoft.com/office/officeart/2005/8/layout/list1"/>
    <dgm:cxn modelId="{59C07714-6CC9-4A94-BDCA-717E5165AC95}" type="presParOf" srcId="{D2BCEE4A-A505-46C2-B029-3DC7D0EF97C5}" destId="{6D6E9634-F371-40E2-ABC0-57312ABE3321}" srcOrd="1" destOrd="0" presId="urn:microsoft.com/office/officeart/2005/8/layout/list1"/>
    <dgm:cxn modelId="{81E1FFBE-01EE-42AF-B396-785864BB46B3}" type="presParOf" srcId="{BFEEBB0A-3C54-43FD-AFA5-B3F1A2DE0B64}" destId="{51AD3414-8978-4EE3-815E-6CA1B111CFB5}" srcOrd="9" destOrd="0" presId="urn:microsoft.com/office/officeart/2005/8/layout/list1"/>
    <dgm:cxn modelId="{FE2C9BEA-0C34-4624-9BB1-5609024344B1}" type="presParOf" srcId="{BFEEBB0A-3C54-43FD-AFA5-B3F1A2DE0B64}" destId="{BD5CA3EF-E0FB-41E0-9132-D902296E0F25}" srcOrd="10" destOrd="0" presId="urn:microsoft.com/office/officeart/2005/8/layout/lis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41.xml><?xml version="1.0" encoding="utf-8"?>
<dgm:dataModel xmlns:dgm="http://schemas.openxmlformats.org/drawingml/2006/diagram" xmlns:a="http://schemas.openxmlformats.org/drawingml/2006/main">
  <dgm:ptLst>
    <dgm:pt modelId="{39746C7C-5416-4AD2-88FF-96CE97C9D791}" type="doc">
      <dgm:prSet loTypeId="urn:microsoft.com/office/officeart/2005/8/layout/list1" loCatId="list" qsTypeId="urn:microsoft.com/office/officeart/2005/8/quickstyle/simple3" qsCatId="simple" csTypeId="urn:microsoft.com/office/officeart/2005/8/colors/colorful1" csCatId="colorful" phldr="1"/>
      <dgm:spPr/>
      <dgm:t>
        <a:bodyPr/>
        <a:lstStyle/>
        <a:p>
          <a:endParaRPr lang="en-IN"/>
        </a:p>
      </dgm:t>
    </dgm:pt>
    <dgm:pt modelId="{A9840872-8806-4E9C-BF0F-E2476B66D5DE}">
      <dgm:prSet custT="1"/>
      <dgm:spPr/>
      <dgm:t>
        <a:bodyPr/>
        <a:lstStyle/>
        <a:p>
          <a:r>
            <a:rPr lang="en-US" sz="1800" dirty="0">
              <a:solidFill>
                <a:prstClr val="black"/>
              </a:solidFill>
              <a:latin typeface="Calibri" panose="020F0502020204030204" pitchFamily="34" charset="0"/>
              <a:ea typeface="Calibri" panose="020F0502020204030204" pitchFamily="34" charset="0"/>
              <a:cs typeface="Times New Roman" panose="02020603050405020304" pitchFamily="18" charset="0"/>
            </a:rPr>
            <a:t>1. Handling Different Types of Exceptions</a:t>
          </a:r>
          <a:endParaRPr lang="en-IN" sz="1800" dirty="0"/>
        </a:p>
      </dgm:t>
    </dgm:pt>
    <dgm:pt modelId="{8A012B12-FFA4-41CA-9602-E2BF2F77ECC8}" type="parTrans" cxnId="{A389B5DE-D438-46EC-923D-8C741B42879B}">
      <dgm:prSet/>
      <dgm:spPr/>
      <dgm:t>
        <a:bodyPr/>
        <a:lstStyle/>
        <a:p>
          <a:endParaRPr lang="en-IN" sz="1800"/>
        </a:p>
      </dgm:t>
    </dgm:pt>
    <dgm:pt modelId="{6725AF4F-CC14-4472-8EB1-6EF7C67AA652}" type="sibTrans" cxnId="{A389B5DE-D438-46EC-923D-8C741B42879B}">
      <dgm:prSet/>
      <dgm:spPr/>
      <dgm:t>
        <a:bodyPr/>
        <a:lstStyle/>
        <a:p>
          <a:endParaRPr lang="en-IN" sz="1800"/>
        </a:p>
      </dgm:t>
    </dgm:pt>
    <dgm:pt modelId="{A0027A5D-3109-4AD3-A560-A61CF8A2A652}">
      <dgm:prSet custT="1"/>
      <dgm:spPr/>
      <dgm:t>
        <a:bodyPr/>
        <a:lstStyle/>
        <a:p>
          <a:r>
            <a:rPr lang="en-US" sz="1800" dirty="0">
              <a:solidFill>
                <a:prstClr val="black"/>
              </a:solidFill>
              <a:latin typeface="Calibri" panose="020F0502020204030204" pitchFamily="34" charset="0"/>
              <a:ea typeface="Calibri" panose="020F0502020204030204" pitchFamily="34" charset="0"/>
              <a:cs typeface="Times New Roman" panose="02020603050405020304" pitchFamily="18" charset="0"/>
            </a:rPr>
            <a:t>3. Avoiding Catch-All Blocks</a:t>
          </a:r>
          <a:endParaRPr lang="en-IN" sz="1800" dirty="0"/>
        </a:p>
      </dgm:t>
    </dgm:pt>
    <dgm:pt modelId="{652FA7CD-72E9-423E-907C-5347A5577821}" type="parTrans" cxnId="{16206345-E474-43F8-B9AA-A7C78B9E5A94}">
      <dgm:prSet/>
      <dgm:spPr/>
      <dgm:t>
        <a:bodyPr/>
        <a:lstStyle/>
        <a:p>
          <a:endParaRPr lang="en-IN" sz="1800"/>
        </a:p>
      </dgm:t>
    </dgm:pt>
    <dgm:pt modelId="{7C5F60ED-8960-433A-9F64-314170D0DC63}" type="sibTrans" cxnId="{16206345-E474-43F8-B9AA-A7C78B9E5A94}">
      <dgm:prSet/>
      <dgm:spPr/>
      <dgm:t>
        <a:bodyPr/>
        <a:lstStyle/>
        <a:p>
          <a:endParaRPr lang="en-IN" sz="1800"/>
        </a:p>
      </dgm:t>
    </dgm:pt>
    <dgm:pt modelId="{BFEEBB0A-3C54-43FD-AFA5-B3F1A2DE0B64}" type="pres">
      <dgm:prSet presAssocID="{39746C7C-5416-4AD2-88FF-96CE97C9D791}" presName="linear" presStyleCnt="0">
        <dgm:presLayoutVars>
          <dgm:dir/>
          <dgm:animLvl val="lvl"/>
          <dgm:resizeHandles val="exact"/>
        </dgm:presLayoutVars>
      </dgm:prSet>
      <dgm:spPr/>
    </dgm:pt>
    <dgm:pt modelId="{483B31AF-0346-480B-A93E-AE5430001759}" type="pres">
      <dgm:prSet presAssocID="{A9840872-8806-4E9C-BF0F-E2476B66D5DE}" presName="parentLin" presStyleCnt="0"/>
      <dgm:spPr/>
    </dgm:pt>
    <dgm:pt modelId="{A0A96C8D-C097-44E3-87CB-2C594F70A354}" type="pres">
      <dgm:prSet presAssocID="{A9840872-8806-4E9C-BF0F-E2476B66D5DE}" presName="parentLeftMargin" presStyleLbl="node1" presStyleIdx="0" presStyleCnt="2"/>
      <dgm:spPr/>
    </dgm:pt>
    <dgm:pt modelId="{51CE41FF-FF52-4512-AAE2-1412C74128F1}" type="pres">
      <dgm:prSet presAssocID="{A9840872-8806-4E9C-BF0F-E2476B66D5DE}" presName="parentText" presStyleLbl="node1" presStyleIdx="0" presStyleCnt="2" custScaleX="117982">
        <dgm:presLayoutVars>
          <dgm:chMax val="0"/>
          <dgm:bulletEnabled val="1"/>
        </dgm:presLayoutVars>
      </dgm:prSet>
      <dgm:spPr/>
    </dgm:pt>
    <dgm:pt modelId="{7A2E887B-1B69-416E-ADAD-97E12D41C9C0}" type="pres">
      <dgm:prSet presAssocID="{A9840872-8806-4E9C-BF0F-E2476B66D5DE}" presName="negativeSpace" presStyleCnt="0"/>
      <dgm:spPr/>
    </dgm:pt>
    <dgm:pt modelId="{04832D73-782F-4669-8A52-7317135174E4}" type="pres">
      <dgm:prSet presAssocID="{A9840872-8806-4E9C-BF0F-E2476B66D5DE}" presName="childText" presStyleLbl="conFgAcc1" presStyleIdx="0" presStyleCnt="2">
        <dgm:presLayoutVars>
          <dgm:bulletEnabled val="1"/>
        </dgm:presLayoutVars>
      </dgm:prSet>
      <dgm:spPr/>
    </dgm:pt>
    <dgm:pt modelId="{441E6BC3-E946-4B36-A26B-0C1DAD00CC88}" type="pres">
      <dgm:prSet presAssocID="{6725AF4F-CC14-4472-8EB1-6EF7C67AA652}" presName="spaceBetweenRectangles" presStyleCnt="0"/>
      <dgm:spPr/>
    </dgm:pt>
    <dgm:pt modelId="{D2BCEE4A-A505-46C2-B029-3DC7D0EF97C5}" type="pres">
      <dgm:prSet presAssocID="{A0027A5D-3109-4AD3-A560-A61CF8A2A652}" presName="parentLin" presStyleCnt="0"/>
      <dgm:spPr/>
    </dgm:pt>
    <dgm:pt modelId="{CBEA6DDE-AB38-404C-9781-DA355C40B9EB}" type="pres">
      <dgm:prSet presAssocID="{A0027A5D-3109-4AD3-A560-A61CF8A2A652}" presName="parentLeftMargin" presStyleLbl="node1" presStyleIdx="0" presStyleCnt="2"/>
      <dgm:spPr/>
    </dgm:pt>
    <dgm:pt modelId="{6D6E9634-F371-40E2-ABC0-57312ABE3321}" type="pres">
      <dgm:prSet presAssocID="{A0027A5D-3109-4AD3-A560-A61CF8A2A652}" presName="parentText" presStyleLbl="node1" presStyleIdx="1" presStyleCnt="2" custScaleX="117982">
        <dgm:presLayoutVars>
          <dgm:chMax val="0"/>
          <dgm:bulletEnabled val="1"/>
        </dgm:presLayoutVars>
      </dgm:prSet>
      <dgm:spPr/>
    </dgm:pt>
    <dgm:pt modelId="{51AD3414-8978-4EE3-815E-6CA1B111CFB5}" type="pres">
      <dgm:prSet presAssocID="{A0027A5D-3109-4AD3-A560-A61CF8A2A652}" presName="negativeSpace" presStyleCnt="0"/>
      <dgm:spPr/>
    </dgm:pt>
    <dgm:pt modelId="{BD5CA3EF-E0FB-41E0-9132-D902296E0F25}" type="pres">
      <dgm:prSet presAssocID="{A0027A5D-3109-4AD3-A560-A61CF8A2A652}" presName="childText" presStyleLbl="conFgAcc1" presStyleIdx="1" presStyleCnt="2">
        <dgm:presLayoutVars>
          <dgm:bulletEnabled val="1"/>
        </dgm:presLayoutVars>
      </dgm:prSet>
      <dgm:spPr/>
    </dgm:pt>
  </dgm:ptLst>
  <dgm:cxnLst>
    <dgm:cxn modelId="{F9992811-B39D-46EB-946C-6CA3B4543FA5}" type="presOf" srcId="{A9840872-8806-4E9C-BF0F-E2476B66D5DE}" destId="{51CE41FF-FF52-4512-AAE2-1412C74128F1}" srcOrd="1" destOrd="0" presId="urn:microsoft.com/office/officeart/2005/8/layout/list1"/>
    <dgm:cxn modelId="{EFE22920-E030-4385-B428-2F26816189ED}" type="presOf" srcId="{A0027A5D-3109-4AD3-A560-A61CF8A2A652}" destId="{CBEA6DDE-AB38-404C-9781-DA355C40B9EB}" srcOrd="0" destOrd="0" presId="urn:microsoft.com/office/officeart/2005/8/layout/list1"/>
    <dgm:cxn modelId="{563CD55B-B7EF-4527-BF35-F9B236A24244}" type="presOf" srcId="{A0027A5D-3109-4AD3-A560-A61CF8A2A652}" destId="{6D6E9634-F371-40E2-ABC0-57312ABE3321}" srcOrd="1" destOrd="0" presId="urn:microsoft.com/office/officeart/2005/8/layout/list1"/>
    <dgm:cxn modelId="{16206345-E474-43F8-B9AA-A7C78B9E5A94}" srcId="{39746C7C-5416-4AD2-88FF-96CE97C9D791}" destId="{A0027A5D-3109-4AD3-A560-A61CF8A2A652}" srcOrd="1" destOrd="0" parTransId="{652FA7CD-72E9-423E-907C-5347A5577821}" sibTransId="{7C5F60ED-8960-433A-9F64-314170D0DC63}"/>
    <dgm:cxn modelId="{11130352-6292-461C-93C1-1E412207610D}" type="presOf" srcId="{A9840872-8806-4E9C-BF0F-E2476B66D5DE}" destId="{A0A96C8D-C097-44E3-87CB-2C594F70A354}" srcOrd="0" destOrd="0" presId="urn:microsoft.com/office/officeart/2005/8/layout/list1"/>
    <dgm:cxn modelId="{6C063E92-9A5E-4B51-879B-CBE32CC642F9}" type="presOf" srcId="{39746C7C-5416-4AD2-88FF-96CE97C9D791}" destId="{BFEEBB0A-3C54-43FD-AFA5-B3F1A2DE0B64}" srcOrd="0" destOrd="0" presId="urn:microsoft.com/office/officeart/2005/8/layout/list1"/>
    <dgm:cxn modelId="{A389B5DE-D438-46EC-923D-8C741B42879B}" srcId="{39746C7C-5416-4AD2-88FF-96CE97C9D791}" destId="{A9840872-8806-4E9C-BF0F-E2476B66D5DE}" srcOrd="0" destOrd="0" parTransId="{8A012B12-FFA4-41CA-9602-E2BF2F77ECC8}" sibTransId="{6725AF4F-CC14-4472-8EB1-6EF7C67AA652}"/>
    <dgm:cxn modelId="{9D704D73-F6DA-4589-BDCB-E812506B3D8B}" type="presParOf" srcId="{BFEEBB0A-3C54-43FD-AFA5-B3F1A2DE0B64}" destId="{483B31AF-0346-480B-A93E-AE5430001759}" srcOrd="0" destOrd="0" presId="urn:microsoft.com/office/officeart/2005/8/layout/list1"/>
    <dgm:cxn modelId="{4B319C86-1A05-4D17-B003-7C55075E9588}" type="presParOf" srcId="{483B31AF-0346-480B-A93E-AE5430001759}" destId="{A0A96C8D-C097-44E3-87CB-2C594F70A354}" srcOrd="0" destOrd="0" presId="urn:microsoft.com/office/officeart/2005/8/layout/list1"/>
    <dgm:cxn modelId="{4CF1293D-674D-4EC9-BEAE-5EA0050A3755}" type="presParOf" srcId="{483B31AF-0346-480B-A93E-AE5430001759}" destId="{51CE41FF-FF52-4512-AAE2-1412C74128F1}" srcOrd="1" destOrd="0" presId="urn:microsoft.com/office/officeart/2005/8/layout/list1"/>
    <dgm:cxn modelId="{3C57D955-B120-490C-963C-991E18A3C6B4}" type="presParOf" srcId="{BFEEBB0A-3C54-43FD-AFA5-B3F1A2DE0B64}" destId="{7A2E887B-1B69-416E-ADAD-97E12D41C9C0}" srcOrd="1" destOrd="0" presId="urn:microsoft.com/office/officeart/2005/8/layout/list1"/>
    <dgm:cxn modelId="{F16768F9-078E-4689-B88A-1C31621C8673}" type="presParOf" srcId="{BFEEBB0A-3C54-43FD-AFA5-B3F1A2DE0B64}" destId="{04832D73-782F-4669-8A52-7317135174E4}" srcOrd="2" destOrd="0" presId="urn:microsoft.com/office/officeart/2005/8/layout/list1"/>
    <dgm:cxn modelId="{7EA12EBE-2C8C-4880-AEE5-16AD20A9C914}" type="presParOf" srcId="{BFEEBB0A-3C54-43FD-AFA5-B3F1A2DE0B64}" destId="{441E6BC3-E946-4B36-A26B-0C1DAD00CC88}" srcOrd="3" destOrd="0" presId="urn:microsoft.com/office/officeart/2005/8/layout/list1"/>
    <dgm:cxn modelId="{FB7B8377-9EB7-43B5-B23F-1ACB683916FA}" type="presParOf" srcId="{BFEEBB0A-3C54-43FD-AFA5-B3F1A2DE0B64}" destId="{D2BCEE4A-A505-46C2-B029-3DC7D0EF97C5}" srcOrd="4" destOrd="0" presId="urn:microsoft.com/office/officeart/2005/8/layout/list1"/>
    <dgm:cxn modelId="{7851E9C8-E191-439C-870C-EB8BC66501CB}" type="presParOf" srcId="{D2BCEE4A-A505-46C2-B029-3DC7D0EF97C5}" destId="{CBEA6DDE-AB38-404C-9781-DA355C40B9EB}" srcOrd="0" destOrd="0" presId="urn:microsoft.com/office/officeart/2005/8/layout/list1"/>
    <dgm:cxn modelId="{59C07714-6CC9-4A94-BDCA-717E5165AC95}" type="presParOf" srcId="{D2BCEE4A-A505-46C2-B029-3DC7D0EF97C5}" destId="{6D6E9634-F371-40E2-ABC0-57312ABE3321}" srcOrd="1" destOrd="0" presId="urn:microsoft.com/office/officeart/2005/8/layout/list1"/>
    <dgm:cxn modelId="{81E1FFBE-01EE-42AF-B396-785864BB46B3}" type="presParOf" srcId="{BFEEBB0A-3C54-43FD-AFA5-B3F1A2DE0B64}" destId="{51AD3414-8978-4EE3-815E-6CA1B111CFB5}" srcOrd="5" destOrd="0" presId="urn:microsoft.com/office/officeart/2005/8/layout/list1"/>
    <dgm:cxn modelId="{FE2C9BEA-0C34-4624-9BB1-5609024344B1}" type="presParOf" srcId="{BFEEBB0A-3C54-43FD-AFA5-B3F1A2DE0B64}" destId="{BD5CA3EF-E0FB-41E0-9132-D902296E0F25}" srcOrd="6" destOrd="0" presId="urn:microsoft.com/office/officeart/2005/8/layout/lis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42.xml><?xml version="1.0" encoding="utf-8"?>
<dgm:dataModel xmlns:dgm="http://schemas.openxmlformats.org/drawingml/2006/diagram" xmlns:a="http://schemas.openxmlformats.org/drawingml/2006/main">
  <dgm:ptLst>
    <dgm:pt modelId="{C10221CF-8282-4BD9-BAA6-15960E9C4446}" type="doc">
      <dgm:prSet loTypeId="urn:microsoft.com/office/officeart/2005/8/layout/orgChart1" loCatId="hierarchy" qsTypeId="urn:microsoft.com/office/officeart/2005/8/quickstyle/simple3" qsCatId="simple" csTypeId="urn:microsoft.com/office/officeart/2005/8/colors/colorful5" csCatId="colorful" phldr="1"/>
      <dgm:spPr/>
      <dgm:t>
        <a:bodyPr/>
        <a:lstStyle/>
        <a:p>
          <a:endParaRPr lang="en-IN"/>
        </a:p>
      </dgm:t>
    </dgm:pt>
    <dgm:pt modelId="{8D9E7EB6-7474-4CB6-AD12-358600F7AD35}">
      <dgm:prSet phldrT="[Text]" custT="1"/>
      <dgm:spPr/>
      <dgm:t>
        <a:bodyPr/>
        <a:lstStyle/>
        <a:p>
          <a:r>
            <a:rPr lang="en-US" sz="1800" dirty="0"/>
            <a:t>Types of Exceptions</a:t>
          </a:r>
          <a:endParaRPr lang="en-IN" sz="1800" dirty="0"/>
        </a:p>
      </dgm:t>
    </dgm:pt>
    <dgm:pt modelId="{E0A25709-8FA7-40DC-9E44-C18FC217E4B8}" type="parTrans" cxnId="{3DE4711E-C051-4265-A5AF-DDB56C3E9D60}">
      <dgm:prSet/>
      <dgm:spPr/>
      <dgm:t>
        <a:bodyPr/>
        <a:lstStyle/>
        <a:p>
          <a:endParaRPr lang="en-IN" sz="1800"/>
        </a:p>
      </dgm:t>
    </dgm:pt>
    <dgm:pt modelId="{A65875A6-66E8-4C39-AD6E-7F274356FD28}" type="sibTrans" cxnId="{3DE4711E-C051-4265-A5AF-DDB56C3E9D60}">
      <dgm:prSet/>
      <dgm:spPr/>
      <dgm:t>
        <a:bodyPr/>
        <a:lstStyle/>
        <a:p>
          <a:endParaRPr lang="en-IN" sz="1800"/>
        </a:p>
      </dgm:t>
    </dgm:pt>
    <dgm:pt modelId="{009CF52A-6817-488D-B1F0-ECD09E0049EF}">
      <dgm:prSet phldrT="[Text]" custT="1"/>
      <dgm:spPr/>
      <dgm:t>
        <a:bodyPr/>
        <a:lstStyle/>
        <a:p>
          <a:r>
            <a:rPr lang="en-US" sz="1800" dirty="0"/>
            <a:t>User Defined Exceptions</a:t>
          </a:r>
          <a:endParaRPr lang="en-IN" sz="1800" dirty="0"/>
        </a:p>
      </dgm:t>
    </dgm:pt>
    <dgm:pt modelId="{8496D57F-BFC0-4B04-A964-F94177E4A369}" type="parTrans" cxnId="{97497980-B9A5-4B2A-9024-595865C9ACD3}">
      <dgm:prSet/>
      <dgm:spPr/>
      <dgm:t>
        <a:bodyPr/>
        <a:lstStyle/>
        <a:p>
          <a:endParaRPr lang="en-IN" sz="1800"/>
        </a:p>
      </dgm:t>
    </dgm:pt>
    <dgm:pt modelId="{F27B884E-7EE1-4323-96E0-6B4438F29F6A}" type="sibTrans" cxnId="{97497980-B9A5-4B2A-9024-595865C9ACD3}">
      <dgm:prSet/>
      <dgm:spPr/>
      <dgm:t>
        <a:bodyPr/>
        <a:lstStyle/>
        <a:p>
          <a:endParaRPr lang="en-IN" sz="1800"/>
        </a:p>
      </dgm:t>
    </dgm:pt>
    <dgm:pt modelId="{FAFD56E0-02A0-4DC5-9E82-CD08D2557518}">
      <dgm:prSet phldrT="[Text]" custT="1"/>
      <dgm:spPr/>
      <dgm:t>
        <a:bodyPr/>
        <a:lstStyle/>
        <a:p>
          <a:r>
            <a:rPr lang="en-US" sz="1800" dirty="0"/>
            <a:t>Built-in Exceptions</a:t>
          </a:r>
          <a:endParaRPr lang="en-IN" sz="1800" dirty="0"/>
        </a:p>
      </dgm:t>
    </dgm:pt>
    <dgm:pt modelId="{C46EE21A-71BE-4840-9183-0F1B05FB1B56}" type="parTrans" cxnId="{95682CAA-2AB9-4D81-93C8-E11B7E406A6B}">
      <dgm:prSet/>
      <dgm:spPr/>
      <dgm:t>
        <a:bodyPr/>
        <a:lstStyle/>
        <a:p>
          <a:endParaRPr lang="en-IN" sz="1800"/>
        </a:p>
      </dgm:t>
    </dgm:pt>
    <dgm:pt modelId="{90141658-E98C-456E-A064-0D24D73138A0}" type="sibTrans" cxnId="{95682CAA-2AB9-4D81-93C8-E11B7E406A6B}">
      <dgm:prSet/>
      <dgm:spPr/>
      <dgm:t>
        <a:bodyPr/>
        <a:lstStyle/>
        <a:p>
          <a:endParaRPr lang="en-IN" sz="1800"/>
        </a:p>
      </dgm:t>
    </dgm:pt>
    <dgm:pt modelId="{4BC36410-2FBD-418F-8A84-603DFA8829AE}">
      <dgm:prSet phldrT="[Text]" custT="1"/>
      <dgm:spPr/>
      <dgm:t>
        <a:bodyPr/>
        <a:lstStyle/>
        <a:p>
          <a:r>
            <a:rPr lang="en-IN" sz="1800" dirty="0"/>
            <a:t>Checked Exceptions (compile-time)</a:t>
          </a:r>
        </a:p>
      </dgm:t>
    </dgm:pt>
    <dgm:pt modelId="{7781CDB2-46A1-427A-AB2E-EFE03F741F03}" type="parTrans" cxnId="{CDAA0711-0187-485E-9C33-180AF0DBB509}">
      <dgm:prSet/>
      <dgm:spPr/>
      <dgm:t>
        <a:bodyPr/>
        <a:lstStyle/>
        <a:p>
          <a:endParaRPr lang="en-IN" sz="1800"/>
        </a:p>
      </dgm:t>
    </dgm:pt>
    <dgm:pt modelId="{5D54A627-757D-431C-95B9-B61AC426A06C}" type="sibTrans" cxnId="{CDAA0711-0187-485E-9C33-180AF0DBB509}">
      <dgm:prSet/>
      <dgm:spPr/>
      <dgm:t>
        <a:bodyPr/>
        <a:lstStyle/>
        <a:p>
          <a:endParaRPr lang="en-IN" sz="1800"/>
        </a:p>
      </dgm:t>
    </dgm:pt>
    <dgm:pt modelId="{E0AB4383-B8EE-4476-A7B1-7EDEA8350A90}">
      <dgm:prSet custT="1"/>
      <dgm:spPr/>
      <dgm:t>
        <a:bodyPr/>
        <a:lstStyle/>
        <a:p>
          <a:r>
            <a:rPr lang="en-IN" sz="1800" dirty="0" err="1"/>
            <a:t>IOException</a:t>
          </a:r>
          <a:endParaRPr lang="en-IN" sz="1800" dirty="0"/>
        </a:p>
      </dgm:t>
    </dgm:pt>
    <dgm:pt modelId="{83B3A940-971C-4C17-8430-A21CDC78B37A}" type="parTrans" cxnId="{21157738-BF3B-4DD7-BD25-C5EDA4091EF9}">
      <dgm:prSet/>
      <dgm:spPr/>
      <dgm:t>
        <a:bodyPr/>
        <a:lstStyle/>
        <a:p>
          <a:endParaRPr lang="en-IN" sz="1800"/>
        </a:p>
      </dgm:t>
    </dgm:pt>
    <dgm:pt modelId="{DF0B7A07-2859-45FA-863F-861A765B48D7}" type="sibTrans" cxnId="{21157738-BF3B-4DD7-BD25-C5EDA4091EF9}">
      <dgm:prSet/>
      <dgm:spPr/>
      <dgm:t>
        <a:bodyPr/>
        <a:lstStyle/>
        <a:p>
          <a:endParaRPr lang="en-IN" sz="1800"/>
        </a:p>
      </dgm:t>
    </dgm:pt>
    <dgm:pt modelId="{755F430A-873E-4998-95D5-C13DD7772D8D}">
      <dgm:prSet custT="1"/>
      <dgm:spPr/>
      <dgm:t>
        <a:bodyPr/>
        <a:lstStyle/>
        <a:p>
          <a:r>
            <a:rPr lang="en-IN" sz="1800" dirty="0" err="1"/>
            <a:t>SQLException</a:t>
          </a:r>
          <a:endParaRPr lang="en-IN" sz="1800" dirty="0"/>
        </a:p>
      </dgm:t>
    </dgm:pt>
    <dgm:pt modelId="{2F8886DB-7611-4BD2-A5C1-5D2D5F85D451}" type="parTrans" cxnId="{8447978F-56E4-4B69-94E9-5FDBFDACB4CE}">
      <dgm:prSet/>
      <dgm:spPr/>
      <dgm:t>
        <a:bodyPr/>
        <a:lstStyle/>
        <a:p>
          <a:endParaRPr lang="en-IN" sz="1800"/>
        </a:p>
      </dgm:t>
    </dgm:pt>
    <dgm:pt modelId="{8153165D-2846-43AF-B456-2AC5489C7C84}" type="sibTrans" cxnId="{8447978F-56E4-4B69-94E9-5FDBFDACB4CE}">
      <dgm:prSet/>
      <dgm:spPr/>
      <dgm:t>
        <a:bodyPr/>
        <a:lstStyle/>
        <a:p>
          <a:endParaRPr lang="en-IN" sz="1800"/>
        </a:p>
      </dgm:t>
    </dgm:pt>
    <dgm:pt modelId="{7342AE9A-8259-42B5-9A79-ACFB00724961}">
      <dgm:prSet custT="1"/>
      <dgm:spPr/>
      <dgm:t>
        <a:bodyPr/>
        <a:lstStyle/>
        <a:p>
          <a:r>
            <a:rPr lang="en-IN" sz="1800" dirty="0" err="1"/>
            <a:t>FileNotFoundException</a:t>
          </a:r>
          <a:endParaRPr lang="en-IN" sz="1800" dirty="0"/>
        </a:p>
      </dgm:t>
    </dgm:pt>
    <dgm:pt modelId="{15AE4EC4-8716-4EB2-8F0A-140A93B079A4}" type="parTrans" cxnId="{DF3B3A10-942C-406E-960D-427F6C3110E0}">
      <dgm:prSet/>
      <dgm:spPr/>
      <dgm:t>
        <a:bodyPr/>
        <a:lstStyle/>
        <a:p>
          <a:endParaRPr lang="en-IN" sz="1800"/>
        </a:p>
      </dgm:t>
    </dgm:pt>
    <dgm:pt modelId="{86154C9B-1724-4056-9ADA-76E7F046C76E}" type="sibTrans" cxnId="{DF3B3A10-942C-406E-960D-427F6C3110E0}">
      <dgm:prSet/>
      <dgm:spPr/>
      <dgm:t>
        <a:bodyPr/>
        <a:lstStyle/>
        <a:p>
          <a:endParaRPr lang="en-IN" sz="1800"/>
        </a:p>
      </dgm:t>
    </dgm:pt>
    <dgm:pt modelId="{934B55ED-99F8-497B-9804-CE1194112B98}">
      <dgm:prSet custT="1"/>
      <dgm:spPr/>
      <dgm:t>
        <a:bodyPr/>
        <a:lstStyle/>
        <a:p>
          <a:r>
            <a:rPr lang="en-IN" sz="1800" dirty="0" err="1"/>
            <a:t>ClassNotFoundException</a:t>
          </a:r>
          <a:endParaRPr lang="en-IN" sz="1800" dirty="0"/>
        </a:p>
      </dgm:t>
    </dgm:pt>
    <dgm:pt modelId="{C2119A30-74A4-4491-90EC-EF3F880C1D70}" type="parTrans" cxnId="{F79367F7-150E-428E-8331-D73299C4B1F8}">
      <dgm:prSet/>
      <dgm:spPr/>
      <dgm:t>
        <a:bodyPr/>
        <a:lstStyle/>
        <a:p>
          <a:endParaRPr lang="en-IN" sz="1800"/>
        </a:p>
      </dgm:t>
    </dgm:pt>
    <dgm:pt modelId="{AE769304-D21E-4C45-BF02-F0E133DF3A40}" type="sibTrans" cxnId="{F79367F7-150E-428E-8331-D73299C4B1F8}">
      <dgm:prSet/>
      <dgm:spPr/>
      <dgm:t>
        <a:bodyPr/>
        <a:lstStyle/>
        <a:p>
          <a:endParaRPr lang="en-IN" sz="1800"/>
        </a:p>
      </dgm:t>
    </dgm:pt>
    <dgm:pt modelId="{B920EB7C-F1D5-4C45-95E0-764BB00725CA}">
      <dgm:prSet custT="1"/>
      <dgm:spPr/>
      <dgm:t>
        <a:bodyPr/>
        <a:lstStyle/>
        <a:p>
          <a:r>
            <a:rPr lang="en-IN" sz="1800" dirty="0"/>
            <a:t>Unchecked Exceptions (run-time)</a:t>
          </a:r>
        </a:p>
      </dgm:t>
    </dgm:pt>
    <dgm:pt modelId="{084EA8E3-A2B9-4B8C-8E95-23F8BF971D4C}" type="parTrans" cxnId="{AA3CD152-F91D-47C7-A81F-0C446C3B1106}">
      <dgm:prSet/>
      <dgm:spPr/>
      <dgm:t>
        <a:bodyPr/>
        <a:lstStyle/>
        <a:p>
          <a:endParaRPr lang="en-IN" sz="1800"/>
        </a:p>
      </dgm:t>
    </dgm:pt>
    <dgm:pt modelId="{6D5EF481-CDC7-49F4-9323-FB76A6D81B07}" type="sibTrans" cxnId="{AA3CD152-F91D-47C7-A81F-0C446C3B1106}">
      <dgm:prSet/>
      <dgm:spPr/>
      <dgm:t>
        <a:bodyPr/>
        <a:lstStyle/>
        <a:p>
          <a:endParaRPr lang="en-IN" sz="1800"/>
        </a:p>
      </dgm:t>
    </dgm:pt>
    <dgm:pt modelId="{5816594B-261C-4A49-8523-060A1905D4EC}">
      <dgm:prSet custT="1"/>
      <dgm:spPr/>
      <dgm:t>
        <a:bodyPr/>
        <a:lstStyle/>
        <a:p>
          <a:r>
            <a:rPr lang="en-IN" sz="1800" b="0" i="0" dirty="0" err="1"/>
            <a:t>NumberFormatException</a:t>
          </a:r>
          <a:endParaRPr lang="en-IN" sz="1800" dirty="0"/>
        </a:p>
      </dgm:t>
    </dgm:pt>
    <dgm:pt modelId="{6EC64B88-2FA5-4BD6-8026-6489AEE4734C}" type="parTrans" cxnId="{AE55F41D-8F4E-468A-A0E7-05E12BEEC996}">
      <dgm:prSet/>
      <dgm:spPr/>
      <dgm:t>
        <a:bodyPr/>
        <a:lstStyle/>
        <a:p>
          <a:endParaRPr lang="en-IN" sz="1800"/>
        </a:p>
      </dgm:t>
    </dgm:pt>
    <dgm:pt modelId="{5EB73742-3C86-46F5-9D76-087322FB0608}" type="sibTrans" cxnId="{AE55F41D-8F4E-468A-A0E7-05E12BEEC996}">
      <dgm:prSet/>
      <dgm:spPr/>
      <dgm:t>
        <a:bodyPr/>
        <a:lstStyle/>
        <a:p>
          <a:endParaRPr lang="en-IN" sz="1800"/>
        </a:p>
      </dgm:t>
    </dgm:pt>
    <dgm:pt modelId="{4B5D4F48-83A5-4A46-9A3F-B08381E517D0}">
      <dgm:prSet custT="1"/>
      <dgm:spPr/>
      <dgm:t>
        <a:bodyPr/>
        <a:lstStyle/>
        <a:p>
          <a:r>
            <a:rPr lang="en-IN" sz="1800" dirty="0" err="1"/>
            <a:t>ArithmeticException</a:t>
          </a:r>
          <a:endParaRPr lang="en-IN" sz="1800" dirty="0"/>
        </a:p>
      </dgm:t>
    </dgm:pt>
    <dgm:pt modelId="{E2763337-E7E9-4721-8ACD-8B5C784DB729}" type="parTrans" cxnId="{D2BC0F46-1A2A-41CC-8B70-AA592DE79974}">
      <dgm:prSet/>
      <dgm:spPr/>
      <dgm:t>
        <a:bodyPr/>
        <a:lstStyle/>
        <a:p>
          <a:endParaRPr lang="en-IN" sz="1800"/>
        </a:p>
      </dgm:t>
    </dgm:pt>
    <dgm:pt modelId="{94C05DF4-F4B1-4F5F-9534-3DA01755B518}" type="sibTrans" cxnId="{D2BC0F46-1A2A-41CC-8B70-AA592DE79974}">
      <dgm:prSet/>
      <dgm:spPr/>
      <dgm:t>
        <a:bodyPr/>
        <a:lstStyle/>
        <a:p>
          <a:endParaRPr lang="en-IN" sz="1800"/>
        </a:p>
      </dgm:t>
    </dgm:pt>
    <dgm:pt modelId="{2D2C2AB5-7886-4CB5-85AF-4365B4CEB979}">
      <dgm:prSet custT="1"/>
      <dgm:spPr/>
      <dgm:t>
        <a:bodyPr/>
        <a:lstStyle/>
        <a:p>
          <a:r>
            <a:rPr lang="en-IN" sz="1800" dirty="0" err="1"/>
            <a:t>IllegalArgumentException</a:t>
          </a:r>
          <a:endParaRPr lang="en-IN" sz="1800" dirty="0"/>
        </a:p>
      </dgm:t>
    </dgm:pt>
    <dgm:pt modelId="{77A177B2-71EA-4A71-926B-FB95AD656332}" type="parTrans" cxnId="{26AA87EE-6A90-4F32-93F0-EC4FE04B9598}">
      <dgm:prSet/>
      <dgm:spPr/>
      <dgm:t>
        <a:bodyPr/>
        <a:lstStyle/>
        <a:p>
          <a:endParaRPr lang="en-IN" sz="1800"/>
        </a:p>
      </dgm:t>
    </dgm:pt>
    <dgm:pt modelId="{D68DE9E2-2678-4D8F-9952-DA55C288122E}" type="sibTrans" cxnId="{26AA87EE-6A90-4F32-93F0-EC4FE04B9598}">
      <dgm:prSet/>
      <dgm:spPr/>
      <dgm:t>
        <a:bodyPr/>
        <a:lstStyle/>
        <a:p>
          <a:endParaRPr lang="en-IN" sz="1800"/>
        </a:p>
      </dgm:t>
    </dgm:pt>
    <dgm:pt modelId="{78A6C700-3AC4-4A27-A4DF-AD155427F28D}">
      <dgm:prSet custT="1"/>
      <dgm:spPr/>
      <dgm:t>
        <a:bodyPr/>
        <a:lstStyle/>
        <a:p>
          <a:r>
            <a:rPr lang="en-IN" sz="1800" dirty="0" err="1"/>
            <a:t>NullPointerException</a:t>
          </a:r>
          <a:endParaRPr lang="en-IN" sz="1800" dirty="0"/>
        </a:p>
      </dgm:t>
    </dgm:pt>
    <dgm:pt modelId="{6FF7948D-1290-48F9-9470-00BCBCD94C3D}" type="parTrans" cxnId="{8C94D3D2-2FC2-4EE5-B093-24B4310F2F05}">
      <dgm:prSet/>
      <dgm:spPr/>
      <dgm:t>
        <a:bodyPr/>
        <a:lstStyle/>
        <a:p>
          <a:endParaRPr lang="en-IN" sz="1800"/>
        </a:p>
      </dgm:t>
    </dgm:pt>
    <dgm:pt modelId="{99B38B35-C402-4817-9F47-9CB25AA5121B}" type="sibTrans" cxnId="{8C94D3D2-2FC2-4EE5-B093-24B4310F2F05}">
      <dgm:prSet/>
      <dgm:spPr/>
      <dgm:t>
        <a:bodyPr/>
        <a:lstStyle/>
        <a:p>
          <a:endParaRPr lang="en-IN" sz="1800"/>
        </a:p>
      </dgm:t>
    </dgm:pt>
    <dgm:pt modelId="{4FFDB1D8-0E66-4DB5-B987-F44294D6982B}" type="pres">
      <dgm:prSet presAssocID="{C10221CF-8282-4BD9-BAA6-15960E9C4446}" presName="hierChild1" presStyleCnt="0">
        <dgm:presLayoutVars>
          <dgm:orgChart val="1"/>
          <dgm:chPref val="1"/>
          <dgm:dir/>
          <dgm:animOne val="branch"/>
          <dgm:animLvl val="lvl"/>
          <dgm:resizeHandles/>
        </dgm:presLayoutVars>
      </dgm:prSet>
      <dgm:spPr/>
    </dgm:pt>
    <dgm:pt modelId="{FB9795A8-72C9-45BA-A90C-2FA5DC3E7B0B}" type="pres">
      <dgm:prSet presAssocID="{8D9E7EB6-7474-4CB6-AD12-358600F7AD35}" presName="hierRoot1" presStyleCnt="0">
        <dgm:presLayoutVars>
          <dgm:hierBranch val="init"/>
        </dgm:presLayoutVars>
      </dgm:prSet>
      <dgm:spPr/>
    </dgm:pt>
    <dgm:pt modelId="{D8F1E943-2FA8-4163-8D6E-095B832313A8}" type="pres">
      <dgm:prSet presAssocID="{8D9E7EB6-7474-4CB6-AD12-358600F7AD35}" presName="rootComposite1" presStyleCnt="0"/>
      <dgm:spPr/>
    </dgm:pt>
    <dgm:pt modelId="{B750CB3E-7004-46DD-9811-D767270BA1B2}" type="pres">
      <dgm:prSet presAssocID="{8D9E7EB6-7474-4CB6-AD12-358600F7AD35}" presName="rootText1" presStyleLbl="node0" presStyleIdx="0" presStyleCnt="1" custScaleX="309405" custLinFactNeighborX="-23914">
        <dgm:presLayoutVars>
          <dgm:chPref val="3"/>
        </dgm:presLayoutVars>
      </dgm:prSet>
      <dgm:spPr>
        <a:prstGeom prst="roundRect">
          <a:avLst/>
        </a:prstGeom>
      </dgm:spPr>
    </dgm:pt>
    <dgm:pt modelId="{290371FF-26DC-4735-A0F4-721E13E6DF39}" type="pres">
      <dgm:prSet presAssocID="{8D9E7EB6-7474-4CB6-AD12-358600F7AD35}" presName="rootConnector1" presStyleLbl="node1" presStyleIdx="0" presStyleCnt="0"/>
      <dgm:spPr/>
    </dgm:pt>
    <dgm:pt modelId="{D4B9C630-2899-42E4-AA6D-F7A1F202429C}" type="pres">
      <dgm:prSet presAssocID="{8D9E7EB6-7474-4CB6-AD12-358600F7AD35}" presName="hierChild2" presStyleCnt="0"/>
      <dgm:spPr/>
    </dgm:pt>
    <dgm:pt modelId="{79BDEA01-72D8-4C81-87F2-8C4ABB8521EA}" type="pres">
      <dgm:prSet presAssocID="{8496D57F-BFC0-4B04-A964-F94177E4A369}" presName="Name37" presStyleLbl="parChTrans1D2" presStyleIdx="0" presStyleCnt="2"/>
      <dgm:spPr/>
    </dgm:pt>
    <dgm:pt modelId="{D9E837F8-625A-40F8-AC09-DFB01B2014E1}" type="pres">
      <dgm:prSet presAssocID="{009CF52A-6817-488D-B1F0-ECD09E0049EF}" presName="hierRoot2" presStyleCnt="0">
        <dgm:presLayoutVars>
          <dgm:hierBranch val="init"/>
        </dgm:presLayoutVars>
      </dgm:prSet>
      <dgm:spPr/>
    </dgm:pt>
    <dgm:pt modelId="{042FAA7B-DBE8-41C2-9BC1-179936114974}" type="pres">
      <dgm:prSet presAssocID="{009CF52A-6817-488D-B1F0-ECD09E0049EF}" presName="rootComposite" presStyleCnt="0"/>
      <dgm:spPr/>
    </dgm:pt>
    <dgm:pt modelId="{6F2B11A1-47EB-45E9-9D19-C584E4A4B1F9}" type="pres">
      <dgm:prSet presAssocID="{009CF52A-6817-488D-B1F0-ECD09E0049EF}" presName="rootText" presStyleLbl="node2" presStyleIdx="0" presStyleCnt="2" custScaleX="228148" custLinFactNeighborX="-43478">
        <dgm:presLayoutVars>
          <dgm:chPref val="3"/>
        </dgm:presLayoutVars>
      </dgm:prSet>
      <dgm:spPr>
        <a:prstGeom prst="roundRect">
          <a:avLst/>
        </a:prstGeom>
      </dgm:spPr>
    </dgm:pt>
    <dgm:pt modelId="{962FD5E6-7DD9-4518-A2F0-25E7F4C5996E}" type="pres">
      <dgm:prSet presAssocID="{009CF52A-6817-488D-B1F0-ECD09E0049EF}" presName="rootConnector" presStyleLbl="node2" presStyleIdx="0" presStyleCnt="2"/>
      <dgm:spPr/>
    </dgm:pt>
    <dgm:pt modelId="{F26A754B-717E-46E9-BF1D-3C83AC890BD4}" type="pres">
      <dgm:prSet presAssocID="{009CF52A-6817-488D-B1F0-ECD09E0049EF}" presName="hierChild4" presStyleCnt="0"/>
      <dgm:spPr/>
    </dgm:pt>
    <dgm:pt modelId="{BACE4CE9-9C78-4264-9B58-315BE1EFD797}" type="pres">
      <dgm:prSet presAssocID="{009CF52A-6817-488D-B1F0-ECD09E0049EF}" presName="hierChild5" presStyleCnt="0"/>
      <dgm:spPr/>
    </dgm:pt>
    <dgm:pt modelId="{63286E12-865E-4AED-98FE-A6961726AF9F}" type="pres">
      <dgm:prSet presAssocID="{C46EE21A-71BE-4840-9183-0F1B05FB1B56}" presName="Name37" presStyleLbl="parChTrans1D2" presStyleIdx="1" presStyleCnt="2"/>
      <dgm:spPr/>
    </dgm:pt>
    <dgm:pt modelId="{1B4A7AFA-27B4-4A90-A493-7C36939B20FB}" type="pres">
      <dgm:prSet presAssocID="{FAFD56E0-02A0-4DC5-9E82-CD08D2557518}" presName="hierRoot2" presStyleCnt="0">
        <dgm:presLayoutVars>
          <dgm:hierBranch val="init"/>
        </dgm:presLayoutVars>
      </dgm:prSet>
      <dgm:spPr/>
    </dgm:pt>
    <dgm:pt modelId="{91BD678E-2532-4B2F-85F3-76064E50E661}" type="pres">
      <dgm:prSet presAssocID="{FAFD56E0-02A0-4DC5-9E82-CD08D2557518}" presName="rootComposite" presStyleCnt="0"/>
      <dgm:spPr/>
    </dgm:pt>
    <dgm:pt modelId="{DA4B23B7-E91C-4B83-AE7C-0656468F7097}" type="pres">
      <dgm:prSet presAssocID="{FAFD56E0-02A0-4DC5-9E82-CD08D2557518}" presName="rootText" presStyleLbl="node2" presStyleIdx="1" presStyleCnt="2" custScaleX="238864" custLinFactNeighborX="80290" custLinFactNeighborY="-463">
        <dgm:presLayoutVars>
          <dgm:chPref val="3"/>
        </dgm:presLayoutVars>
      </dgm:prSet>
      <dgm:spPr>
        <a:prstGeom prst="roundRect">
          <a:avLst/>
        </a:prstGeom>
      </dgm:spPr>
    </dgm:pt>
    <dgm:pt modelId="{4533A747-3444-4740-BF77-DC1152B5BAA8}" type="pres">
      <dgm:prSet presAssocID="{FAFD56E0-02A0-4DC5-9E82-CD08D2557518}" presName="rootConnector" presStyleLbl="node2" presStyleIdx="1" presStyleCnt="2"/>
      <dgm:spPr/>
    </dgm:pt>
    <dgm:pt modelId="{47F4B0B1-FA5D-4558-8516-6048DB72388E}" type="pres">
      <dgm:prSet presAssocID="{FAFD56E0-02A0-4DC5-9E82-CD08D2557518}" presName="hierChild4" presStyleCnt="0"/>
      <dgm:spPr/>
    </dgm:pt>
    <dgm:pt modelId="{CE5777CA-0EC3-4EAE-98B4-568BDDE88F58}" type="pres">
      <dgm:prSet presAssocID="{7781CDB2-46A1-427A-AB2E-EFE03F741F03}" presName="Name37" presStyleLbl="parChTrans1D3" presStyleIdx="0" presStyleCnt="2"/>
      <dgm:spPr/>
    </dgm:pt>
    <dgm:pt modelId="{D11F3D03-8B0C-408E-9B01-380FC635B150}" type="pres">
      <dgm:prSet presAssocID="{4BC36410-2FBD-418F-8A84-603DFA8829AE}" presName="hierRoot2" presStyleCnt="0">
        <dgm:presLayoutVars>
          <dgm:hierBranch val="init"/>
        </dgm:presLayoutVars>
      </dgm:prSet>
      <dgm:spPr/>
    </dgm:pt>
    <dgm:pt modelId="{97EC1158-DF0D-47F5-B65E-862A93689353}" type="pres">
      <dgm:prSet presAssocID="{4BC36410-2FBD-418F-8A84-603DFA8829AE}" presName="rootComposite" presStyleCnt="0"/>
      <dgm:spPr/>
    </dgm:pt>
    <dgm:pt modelId="{2795F94F-1A6A-4FDF-89BC-BCE198C358A0}" type="pres">
      <dgm:prSet presAssocID="{4BC36410-2FBD-418F-8A84-603DFA8829AE}" presName="rootText" presStyleLbl="node3" presStyleIdx="0" presStyleCnt="2" custScaleX="214694" custLinFactNeighborX="73152" custLinFactNeighborY="-2635">
        <dgm:presLayoutVars>
          <dgm:chPref val="3"/>
        </dgm:presLayoutVars>
      </dgm:prSet>
      <dgm:spPr>
        <a:prstGeom prst="roundRect">
          <a:avLst/>
        </a:prstGeom>
      </dgm:spPr>
    </dgm:pt>
    <dgm:pt modelId="{E27A8CC8-2244-4617-88F2-DF16792CFFBD}" type="pres">
      <dgm:prSet presAssocID="{4BC36410-2FBD-418F-8A84-603DFA8829AE}" presName="rootConnector" presStyleLbl="node3" presStyleIdx="0" presStyleCnt="2"/>
      <dgm:spPr/>
    </dgm:pt>
    <dgm:pt modelId="{A1C319B9-206A-4B73-9544-C1BEAC77BD8C}" type="pres">
      <dgm:prSet presAssocID="{4BC36410-2FBD-418F-8A84-603DFA8829AE}" presName="hierChild4" presStyleCnt="0"/>
      <dgm:spPr/>
    </dgm:pt>
    <dgm:pt modelId="{EEF33772-A79A-4D08-861C-0F598B15C07A}" type="pres">
      <dgm:prSet presAssocID="{83B3A940-971C-4C17-8430-A21CDC78B37A}" presName="Name37" presStyleLbl="parChTrans1D4" presStyleIdx="0" presStyleCnt="8"/>
      <dgm:spPr/>
    </dgm:pt>
    <dgm:pt modelId="{1D213A1E-24D6-4D8A-8433-39B0135EAA9B}" type="pres">
      <dgm:prSet presAssocID="{E0AB4383-B8EE-4476-A7B1-7EDEA8350A90}" presName="hierRoot2" presStyleCnt="0">
        <dgm:presLayoutVars>
          <dgm:hierBranch val="init"/>
        </dgm:presLayoutVars>
      </dgm:prSet>
      <dgm:spPr/>
    </dgm:pt>
    <dgm:pt modelId="{0743DE72-CFBC-46FF-B5B1-82CBBE56B5E8}" type="pres">
      <dgm:prSet presAssocID="{E0AB4383-B8EE-4476-A7B1-7EDEA8350A90}" presName="rootComposite" presStyleCnt="0"/>
      <dgm:spPr/>
    </dgm:pt>
    <dgm:pt modelId="{E3178EB8-14F1-4ACE-8E53-EA8B889DEB42}" type="pres">
      <dgm:prSet presAssocID="{E0AB4383-B8EE-4476-A7B1-7EDEA8350A90}" presName="rootText" presStyleLbl="node4" presStyleIdx="0" presStyleCnt="8" custScaleX="238864" custLinFactNeighborX="54959" custLinFactNeighborY="-2635">
        <dgm:presLayoutVars>
          <dgm:chPref val="3"/>
        </dgm:presLayoutVars>
      </dgm:prSet>
      <dgm:spPr>
        <a:prstGeom prst="roundRect">
          <a:avLst/>
        </a:prstGeom>
      </dgm:spPr>
    </dgm:pt>
    <dgm:pt modelId="{29B6CAE4-D730-4CF5-9ECC-09F8B8EF9BFE}" type="pres">
      <dgm:prSet presAssocID="{E0AB4383-B8EE-4476-A7B1-7EDEA8350A90}" presName="rootConnector" presStyleLbl="node4" presStyleIdx="0" presStyleCnt="8"/>
      <dgm:spPr/>
    </dgm:pt>
    <dgm:pt modelId="{6EBB314E-B4E5-476B-95CD-040C9942FE62}" type="pres">
      <dgm:prSet presAssocID="{E0AB4383-B8EE-4476-A7B1-7EDEA8350A90}" presName="hierChild4" presStyleCnt="0"/>
      <dgm:spPr/>
    </dgm:pt>
    <dgm:pt modelId="{5EBBDA7F-FDE5-45AF-A4B3-3F6E6F7E515B}" type="pres">
      <dgm:prSet presAssocID="{E0AB4383-B8EE-4476-A7B1-7EDEA8350A90}" presName="hierChild5" presStyleCnt="0"/>
      <dgm:spPr/>
    </dgm:pt>
    <dgm:pt modelId="{81BC8EF0-991F-426D-B56F-47699A6F622C}" type="pres">
      <dgm:prSet presAssocID="{2F8886DB-7611-4BD2-A5C1-5D2D5F85D451}" presName="Name37" presStyleLbl="parChTrans1D4" presStyleIdx="1" presStyleCnt="8"/>
      <dgm:spPr/>
    </dgm:pt>
    <dgm:pt modelId="{F4D7D367-E994-473B-89C4-E214A3CBDFCA}" type="pres">
      <dgm:prSet presAssocID="{755F430A-873E-4998-95D5-C13DD7772D8D}" presName="hierRoot2" presStyleCnt="0">
        <dgm:presLayoutVars>
          <dgm:hierBranch val="init"/>
        </dgm:presLayoutVars>
      </dgm:prSet>
      <dgm:spPr/>
    </dgm:pt>
    <dgm:pt modelId="{8B42803A-DDDA-48E6-9B01-12F72A884450}" type="pres">
      <dgm:prSet presAssocID="{755F430A-873E-4998-95D5-C13DD7772D8D}" presName="rootComposite" presStyleCnt="0"/>
      <dgm:spPr/>
    </dgm:pt>
    <dgm:pt modelId="{613CD08F-4854-4BA6-8363-77D8877C96CB}" type="pres">
      <dgm:prSet presAssocID="{755F430A-873E-4998-95D5-C13DD7772D8D}" presName="rootText" presStyleLbl="node4" presStyleIdx="1" presStyleCnt="8" custScaleX="238864" custLinFactNeighborX="54959" custLinFactNeighborY="-2635">
        <dgm:presLayoutVars>
          <dgm:chPref val="3"/>
        </dgm:presLayoutVars>
      </dgm:prSet>
      <dgm:spPr>
        <a:prstGeom prst="roundRect">
          <a:avLst/>
        </a:prstGeom>
      </dgm:spPr>
    </dgm:pt>
    <dgm:pt modelId="{9EA4D17F-1272-4208-8E03-94A5E981B261}" type="pres">
      <dgm:prSet presAssocID="{755F430A-873E-4998-95D5-C13DD7772D8D}" presName="rootConnector" presStyleLbl="node4" presStyleIdx="1" presStyleCnt="8"/>
      <dgm:spPr/>
    </dgm:pt>
    <dgm:pt modelId="{D28026C7-8516-4ADA-8059-24F626358D1E}" type="pres">
      <dgm:prSet presAssocID="{755F430A-873E-4998-95D5-C13DD7772D8D}" presName="hierChild4" presStyleCnt="0"/>
      <dgm:spPr/>
    </dgm:pt>
    <dgm:pt modelId="{A1493FD8-681D-44B3-8B2E-67B6D9C2746C}" type="pres">
      <dgm:prSet presAssocID="{755F430A-873E-4998-95D5-C13DD7772D8D}" presName="hierChild5" presStyleCnt="0"/>
      <dgm:spPr/>
    </dgm:pt>
    <dgm:pt modelId="{6AE79206-49C6-4DC6-AAF9-80D21876574A}" type="pres">
      <dgm:prSet presAssocID="{15AE4EC4-8716-4EB2-8F0A-140A93B079A4}" presName="Name37" presStyleLbl="parChTrans1D4" presStyleIdx="2" presStyleCnt="8"/>
      <dgm:spPr/>
    </dgm:pt>
    <dgm:pt modelId="{7D055523-4949-4AE6-B25A-31892F6B4E54}" type="pres">
      <dgm:prSet presAssocID="{7342AE9A-8259-42B5-9A79-ACFB00724961}" presName="hierRoot2" presStyleCnt="0">
        <dgm:presLayoutVars>
          <dgm:hierBranch val="init"/>
        </dgm:presLayoutVars>
      </dgm:prSet>
      <dgm:spPr/>
    </dgm:pt>
    <dgm:pt modelId="{0D75EB78-5A17-4C0A-AB45-40C30A35262C}" type="pres">
      <dgm:prSet presAssocID="{7342AE9A-8259-42B5-9A79-ACFB00724961}" presName="rootComposite" presStyleCnt="0"/>
      <dgm:spPr/>
    </dgm:pt>
    <dgm:pt modelId="{0E8985F7-2ADB-4FC1-8400-D42CAA3AFDE2}" type="pres">
      <dgm:prSet presAssocID="{7342AE9A-8259-42B5-9A79-ACFB00724961}" presName="rootText" presStyleLbl="node4" presStyleIdx="2" presStyleCnt="8" custScaleX="238864" custLinFactNeighborX="54959" custLinFactNeighborY="-2635">
        <dgm:presLayoutVars>
          <dgm:chPref val="3"/>
        </dgm:presLayoutVars>
      </dgm:prSet>
      <dgm:spPr>
        <a:prstGeom prst="roundRect">
          <a:avLst/>
        </a:prstGeom>
      </dgm:spPr>
    </dgm:pt>
    <dgm:pt modelId="{67B50C2B-60C7-4EF6-9D9C-AB2D390B9A53}" type="pres">
      <dgm:prSet presAssocID="{7342AE9A-8259-42B5-9A79-ACFB00724961}" presName="rootConnector" presStyleLbl="node4" presStyleIdx="2" presStyleCnt="8"/>
      <dgm:spPr/>
    </dgm:pt>
    <dgm:pt modelId="{AA13B272-FAD4-417A-8E16-725528D2DEF3}" type="pres">
      <dgm:prSet presAssocID="{7342AE9A-8259-42B5-9A79-ACFB00724961}" presName="hierChild4" presStyleCnt="0"/>
      <dgm:spPr/>
    </dgm:pt>
    <dgm:pt modelId="{D9370764-8BD6-4149-A0F8-AE7F9BF5A6E6}" type="pres">
      <dgm:prSet presAssocID="{7342AE9A-8259-42B5-9A79-ACFB00724961}" presName="hierChild5" presStyleCnt="0"/>
      <dgm:spPr/>
    </dgm:pt>
    <dgm:pt modelId="{874EC93E-3BC9-4FE1-9B52-4FA3F79C9B8A}" type="pres">
      <dgm:prSet presAssocID="{C2119A30-74A4-4491-90EC-EF3F880C1D70}" presName="Name37" presStyleLbl="parChTrans1D4" presStyleIdx="3" presStyleCnt="8"/>
      <dgm:spPr/>
    </dgm:pt>
    <dgm:pt modelId="{746EF1C3-EADC-4141-AE95-F4B34902AA28}" type="pres">
      <dgm:prSet presAssocID="{934B55ED-99F8-497B-9804-CE1194112B98}" presName="hierRoot2" presStyleCnt="0">
        <dgm:presLayoutVars>
          <dgm:hierBranch val="init"/>
        </dgm:presLayoutVars>
      </dgm:prSet>
      <dgm:spPr/>
    </dgm:pt>
    <dgm:pt modelId="{CBEC6329-CF21-49D4-AF5B-9BBDC6594F23}" type="pres">
      <dgm:prSet presAssocID="{934B55ED-99F8-497B-9804-CE1194112B98}" presName="rootComposite" presStyleCnt="0"/>
      <dgm:spPr/>
    </dgm:pt>
    <dgm:pt modelId="{4DC9E194-DD7E-4EDB-818F-CC6215675530}" type="pres">
      <dgm:prSet presAssocID="{934B55ED-99F8-497B-9804-CE1194112B98}" presName="rootText" presStyleLbl="node4" presStyleIdx="3" presStyleCnt="8" custScaleX="238864" custLinFactNeighborX="54959" custLinFactNeighborY="-6059">
        <dgm:presLayoutVars>
          <dgm:chPref val="3"/>
        </dgm:presLayoutVars>
      </dgm:prSet>
      <dgm:spPr>
        <a:prstGeom prst="roundRect">
          <a:avLst/>
        </a:prstGeom>
      </dgm:spPr>
    </dgm:pt>
    <dgm:pt modelId="{D6D6F62C-7574-44E1-A28E-322E0AE8266A}" type="pres">
      <dgm:prSet presAssocID="{934B55ED-99F8-497B-9804-CE1194112B98}" presName="rootConnector" presStyleLbl="node4" presStyleIdx="3" presStyleCnt="8"/>
      <dgm:spPr/>
    </dgm:pt>
    <dgm:pt modelId="{924F61AF-68F6-41EC-8696-53774D445611}" type="pres">
      <dgm:prSet presAssocID="{934B55ED-99F8-497B-9804-CE1194112B98}" presName="hierChild4" presStyleCnt="0"/>
      <dgm:spPr/>
    </dgm:pt>
    <dgm:pt modelId="{A50E5BDB-CE11-4BB2-8047-887FBFBCF3A3}" type="pres">
      <dgm:prSet presAssocID="{934B55ED-99F8-497B-9804-CE1194112B98}" presName="hierChild5" presStyleCnt="0"/>
      <dgm:spPr/>
    </dgm:pt>
    <dgm:pt modelId="{3FC7E91F-4DE5-46A5-A65B-AAA5E6E6A1FB}" type="pres">
      <dgm:prSet presAssocID="{4BC36410-2FBD-418F-8A84-603DFA8829AE}" presName="hierChild5" presStyleCnt="0"/>
      <dgm:spPr/>
    </dgm:pt>
    <dgm:pt modelId="{CF887801-A0EC-41C3-9EB7-20356AB2E1F1}" type="pres">
      <dgm:prSet presAssocID="{084EA8E3-A2B9-4B8C-8E95-23F8BF971D4C}" presName="Name37" presStyleLbl="parChTrans1D3" presStyleIdx="1" presStyleCnt="2"/>
      <dgm:spPr/>
    </dgm:pt>
    <dgm:pt modelId="{BF393517-3A11-471D-A5CA-FB623A55ADA6}" type="pres">
      <dgm:prSet presAssocID="{B920EB7C-F1D5-4C45-95E0-764BB00725CA}" presName="hierRoot2" presStyleCnt="0">
        <dgm:presLayoutVars>
          <dgm:hierBranch val="init"/>
        </dgm:presLayoutVars>
      </dgm:prSet>
      <dgm:spPr/>
    </dgm:pt>
    <dgm:pt modelId="{3D4D8870-1D56-49AA-AD11-7E94911BB190}" type="pres">
      <dgm:prSet presAssocID="{B920EB7C-F1D5-4C45-95E0-764BB00725CA}" presName="rootComposite" presStyleCnt="0"/>
      <dgm:spPr/>
    </dgm:pt>
    <dgm:pt modelId="{E9F94572-B68B-4AAA-BCC6-77B997C15CBC}" type="pres">
      <dgm:prSet presAssocID="{B920EB7C-F1D5-4C45-95E0-764BB00725CA}" presName="rootText" presStyleLbl="node3" presStyleIdx="1" presStyleCnt="2" custScaleX="238864" custLinFactX="7455" custLinFactNeighborX="100000" custLinFactNeighborY="-2173">
        <dgm:presLayoutVars>
          <dgm:chPref val="3"/>
        </dgm:presLayoutVars>
      </dgm:prSet>
      <dgm:spPr>
        <a:prstGeom prst="roundRect">
          <a:avLst/>
        </a:prstGeom>
      </dgm:spPr>
    </dgm:pt>
    <dgm:pt modelId="{8FF160B2-45FB-4DAE-830E-B42BA8C75D1A}" type="pres">
      <dgm:prSet presAssocID="{B920EB7C-F1D5-4C45-95E0-764BB00725CA}" presName="rootConnector" presStyleLbl="node3" presStyleIdx="1" presStyleCnt="2"/>
      <dgm:spPr/>
    </dgm:pt>
    <dgm:pt modelId="{9BF66E0A-452D-4E7C-91EE-A2AD6B6A99D7}" type="pres">
      <dgm:prSet presAssocID="{B920EB7C-F1D5-4C45-95E0-764BB00725CA}" presName="hierChild4" presStyleCnt="0"/>
      <dgm:spPr/>
    </dgm:pt>
    <dgm:pt modelId="{88F743FC-D392-449B-9F38-56AE30B6CD18}" type="pres">
      <dgm:prSet presAssocID="{6FF7948D-1290-48F9-9470-00BCBCD94C3D}" presName="Name37" presStyleLbl="parChTrans1D4" presStyleIdx="4" presStyleCnt="8"/>
      <dgm:spPr/>
    </dgm:pt>
    <dgm:pt modelId="{1156801E-2AE7-4F25-A363-DD379114B148}" type="pres">
      <dgm:prSet presAssocID="{78A6C700-3AC4-4A27-A4DF-AD155427F28D}" presName="hierRoot2" presStyleCnt="0">
        <dgm:presLayoutVars>
          <dgm:hierBranch val="init"/>
        </dgm:presLayoutVars>
      </dgm:prSet>
      <dgm:spPr/>
    </dgm:pt>
    <dgm:pt modelId="{D8635BD2-129F-41A1-A789-B3FCD4E96994}" type="pres">
      <dgm:prSet presAssocID="{78A6C700-3AC4-4A27-A4DF-AD155427F28D}" presName="rootComposite" presStyleCnt="0"/>
      <dgm:spPr/>
    </dgm:pt>
    <dgm:pt modelId="{4743E799-8BCC-480E-A894-FC664BCCD31D}" type="pres">
      <dgm:prSet presAssocID="{78A6C700-3AC4-4A27-A4DF-AD155427F28D}" presName="rootText" presStyleLbl="node4" presStyleIdx="4" presStyleCnt="8" custScaleX="239131" custLinFactNeighborX="88735" custLinFactNeighborY="1710">
        <dgm:presLayoutVars>
          <dgm:chPref val="3"/>
        </dgm:presLayoutVars>
      </dgm:prSet>
      <dgm:spPr>
        <a:prstGeom prst="roundRect">
          <a:avLst/>
        </a:prstGeom>
      </dgm:spPr>
    </dgm:pt>
    <dgm:pt modelId="{4E2776F4-B757-4E03-A644-F48716FCAE16}" type="pres">
      <dgm:prSet presAssocID="{78A6C700-3AC4-4A27-A4DF-AD155427F28D}" presName="rootConnector" presStyleLbl="node4" presStyleIdx="4" presStyleCnt="8"/>
      <dgm:spPr/>
    </dgm:pt>
    <dgm:pt modelId="{A5BC3C47-6455-47ED-B5D2-A48F2E41AA1F}" type="pres">
      <dgm:prSet presAssocID="{78A6C700-3AC4-4A27-A4DF-AD155427F28D}" presName="hierChild4" presStyleCnt="0"/>
      <dgm:spPr/>
    </dgm:pt>
    <dgm:pt modelId="{6EDE4CFA-E03E-447E-A190-871C8E5708EB}" type="pres">
      <dgm:prSet presAssocID="{78A6C700-3AC4-4A27-A4DF-AD155427F28D}" presName="hierChild5" presStyleCnt="0"/>
      <dgm:spPr/>
    </dgm:pt>
    <dgm:pt modelId="{D1FE19EB-7DAD-4D57-B3F8-3A8AB75DC38D}" type="pres">
      <dgm:prSet presAssocID="{6EC64B88-2FA5-4BD6-8026-6489AEE4734C}" presName="Name37" presStyleLbl="parChTrans1D4" presStyleIdx="5" presStyleCnt="8"/>
      <dgm:spPr/>
    </dgm:pt>
    <dgm:pt modelId="{B9772A30-A62A-42A9-9229-98B44EE83FAF}" type="pres">
      <dgm:prSet presAssocID="{5816594B-261C-4A49-8523-060A1905D4EC}" presName="hierRoot2" presStyleCnt="0">
        <dgm:presLayoutVars>
          <dgm:hierBranch val="init"/>
        </dgm:presLayoutVars>
      </dgm:prSet>
      <dgm:spPr/>
    </dgm:pt>
    <dgm:pt modelId="{9CEBCD62-77F8-419C-A71C-78D2485494BF}" type="pres">
      <dgm:prSet presAssocID="{5816594B-261C-4A49-8523-060A1905D4EC}" presName="rootComposite" presStyleCnt="0"/>
      <dgm:spPr/>
    </dgm:pt>
    <dgm:pt modelId="{F079ED80-F3A2-49D0-87E8-2A7D7406D08A}" type="pres">
      <dgm:prSet presAssocID="{5816594B-261C-4A49-8523-060A1905D4EC}" presName="rootText" presStyleLbl="node4" presStyleIdx="5" presStyleCnt="8" custScaleX="235686" custLinFactNeighborX="92401" custLinFactNeighborY="1710">
        <dgm:presLayoutVars>
          <dgm:chPref val="3"/>
        </dgm:presLayoutVars>
      </dgm:prSet>
      <dgm:spPr>
        <a:prstGeom prst="roundRect">
          <a:avLst/>
        </a:prstGeom>
      </dgm:spPr>
    </dgm:pt>
    <dgm:pt modelId="{9F9CB686-1B99-423B-B12E-87DBD9B876C2}" type="pres">
      <dgm:prSet presAssocID="{5816594B-261C-4A49-8523-060A1905D4EC}" presName="rootConnector" presStyleLbl="node4" presStyleIdx="5" presStyleCnt="8"/>
      <dgm:spPr/>
    </dgm:pt>
    <dgm:pt modelId="{464E2CBE-BECC-40AC-B34E-68056BA82476}" type="pres">
      <dgm:prSet presAssocID="{5816594B-261C-4A49-8523-060A1905D4EC}" presName="hierChild4" presStyleCnt="0"/>
      <dgm:spPr/>
    </dgm:pt>
    <dgm:pt modelId="{76BA5BF1-0910-49ED-9AE8-1ABDFD18CC71}" type="pres">
      <dgm:prSet presAssocID="{5816594B-261C-4A49-8523-060A1905D4EC}" presName="hierChild5" presStyleCnt="0"/>
      <dgm:spPr/>
    </dgm:pt>
    <dgm:pt modelId="{418537D0-C651-4AF6-81CD-AEAA2023FDEE}" type="pres">
      <dgm:prSet presAssocID="{E2763337-E7E9-4721-8ACD-8B5C784DB729}" presName="Name37" presStyleLbl="parChTrans1D4" presStyleIdx="6" presStyleCnt="8"/>
      <dgm:spPr/>
    </dgm:pt>
    <dgm:pt modelId="{03F35F0E-B4DC-4CC2-B403-2CB49D51FDB1}" type="pres">
      <dgm:prSet presAssocID="{4B5D4F48-83A5-4A46-9A3F-B08381E517D0}" presName="hierRoot2" presStyleCnt="0">
        <dgm:presLayoutVars>
          <dgm:hierBranch val="init"/>
        </dgm:presLayoutVars>
      </dgm:prSet>
      <dgm:spPr/>
    </dgm:pt>
    <dgm:pt modelId="{F965407E-341E-443D-8752-DD95505526FF}" type="pres">
      <dgm:prSet presAssocID="{4B5D4F48-83A5-4A46-9A3F-B08381E517D0}" presName="rootComposite" presStyleCnt="0"/>
      <dgm:spPr/>
    </dgm:pt>
    <dgm:pt modelId="{98506445-EEA2-4AC3-B25A-079CF1FACA5B}" type="pres">
      <dgm:prSet presAssocID="{4B5D4F48-83A5-4A46-9A3F-B08381E517D0}" presName="rootText" presStyleLbl="node4" presStyleIdx="6" presStyleCnt="8" custScaleX="239131" custLinFactNeighborX="88735" custLinFactNeighborY="1710">
        <dgm:presLayoutVars>
          <dgm:chPref val="3"/>
        </dgm:presLayoutVars>
      </dgm:prSet>
      <dgm:spPr>
        <a:prstGeom prst="roundRect">
          <a:avLst/>
        </a:prstGeom>
      </dgm:spPr>
    </dgm:pt>
    <dgm:pt modelId="{DA295E20-6662-4986-A759-F151D6D99EC1}" type="pres">
      <dgm:prSet presAssocID="{4B5D4F48-83A5-4A46-9A3F-B08381E517D0}" presName="rootConnector" presStyleLbl="node4" presStyleIdx="6" presStyleCnt="8"/>
      <dgm:spPr/>
    </dgm:pt>
    <dgm:pt modelId="{65DF2ABB-7F8E-427C-A435-BE2064276B40}" type="pres">
      <dgm:prSet presAssocID="{4B5D4F48-83A5-4A46-9A3F-B08381E517D0}" presName="hierChild4" presStyleCnt="0"/>
      <dgm:spPr/>
    </dgm:pt>
    <dgm:pt modelId="{648EBA63-88F6-4D26-9CC9-1D33BAFC3F3D}" type="pres">
      <dgm:prSet presAssocID="{4B5D4F48-83A5-4A46-9A3F-B08381E517D0}" presName="hierChild5" presStyleCnt="0"/>
      <dgm:spPr/>
    </dgm:pt>
    <dgm:pt modelId="{2718D2E1-8F28-45D4-8DC0-03054A43FBF6}" type="pres">
      <dgm:prSet presAssocID="{77A177B2-71EA-4A71-926B-FB95AD656332}" presName="Name37" presStyleLbl="parChTrans1D4" presStyleIdx="7" presStyleCnt="8"/>
      <dgm:spPr/>
    </dgm:pt>
    <dgm:pt modelId="{26DE3DB6-579B-4D82-97D7-A1D6012F2BBC}" type="pres">
      <dgm:prSet presAssocID="{2D2C2AB5-7886-4CB5-85AF-4365B4CEB979}" presName="hierRoot2" presStyleCnt="0">
        <dgm:presLayoutVars>
          <dgm:hierBranch val="init"/>
        </dgm:presLayoutVars>
      </dgm:prSet>
      <dgm:spPr/>
    </dgm:pt>
    <dgm:pt modelId="{F6C9203D-8074-48E5-B703-4547533CBDC5}" type="pres">
      <dgm:prSet presAssocID="{2D2C2AB5-7886-4CB5-85AF-4365B4CEB979}" presName="rootComposite" presStyleCnt="0"/>
      <dgm:spPr/>
    </dgm:pt>
    <dgm:pt modelId="{B5D408CE-B637-4551-8826-02F18BB5920F}" type="pres">
      <dgm:prSet presAssocID="{2D2C2AB5-7886-4CB5-85AF-4365B4CEB979}" presName="rootText" presStyleLbl="node4" presStyleIdx="7" presStyleCnt="8" custScaleX="239131" custLinFactNeighborX="88735" custLinFactNeighborY="-1714">
        <dgm:presLayoutVars>
          <dgm:chPref val="3"/>
        </dgm:presLayoutVars>
      </dgm:prSet>
      <dgm:spPr>
        <a:prstGeom prst="roundRect">
          <a:avLst/>
        </a:prstGeom>
      </dgm:spPr>
    </dgm:pt>
    <dgm:pt modelId="{41FA3D7B-1889-4551-B1DF-BDCDF1EB80BA}" type="pres">
      <dgm:prSet presAssocID="{2D2C2AB5-7886-4CB5-85AF-4365B4CEB979}" presName="rootConnector" presStyleLbl="node4" presStyleIdx="7" presStyleCnt="8"/>
      <dgm:spPr/>
    </dgm:pt>
    <dgm:pt modelId="{469B1314-1058-456E-8C2E-C1BAB8645401}" type="pres">
      <dgm:prSet presAssocID="{2D2C2AB5-7886-4CB5-85AF-4365B4CEB979}" presName="hierChild4" presStyleCnt="0"/>
      <dgm:spPr/>
    </dgm:pt>
    <dgm:pt modelId="{42402A31-FB95-4FA4-8EA5-F029FD27C97B}" type="pres">
      <dgm:prSet presAssocID="{2D2C2AB5-7886-4CB5-85AF-4365B4CEB979}" presName="hierChild5" presStyleCnt="0"/>
      <dgm:spPr/>
    </dgm:pt>
    <dgm:pt modelId="{B4908A0B-A5ED-418C-A204-466D6F965A04}" type="pres">
      <dgm:prSet presAssocID="{B920EB7C-F1D5-4C45-95E0-764BB00725CA}" presName="hierChild5" presStyleCnt="0"/>
      <dgm:spPr/>
    </dgm:pt>
    <dgm:pt modelId="{509FDD80-E900-4754-8A0A-9C5497985340}" type="pres">
      <dgm:prSet presAssocID="{FAFD56E0-02A0-4DC5-9E82-CD08D2557518}" presName="hierChild5" presStyleCnt="0"/>
      <dgm:spPr/>
    </dgm:pt>
    <dgm:pt modelId="{A6FD189C-7523-4649-847E-A4139AAB3855}" type="pres">
      <dgm:prSet presAssocID="{8D9E7EB6-7474-4CB6-AD12-358600F7AD35}" presName="hierChild3" presStyleCnt="0"/>
      <dgm:spPr/>
    </dgm:pt>
  </dgm:ptLst>
  <dgm:cxnLst>
    <dgm:cxn modelId="{6C545900-C097-4177-9929-9DAD447FFA7D}" type="presOf" srcId="{8D9E7EB6-7474-4CB6-AD12-358600F7AD35}" destId="{B750CB3E-7004-46DD-9811-D767270BA1B2}" srcOrd="0" destOrd="0" presId="urn:microsoft.com/office/officeart/2005/8/layout/orgChart1"/>
    <dgm:cxn modelId="{1005E403-0FBB-4BA0-B1C0-7A6F92CA1527}" type="presOf" srcId="{5816594B-261C-4A49-8523-060A1905D4EC}" destId="{F079ED80-F3A2-49D0-87E8-2A7D7406D08A}" srcOrd="0" destOrd="0" presId="urn:microsoft.com/office/officeart/2005/8/layout/orgChart1"/>
    <dgm:cxn modelId="{E65E5108-173C-4F24-8BFB-72199F508251}" type="presOf" srcId="{934B55ED-99F8-497B-9804-CE1194112B98}" destId="{4DC9E194-DD7E-4EDB-818F-CC6215675530}" srcOrd="0" destOrd="0" presId="urn:microsoft.com/office/officeart/2005/8/layout/orgChart1"/>
    <dgm:cxn modelId="{EAB39B08-9AB4-4860-A3A4-659F07CB2055}" type="presOf" srcId="{7342AE9A-8259-42B5-9A79-ACFB00724961}" destId="{67B50C2B-60C7-4EF6-9D9C-AB2D390B9A53}" srcOrd="1" destOrd="0" presId="urn:microsoft.com/office/officeart/2005/8/layout/orgChart1"/>
    <dgm:cxn modelId="{70660610-6AEF-43EF-9DE2-8ADD8AB4FF39}" type="presOf" srcId="{6EC64B88-2FA5-4BD6-8026-6489AEE4734C}" destId="{D1FE19EB-7DAD-4D57-B3F8-3A8AB75DC38D}" srcOrd="0" destOrd="0" presId="urn:microsoft.com/office/officeart/2005/8/layout/orgChart1"/>
    <dgm:cxn modelId="{DF3B3A10-942C-406E-960D-427F6C3110E0}" srcId="{4BC36410-2FBD-418F-8A84-603DFA8829AE}" destId="{7342AE9A-8259-42B5-9A79-ACFB00724961}" srcOrd="2" destOrd="0" parTransId="{15AE4EC4-8716-4EB2-8F0A-140A93B079A4}" sibTransId="{86154C9B-1724-4056-9ADA-76E7F046C76E}"/>
    <dgm:cxn modelId="{EFAC7310-4C71-4B7F-91D0-875FE2543E27}" type="presOf" srcId="{4B5D4F48-83A5-4A46-9A3F-B08381E517D0}" destId="{98506445-EEA2-4AC3-B25A-079CF1FACA5B}" srcOrd="0" destOrd="0" presId="urn:microsoft.com/office/officeart/2005/8/layout/orgChart1"/>
    <dgm:cxn modelId="{CDAA0711-0187-485E-9C33-180AF0DBB509}" srcId="{FAFD56E0-02A0-4DC5-9E82-CD08D2557518}" destId="{4BC36410-2FBD-418F-8A84-603DFA8829AE}" srcOrd="0" destOrd="0" parTransId="{7781CDB2-46A1-427A-AB2E-EFE03F741F03}" sibTransId="{5D54A627-757D-431C-95B9-B61AC426A06C}"/>
    <dgm:cxn modelId="{AE55F41D-8F4E-468A-A0E7-05E12BEEC996}" srcId="{B920EB7C-F1D5-4C45-95E0-764BB00725CA}" destId="{5816594B-261C-4A49-8523-060A1905D4EC}" srcOrd="1" destOrd="0" parTransId="{6EC64B88-2FA5-4BD6-8026-6489AEE4734C}" sibTransId="{5EB73742-3C86-46F5-9D76-087322FB0608}"/>
    <dgm:cxn modelId="{3DE4711E-C051-4265-A5AF-DDB56C3E9D60}" srcId="{C10221CF-8282-4BD9-BAA6-15960E9C4446}" destId="{8D9E7EB6-7474-4CB6-AD12-358600F7AD35}" srcOrd="0" destOrd="0" parTransId="{E0A25709-8FA7-40DC-9E44-C18FC217E4B8}" sibTransId="{A65875A6-66E8-4C39-AD6E-7F274356FD28}"/>
    <dgm:cxn modelId="{0A904C22-BA6E-4CDE-A197-0699F81DF14D}" type="presOf" srcId="{755F430A-873E-4998-95D5-C13DD7772D8D}" destId="{9EA4D17F-1272-4208-8E03-94A5E981B261}" srcOrd="1" destOrd="0" presId="urn:microsoft.com/office/officeart/2005/8/layout/orgChart1"/>
    <dgm:cxn modelId="{8E793324-27EC-43A5-9140-C5501010698E}" type="presOf" srcId="{2D2C2AB5-7886-4CB5-85AF-4365B4CEB979}" destId="{41FA3D7B-1889-4551-B1DF-BDCDF1EB80BA}" srcOrd="1" destOrd="0" presId="urn:microsoft.com/office/officeart/2005/8/layout/orgChart1"/>
    <dgm:cxn modelId="{786BD325-2615-4D22-BA33-C77EC06C6518}" type="presOf" srcId="{4B5D4F48-83A5-4A46-9A3F-B08381E517D0}" destId="{DA295E20-6662-4986-A759-F151D6D99EC1}" srcOrd="1" destOrd="0" presId="urn:microsoft.com/office/officeart/2005/8/layout/orgChart1"/>
    <dgm:cxn modelId="{859DAE26-82A0-4454-8035-0BBFDC0052C6}" type="presOf" srcId="{78A6C700-3AC4-4A27-A4DF-AD155427F28D}" destId="{4E2776F4-B757-4E03-A644-F48716FCAE16}" srcOrd="1" destOrd="0" presId="urn:microsoft.com/office/officeart/2005/8/layout/orgChart1"/>
    <dgm:cxn modelId="{BDDC7B28-00EC-40F5-8CE7-0B8508197F18}" type="presOf" srcId="{934B55ED-99F8-497B-9804-CE1194112B98}" destId="{D6D6F62C-7574-44E1-A28E-322E0AE8266A}" srcOrd="1" destOrd="0" presId="urn:microsoft.com/office/officeart/2005/8/layout/orgChart1"/>
    <dgm:cxn modelId="{A6694D29-B610-4D03-891D-553773181E75}" type="presOf" srcId="{5816594B-261C-4A49-8523-060A1905D4EC}" destId="{9F9CB686-1B99-423B-B12E-87DBD9B876C2}" srcOrd="1" destOrd="0" presId="urn:microsoft.com/office/officeart/2005/8/layout/orgChart1"/>
    <dgm:cxn modelId="{B520AB2A-D46B-4244-AE12-CF7740B2628A}" type="presOf" srcId="{E2763337-E7E9-4721-8ACD-8B5C784DB729}" destId="{418537D0-C651-4AF6-81CD-AEAA2023FDEE}" srcOrd="0" destOrd="0" presId="urn:microsoft.com/office/officeart/2005/8/layout/orgChart1"/>
    <dgm:cxn modelId="{21157738-BF3B-4DD7-BD25-C5EDA4091EF9}" srcId="{4BC36410-2FBD-418F-8A84-603DFA8829AE}" destId="{E0AB4383-B8EE-4476-A7B1-7EDEA8350A90}" srcOrd="0" destOrd="0" parTransId="{83B3A940-971C-4C17-8430-A21CDC78B37A}" sibTransId="{DF0B7A07-2859-45FA-863F-861A765B48D7}"/>
    <dgm:cxn modelId="{EB3D3245-05CD-4BF7-963C-91B583C3E860}" type="presOf" srcId="{4BC36410-2FBD-418F-8A84-603DFA8829AE}" destId="{2795F94F-1A6A-4FDF-89BC-BCE198C358A0}" srcOrd="0" destOrd="0" presId="urn:microsoft.com/office/officeart/2005/8/layout/orgChart1"/>
    <dgm:cxn modelId="{D2BC0F46-1A2A-41CC-8B70-AA592DE79974}" srcId="{B920EB7C-F1D5-4C45-95E0-764BB00725CA}" destId="{4B5D4F48-83A5-4A46-9A3F-B08381E517D0}" srcOrd="2" destOrd="0" parTransId="{E2763337-E7E9-4721-8ACD-8B5C784DB729}" sibTransId="{94C05DF4-F4B1-4F5F-9534-3DA01755B518}"/>
    <dgm:cxn modelId="{D52BDD68-97D5-498A-9E49-C6789093D308}" type="presOf" srcId="{B920EB7C-F1D5-4C45-95E0-764BB00725CA}" destId="{E9F94572-B68B-4AAA-BCC6-77B997C15CBC}" srcOrd="0" destOrd="0" presId="urn:microsoft.com/office/officeart/2005/8/layout/orgChart1"/>
    <dgm:cxn modelId="{ABD4236E-41DC-4890-B778-F7571D98C035}" type="presOf" srcId="{78A6C700-3AC4-4A27-A4DF-AD155427F28D}" destId="{4743E799-8BCC-480E-A894-FC664BCCD31D}" srcOrd="0" destOrd="0" presId="urn:microsoft.com/office/officeart/2005/8/layout/orgChart1"/>
    <dgm:cxn modelId="{AA3CD152-F91D-47C7-A81F-0C446C3B1106}" srcId="{FAFD56E0-02A0-4DC5-9E82-CD08D2557518}" destId="{B920EB7C-F1D5-4C45-95E0-764BB00725CA}" srcOrd="1" destOrd="0" parTransId="{084EA8E3-A2B9-4B8C-8E95-23F8BF971D4C}" sibTransId="{6D5EF481-CDC7-49F4-9323-FB76A6D81B07}"/>
    <dgm:cxn modelId="{A8675874-8987-4EDA-B571-2BAA4BB7A9F6}" type="presOf" srcId="{E0AB4383-B8EE-4476-A7B1-7EDEA8350A90}" destId="{E3178EB8-14F1-4ACE-8E53-EA8B889DEB42}" srcOrd="0" destOrd="0" presId="urn:microsoft.com/office/officeart/2005/8/layout/orgChart1"/>
    <dgm:cxn modelId="{D5A4117D-D684-424F-8238-57560C342C59}" type="presOf" srcId="{FAFD56E0-02A0-4DC5-9E82-CD08D2557518}" destId="{DA4B23B7-E91C-4B83-AE7C-0656468F7097}" srcOrd="0" destOrd="0" presId="urn:microsoft.com/office/officeart/2005/8/layout/orgChart1"/>
    <dgm:cxn modelId="{97497980-B9A5-4B2A-9024-595865C9ACD3}" srcId="{8D9E7EB6-7474-4CB6-AD12-358600F7AD35}" destId="{009CF52A-6817-488D-B1F0-ECD09E0049EF}" srcOrd="0" destOrd="0" parTransId="{8496D57F-BFC0-4B04-A964-F94177E4A369}" sibTransId="{F27B884E-7EE1-4323-96E0-6B4438F29F6A}"/>
    <dgm:cxn modelId="{AB8C8C82-6415-40D1-8F84-31DF263563A7}" type="presOf" srcId="{77A177B2-71EA-4A71-926B-FB95AD656332}" destId="{2718D2E1-8F28-45D4-8DC0-03054A43FBF6}" srcOrd="0" destOrd="0" presId="urn:microsoft.com/office/officeart/2005/8/layout/orgChart1"/>
    <dgm:cxn modelId="{B807CB86-08B0-4275-A3C5-D34C17A514B0}" type="presOf" srcId="{009CF52A-6817-488D-B1F0-ECD09E0049EF}" destId="{6F2B11A1-47EB-45E9-9D19-C584E4A4B1F9}" srcOrd="0" destOrd="0" presId="urn:microsoft.com/office/officeart/2005/8/layout/orgChart1"/>
    <dgm:cxn modelId="{F8C7EF89-5AA3-45DA-9D9F-85A739F2610E}" type="presOf" srcId="{755F430A-873E-4998-95D5-C13DD7772D8D}" destId="{613CD08F-4854-4BA6-8363-77D8877C96CB}" srcOrd="0" destOrd="0" presId="urn:microsoft.com/office/officeart/2005/8/layout/orgChart1"/>
    <dgm:cxn modelId="{912DE78A-69FD-462C-A6D0-2D25575F8E9A}" type="presOf" srcId="{2D2C2AB5-7886-4CB5-85AF-4365B4CEB979}" destId="{B5D408CE-B637-4551-8826-02F18BB5920F}" srcOrd="0" destOrd="0" presId="urn:microsoft.com/office/officeart/2005/8/layout/orgChart1"/>
    <dgm:cxn modelId="{78C8C78D-1423-4661-B3AD-DA534670FF76}" type="presOf" srcId="{E0AB4383-B8EE-4476-A7B1-7EDEA8350A90}" destId="{29B6CAE4-D730-4CF5-9ECC-09F8B8EF9BFE}" srcOrd="1" destOrd="0" presId="urn:microsoft.com/office/officeart/2005/8/layout/orgChart1"/>
    <dgm:cxn modelId="{8447978F-56E4-4B69-94E9-5FDBFDACB4CE}" srcId="{4BC36410-2FBD-418F-8A84-603DFA8829AE}" destId="{755F430A-873E-4998-95D5-C13DD7772D8D}" srcOrd="1" destOrd="0" parTransId="{2F8886DB-7611-4BD2-A5C1-5D2D5F85D451}" sibTransId="{8153165D-2846-43AF-B456-2AC5489C7C84}"/>
    <dgm:cxn modelId="{7B2FDB91-85A8-4D90-9D4F-ACE1AF71619C}" type="presOf" srcId="{6FF7948D-1290-48F9-9470-00BCBCD94C3D}" destId="{88F743FC-D392-449B-9F38-56AE30B6CD18}" srcOrd="0" destOrd="0" presId="urn:microsoft.com/office/officeart/2005/8/layout/orgChart1"/>
    <dgm:cxn modelId="{53360D93-3A51-405B-9C64-07CD087898C4}" type="presOf" srcId="{C46EE21A-71BE-4840-9183-0F1B05FB1B56}" destId="{63286E12-865E-4AED-98FE-A6961726AF9F}" srcOrd="0" destOrd="0" presId="urn:microsoft.com/office/officeart/2005/8/layout/orgChart1"/>
    <dgm:cxn modelId="{A8E52A94-0A13-4FE3-873B-5061F14366BD}" type="presOf" srcId="{B920EB7C-F1D5-4C45-95E0-764BB00725CA}" destId="{8FF160B2-45FB-4DAE-830E-B42BA8C75D1A}" srcOrd="1" destOrd="0" presId="urn:microsoft.com/office/officeart/2005/8/layout/orgChart1"/>
    <dgm:cxn modelId="{59CCB296-9314-47C4-A566-B8C0788001C1}" type="presOf" srcId="{8D9E7EB6-7474-4CB6-AD12-358600F7AD35}" destId="{290371FF-26DC-4735-A0F4-721E13E6DF39}" srcOrd="1" destOrd="0" presId="urn:microsoft.com/office/officeart/2005/8/layout/orgChart1"/>
    <dgm:cxn modelId="{50E0AEA5-2957-4180-B6FE-61915294CB66}" type="presOf" srcId="{4BC36410-2FBD-418F-8A84-603DFA8829AE}" destId="{E27A8CC8-2244-4617-88F2-DF16792CFFBD}" srcOrd="1" destOrd="0" presId="urn:microsoft.com/office/officeart/2005/8/layout/orgChart1"/>
    <dgm:cxn modelId="{B65796A6-79AB-4232-B1E4-7727BB091E42}" type="presOf" srcId="{7342AE9A-8259-42B5-9A79-ACFB00724961}" destId="{0E8985F7-2ADB-4FC1-8400-D42CAA3AFDE2}" srcOrd="0" destOrd="0" presId="urn:microsoft.com/office/officeart/2005/8/layout/orgChart1"/>
    <dgm:cxn modelId="{4330FBA6-F97A-4944-A1AB-B0A9F443693C}" type="presOf" srcId="{8496D57F-BFC0-4B04-A964-F94177E4A369}" destId="{79BDEA01-72D8-4C81-87F2-8C4ABB8521EA}" srcOrd="0" destOrd="0" presId="urn:microsoft.com/office/officeart/2005/8/layout/orgChart1"/>
    <dgm:cxn modelId="{95682CAA-2AB9-4D81-93C8-E11B7E406A6B}" srcId="{8D9E7EB6-7474-4CB6-AD12-358600F7AD35}" destId="{FAFD56E0-02A0-4DC5-9E82-CD08D2557518}" srcOrd="1" destOrd="0" parTransId="{C46EE21A-71BE-4840-9183-0F1B05FB1B56}" sibTransId="{90141658-E98C-456E-A064-0D24D73138A0}"/>
    <dgm:cxn modelId="{FD854DAD-4796-44CA-A906-FF1158C4736B}" type="presOf" srcId="{084EA8E3-A2B9-4B8C-8E95-23F8BF971D4C}" destId="{CF887801-A0EC-41C3-9EB7-20356AB2E1F1}" srcOrd="0" destOrd="0" presId="urn:microsoft.com/office/officeart/2005/8/layout/orgChart1"/>
    <dgm:cxn modelId="{3D8EF7B4-A1F4-40C2-AA2E-342F75711FBB}" type="presOf" srcId="{C2119A30-74A4-4491-90EC-EF3F880C1D70}" destId="{874EC93E-3BC9-4FE1-9B52-4FA3F79C9B8A}" srcOrd="0" destOrd="0" presId="urn:microsoft.com/office/officeart/2005/8/layout/orgChart1"/>
    <dgm:cxn modelId="{61510AC2-EA72-4633-AD64-62A763D2C55B}" type="presOf" srcId="{7781CDB2-46A1-427A-AB2E-EFE03F741F03}" destId="{CE5777CA-0EC3-4EAE-98B4-568BDDE88F58}" srcOrd="0" destOrd="0" presId="urn:microsoft.com/office/officeart/2005/8/layout/orgChart1"/>
    <dgm:cxn modelId="{DE6F60C4-9A05-4964-8D23-824CBCEBE98C}" type="presOf" srcId="{FAFD56E0-02A0-4DC5-9E82-CD08D2557518}" destId="{4533A747-3444-4740-BF77-DC1152B5BAA8}" srcOrd="1" destOrd="0" presId="urn:microsoft.com/office/officeart/2005/8/layout/orgChart1"/>
    <dgm:cxn modelId="{D55A07CE-A852-435F-BC97-05ADC31A1126}" type="presOf" srcId="{15AE4EC4-8716-4EB2-8F0A-140A93B079A4}" destId="{6AE79206-49C6-4DC6-AAF9-80D21876574A}" srcOrd="0" destOrd="0" presId="urn:microsoft.com/office/officeart/2005/8/layout/orgChart1"/>
    <dgm:cxn modelId="{8C94D3D2-2FC2-4EE5-B093-24B4310F2F05}" srcId="{B920EB7C-F1D5-4C45-95E0-764BB00725CA}" destId="{78A6C700-3AC4-4A27-A4DF-AD155427F28D}" srcOrd="0" destOrd="0" parTransId="{6FF7948D-1290-48F9-9470-00BCBCD94C3D}" sibTransId="{99B38B35-C402-4817-9F47-9CB25AA5121B}"/>
    <dgm:cxn modelId="{3AE209D4-C4D4-44F1-B540-073C1F1F755A}" type="presOf" srcId="{2F8886DB-7611-4BD2-A5C1-5D2D5F85D451}" destId="{81BC8EF0-991F-426D-B56F-47699A6F622C}" srcOrd="0" destOrd="0" presId="urn:microsoft.com/office/officeart/2005/8/layout/orgChart1"/>
    <dgm:cxn modelId="{629AB3D9-F2D4-4CEC-8A0B-3192DA57965B}" type="presOf" srcId="{009CF52A-6817-488D-B1F0-ECD09E0049EF}" destId="{962FD5E6-7DD9-4518-A2F0-25E7F4C5996E}" srcOrd="1" destOrd="0" presId="urn:microsoft.com/office/officeart/2005/8/layout/orgChart1"/>
    <dgm:cxn modelId="{BC4E00E3-6158-491E-9832-85541B053D0C}" type="presOf" srcId="{83B3A940-971C-4C17-8430-A21CDC78B37A}" destId="{EEF33772-A79A-4D08-861C-0F598B15C07A}" srcOrd="0" destOrd="0" presId="urn:microsoft.com/office/officeart/2005/8/layout/orgChart1"/>
    <dgm:cxn modelId="{B9A2C5EC-1734-4042-BA73-18A0BB2DBFBF}" type="presOf" srcId="{C10221CF-8282-4BD9-BAA6-15960E9C4446}" destId="{4FFDB1D8-0E66-4DB5-B987-F44294D6982B}" srcOrd="0" destOrd="0" presId="urn:microsoft.com/office/officeart/2005/8/layout/orgChart1"/>
    <dgm:cxn modelId="{26AA87EE-6A90-4F32-93F0-EC4FE04B9598}" srcId="{B920EB7C-F1D5-4C45-95E0-764BB00725CA}" destId="{2D2C2AB5-7886-4CB5-85AF-4365B4CEB979}" srcOrd="3" destOrd="0" parTransId="{77A177B2-71EA-4A71-926B-FB95AD656332}" sibTransId="{D68DE9E2-2678-4D8F-9952-DA55C288122E}"/>
    <dgm:cxn modelId="{F79367F7-150E-428E-8331-D73299C4B1F8}" srcId="{4BC36410-2FBD-418F-8A84-603DFA8829AE}" destId="{934B55ED-99F8-497B-9804-CE1194112B98}" srcOrd="3" destOrd="0" parTransId="{C2119A30-74A4-4491-90EC-EF3F880C1D70}" sibTransId="{AE769304-D21E-4C45-BF02-F0E133DF3A40}"/>
    <dgm:cxn modelId="{C20536D4-DFB2-40BA-A83C-DAF5B3B1B68E}" type="presParOf" srcId="{4FFDB1D8-0E66-4DB5-B987-F44294D6982B}" destId="{FB9795A8-72C9-45BA-A90C-2FA5DC3E7B0B}" srcOrd="0" destOrd="0" presId="urn:microsoft.com/office/officeart/2005/8/layout/orgChart1"/>
    <dgm:cxn modelId="{60DB2D69-4EDE-453C-AD4C-4D9429770856}" type="presParOf" srcId="{FB9795A8-72C9-45BA-A90C-2FA5DC3E7B0B}" destId="{D8F1E943-2FA8-4163-8D6E-095B832313A8}" srcOrd="0" destOrd="0" presId="urn:microsoft.com/office/officeart/2005/8/layout/orgChart1"/>
    <dgm:cxn modelId="{F2D91054-0801-490E-B5CA-012B0B619979}" type="presParOf" srcId="{D8F1E943-2FA8-4163-8D6E-095B832313A8}" destId="{B750CB3E-7004-46DD-9811-D767270BA1B2}" srcOrd="0" destOrd="0" presId="urn:microsoft.com/office/officeart/2005/8/layout/orgChart1"/>
    <dgm:cxn modelId="{7563A5EB-7EAB-4546-92FB-D2F15511B9DE}" type="presParOf" srcId="{D8F1E943-2FA8-4163-8D6E-095B832313A8}" destId="{290371FF-26DC-4735-A0F4-721E13E6DF39}" srcOrd="1" destOrd="0" presId="urn:microsoft.com/office/officeart/2005/8/layout/orgChart1"/>
    <dgm:cxn modelId="{60117300-3552-4D59-9F3F-0622003385EA}" type="presParOf" srcId="{FB9795A8-72C9-45BA-A90C-2FA5DC3E7B0B}" destId="{D4B9C630-2899-42E4-AA6D-F7A1F202429C}" srcOrd="1" destOrd="0" presId="urn:microsoft.com/office/officeart/2005/8/layout/orgChart1"/>
    <dgm:cxn modelId="{08EDF2EA-0E22-416F-B4BA-44C639E79C47}" type="presParOf" srcId="{D4B9C630-2899-42E4-AA6D-F7A1F202429C}" destId="{79BDEA01-72D8-4C81-87F2-8C4ABB8521EA}" srcOrd="0" destOrd="0" presId="urn:microsoft.com/office/officeart/2005/8/layout/orgChart1"/>
    <dgm:cxn modelId="{A368AD78-A681-49A2-A4AF-BB9C596203ED}" type="presParOf" srcId="{D4B9C630-2899-42E4-AA6D-F7A1F202429C}" destId="{D9E837F8-625A-40F8-AC09-DFB01B2014E1}" srcOrd="1" destOrd="0" presId="urn:microsoft.com/office/officeart/2005/8/layout/orgChart1"/>
    <dgm:cxn modelId="{1F4675C9-63B5-482A-803F-FF9CDDD368EB}" type="presParOf" srcId="{D9E837F8-625A-40F8-AC09-DFB01B2014E1}" destId="{042FAA7B-DBE8-41C2-9BC1-179936114974}" srcOrd="0" destOrd="0" presId="urn:microsoft.com/office/officeart/2005/8/layout/orgChart1"/>
    <dgm:cxn modelId="{494E4536-7823-49DF-AB23-5CB5C3937383}" type="presParOf" srcId="{042FAA7B-DBE8-41C2-9BC1-179936114974}" destId="{6F2B11A1-47EB-45E9-9D19-C584E4A4B1F9}" srcOrd="0" destOrd="0" presId="urn:microsoft.com/office/officeart/2005/8/layout/orgChart1"/>
    <dgm:cxn modelId="{6EC76965-A1F0-49DB-922B-B15A250D523B}" type="presParOf" srcId="{042FAA7B-DBE8-41C2-9BC1-179936114974}" destId="{962FD5E6-7DD9-4518-A2F0-25E7F4C5996E}" srcOrd="1" destOrd="0" presId="urn:microsoft.com/office/officeart/2005/8/layout/orgChart1"/>
    <dgm:cxn modelId="{F34CD51B-CFC1-4E94-9269-56B8446888D6}" type="presParOf" srcId="{D9E837F8-625A-40F8-AC09-DFB01B2014E1}" destId="{F26A754B-717E-46E9-BF1D-3C83AC890BD4}" srcOrd="1" destOrd="0" presId="urn:microsoft.com/office/officeart/2005/8/layout/orgChart1"/>
    <dgm:cxn modelId="{859A68DC-44E4-45EB-8344-EC451C3D8E40}" type="presParOf" srcId="{D9E837F8-625A-40F8-AC09-DFB01B2014E1}" destId="{BACE4CE9-9C78-4264-9B58-315BE1EFD797}" srcOrd="2" destOrd="0" presId="urn:microsoft.com/office/officeart/2005/8/layout/orgChart1"/>
    <dgm:cxn modelId="{D30A8F2D-4E1E-4A8A-B969-465B94661353}" type="presParOf" srcId="{D4B9C630-2899-42E4-AA6D-F7A1F202429C}" destId="{63286E12-865E-4AED-98FE-A6961726AF9F}" srcOrd="2" destOrd="0" presId="urn:microsoft.com/office/officeart/2005/8/layout/orgChart1"/>
    <dgm:cxn modelId="{B309D265-3136-4548-845A-EC56ED259A3B}" type="presParOf" srcId="{D4B9C630-2899-42E4-AA6D-F7A1F202429C}" destId="{1B4A7AFA-27B4-4A90-A493-7C36939B20FB}" srcOrd="3" destOrd="0" presId="urn:microsoft.com/office/officeart/2005/8/layout/orgChart1"/>
    <dgm:cxn modelId="{DD21A363-F0BD-456F-8E69-63EF9341C1A8}" type="presParOf" srcId="{1B4A7AFA-27B4-4A90-A493-7C36939B20FB}" destId="{91BD678E-2532-4B2F-85F3-76064E50E661}" srcOrd="0" destOrd="0" presId="urn:microsoft.com/office/officeart/2005/8/layout/orgChart1"/>
    <dgm:cxn modelId="{09CCA147-BB7D-4276-929F-B3E69AC25DE8}" type="presParOf" srcId="{91BD678E-2532-4B2F-85F3-76064E50E661}" destId="{DA4B23B7-E91C-4B83-AE7C-0656468F7097}" srcOrd="0" destOrd="0" presId="urn:microsoft.com/office/officeart/2005/8/layout/orgChart1"/>
    <dgm:cxn modelId="{05064F1F-D8CA-4168-8D69-EDA4CF82A241}" type="presParOf" srcId="{91BD678E-2532-4B2F-85F3-76064E50E661}" destId="{4533A747-3444-4740-BF77-DC1152B5BAA8}" srcOrd="1" destOrd="0" presId="urn:microsoft.com/office/officeart/2005/8/layout/orgChart1"/>
    <dgm:cxn modelId="{7CAE0AB5-955D-4D62-BF31-F4C64A61392D}" type="presParOf" srcId="{1B4A7AFA-27B4-4A90-A493-7C36939B20FB}" destId="{47F4B0B1-FA5D-4558-8516-6048DB72388E}" srcOrd="1" destOrd="0" presId="urn:microsoft.com/office/officeart/2005/8/layout/orgChart1"/>
    <dgm:cxn modelId="{A268AC33-20E1-4B65-9A72-B27C5079C4A7}" type="presParOf" srcId="{47F4B0B1-FA5D-4558-8516-6048DB72388E}" destId="{CE5777CA-0EC3-4EAE-98B4-568BDDE88F58}" srcOrd="0" destOrd="0" presId="urn:microsoft.com/office/officeart/2005/8/layout/orgChart1"/>
    <dgm:cxn modelId="{8155824F-D5A7-4826-8B0C-2007B3E0A29A}" type="presParOf" srcId="{47F4B0B1-FA5D-4558-8516-6048DB72388E}" destId="{D11F3D03-8B0C-408E-9B01-380FC635B150}" srcOrd="1" destOrd="0" presId="urn:microsoft.com/office/officeart/2005/8/layout/orgChart1"/>
    <dgm:cxn modelId="{ECAB907D-4F54-412F-A64D-5A62701DFF5E}" type="presParOf" srcId="{D11F3D03-8B0C-408E-9B01-380FC635B150}" destId="{97EC1158-DF0D-47F5-B65E-862A93689353}" srcOrd="0" destOrd="0" presId="urn:microsoft.com/office/officeart/2005/8/layout/orgChart1"/>
    <dgm:cxn modelId="{AD62CD7C-4937-4906-8E15-9517073E4F58}" type="presParOf" srcId="{97EC1158-DF0D-47F5-B65E-862A93689353}" destId="{2795F94F-1A6A-4FDF-89BC-BCE198C358A0}" srcOrd="0" destOrd="0" presId="urn:microsoft.com/office/officeart/2005/8/layout/orgChart1"/>
    <dgm:cxn modelId="{40C1E849-445E-4D80-84E0-BF91C97D155C}" type="presParOf" srcId="{97EC1158-DF0D-47F5-B65E-862A93689353}" destId="{E27A8CC8-2244-4617-88F2-DF16792CFFBD}" srcOrd="1" destOrd="0" presId="urn:microsoft.com/office/officeart/2005/8/layout/orgChart1"/>
    <dgm:cxn modelId="{E4E38F2B-54AF-4F9E-9DB2-E284FDD5E226}" type="presParOf" srcId="{D11F3D03-8B0C-408E-9B01-380FC635B150}" destId="{A1C319B9-206A-4B73-9544-C1BEAC77BD8C}" srcOrd="1" destOrd="0" presId="urn:microsoft.com/office/officeart/2005/8/layout/orgChart1"/>
    <dgm:cxn modelId="{9810D7F2-435D-4A39-AD4A-89B3B41FD9D3}" type="presParOf" srcId="{A1C319B9-206A-4B73-9544-C1BEAC77BD8C}" destId="{EEF33772-A79A-4D08-861C-0F598B15C07A}" srcOrd="0" destOrd="0" presId="urn:microsoft.com/office/officeart/2005/8/layout/orgChart1"/>
    <dgm:cxn modelId="{48C926D4-6B44-4CE3-999D-38132F356674}" type="presParOf" srcId="{A1C319B9-206A-4B73-9544-C1BEAC77BD8C}" destId="{1D213A1E-24D6-4D8A-8433-39B0135EAA9B}" srcOrd="1" destOrd="0" presId="urn:microsoft.com/office/officeart/2005/8/layout/orgChart1"/>
    <dgm:cxn modelId="{96673970-B1C5-42FE-85FF-149420595417}" type="presParOf" srcId="{1D213A1E-24D6-4D8A-8433-39B0135EAA9B}" destId="{0743DE72-CFBC-46FF-B5B1-82CBBE56B5E8}" srcOrd="0" destOrd="0" presId="urn:microsoft.com/office/officeart/2005/8/layout/orgChart1"/>
    <dgm:cxn modelId="{BE7874E3-A7D4-4A12-8168-EB84BA1F481E}" type="presParOf" srcId="{0743DE72-CFBC-46FF-B5B1-82CBBE56B5E8}" destId="{E3178EB8-14F1-4ACE-8E53-EA8B889DEB42}" srcOrd="0" destOrd="0" presId="urn:microsoft.com/office/officeart/2005/8/layout/orgChart1"/>
    <dgm:cxn modelId="{93EA2F75-8A1F-4DB5-AA5A-4843D8B81608}" type="presParOf" srcId="{0743DE72-CFBC-46FF-B5B1-82CBBE56B5E8}" destId="{29B6CAE4-D730-4CF5-9ECC-09F8B8EF9BFE}" srcOrd="1" destOrd="0" presId="urn:microsoft.com/office/officeart/2005/8/layout/orgChart1"/>
    <dgm:cxn modelId="{62527667-A2A3-487F-9816-3C5E52860101}" type="presParOf" srcId="{1D213A1E-24D6-4D8A-8433-39B0135EAA9B}" destId="{6EBB314E-B4E5-476B-95CD-040C9942FE62}" srcOrd="1" destOrd="0" presId="urn:microsoft.com/office/officeart/2005/8/layout/orgChart1"/>
    <dgm:cxn modelId="{CCF00B04-E93B-448D-9F24-3F1B904915D7}" type="presParOf" srcId="{1D213A1E-24D6-4D8A-8433-39B0135EAA9B}" destId="{5EBBDA7F-FDE5-45AF-A4B3-3F6E6F7E515B}" srcOrd="2" destOrd="0" presId="urn:microsoft.com/office/officeart/2005/8/layout/orgChart1"/>
    <dgm:cxn modelId="{BC0E0BAE-BF94-4C58-8B02-A1404054E20E}" type="presParOf" srcId="{A1C319B9-206A-4B73-9544-C1BEAC77BD8C}" destId="{81BC8EF0-991F-426D-B56F-47699A6F622C}" srcOrd="2" destOrd="0" presId="urn:microsoft.com/office/officeart/2005/8/layout/orgChart1"/>
    <dgm:cxn modelId="{7AC08C25-7EB9-488C-927D-85C83E51E2DC}" type="presParOf" srcId="{A1C319B9-206A-4B73-9544-C1BEAC77BD8C}" destId="{F4D7D367-E994-473B-89C4-E214A3CBDFCA}" srcOrd="3" destOrd="0" presId="urn:microsoft.com/office/officeart/2005/8/layout/orgChart1"/>
    <dgm:cxn modelId="{E5D8670B-E56D-4805-977A-689C577FEED3}" type="presParOf" srcId="{F4D7D367-E994-473B-89C4-E214A3CBDFCA}" destId="{8B42803A-DDDA-48E6-9B01-12F72A884450}" srcOrd="0" destOrd="0" presId="urn:microsoft.com/office/officeart/2005/8/layout/orgChart1"/>
    <dgm:cxn modelId="{4A8C2BE7-71BA-463A-B95B-37EA6F4B585C}" type="presParOf" srcId="{8B42803A-DDDA-48E6-9B01-12F72A884450}" destId="{613CD08F-4854-4BA6-8363-77D8877C96CB}" srcOrd="0" destOrd="0" presId="urn:microsoft.com/office/officeart/2005/8/layout/orgChart1"/>
    <dgm:cxn modelId="{B5D2ABBF-810E-4CF6-A1AE-5367B04B20E3}" type="presParOf" srcId="{8B42803A-DDDA-48E6-9B01-12F72A884450}" destId="{9EA4D17F-1272-4208-8E03-94A5E981B261}" srcOrd="1" destOrd="0" presId="urn:microsoft.com/office/officeart/2005/8/layout/orgChart1"/>
    <dgm:cxn modelId="{EA49D993-4AFC-4E16-8EB4-23D2D0477523}" type="presParOf" srcId="{F4D7D367-E994-473B-89C4-E214A3CBDFCA}" destId="{D28026C7-8516-4ADA-8059-24F626358D1E}" srcOrd="1" destOrd="0" presId="urn:microsoft.com/office/officeart/2005/8/layout/orgChart1"/>
    <dgm:cxn modelId="{27650700-D8CC-49D2-BCF8-B5851B9356A2}" type="presParOf" srcId="{F4D7D367-E994-473B-89C4-E214A3CBDFCA}" destId="{A1493FD8-681D-44B3-8B2E-67B6D9C2746C}" srcOrd="2" destOrd="0" presId="urn:microsoft.com/office/officeart/2005/8/layout/orgChart1"/>
    <dgm:cxn modelId="{9460BC11-DF43-48DE-BD55-36FFA3E9F14E}" type="presParOf" srcId="{A1C319B9-206A-4B73-9544-C1BEAC77BD8C}" destId="{6AE79206-49C6-4DC6-AAF9-80D21876574A}" srcOrd="4" destOrd="0" presId="urn:microsoft.com/office/officeart/2005/8/layout/orgChart1"/>
    <dgm:cxn modelId="{03B5F388-FE07-4A69-88E3-04F109E92A5A}" type="presParOf" srcId="{A1C319B9-206A-4B73-9544-C1BEAC77BD8C}" destId="{7D055523-4949-4AE6-B25A-31892F6B4E54}" srcOrd="5" destOrd="0" presId="urn:microsoft.com/office/officeart/2005/8/layout/orgChart1"/>
    <dgm:cxn modelId="{EB1E0963-1616-4035-AF4D-0DB1E0068B30}" type="presParOf" srcId="{7D055523-4949-4AE6-B25A-31892F6B4E54}" destId="{0D75EB78-5A17-4C0A-AB45-40C30A35262C}" srcOrd="0" destOrd="0" presId="urn:microsoft.com/office/officeart/2005/8/layout/orgChart1"/>
    <dgm:cxn modelId="{7CA454F4-7280-4B6D-8738-73741EF58E40}" type="presParOf" srcId="{0D75EB78-5A17-4C0A-AB45-40C30A35262C}" destId="{0E8985F7-2ADB-4FC1-8400-D42CAA3AFDE2}" srcOrd="0" destOrd="0" presId="urn:microsoft.com/office/officeart/2005/8/layout/orgChart1"/>
    <dgm:cxn modelId="{A1A6CFFB-3186-4B24-9745-9547DDD10CD3}" type="presParOf" srcId="{0D75EB78-5A17-4C0A-AB45-40C30A35262C}" destId="{67B50C2B-60C7-4EF6-9D9C-AB2D390B9A53}" srcOrd="1" destOrd="0" presId="urn:microsoft.com/office/officeart/2005/8/layout/orgChart1"/>
    <dgm:cxn modelId="{7931E6F5-C176-45B8-B75C-D996F66CD6C2}" type="presParOf" srcId="{7D055523-4949-4AE6-B25A-31892F6B4E54}" destId="{AA13B272-FAD4-417A-8E16-725528D2DEF3}" srcOrd="1" destOrd="0" presId="urn:microsoft.com/office/officeart/2005/8/layout/orgChart1"/>
    <dgm:cxn modelId="{421A1602-533B-4824-BBCA-D37EA5BF6E13}" type="presParOf" srcId="{7D055523-4949-4AE6-B25A-31892F6B4E54}" destId="{D9370764-8BD6-4149-A0F8-AE7F9BF5A6E6}" srcOrd="2" destOrd="0" presId="urn:microsoft.com/office/officeart/2005/8/layout/orgChart1"/>
    <dgm:cxn modelId="{BF2AE227-B4E2-4516-99C7-A1DA0C8DD8D2}" type="presParOf" srcId="{A1C319B9-206A-4B73-9544-C1BEAC77BD8C}" destId="{874EC93E-3BC9-4FE1-9B52-4FA3F79C9B8A}" srcOrd="6" destOrd="0" presId="urn:microsoft.com/office/officeart/2005/8/layout/orgChart1"/>
    <dgm:cxn modelId="{577E546E-1FBA-4A86-9C77-E33D89E7FB41}" type="presParOf" srcId="{A1C319B9-206A-4B73-9544-C1BEAC77BD8C}" destId="{746EF1C3-EADC-4141-AE95-F4B34902AA28}" srcOrd="7" destOrd="0" presId="urn:microsoft.com/office/officeart/2005/8/layout/orgChart1"/>
    <dgm:cxn modelId="{96E434C4-9193-4E18-9A54-7E5A9E589AAB}" type="presParOf" srcId="{746EF1C3-EADC-4141-AE95-F4B34902AA28}" destId="{CBEC6329-CF21-49D4-AF5B-9BBDC6594F23}" srcOrd="0" destOrd="0" presId="urn:microsoft.com/office/officeart/2005/8/layout/orgChart1"/>
    <dgm:cxn modelId="{93551A60-9B24-4D76-BB4B-59EA55E946FC}" type="presParOf" srcId="{CBEC6329-CF21-49D4-AF5B-9BBDC6594F23}" destId="{4DC9E194-DD7E-4EDB-818F-CC6215675530}" srcOrd="0" destOrd="0" presId="urn:microsoft.com/office/officeart/2005/8/layout/orgChart1"/>
    <dgm:cxn modelId="{AE7165AB-8F80-4917-8CCE-B6E7662EEC60}" type="presParOf" srcId="{CBEC6329-CF21-49D4-AF5B-9BBDC6594F23}" destId="{D6D6F62C-7574-44E1-A28E-322E0AE8266A}" srcOrd="1" destOrd="0" presId="urn:microsoft.com/office/officeart/2005/8/layout/orgChart1"/>
    <dgm:cxn modelId="{58295D4B-750D-4F8C-A11C-CF05B35FAFB6}" type="presParOf" srcId="{746EF1C3-EADC-4141-AE95-F4B34902AA28}" destId="{924F61AF-68F6-41EC-8696-53774D445611}" srcOrd="1" destOrd="0" presId="urn:microsoft.com/office/officeart/2005/8/layout/orgChart1"/>
    <dgm:cxn modelId="{AEE399B9-037F-4E6D-885C-ACA62E4B565B}" type="presParOf" srcId="{746EF1C3-EADC-4141-AE95-F4B34902AA28}" destId="{A50E5BDB-CE11-4BB2-8047-887FBFBCF3A3}" srcOrd="2" destOrd="0" presId="urn:microsoft.com/office/officeart/2005/8/layout/orgChart1"/>
    <dgm:cxn modelId="{9FA0DA7D-E153-4502-AC2F-8F4D2BEB4CE3}" type="presParOf" srcId="{D11F3D03-8B0C-408E-9B01-380FC635B150}" destId="{3FC7E91F-4DE5-46A5-A65B-AAA5E6E6A1FB}" srcOrd="2" destOrd="0" presId="urn:microsoft.com/office/officeart/2005/8/layout/orgChart1"/>
    <dgm:cxn modelId="{9F2439CA-ED51-4AE5-A9A5-CF513BA17CC4}" type="presParOf" srcId="{47F4B0B1-FA5D-4558-8516-6048DB72388E}" destId="{CF887801-A0EC-41C3-9EB7-20356AB2E1F1}" srcOrd="2" destOrd="0" presId="urn:microsoft.com/office/officeart/2005/8/layout/orgChart1"/>
    <dgm:cxn modelId="{CE5BAF53-8394-4E55-9BA7-385753F62D64}" type="presParOf" srcId="{47F4B0B1-FA5D-4558-8516-6048DB72388E}" destId="{BF393517-3A11-471D-A5CA-FB623A55ADA6}" srcOrd="3" destOrd="0" presId="urn:microsoft.com/office/officeart/2005/8/layout/orgChart1"/>
    <dgm:cxn modelId="{F71C51AB-0857-4F54-B915-35C4DBB09989}" type="presParOf" srcId="{BF393517-3A11-471D-A5CA-FB623A55ADA6}" destId="{3D4D8870-1D56-49AA-AD11-7E94911BB190}" srcOrd="0" destOrd="0" presId="urn:microsoft.com/office/officeart/2005/8/layout/orgChart1"/>
    <dgm:cxn modelId="{25FC2CEA-25A4-4D56-B6A0-6ACAD417BAD6}" type="presParOf" srcId="{3D4D8870-1D56-49AA-AD11-7E94911BB190}" destId="{E9F94572-B68B-4AAA-BCC6-77B997C15CBC}" srcOrd="0" destOrd="0" presId="urn:microsoft.com/office/officeart/2005/8/layout/orgChart1"/>
    <dgm:cxn modelId="{8917FFB6-FF7A-4D80-AA0E-D68592BD9355}" type="presParOf" srcId="{3D4D8870-1D56-49AA-AD11-7E94911BB190}" destId="{8FF160B2-45FB-4DAE-830E-B42BA8C75D1A}" srcOrd="1" destOrd="0" presId="urn:microsoft.com/office/officeart/2005/8/layout/orgChart1"/>
    <dgm:cxn modelId="{387AB7E3-C15E-4636-BC1A-0C15079E86B1}" type="presParOf" srcId="{BF393517-3A11-471D-A5CA-FB623A55ADA6}" destId="{9BF66E0A-452D-4E7C-91EE-A2AD6B6A99D7}" srcOrd="1" destOrd="0" presId="urn:microsoft.com/office/officeart/2005/8/layout/orgChart1"/>
    <dgm:cxn modelId="{1FD2889A-8278-4EF3-B594-D3A897D25D51}" type="presParOf" srcId="{9BF66E0A-452D-4E7C-91EE-A2AD6B6A99D7}" destId="{88F743FC-D392-449B-9F38-56AE30B6CD18}" srcOrd="0" destOrd="0" presId="urn:microsoft.com/office/officeart/2005/8/layout/orgChart1"/>
    <dgm:cxn modelId="{349E35B0-4714-4351-BB96-09DEDCE41DEB}" type="presParOf" srcId="{9BF66E0A-452D-4E7C-91EE-A2AD6B6A99D7}" destId="{1156801E-2AE7-4F25-A363-DD379114B148}" srcOrd="1" destOrd="0" presId="urn:microsoft.com/office/officeart/2005/8/layout/orgChart1"/>
    <dgm:cxn modelId="{C200F2BE-C97B-4B59-A74E-76FB305E168E}" type="presParOf" srcId="{1156801E-2AE7-4F25-A363-DD379114B148}" destId="{D8635BD2-129F-41A1-A789-B3FCD4E96994}" srcOrd="0" destOrd="0" presId="urn:microsoft.com/office/officeart/2005/8/layout/orgChart1"/>
    <dgm:cxn modelId="{01FD8334-601E-41B6-B2A6-02F98F2D4FD2}" type="presParOf" srcId="{D8635BD2-129F-41A1-A789-B3FCD4E96994}" destId="{4743E799-8BCC-480E-A894-FC664BCCD31D}" srcOrd="0" destOrd="0" presId="urn:microsoft.com/office/officeart/2005/8/layout/orgChart1"/>
    <dgm:cxn modelId="{EDF83B6D-7FD9-4E87-BD83-6ED3F65AC0A0}" type="presParOf" srcId="{D8635BD2-129F-41A1-A789-B3FCD4E96994}" destId="{4E2776F4-B757-4E03-A644-F48716FCAE16}" srcOrd="1" destOrd="0" presId="urn:microsoft.com/office/officeart/2005/8/layout/orgChart1"/>
    <dgm:cxn modelId="{7A0D7E65-75FD-4E7F-839E-CA6CFC5ABD68}" type="presParOf" srcId="{1156801E-2AE7-4F25-A363-DD379114B148}" destId="{A5BC3C47-6455-47ED-B5D2-A48F2E41AA1F}" srcOrd="1" destOrd="0" presId="urn:microsoft.com/office/officeart/2005/8/layout/orgChart1"/>
    <dgm:cxn modelId="{53A3EB76-914E-468A-8E9F-7F677A79E728}" type="presParOf" srcId="{1156801E-2AE7-4F25-A363-DD379114B148}" destId="{6EDE4CFA-E03E-447E-A190-871C8E5708EB}" srcOrd="2" destOrd="0" presId="urn:microsoft.com/office/officeart/2005/8/layout/orgChart1"/>
    <dgm:cxn modelId="{FFF527D7-2A04-4AB1-8113-1B491404808B}" type="presParOf" srcId="{9BF66E0A-452D-4E7C-91EE-A2AD6B6A99D7}" destId="{D1FE19EB-7DAD-4D57-B3F8-3A8AB75DC38D}" srcOrd="2" destOrd="0" presId="urn:microsoft.com/office/officeart/2005/8/layout/orgChart1"/>
    <dgm:cxn modelId="{4427CFA1-FC9E-4275-8A0C-2E37CCA73E93}" type="presParOf" srcId="{9BF66E0A-452D-4E7C-91EE-A2AD6B6A99D7}" destId="{B9772A30-A62A-42A9-9229-98B44EE83FAF}" srcOrd="3" destOrd="0" presId="urn:microsoft.com/office/officeart/2005/8/layout/orgChart1"/>
    <dgm:cxn modelId="{7E691BDC-46FE-45EE-A7F5-BB2FD4F0772E}" type="presParOf" srcId="{B9772A30-A62A-42A9-9229-98B44EE83FAF}" destId="{9CEBCD62-77F8-419C-A71C-78D2485494BF}" srcOrd="0" destOrd="0" presId="urn:microsoft.com/office/officeart/2005/8/layout/orgChart1"/>
    <dgm:cxn modelId="{36E3FAEB-B90C-41F2-AF27-B205634B38F1}" type="presParOf" srcId="{9CEBCD62-77F8-419C-A71C-78D2485494BF}" destId="{F079ED80-F3A2-49D0-87E8-2A7D7406D08A}" srcOrd="0" destOrd="0" presId="urn:microsoft.com/office/officeart/2005/8/layout/orgChart1"/>
    <dgm:cxn modelId="{2DB2F1AD-E553-4EEF-9DB6-89F329A4A162}" type="presParOf" srcId="{9CEBCD62-77F8-419C-A71C-78D2485494BF}" destId="{9F9CB686-1B99-423B-B12E-87DBD9B876C2}" srcOrd="1" destOrd="0" presId="urn:microsoft.com/office/officeart/2005/8/layout/orgChart1"/>
    <dgm:cxn modelId="{83071E29-1E16-434B-95B3-915C0F6AB772}" type="presParOf" srcId="{B9772A30-A62A-42A9-9229-98B44EE83FAF}" destId="{464E2CBE-BECC-40AC-B34E-68056BA82476}" srcOrd="1" destOrd="0" presId="urn:microsoft.com/office/officeart/2005/8/layout/orgChart1"/>
    <dgm:cxn modelId="{D9F582D5-BA22-4592-B28B-558924A52C38}" type="presParOf" srcId="{B9772A30-A62A-42A9-9229-98B44EE83FAF}" destId="{76BA5BF1-0910-49ED-9AE8-1ABDFD18CC71}" srcOrd="2" destOrd="0" presId="urn:microsoft.com/office/officeart/2005/8/layout/orgChart1"/>
    <dgm:cxn modelId="{DECC07F3-2AEF-4CBC-B99B-DD712420336D}" type="presParOf" srcId="{9BF66E0A-452D-4E7C-91EE-A2AD6B6A99D7}" destId="{418537D0-C651-4AF6-81CD-AEAA2023FDEE}" srcOrd="4" destOrd="0" presId="urn:microsoft.com/office/officeart/2005/8/layout/orgChart1"/>
    <dgm:cxn modelId="{FC7D8FB8-4079-4201-A546-DD80CC0568CB}" type="presParOf" srcId="{9BF66E0A-452D-4E7C-91EE-A2AD6B6A99D7}" destId="{03F35F0E-B4DC-4CC2-B403-2CB49D51FDB1}" srcOrd="5" destOrd="0" presId="urn:microsoft.com/office/officeart/2005/8/layout/orgChart1"/>
    <dgm:cxn modelId="{EBCD4637-52AD-4B5E-985D-1CF7E77D550C}" type="presParOf" srcId="{03F35F0E-B4DC-4CC2-B403-2CB49D51FDB1}" destId="{F965407E-341E-443D-8752-DD95505526FF}" srcOrd="0" destOrd="0" presId="urn:microsoft.com/office/officeart/2005/8/layout/orgChart1"/>
    <dgm:cxn modelId="{A2930915-CBC4-4500-9312-191BE0DA3917}" type="presParOf" srcId="{F965407E-341E-443D-8752-DD95505526FF}" destId="{98506445-EEA2-4AC3-B25A-079CF1FACA5B}" srcOrd="0" destOrd="0" presId="urn:microsoft.com/office/officeart/2005/8/layout/orgChart1"/>
    <dgm:cxn modelId="{DF7FC1ED-B45C-47B2-8A90-A2162A637F44}" type="presParOf" srcId="{F965407E-341E-443D-8752-DD95505526FF}" destId="{DA295E20-6662-4986-A759-F151D6D99EC1}" srcOrd="1" destOrd="0" presId="urn:microsoft.com/office/officeart/2005/8/layout/orgChart1"/>
    <dgm:cxn modelId="{444235DA-C963-47D8-BBB9-11BE5FB21CB7}" type="presParOf" srcId="{03F35F0E-B4DC-4CC2-B403-2CB49D51FDB1}" destId="{65DF2ABB-7F8E-427C-A435-BE2064276B40}" srcOrd="1" destOrd="0" presId="urn:microsoft.com/office/officeart/2005/8/layout/orgChart1"/>
    <dgm:cxn modelId="{32C6962C-C1C4-4141-9DE0-75A748B6F656}" type="presParOf" srcId="{03F35F0E-B4DC-4CC2-B403-2CB49D51FDB1}" destId="{648EBA63-88F6-4D26-9CC9-1D33BAFC3F3D}" srcOrd="2" destOrd="0" presId="urn:microsoft.com/office/officeart/2005/8/layout/orgChart1"/>
    <dgm:cxn modelId="{0BDEEB9E-76F0-4894-87AA-0C5D593549F7}" type="presParOf" srcId="{9BF66E0A-452D-4E7C-91EE-A2AD6B6A99D7}" destId="{2718D2E1-8F28-45D4-8DC0-03054A43FBF6}" srcOrd="6" destOrd="0" presId="urn:microsoft.com/office/officeart/2005/8/layout/orgChart1"/>
    <dgm:cxn modelId="{763316F6-63AE-4D28-8CFE-13ABE707958D}" type="presParOf" srcId="{9BF66E0A-452D-4E7C-91EE-A2AD6B6A99D7}" destId="{26DE3DB6-579B-4D82-97D7-A1D6012F2BBC}" srcOrd="7" destOrd="0" presId="urn:microsoft.com/office/officeart/2005/8/layout/orgChart1"/>
    <dgm:cxn modelId="{2BA5590E-86AC-43F8-895A-8D0EED0CD139}" type="presParOf" srcId="{26DE3DB6-579B-4D82-97D7-A1D6012F2BBC}" destId="{F6C9203D-8074-48E5-B703-4547533CBDC5}" srcOrd="0" destOrd="0" presId="urn:microsoft.com/office/officeart/2005/8/layout/orgChart1"/>
    <dgm:cxn modelId="{444E9D61-07F5-4883-8FB3-7978E1E87759}" type="presParOf" srcId="{F6C9203D-8074-48E5-B703-4547533CBDC5}" destId="{B5D408CE-B637-4551-8826-02F18BB5920F}" srcOrd="0" destOrd="0" presId="urn:microsoft.com/office/officeart/2005/8/layout/orgChart1"/>
    <dgm:cxn modelId="{033D7CEA-85D6-41C8-88D2-D4594E899400}" type="presParOf" srcId="{F6C9203D-8074-48E5-B703-4547533CBDC5}" destId="{41FA3D7B-1889-4551-B1DF-BDCDF1EB80BA}" srcOrd="1" destOrd="0" presId="urn:microsoft.com/office/officeart/2005/8/layout/orgChart1"/>
    <dgm:cxn modelId="{732BDA60-D501-4375-BA20-2BA1E4113D71}" type="presParOf" srcId="{26DE3DB6-579B-4D82-97D7-A1D6012F2BBC}" destId="{469B1314-1058-456E-8C2E-C1BAB8645401}" srcOrd="1" destOrd="0" presId="urn:microsoft.com/office/officeart/2005/8/layout/orgChart1"/>
    <dgm:cxn modelId="{F93FDD1D-52F7-44CB-8361-5F70A6EDFC92}" type="presParOf" srcId="{26DE3DB6-579B-4D82-97D7-A1D6012F2BBC}" destId="{42402A31-FB95-4FA4-8EA5-F029FD27C97B}" srcOrd="2" destOrd="0" presId="urn:microsoft.com/office/officeart/2005/8/layout/orgChart1"/>
    <dgm:cxn modelId="{667E8520-7472-4228-B39E-EA495F510B24}" type="presParOf" srcId="{BF393517-3A11-471D-A5CA-FB623A55ADA6}" destId="{B4908A0B-A5ED-418C-A204-466D6F965A04}" srcOrd="2" destOrd="0" presId="urn:microsoft.com/office/officeart/2005/8/layout/orgChart1"/>
    <dgm:cxn modelId="{C841A1F2-BB7D-473A-B8BB-E33C79FAD09B}" type="presParOf" srcId="{1B4A7AFA-27B4-4A90-A493-7C36939B20FB}" destId="{509FDD80-E900-4754-8A0A-9C5497985340}" srcOrd="2" destOrd="0" presId="urn:microsoft.com/office/officeart/2005/8/layout/orgChart1"/>
    <dgm:cxn modelId="{34FB466A-B65A-443C-9382-0BC98171FEBB}" type="presParOf" srcId="{FB9795A8-72C9-45BA-A90C-2FA5DC3E7B0B}" destId="{A6FD189C-7523-4649-847E-A4139AAB3855}" srcOrd="2" destOrd="0" presId="urn:microsoft.com/office/officeart/2005/8/layout/orgChar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43.xml><?xml version="1.0" encoding="utf-8"?>
<dgm:dataModel xmlns:dgm="http://schemas.openxmlformats.org/drawingml/2006/diagram" xmlns:a="http://schemas.openxmlformats.org/drawingml/2006/main">
  <dgm:ptLst>
    <dgm:pt modelId="{39746C7C-5416-4AD2-88FF-96CE97C9D791}" type="doc">
      <dgm:prSet loTypeId="urn:microsoft.com/office/officeart/2011/layout/TabList" loCatId="list" qsTypeId="urn:microsoft.com/office/officeart/2005/8/quickstyle/simple3" qsCatId="simple" csTypeId="urn:microsoft.com/office/officeart/2005/8/colors/colorful1" csCatId="colorful" phldr="1"/>
      <dgm:spPr/>
      <dgm:t>
        <a:bodyPr/>
        <a:lstStyle/>
        <a:p>
          <a:endParaRPr lang="en-IN"/>
        </a:p>
      </dgm:t>
    </dgm:pt>
    <dgm:pt modelId="{A9840872-8806-4E9C-BF0F-E2476B66D5DE}">
      <dgm:prSet custT="1"/>
      <dgm:spPr/>
      <dgm:t>
        <a:bodyPr/>
        <a:lstStyle/>
        <a:p>
          <a:pPr algn="l"/>
          <a:r>
            <a:rPr lang="en-IN" sz="1800" b="1" i="0" dirty="0"/>
            <a:t>1. Grouping of Elements:</a:t>
          </a:r>
          <a:endParaRPr lang="en-IN" sz="1800" b="1" dirty="0"/>
        </a:p>
      </dgm:t>
    </dgm:pt>
    <dgm:pt modelId="{8A012B12-FFA4-41CA-9602-E2BF2F77ECC8}" type="parTrans" cxnId="{A389B5DE-D438-46EC-923D-8C741B42879B}">
      <dgm:prSet/>
      <dgm:spPr/>
      <dgm:t>
        <a:bodyPr/>
        <a:lstStyle/>
        <a:p>
          <a:endParaRPr lang="en-IN" sz="1800"/>
        </a:p>
      </dgm:t>
    </dgm:pt>
    <dgm:pt modelId="{6725AF4F-CC14-4472-8EB1-6EF7C67AA652}" type="sibTrans" cxnId="{A389B5DE-D438-46EC-923D-8C741B42879B}">
      <dgm:prSet/>
      <dgm:spPr/>
      <dgm:t>
        <a:bodyPr/>
        <a:lstStyle/>
        <a:p>
          <a:endParaRPr lang="en-IN" sz="1800"/>
        </a:p>
      </dgm:t>
    </dgm:pt>
    <dgm:pt modelId="{578C579A-4D7B-4CC1-933C-3BDC11F35580}">
      <dgm:prSet custT="1"/>
      <dgm:spPr/>
      <dgm:t>
        <a:bodyPr/>
        <a:lstStyle/>
        <a:p>
          <a:pPr algn="l"/>
          <a:r>
            <a:rPr lang="en-IN" sz="1800" b="1" i="0" dirty="0"/>
            <a:t>2. Dynamic Size:</a:t>
          </a:r>
          <a:endParaRPr lang="en-IN" sz="1800" b="1" dirty="0"/>
        </a:p>
      </dgm:t>
    </dgm:pt>
    <dgm:pt modelId="{B676A52D-D5CA-4E12-B10A-E0214F0B2FF6}" type="parTrans" cxnId="{05C8EE80-3E99-4BB6-9AA2-321FE87D742E}">
      <dgm:prSet/>
      <dgm:spPr/>
      <dgm:t>
        <a:bodyPr/>
        <a:lstStyle/>
        <a:p>
          <a:endParaRPr lang="en-IN" sz="1800"/>
        </a:p>
      </dgm:t>
    </dgm:pt>
    <dgm:pt modelId="{669E40E5-D454-42F6-8DFE-85F4387037EC}" type="sibTrans" cxnId="{05C8EE80-3E99-4BB6-9AA2-321FE87D742E}">
      <dgm:prSet/>
      <dgm:spPr/>
      <dgm:t>
        <a:bodyPr/>
        <a:lstStyle/>
        <a:p>
          <a:endParaRPr lang="en-IN" sz="1800"/>
        </a:p>
      </dgm:t>
    </dgm:pt>
    <dgm:pt modelId="{A0027A5D-3109-4AD3-A560-A61CF8A2A652}">
      <dgm:prSet custT="1"/>
      <dgm:spPr/>
      <dgm:t>
        <a:bodyPr/>
        <a:lstStyle/>
        <a:p>
          <a:pPr algn="l"/>
          <a:r>
            <a:rPr lang="en-IN" sz="1800" b="1" i="0" dirty="0"/>
            <a:t>3. Ready-to-Use Data Structures</a:t>
          </a:r>
          <a:endParaRPr lang="en-IN" sz="1800" b="1" dirty="0"/>
        </a:p>
      </dgm:t>
    </dgm:pt>
    <dgm:pt modelId="{652FA7CD-72E9-423E-907C-5347A5577821}" type="parTrans" cxnId="{16206345-E474-43F8-B9AA-A7C78B9E5A94}">
      <dgm:prSet/>
      <dgm:spPr/>
      <dgm:t>
        <a:bodyPr/>
        <a:lstStyle/>
        <a:p>
          <a:endParaRPr lang="en-IN" sz="1800"/>
        </a:p>
      </dgm:t>
    </dgm:pt>
    <dgm:pt modelId="{7C5F60ED-8960-433A-9F64-314170D0DC63}" type="sibTrans" cxnId="{16206345-E474-43F8-B9AA-A7C78B9E5A94}">
      <dgm:prSet/>
      <dgm:spPr/>
      <dgm:t>
        <a:bodyPr/>
        <a:lstStyle/>
        <a:p>
          <a:endParaRPr lang="en-IN" sz="1800"/>
        </a:p>
      </dgm:t>
    </dgm:pt>
    <dgm:pt modelId="{E5BC463E-0528-4CA7-AF5B-5DF335165649}">
      <dgm:prSet custT="1"/>
      <dgm:spPr/>
      <dgm:t>
        <a:bodyPr anchor="ctr"/>
        <a:lstStyle/>
        <a:p>
          <a:r>
            <a:rPr lang="en-US" sz="1800" b="0" i="0" baseline="0" dirty="0"/>
            <a:t>Collections allow you to group multiple elements into a single entity.</a:t>
          </a:r>
          <a:endParaRPr lang="en-IN" sz="1800" dirty="0"/>
        </a:p>
      </dgm:t>
    </dgm:pt>
    <dgm:pt modelId="{6D91DD46-E0DB-4CCB-A306-86565619D37A}" type="parTrans" cxnId="{6CEDD00F-1107-4AC0-B97B-68CB932156A7}">
      <dgm:prSet/>
      <dgm:spPr/>
      <dgm:t>
        <a:bodyPr/>
        <a:lstStyle/>
        <a:p>
          <a:endParaRPr lang="en-IN" sz="1800"/>
        </a:p>
      </dgm:t>
    </dgm:pt>
    <dgm:pt modelId="{8BFE4AB0-F138-4AB5-A0A8-9E7C1281EA77}" type="sibTrans" cxnId="{6CEDD00F-1107-4AC0-B97B-68CB932156A7}">
      <dgm:prSet/>
      <dgm:spPr/>
      <dgm:t>
        <a:bodyPr/>
        <a:lstStyle/>
        <a:p>
          <a:endParaRPr lang="en-IN" sz="1800"/>
        </a:p>
      </dgm:t>
    </dgm:pt>
    <dgm:pt modelId="{95C01131-4BCE-4F3A-B17B-6D44519A2CB4}">
      <dgm:prSet custT="1"/>
      <dgm:spPr/>
      <dgm:t>
        <a:bodyPr anchor="ctr"/>
        <a:lstStyle/>
        <a:p>
          <a:r>
            <a:rPr lang="en-US" sz="1800" b="0" i="0" dirty="0"/>
            <a:t>Collections can grow or shrink dynamically based on the number of elements they contain, unlike traditional arrays whose size is fixed.</a:t>
          </a:r>
          <a:endParaRPr lang="en-IN" sz="1800" dirty="0"/>
        </a:p>
      </dgm:t>
    </dgm:pt>
    <dgm:pt modelId="{366FFE16-624F-4D23-989E-5B9EEA876551}" type="parTrans" cxnId="{2F13CB28-FE42-4AD6-9380-A28DF2E95C7E}">
      <dgm:prSet/>
      <dgm:spPr/>
      <dgm:t>
        <a:bodyPr/>
        <a:lstStyle/>
        <a:p>
          <a:endParaRPr lang="en-IN" sz="1800"/>
        </a:p>
      </dgm:t>
    </dgm:pt>
    <dgm:pt modelId="{42B4325B-0325-4BBD-A3A6-560ACE41E05C}" type="sibTrans" cxnId="{2F13CB28-FE42-4AD6-9380-A28DF2E95C7E}">
      <dgm:prSet/>
      <dgm:spPr/>
      <dgm:t>
        <a:bodyPr/>
        <a:lstStyle/>
        <a:p>
          <a:endParaRPr lang="en-IN" sz="1800"/>
        </a:p>
      </dgm:t>
    </dgm:pt>
    <dgm:pt modelId="{C3C9D435-87AD-43D3-A88F-131BD8B292B7}">
      <dgm:prSet custT="1"/>
      <dgm:spPr/>
      <dgm:t>
        <a:bodyPr anchor="ctr"/>
        <a:lstStyle/>
        <a:p>
          <a:r>
            <a:rPr lang="en-US" sz="1800" b="0" i="0" dirty="0"/>
            <a:t>Java collections framework provides a set of ready-to-use data structures (such as lists, sets, maps, queues, etc.) </a:t>
          </a:r>
          <a:endParaRPr lang="en-IN" sz="1800" dirty="0"/>
        </a:p>
      </dgm:t>
    </dgm:pt>
    <dgm:pt modelId="{CC3F8633-7D06-4614-9563-192DBF957F4D}" type="parTrans" cxnId="{551DE7E2-A2CE-44A2-BDC5-C8DBDE64AF02}">
      <dgm:prSet/>
      <dgm:spPr/>
      <dgm:t>
        <a:bodyPr/>
        <a:lstStyle/>
        <a:p>
          <a:endParaRPr lang="en-IN" sz="1800"/>
        </a:p>
      </dgm:t>
    </dgm:pt>
    <dgm:pt modelId="{2604F5FE-986F-4680-8DE8-66C34F8D6F5B}" type="sibTrans" cxnId="{551DE7E2-A2CE-44A2-BDC5-C8DBDE64AF02}">
      <dgm:prSet/>
      <dgm:spPr/>
      <dgm:t>
        <a:bodyPr/>
        <a:lstStyle/>
        <a:p>
          <a:endParaRPr lang="en-IN" sz="1800"/>
        </a:p>
      </dgm:t>
    </dgm:pt>
    <dgm:pt modelId="{CA1730F7-7BDC-45C5-8C6D-CCA7D780BB6E}">
      <dgm:prSet custT="1"/>
      <dgm:spPr/>
      <dgm:t>
        <a:bodyPr/>
        <a:lstStyle/>
        <a:p>
          <a:pPr algn="l"/>
          <a:r>
            <a:rPr lang="en-IN" sz="1800" b="1" i="0" dirty="0"/>
            <a:t>4. Efficient Manipulation: </a:t>
          </a:r>
          <a:endParaRPr lang="en-IN" sz="1800" b="1" dirty="0"/>
        </a:p>
      </dgm:t>
    </dgm:pt>
    <dgm:pt modelId="{5C616FB2-3AB7-49AB-A4EB-7C7CE455D1AE}" type="parTrans" cxnId="{C0BB5ABE-9A51-4EB7-B297-7B9C11BF604B}">
      <dgm:prSet/>
      <dgm:spPr/>
      <dgm:t>
        <a:bodyPr/>
        <a:lstStyle/>
        <a:p>
          <a:endParaRPr lang="en-IN" sz="1800"/>
        </a:p>
      </dgm:t>
    </dgm:pt>
    <dgm:pt modelId="{AC623CF0-9491-4B86-A3F9-FD507116BEFE}" type="sibTrans" cxnId="{C0BB5ABE-9A51-4EB7-B297-7B9C11BF604B}">
      <dgm:prSet/>
      <dgm:spPr/>
      <dgm:t>
        <a:bodyPr/>
        <a:lstStyle/>
        <a:p>
          <a:endParaRPr lang="en-IN" sz="1800"/>
        </a:p>
      </dgm:t>
    </dgm:pt>
    <dgm:pt modelId="{DC690EC8-CC38-43E8-AD02-D9FFBDB6C134}">
      <dgm:prSet custT="1"/>
      <dgm:spPr/>
      <dgm:t>
        <a:bodyPr anchor="ctr"/>
        <a:lstStyle/>
        <a:p>
          <a:r>
            <a:rPr lang="en-US" sz="1800" b="0" i="0" dirty="0"/>
            <a:t>Collections offer methods to add, remove, and modify elements efficiently, without needing to handle low-level details.</a:t>
          </a:r>
          <a:endParaRPr lang="en-IN" sz="1800" dirty="0"/>
        </a:p>
      </dgm:t>
    </dgm:pt>
    <dgm:pt modelId="{36B93F5A-ADA4-40DE-B175-40BE5D74EC8F}" type="parTrans" cxnId="{C85AD612-0347-4A40-9B99-60C7B19E200E}">
      <dgm:prSet/>
      <dgm:spPr/>
      <dgm:t>
        <a:bodyPr/>
        <a:lstStyle/>
        <a:p>
          <a:endParaRPr lang="en-IN" sz="1800"/>
        </a:p>
      </dgm:t>
    </dgm:pt>
    <dgm:pt modelId="{4E3EC3FE-2B0F-4381-AE69-2ECDB818DBD8}" type="sibTrans" cxnId="{C85AD612-0347-4A40-9B99-60C7B19E200E}">
      <dgm:prSet/>
      <dgm:spPr/>
      <dgm:t>
        <a:bodyPr/>
        <a:lstStyle/>
        <a:p>
          <a:endParaRPr lang="en-IN" sz="1800"/>
        </a:p>
      </dgm:t>
    </dgm:pt>
    <dgm:pt modelId="{B68B9B90-8AE2-4518-90C2-5AD9A5542F14}">
      <dgm:prSet custT="1"/>
      <dgm:spPr/>
      <dgm:t>
        <a:bodyPr/>
        <a:lstStyle/>
        <a:p>
          <a:pPr algn="l"/>
          <a:r>
            <a:rPr lang="en-IN" sz="1800" b="1" i="0" dirty="0"/>
            <a:t>5. Improved Code Quality</a:t>
          </a:r>
          <a:endParaRPr lang="en-IN" sz="1800" b="1" dirty="0"/>
        </a:p>
      </dgm:t>
    </dgm:pt>
    <dgm:pt modelId="{FE0F875E-2B08-483F-AF3F-AD7316725B63}" type="parTrans" cxnId="{B9A46202-4819-4C36-8875-B726C96B102F}">
      <dgm:prSet/>
      <dgm:spPr/>
      <dgm:t>
        <a:bodyPr/>
        <a:lstStyle/>
        <a:p>
          <a:endParaRPr lang="en-IN" sz="1800"/>
        </a:p>
      </dgm:t>
    </dgm:pt>
    <dgm:pt modelId="{FCFA7D49-00C3-46AC-8CA6-5C6C3C2E1B44}" type="sibTrans" cxnId="{B9A46202-4819-4C36-8875-B726C96B102F}">
      <dgm:prSet/>
      <dgm:spPr/>
      <dgm:t>
        <a:bodyPr/>
        <a:lstStyle/>
        <a:p>
          <a:endParaRPr lang="en-IN" sz="1800"/>
        </a:p>
      </dgm:t>
    </dgm:pt>
    <dgm:pt modelId="{67B90C79-5DED-4003-B221-46DB29CE3016}">
      <dgm:prSet custT="1"/>
      <dgm:spPr/>
      <dgm:t>
        <a:bodyPr anchor="ctr"/>
        <a:lstStyle/>
        <a:p>
          <a:r>
            <a:rPr lang="en-US" sz="1800" b="0" i="0" dirty="0"/>
            <a:t>By using collections, developers can write cleaner, more modular, and reusable code, leading to better software design and maintenance.</a:t>
          </a:r>
          <a:endParaRPr lang="en-IN" sz="1800" dirty="0"/>
        </a:p>
      </dgm:t>
    </dgm:pt>
    <dgm:pt modelId="{D3CC030B-1E49-4E71-8F3D-0811B69FBE95}" type="parTrans" cxnId="{097321D5-B9B5-4E6F-9CD6-91648AF84DEE}">
      <dgm:prSet/>
      <dgm:spPr/>
      <dgm:t>
        <a:bodyPr/>
        <a:lstStyle/>
        <a:p>
          <a:endParaRPr lang="en-IN" sz="1800"/>
        </a:p>
      </dgm:t>
    </dgm:pt>
    <dgm:pt modelId="{73D74261-1095-42C9-AC3D-D06A7F2FAB8C}" type="sibTrans" cxnId="{097321D5-B9B5-4E6F-9CD6-91648AF84DEE}">
      <dgm:prSet/>
      <dgm:spPr/>
      <dgm:t>
        <a:bodyPr/>
        <a:lstStyle/>
        <a:p>
          <a:endParaRPr lang="en-IN" sz="1800"/>
        </a:p>
      </dgm:t>
    </dgm:pt>
    <dgm:pt modelId="{E76E930C-CD1E-4B51-A605-ED529DA0A19A}" type="pres">
      <dgm:prSet presAssocID="{39746C7C-5416-4AD2-88FF-96CE97C9D791}" presName="Name0" presStyleCnt="0">
        <dgm:presLayoutVars>
          <dgm:chMax/>
          <dgm:chPref val="3"/>
          <dgm:dir/>
          <dgm:animOne val="branch"/>
          <dgm:animLvl val="lvl"/>
        </dgm:presLayoutVars>
      </dgm:prSet>
      <dgm:spPr/>
    </dgm:pt>
    <dgm:pt modelId="{05819CA9-A38C-4D0E-A681-409B64556D20}" type="pres">
      <dgm:prSet presAssocID="{A9840872-8806-4E9C-BF0F-E2476B66D5DE}" presName="composite" presStyleCnt="0"/>
      <dgm:spPr/>
    </dgm:pt>
    <dgm:pt modelId="{8AF23B72-7A17-4CB6-BC29-0D9460F47B9D}" type="pres">
      <dgm:prSet presAssocID="{A9840872-8806-4E9C-BF0F-E2476B66D5DE}" presName="FirstChild" presStyleLbl="revTx" presStyleIdx="0" presStyleCnt="5" custScaleX="85079">
        <dgm:presLayoutVars>
          <dgm:chMax val="0"/>
          <dgm:chPref val="0"/>
          <dgm:bulletEnabled val="1"/>
        </dgm:presLayoutVars>
      </dgm:prSet>
      <dgm:spPr/>
    </dgm:pt>
    <dgm:pt modelId="{9839843C-C463-4427-A912-972208823265}" type="pres">
      <dgm:prSet presAssocID="{A9840872-8806-4E9C-BF0F-E2476B66D5DE}" presName="Parent" presStyleLbl="alignNode1" presStyleIdx="0" presStyleCnt="5" custScaleX="129655">
        <dgm:presLayoutVars>
          <dgm:chMax val="3"/>
          <dgm:chPref val="3"/>
          <dgm:bulletEnabled val="1"/>
        </dgm:presLayoutVars>
      </dgm:prSet>
      <dgm:spPr/>
    </dgm:pt>
    <dgm:pt modelId="{33AA07D5-5F6C-4700-A957-7D5007133198}" type="pres">
      <dgm:prSet presAssocID="{A9840872-8806-4E9C-BF0F-E2476B66D5DE}" presName="Accent" presStyleLbl="parChTrans1D1" presStyleIdx="0" presStyleCnt="5"/>
      <dgm:spPr/>
    </dgm:pt>
    <dgm:pt modelId="{ABAB9B89-5FDB-4243-984F-169AC8177AE4}" type="pres">
      <dgm:prSet presAssocID="{6725AF4F-CC14-4472-8EB1-6EF7C67AA652}" presName="sibTrans" presStyleCnt="0"/>
      <dgm:spPr/>
    </dgm:pt>
    <dgm:pt modelId="{6C1E2A7C-EED0-471C-A2FB-7F3EB5681311}" type="pres">
      <dgm:prSet presAssocID="{578C579A-4D7B-4CC1-933C-3BDC11F35580}" presName="composite" presStyleCnt="0"/>
      <dgm:spPr/>
    </dgm:pt>
    <dgm:pt modelId="{A6DF1ABD-4761-4ECD-AE6C-37C629D7E360}" type="pres">
      <dgm:prSet presAssocID="{578C579A-4D7B-4CC1-933C-3BDC11F35580}" presName="FirstChild" presStyleLbl="revTx" presStyleIdx="1" presStyleCnt="5" custScaleX="85079">
        <dgm:presLayoutVars>
          <dgm:chMax val="0"/>
          <dgm:chPref val="0"/>
          <dgm:bulletEnabled val="1"/>
        </dgm:presLayoutVars>
      </dgm:prSet>
      <dgm:spPr/>
    </dgm:pt>
    <dgm:pt modelId="{35CC899B-2EE4-43D9-A703-EB0A32540EFB}" type="pres">
      <dgm:prSet presAssocID="{578C579A-4D7B-4CC1-933C-3BDC11F35580}" presName="Parent" presStyleLbl="alignNode1" presStyleIdx="1" presStyleCnt="5" custScaleX="129655">
        <dgm:presLayoutVars>
          <dgm:chMax val="3"/>
          <dgm:chPref val="3"/>
          <dgm:bulletEnabled val="1"/>
        </dgm:presLayoutVars>
      </dgm:prSet>
      <dgm:spPr/>
    </dgm:pt>
    <dgm:pt modelId="{F9031249-7CB9-4481-9E82-BAA48BC88258}" type="pres">
      <dgm:prSet presAssocID="{578C579A-4D7B-4CC1-933C-3BDC11F35580}" presName="Accent" presStyleLbl="parChTrans1D1" presStyleIdx="1" presStyleCnt="5"/>
      <dgm:spPr/>
    </dgm:pt>
    <dgm:pt modelId="{82178503-42BB-4E4E-A440-C159AFF218A2}" type="pres">
      <dgm:prSet presAssocID="{669E40E5-D454-42F6-8DFE-85F4387037EC}" presName="sibTrans" presStyleCnt="0"/>
      <dgm:spPr/>
    </dgm:pt>
    <dgm:pt modelId="{20D0DC5F-E0EA-4661-A964-15165E8FF18A}" type="pres">
      <dgm:prSet presAssocID="{A0027A5D-3109-4AD3-A560-A61CF8A2A652}" presName="composite" presStyleCnt="0"/>
      <dgm:spPr/>
    </dgm:pt>
    <dgm:pt modelId="{531B42F9-902A-4350-BBAB-012029881595}" type="pres">
      <dgm:prSet presAssocID="{A0027A5D-3109-4AD3-A560-A61CF8A2A652}" presName="FirstChild" presStyleLbl="revTx" presStyleIdx="2" presStyleCnt="5" custScaleX="85079">
        <dgm:presLayoutVars>
          <dgm:chMax val="0"/>
          <dgm:chPref val="0"/>
          <dgm:bulletEnabled val="1"/>
        </dgm:presLayoutVars>
      </dgm:prSet>
      <dgm:spPr/>
    </dgm:pt>
    <dgm:pt modelId="{16689FCA-C241-4B7F-B562-40236597DB24}" type="pres">
      <dgm:prSet presAssocID="{A0027A5D-3109-4AD3-A560-A61CF8A2A652}" presName="Parent" presStyleLbl="alignNode1" presStyleIdx="2" presStyleCnt="5" custScaleX="129655">
        <dgm:presLayoutVars>
          <dgm:chMax val="3"/>
          <dgm:chPref val="3"/>
          <dgm:bulletEnabled val="1"/>
        </dgm:presLayoutVars>
      </dgm:prSet>
      <dgm:spPr/>
    </dgm:pt>
    <dgm:pt modelId="{8A698C1A-85ED-4A2E-B6BF-73CC60561BAB}" type="pres">
      <dgm:prSet presAssocID="{A0027A5D-3109-4AD3-A560-A61CF8A2A652}" presName="Accent" presStyleLbl="parChTrans1D1" presStyleIdx="2" presStyleCnt="5"/>
      <dgm:spPr/>
    </dgm:pt>
    <dgm:pt modelId="{F5F5483B-5627-4DFB-907F-CD66299F77E8}" type="pres">
      <dgm:prSet presAssocID="{7C5F60ED-8960-433A-9F64-314170D0DC63}" presName="sibTrans" presStyleCnt="0"/>
      <dgm:spPr/>
    </dgm:pt>
    <dgm:pt modelId="{12113EFA-1930-4FE8-B6D1-5372B02DBCB9}" type="pres">
      <dgm:prSet presAssocID="{CA1730F7-7BDC-45C5-8C6D-CCA7D780BB6E}" presName="composite" presStyleCnt="0"/>
      <dgm:spPr/>
    </dgm:pt>
    <dgm:pt modelId="{B9A81889-6CD1-4B7D-9D95-32E8028C8B25}" type="pres">
      <dgm:prSet presAssocID="{CA1730F7-7BDC-45C5-8C6D-CCA7D780BB6E}" presName="FirstChild" presStyleLbl="revTx" presStyleIdx="3" presStyleCnt="5" custScaleX="84881">
        <dgm:presLayoutVars>
          <dgm:chMax val="0"/>
          <dgm:chPref val="0"/>
          <dgm:bulletEnabled val="1"/>
        </dgm:presLayoutVars>
      </dgm:prSet>
      <dgm:spPr/>
    </dgm:pt>
    <dgm:pt modelId="{22AA5C5F-BCAD-4008-B202-1EE67A680DD2}" type="pres">
      <dgm:prSet presAssocID="{CA1730F7-7BDC-45C5-8C6D-CCA7D780BB6E}" presName="Parent" presStyleLbl="alignNode1" presStyleIdx="3" presStyleCnt="5" custScaleX="129655">
        <dgm:presLayoutVars>
          <dgm:chMax val="3"/>
          <dgm:chPref val="3"/>
          <dgm:bulletEnabled val="1"/>
        </dgm:presLayoutVars>
      </dgm:prSet>
      <dgm:spPr/>
    </dgm:pt>
    <dgm:pt modelId="{68C2FF9D-F60C-4E8A-8C65-2FCDBE4CDA93}" type="pres">
      <dgm:prSet presAssocID="{CA1730F7-7BDC-45C5-8C6D-CCA7D780BB6E}" presName="Accent" presStyleLbl="parChTrans1D1" presStyleIdx="3" presStyleCnt="5"/>
      <dgm:spPr/>
    </dgm:pt>
    <dgm:pt modelId="{1DD41FB4-FD8B-4167-A3E8-12907482066B}" type="pres">
      <dgm:prSet presAssocID="{AC623CF0-9491-4B86-A3F9-FD507116BEFE}" presName="sibTrans" presStyleCnt="0"/>
      <dgm:spPr/>
    </dgm:pt>
    <dgm:pt modelId="{85F27920-B261-45DF-A3C5-375C94DE880B}" type="pres">
      <dgm:prSet presAssocID="{B68B9B90-8AE2-4518-90C2-5AD9A5542F14}" presName="composite" presStyleCnt="0"/>
      <dgm:spPr/>
    </dgm:pt>
    <dgm:pt modelId="{F13D42F6-AE29-4A09-818D-F05004F0677E}" type="pres">
      <dgm:prSet presAssocID="{B68B9B90-8AE2-4518-90C2-5AD9A5542F14}" presName="FirstChild" presStyleLbl="revTx" presStyleIdx="4" presStyleCnt="5" custScaleX="84881">
        <dgm:presLayoutVars>
          <dgm:chMax val="0"/>
          <dgm:chPref val="0"/>
          <dgm:bulletEnabled val="1"/>
        </dgm:presLayoutVars>
      </dgm:prSet>
      <dgm:spPr/>
    </dgm:pt>
    <dgm:pt modelId="{A381E71C-64F6-4C14-A256-1A6B561CBB02}" type="pres">
      <dgm:prSet presAssocID="{B68B9B90-8AE2-4518-90C2-5AD9A5542F14}" presName="Parent" presStyleLbl="alignNode1" presStyleIdx="4" presStyleCnt="5" custScaleX="129655">
        <dgm:presLayoutVars>
          <dgm:chMax val="3"/>
          <dgm:chPref val="3"/>
          <dgm:bulletEnabled val="1"/>
        </dgm:presLayoutVars>
      </dgm:prSet>
      <dgm:spPr/>
    </dgm:pt>
    <dgm:pt modelId="{DC3D996C-5761-4FD2-AC4B-3C90F2D861C1}" type="pres">
      <dgm:prSet presAssocID="{B68B9B90-8AE2-4518-90C2-5AD9A5542F14}" presName="Accent" presStyleLbl="parChTrans1D1" presStyleIdx="4" presStyleCnt="5"/>
      <dgm:spPr/>
    </dgm:pt>
  </dgm:ptLst>
  <dgm:cxnLst>
    <dgm:cxn modelId="{B9A46202-4819-4C36-8875-B726C96B102F}" srcId="{39746C7C-5416-4AD2-88FF-96CE97C9D791}" destId="{B68B9B90-8AE2-4518-90C2-5AD9A5542F14}" srcOrd="4" destOrd="0" parTransId="{FE0F875E-2B08-483F-AF3F-AD7316725B63}" sibTransId="{FCFA7D49-00C3-46AC-8CA6-5C6C3C2E1B44}"/>
    <dgm:cxn modelId="{6CEDD00F-1107-4AC0-B97B-68CB932156A7}" srcId="{A9840872-8806-4E9C-BF0F-E2476B66D5DE}" destId="{E5BC463E-0528-4CA7-AF5B-5DF335165649}" srcOrd="0" destOrd="0" parTransId="{6D91DD46-E0DB-4CCB-A306-86565619D37A}" sibTransId="{8BFE4AB0-F138-4AB5-A0A8-9E7C1281EA77}"/>
    <dgm:cxn modelId="{C85AD612-0347-4A40-9B99-60C7B19E200E}" srcId="{CA1730F7-7BDC-45C5-8C6D-CCA7D780BB6E}" destId="{DC690EC8-CC38-43E8-AD02-D9FFBDB6C134}" srcOrd="0" destOrd="0" parTransId="{36B93F5A-ADA4-40DE-B175-40BE5D74EC8F}" sibTransId="{4E3EC3FE-2B0F-4381-AE69-2ECDB818DBD8}"/>
    <dgm:cxn modelId="{2F13CB28-FE42-4AD6-9380-A28DF2E95C7E}" srcId="{578C579A-4D7B-4CC1-933C-3BDC11F35580}" destId="{95C01131-4BCE-4F3A-B17B-6D44519A2CB4}" srcOrd="0" destOrd="0" parTransId="{366FFE16-624F-4D23-989E-5B9EEA876551}" sibTransId="{42B4325B-0325-4BBD-A3A6-560ACE41E05C}"/>
    <dgm:cxn modelId="{16206345-E474-43F8-B9AA-A7C78B9E5A94}" srcId="{39746C7C-5416-4AD2-88FF-96CE97C9D791}" destId="{A0027A5D-3109-4AD3-A560-A61CF8A2A652}" srcOrd="2" destOrd="0" parTransId="{652FA7CD-72E9-423E-907C-5347A5577821}" sibTransId="{7C5F60ED-8960-433A-9F64-314170D0DC63}"/>
    <dgm:cxn modelId="{DD93ED67-77C9-4392-8A97-6F2E119503EB}" type="presOf" srcId="{578C579A-4D7B-4CC1-933C-3BDC11F35580}" destId="{35CC899B-2EE4-43D9-A703-EB0A32540EFB}" srcOrd="0" destOrd="0" presId="urn:microsoft.com/office/officeart/2011/layout/TabList"/>
    <dgm:cxn modelId="{152E6158-EB41-427D-A151-A8FEDDB77593}" type="presOf" srcId="{C3C9D435-87AD-43D3-A88F-131BD8B292B7}" destId="{531B42F9-902A-4350-BBAB-012029881595}" srcOrd="0" destOrd="0" presId="urn:microsoft.com/office/officeart/2011/layout/TabList"/>
    <dgm:cxn modelId="{05C8EE80-3E99-4BB6-9AA2-321FE87D742E}" srcId="{39746C7C-5416-4AD2-88FF-96CE97C9D791}" destId="{578C579A-4D7B-4CC1-933C-3BDC11F35580}" srcOrd="1" destOrd="0" parTransId="{B676A52D-D5CA-4E12-B10A-E0214F0B2FF6}" sibTransId="{669E40E5-D454-42F6-8DFE-85F4387037EC}"/>
    <dgm:cxn modelId="{62C8B28C-01DE-4FC6-88C1-E13E4CC73CD8}" type="presOf" srcId="{A9840872-8806-4E9C-BF0F-E2476B66D5DE}" destId="{9839843C-C463-4427-A912-972208823265}" srcOrd="0" destOrd="0" presId="urn:microsoft.com/office/officeart/2011/layout/TabList"/>
    <dgm:cxn modelId="{BEDB8690-7B81-4088-8DBC-4113652D59DB}" type="presOf" srcId="{A0027A5D-3109-4AD3-A560-A61CF8A2A652}" destId="{16689FCA-C241-4B7F-B562-40236597DB24}" srcOrd="0" destOrd="0" presId="urn:microsoft.com/office/officeart/2011/layout/TabList"/>
    <dgm:cxn modelId="{8991E49C-8B7F-4E16-B872-9A8F5BF0DA6D}" type="presOf" srcId="{CA1730F7-7BDC-45C5-8C6D-CCA7D780BB6E}" destId="{22AA5C5F-BCAD-4008-B202-1EE67A680DD2}" srcOrd="0" destOrd="0" presId="urn:microsoft.com/office/officeart/2011/layout/TabList"/>
    <dgm:cxn modelId="{BB0620A1-6F53-48A8-9A11-C59A0F518254}" type="presOf" srcId="{95C01131-4BCE-4F3A-B17B-6D44519A2CB4}" destId="{A6DF1ABD-4761-4ECD-AE6C-37C629D7E360}" srcOrd="0" destOrd="0" presId="urn:microsoft.com/office/officeart/2011/layout/TabList"/>
    <dgm:cxn modelId="{09CDC1A5-0125-46DD-BE1F-2DCAD6441D1C}" type="presOf" srcId="{B68B9B90-8AE2-4518-90C2-5AD9A5542F14}" destId="{A381E71C-64F6-4C14-A256-1A6B561CBB02}" srcOrd="0" destOrd="0" presId="urn:microsoft.com/office/officeart/2011/layout/TabList"/>
    <dgm:cxn modelId="{30EDFCA5-6421-4986-BD46-ABB99D5519FA}" type="presOf" srcId="{67B90C79-5DED-4003-B221-46DB29CE3016}" destId="{F13D42F6-AE29-4A09-818D-F05004F0677E}" srcOrd="0" destOrd="0" presId="urn:microsoft.com/office/officeart/2011/layout/TabList"/>
    <dgm:cxn modelId="{CA3F2CA6-4113-48DE-A687-4CF341CE9897}" type="presOf" srcId="{DC690EC8-CC38-43E8-AD02-D9FFBDB6C134}" destId="{B9A81889-6CD1-4B7D-9D95-32E8028C8B25}" srcOrd="0" destOrd="0" presId="urn:microsoft.com/office/officeart/2011/layout/TabList"/>
    <dgm:cxn modelId="{C0BB5ABE-9A51-4EB7-B297-7B9C11BF604B}" srcId="{39746C7C-5416-4AD2-88FF-96CE97C9D791}" destId="{CA1730F7-7BDC-45C5-8C6D-CCA7D780BB6E}" srcOrd="3" destOrd="0" parTransId="{5C616FB2-3AB7-49AB-A4EB-7C7CE455D1AE}" sibTransId="{AC623CF0-9491-4B86-A3F9-FD507116BEFE}"/>
    <dgm:cxn modelId="{1F1EA6BE-0B9E-4609-B7A7-9AE9D8C5C8C6}" type="presOf" srcId="{E5BC463E-0528-4CA7-AF5B-5DF335165649}" destId="{8AF23B72-7A17-4CB6-BC29-0D9460F47B9D}" srcOrd="0" destOrd="0" presId="urn:microsoft.com/office/officeart/2011/layout/TabList"/>
    <dgm:cxn modelId="{097321D5-B9B5-4E6F-9CD6-91648AF84DEE}" srcId="{B68B9B90-8AE2-4518-90C2-5AD9A5542F14}" destId="{67B90C79-5DED-4003-B221-46DB29CE3016}" srcOrd="0" destOrd="0" parTransId="{D3CC030B-1E49-4E71-8F3D-0811B69FBE95}" sibTransId="{73D74261-1095-42C9-AC3D-D06A7F2FAB8C}"/>
    <dgm:cxn modelId="{A389B5DE-D438-46EC-923D-8C741B42879B}" srcId="{39746C7C-5416-4AD2-88FF-96CE97C9D791}" destId="{A9840872-8806-4E9C-BF0F-E2476B66D5DE}" srcOrd="0" destOrd="0" parTransId="{8A012B12-FFA4-41CA-9602-E2BF2F77ECC8}" sibTransId="{6725AF4F-CC14-4472-8EB1-6EF7C67AA652}"/>
    <dgm:cxn modelId="{551DE7E2-A2CE-44A2-BDC5-C8DBDE64AF02}" srcId="{A0027A5D-3109-4AD3-A560-A61CF8A2A652}" destId="{C3C9D435-87AD-43D3-A88F-131BD8B292B7}" srcOrd="0" destOrd="0" parTransId="{CC3F8633-7D06-4614-9563-192DBF957F4D}" sibTransId="{2604F5FE-986F-4680-8DE8-66C34F8D6F5B}"/>
    <dgm:cxn modelId="{F7580FFC-F7D2-477D-A32B-3A0E9B25BC5A}" type="presOf" srcId="{39746C7C-5416-4AD2-88FF-96CE97C9D791}" destId="{E76E930C-CD1E-4B51-A605-ED529DA0A19A}" srcOrd="0" destOrd="0" presId="urn:microsoft.com/office/officeart/2011/layout/TabList"/>
    <dgm:cxn modelId="{302359E6-5021-4ED1-9B51-2A261722CAC2}" type="presParOf" srcId="{E76E930C-CD1E-4B51-A605-ED529DA0A19A}" destId="{05819CA9-A38C-4D0E-A681-409B64556D20}" srcOrd="0" destOrd="0" presId="urn:microsoft.com/office/officeart/2011/layout/TabList"/>
    <dgm:cxn modelId="{556B6801-D975-416E-8D91-693F6B6132D0}" type="presParOf" srcId="{05819CA9-A38C-4D0E-A681-409B64556D20}" destId="{8AF23B72-7A17-4CB6-BC29-0D9460F47B9D}" srcOrd="0" destOrd="0" presId="urn:microsoft.com/office/officeart/2011/layout/TabList"/>
    <dgm:cxn modelId="{DC3FFC02-AC11-4E21-B9EA-49C2C69E1F32}" type="presParOf" srcId="{05819CA9-A38C-4D0E-A681-409B64556D20}" destId="{9839843C-C463-4427-A912-972208823265}" srcOrd="1" destOrd="0" presId="urn:microsoft.com/office/officeart/2011/layout/TabList"/>
    <dgm:cxn modelId="{800DB751-2C21-473E-ACD7-C112BB57E4B6}" type="presParOf" srcId="{05819CA9-A38C-4D0E-A681-409B64556D20}" destId="{33AA07D5-5F6C-4700-A957-7D5007133198}" srcOrd="2" destOrd="0" presId="urn:microsoft.com/office/officeart/2011/layout/TabList"/>
    <dgm:cxn modelId="{F166BFFB-4E7E-4403-A664-274F1076C89D}" type="presParOf" srcId="{E76E930C-CD1E-4B51-A605-ED529DA0A19A}" destId="{ABAB9B89-5FDB-4243-984F-169AC8177AE4}" srcOrd="1" destOrd="0" presId="urn:microsoft.com/office/officeart/2011/layout/TabList"/>
    <dgm:cxn modelId="{8E65FEA9-C2F3-4243-A344-F551B3389324}" type="presParOf" srcId="{E76E930C-CD1E-4B51-A605-ED529DA0A19A}" destId="{6C1E2A7C-EED0-471C-A2FB-7F3EB5681311}" srcOrd="2" destOrd="0" presId="urn:microsoft.com/office/officeart/2011/layout/TabList"/>
    <dgm:cxn modelId="{7324BCE4-ED42-4A80-BFEA-21C60765CD13}" type="presParOf" srcId="{6C1E2A7C-EED0-471C-A2FB-7F3EB5681311}" destId="{A6DF1ABD-4761-4ECD-AE6C-37C629D7E360}" srcOrd="0" destOrd="0" presId="urn:microsoft.com/office/officeart/2011/layout/TabList"/>
    <dgm:cxn modelId="{CC5C999E-C03D-4168-9F14-A5157E35D0EE}" type="presParOf" srcId="{6C1E2A7C-EED0-471C-A2FB-7F3EB5681311}" destId="{35CC899B-2EE4-43D9-A703-EB0A32540EFB}" srcOrd="1" destOrd="0" presId="urn:microsoft.com/office/officeart/2011/layout/TabList"/>
    <dgm:cxn modelId="{3FFFF66C-B042-4D41-9624-7CAE30E19A5A}" type="presParOf" srcId="{6C1E2A7C-EED0-471C-A2FB-7F3EB5681311}" destId="{F9031249-7CB9-4481-9E82-BAA48BC88258}" srcOrd="2" destOrd="0" presId="urn:microsoft.com/office/officeart/2011/layout/TabList"/>
    <dgm:cxn modelId="{05C44CAD-70F6-4F9B-B671-04277573D0ED}" type="presParOf" srcId="{E76E930C-CD1E-4B51-A605-ED529DA0A19A}" destId="{82178503-42BB-4E4E-A440-C159AFF218A2}" srcOrd="3" destOrd="0" presId="urn:microsoft.com/office/officeart/2011/layout/TabList"/>
    <dgm:cxn modelId="{9E3E17BA-8537-40AA-8959-392AEFF65196}" type="presParOf" srcId="{E76E930C-CD1E-4B51-A605-ED529DA0A19A}" destId="{20D0DC5F-E0EA-4661-A964-15165E8FF18A}" srcOrd="4" destOrd="0" presId="urn:microsoft.com/office/officeart/2011/layout/TabList"/>
    <dgm:cxn modelId="{791FC882-7566-4DC1-B73C-31D3CA66E15F}" type="presParOf" srcId="{20D0DC5F-E0EA-4661-A964-15165E8FF18A}" destId="{531B42F9-902A-4350-BBAB-012029881595}" srcOrd="0" destOrd="0" presId="urn:microsoft.com/office/officeart/2011/layout/TabList"/>
    <dgm:cxn modelId="{4E776A6B-719B-4828-902F-7373E56B87A5}" type="presParOf" srcId="{20D0DC5F-E0EA-4661-A964-15165E8FF18A}" destId="{16689FCA-C241-4B7F-B562-40236597DB24}" srcOrd="1" destOrd="0" presId="urn:microsoft.com/office/officeart/2011/layout/TabList"/>
    <dgm:cxn modelId="{211F48E9-0552-4842-8DE3-B3E3797A96FE}" type="presParOf" srcId="{20D0DC5F-E0EA-4661-A964-15165E8FF18A}" destId="{8A698C1A-85ED-4A2E-B6BF-73CC60561BAB}" srcOrd="2" destOrd="0" presId="urn:microsoft.com/office/officeart/2011/layout/TabList"/>
    <dgm:cxn modelId="{4B8BEA3A-8756-4C11-BF06-D8963DFD127D}" type="presParOf" srcId="{E76E930C-CD1E-4B51-A605-ED529DA0A19A}" destId="{F5F5483B-5627-4DFB-907F-CD66299F77E8}" srcOrd="5" destOrd="0" presId="urn:microsoft.com/office/officeart/2011/layout/TabList"/>
    <dgm:cxn modelId="{B04633F7-FF3E-4635-B9C5-D978420DF5EE}" type="presParOf" srcId="{E76E930C-CD1E-4B51-A605-ED529DA0A19A}" destId="{12113EFA-1930-4FE8-B6D1-5372B02DBCB9}" srcOrd="6" destOrd="0" presId="urn:microsoft.com/office/officeart/2011/layout/TabList"/>
    <dgm:cxn modelId="{701A499C-4DBE-4448-B4BC-9C206411E7CF}" type="presParOf" srcId="{12113EFA-1930-4FE8-B6D1-5372B02DBCB9}" destId="{B9A81889-6CD1-4B7D-9D95-32E8028C8B25}" srcOrd="0" destOrd="0" presId="urn:microsoft.com/office/officeart/2011/layout/TabList"/>
    <dgm:cxn modelId="{CE5316EC-9FA5-4B4A-AE74-6149853B9648}" type="presParOf" srcId="{12113EFA-1930-4FE8-B6D1-5372B02DBCB9}" destId="{22AA5C5F-BCAD-4008-B202-1EE67A680DD2}" srcOrd="1" destOrd="0" presId="urn:microsoft.com/office/officeart/2011/layout/TabList"/>
    <dgm:cxn modelId="{48817A6B-76F3-4F42-B58D-CA7327877985}" type="presParOf" srcId="{12113EFA-1930-4FE8-B6D1-5372B02DBCB9}" destId="{68C2FF9D-F60C-4E8A-8C65-2FCDBE4CDA93}" srcOrd="2" destOrd="0" presId="urn:microsoft.com/office/officeart/2011/layout/TabList"/>
    <dgm:cxn modelId="{0BADB53F-CC28-4FEE-9E27-E85695D1B346}" type="presParOf" srcId="{E76E930C-CD1E-4B51-A605-ED529DA0A19A}" destId="{1DD41FB4-FD8B-4167-A3E8-12907482066B}" srcOrd="7" destOrd="0" presId="urn:microsoft.com/office/officeart/2011/layout/TabList"/>
    <dgm:cxn modelId="{EF98F2E8-117F-400B-8DAB-0E2AC6525955}" type="presParOf" srcId="{E76E930C-CD1E-4B51-A605-ED529DA0A19A}" destId="{85F27920-B261-45DF-A3C5-375C94DE880B}" srcOrd="8" destOrd="0" presId="urn:microsoft.com/office/officeart/2011/layout/TabList"/>
    <dgm:cxn modelId="{EF80AE2C-E556-46CB-9F1F-0E34282A104E}" type="presParOf" srcId="{85F27920-B261-45DF-A3C5-375C94DE880B}" destId="{F13D42F6-AE29-4A09-818D-F05004F0677E}" srcOrd="0" destOrd="0" presId="urn:microsoft.com/office/officeart/2011/layout/TabList"/>
    <dgm:cxn modelId="{95CFC2E0-5F4D-4B6F-BB73-EDB1F7184578}" type="presParOf" srcId="{85F27920-B261-45DF-A3C5-375C94DE880B}" destId="{A381E71C-64F6-4C14-A256-1A6B561CBB02}" srcOrd="1" destOrd="0" presId="urn:microsoft.com/office/officeart/2011/layout/TabList"/>
    <dgm:cxn modelId="{B22D78FF-E55F-4047-ACA3-5156F18BC2C9}" type="presParOf" srcId="{85F27920-B261-45DF-A3C5-375C94DE880B}" destId="{DC3D996C-5761-4FD2-AC4B-3C90F2D861C1}" srcOrd="2" destOrd="0" presId="urn:microsoft.com/office/officeart/2011/layout/Tab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44.xml><?xml version="1.0" encoding="utf-8"?>
<dgm:dataModel xmlns:dgm="http://schemas.openxmlformats.org/drawingml/2006/diagram" xmlns:a="http://schemas.openxmlformats.org/drawingml/2006/main">
  <dgm:ptLst>
    <dgm:pt modelId="{4FC98875-F9AD-4819-99D5-5374D5E6C99A}" type="doc">
      <dgm:prSet loTypeId="urn:microsoft.com/office/officeart/2005/8/layout/orgChart1" loCatId="hierarchy" qsTypeId="urn:microsoft.com/office/officeart/2005/8/quickstyle/simple3" qsCatId="simple" csTypeId="urn:microsoft.com/office/officeart/2005/8/colors/colorful5" csCatId="colorful" phldr="1"/>
      <dgm:spPr/>
      <dgm:t>
        <a:bodyPr/>
        <a:lstStyle/>
        <a:p>
          <a:endParaRPr lang="en-IN"/>
        </a:p>
      </dgm:t>
    </dgm:pt>
    <dgm:pt modelId="{4FCEE0F8-1066-4E63-BAC7-99D9EF109579}">
      <dgm:prSet phldrT="[Text]" custT="1"/>
      <dgm:spPr/>
      <dgm:t>
        <a:bodyPr/>
        <a:lstStyle/>
        <a:p>
          <a:r>
            <a:rPr lang="en-US" sz="1800" dirty="0"/>
            <a:t>JVM</a:t>
          </a:r>
          <a:endParaRPr lang="en-IN" sz="1800" dirty="0"/>
        </a:p>
      </dgm:t>
    </dgm:pt>
    <dgm:pt modelId="{1241F956-E722-4063-9559-ABF20E79E7C0}" type="parTrans" cxnId="{2F8666A9-120A-4A10-9139-3F0E31600AAC}">
      <dgm:prSet/>
      <dgm:spPr/>
      <dgm:t>
        <a:bodyPr/>
        <a:lstStyle/>
        <a:p>
          <a:endParaRPr lang="en-IN" sz="1800"/>
        </a:p>
      </dgm:t>
    </dgm:pt>
    <dgm:pt modelId="{59FBD623-22B7-4EA5-BEC9-47B42847CD1E}" type="sibTrans" cxnId="{2F8666A9-120A-4A10-9139-3F0E31600AAC}">
      <dgm:prSet/>
      <dgm:spPr/>
      <dgm:t>
        <a:bodyPr/>
        <a:lstStyle/>
        <a:p>
          <a:endParaRPr lang="en-IN" sz="1800"/>
        </a:p>
      </dgm:t>
    </dgm:pt>
    <dgm:pt modelId="{CDEE3415-F0C1-473C-B4C8-392543C70D6D}">
      <dgm:prSet phldrT="[Text]" custT="1"/>
      <dgm:spPr/>
      <dgm:t>
        <a:bodyPr/>
        <a:lstStyle/>
        <a:p>
          <a:r>
            <a:rPr lang="en-US" sz="1800" dirty="0"/>
            <a:t>Main Thread</a:t>
          </a:r>
          <a:endParaRPr lang="en-IN" sz="1800" dirty="0"/>
        </a:p>
      </dgm:t>
    </dgm:pt>
    <dgm:pt modelId="{BB62BDD1-A63E-4E27-A4A0-F1F4A10766AE}" type="parTrans" cxnId="{D7594AF8-93FA-41BC-A5E9-3981F54C66B3}">
      <dgm:prSet/>
      <dgm:spPr/>
      <dgm:t>
        <a:bodyPr/>
        <a:lstStyle/>
        <a:p>
          <a:endParaRPr lang="en-IN" sz="1800"/>
        </a:p>
      </dgm:t>
    </dgm:pt>
    <dgm:pt modelId="{6046394C-57EF-4131-8762-0002BAA5BF73}" type="sibTrans" cxnId="{D7594AF8-93FA-41BC-A5E9-3981F54C66B3}">
      <dgm:prSet/>
      <dgm:spPr/>
      <dgm:t>
        <a:bodyPr/>
        <a:lstStyle/>
        <a:p>
          <a:endParaRPr lang="en-IN" sz="1800"/>
        </a:p>
      </dgm:t>
    </dgm:pt>
    <dgm:pt modelId="{0B8E8AF4-CDA4-4FB4-A520-4004B611E98A}">
      <dgm:prSet phldrT="[Text]" custT="1"/>
      <dgm:spPr/>
      <dgm:t>
        <a:bodyPr/>
        <a:lstStyle/>
        <a:p>
          <a:r>
            <a:rPr lang="en-US" sz="1800" dirty="0"/>
            <a:t>Daemon Thread                      (</a:t>
          </a:r>
          <a:r>
            <a:rPr lang="en-US" sz="1800" dirty="0" err="1"/>
            <a:t>eg</a:t>
          </a:r>
          <a:r>
            <a:rPr lang="en-US" sz="1800" dirty="0"/>
            <a:t>: Garbage Collection)</a:t>
          </a:r>
          <a:endParaRPr lang="en-IN" sz="1800" dirty="0"/>
        </a:p>
      </dgm:t>
    </dgm:pt>
    <dgm:pt modelId="{EF02029E-1BC3-4A97-94DE-839083121C5E}" type="parTrans" cxnId="{C01B33C7-1F64-45E4-A042-7AE222A59998}">
      <dgm:prSet/>
      <dgm:spPr/>
      <dgm:t>
        <a:bodyPr/>
        <a:lstStyle/>
        <a:p>
          <a:endParaRPr lang="en-IN" sz="1800"/>
        </a:p>
      </dgm:t>
    </dgm:pt>
    <dgm:pt modelId="{2EE0272E-D051-4314-91E6-586A84DA726D}" type="sibTrans" cxnId="{C01B33C7-1F64-45E4-A042-7AE222A59998}">
      <dgm:prSet/>
      <dgm:spPr/>
      <dgm:t>
        <a:bodyPr/>
        <a:lstStyle/>
        <a:p>
          <a:endParaRPr lang="en-IN" sz="1800"/>
        </a:p>
      </dgm:t>
    </dgm:pt>
    <dgm:pt modelId="{A6604EB8-CDDE-4854-A46B-02262B1F72B7}">
      <dgm:prSet phldrT="[Text]" custT="1"/>
      <dgm:spPr/>
      <dgm:t>
        <a:bodyPr/>
        <a:lstStyle/>
        <a:p>
          <a:r>
            <a:rPr lang="en-US" sz="1800" dirty="0"/>
            <a:t>Thread A</a:t>
          </a:r>
          <a:endParaRPr lang="en-IN" sz="1800" dirty="0"/>
        </a:p>
      </dgm:t>
    </dgm:pt>
    <dgm:pt modelId="{ED73FC06-F3C7-4AFC-BC6F-F7D5A8287AD9}" type="parTrans" cxnId="{35FAE87E-5725-4C95-8194-784A32800E6D}">
      <dgm:prSet/>
      <dgm:spPr/>
      <dgm:t>
        <a:bodyPr/>
        <a:lstStyle/>
        <a:p>
          <a:endParaRPr lang="en-IN" sz="1800"/>
        </a:p>
      </dgm:t>
    </dgm:pt>
    <dgm:pt modelId="{D1740CFA-9043-4249-B01B-940CEBAD8F29}" type="sibTrans" cxnId="{35FAE87E-5725-4C95-8194-784A32800E6D}">
      <dgm:prSet/>
      <dgm:spPr/>
      <dgm:t>
        <a:bodyPr/>
        <a:lstStyle/>
        <a:p>
          <a:endParaRPr lang="en-IN" sz="1800"/>
        </a:p>
      </dgm:t>
    </dgm:pt>
    <dgm:pt modelId="{7EA46C91-C388-4404-87B4-7BA720B646B8}">
      <dgm:prSet phldrT="[Text]" custT="1"/>
      <dgm:spPr/>
      <dgm:t>
        <a:bodyPr/>
        <a:lstStyle/>
        <a:p>
          <a:r>
            <a:rPr lang="en-US" sz="1800" dirty="0"/>
            <a:t>Thread B</a:t>
          </a:r>
          <a:endParaRPr lang="en-IN" sz="1800" dirty="0"/>
        </a:p>
      </dgm:t>
    </dgm:pt>
    <dgm:pt modelId="{9C4E5442-547D-4441-9635-1B006C31011A}" type="parTrans" cxnId="{EC202EAE-A921-4087-81DA-D55D62A9A4B8}">
      <dgm:prSet/>
      <dgm:spPr/>
      <dgm:t>
        <a:bodyPr/>
        <a:lstStyle/>
        <a:p>
          <a:endParaRPr lang="en-IN" sz="1800"/>
        </a:p>
      </dgm:t>
    </dgm:pt>
    <dgm:pt modelId="{2DADCC1E-A494-4376-9AEE-7FE7397E51CD}" type="sibTrans" cxnId="{EC202EAE-A921-4087-81DA-D55D62A9A4B8}">
      <dgm:prSet/>
      <dgm:spPr/>
      <dgm:t>
        <a:bodyPr/>
        <a:lstStyle/>
        <a:p>
          <a:endParaRPr lang="en-IN" sz="1800"/>
        </a:p>
      </dgm:t>
    </dgm:pt>
    <dgm:pt modelId="{752D20A6-C3A1-4460-B38F-D1A09DCE7A8E}">
      <dgm:prSet phldrT="[Text]" custT="1"/>
      <dgm:spPr/>
      <dgm:t>
        <a:bodyPr/>
        <a:lstStyle/>
        <a:p>
          <a:r>
            <a:rPr lang="en-US" sz="1800" dirty="0"/>
            <a:t>Thread C</a:t>
          </a:r>
          <a:endParaRPr lang="en-IN" sz="1800" dirty="0"/>
        </a:p>
      </dgm:t>
    </dgm:pt>
    <dgm:pt modelId="{2D2BF68C-A1BA-44FE-910A-82D5A1059375}" type="parTrans" cxnId="{2EC51D3B-7FCC-407C-8D38-D6F963EF5C1D}">
      <dgm:prSet/>
      <dgm:spPr/>
      <dgm:t>
        <a:bodyPr/>
        <a:lstStyle/>
        <a:p>
          <a:endParaRPr lang="en-IN" sz="1800"/>
        </a:p>
      </dgm:t>
    </dgm:pt>
    <dgm:pt modelId="{AAF7A29A-2896-4168-9A7C-1F1800D00226}" type="sibTrans" cxnId="{2EC51D3B-7FCC-407C-8D38-D6F963EF5C1D}">
      <dgm:prSet/>
      <dgm:spPr/>
      <dgm:t>
        <a:bodyPr/>
        <a:lstStyle/>
        <a:p>
          <a:endParaRPr lang="en-IN" sz="1800"/>
        </a:p>
      </dgm:t>
    </dgm:pt>
    <dgm:pt modelId="{DB488C35-28CF-4DF7-B3DA-F34FE4A6DA2C}">
      <dgm:prSet phldrT="[Text]" custT="1"/>
      <dgm:spPr/>
      <dgm:t>
        <a:bodyPr/>
        <a:lstStyle/>
        <a:p>
          <a:r>
            <a:rPr lang="en-US" sz="1800" dirty="0"/>
            <a:t>Thread D</a:t>
          </a:r>
          <a:endParaRPr lang="en-IN" sz="1800" dirty="0"/>
        </a:p>
      </dgm:t>
    </dgm:pt>
    <dgm:pt modelId="{7F40BF87-B851-4C23-A9FE-81B60CA0AA56}" type="parTrans" cxnId="{74268E8F-65B8-4E03-B80A-116814395B32}">
      <dgm:prSet/>
      <dgm:spPr/>
      <dgm:t>
        <a:bodyPr/>
        <a:lstStyle/>
        <a:p>
          <a:endParaRPr lang="en-IN" sz="1800"/>
        </a:p>
      </dgm:t>
    </dgm:pt>
    <dgm:pt modelId="{25945B9E-204D-4A0C-B98A-4192EA3746D8}" type="sibTrans" cxnId="{74268E8F-65B8-4E03-B80A-116814395B32}">
      <dgm:prSet/>
      <dgm:spPr/>
      <dgm:t>
        <a:bodyPr/>
        <a:lstStyle/>
        <a:p>
          <a:endParaRPr lang="en-IN" sz="1800"/>
        </a:p>
      </dgm:t>
    </dgm:pt>
    <dgm:pt modelId="{1942CB45-6920-4D85-ABB2-8177B4ED7D3A}" type="pres">
      <dgm:prSet presAssocID="{4FC98875-F9AD-4819-99D5-5374D5E6C99A}" presName="hierChild1" presStyleCnt="0">
        <dgm:presLayoutVars>
          <dgm:orgChart val="1"/>
          <dgm:chPref val="1"/>
          <dgm:dir/>
          <dgm:animOne val="branch"/>
          <dgm:animLvl val="lvl"/>
          <dgm:resizeHandles/>
        </dgm:presLayoutVars>
      </dgm:prSet>
      <dgm:spPr/>
    </dgm:pt>
    <dgm:pt modelId="{2EA08F04-F6E8-4106-812A-55EA553A941D}" type="pres">
      <dgm:prSet presAssocID="{4FCEE0F8-1066-4E63-BAC7-99D9EF109579}" presName="hierRoot1" presStyleCnt="0">
        <dgm:presLayoutVars>
          <dgm:hierBranch val="init"/>
        </dgm:presLayoutVars>
      </dgm:prSet>
      <dgm:spPr/>
    </dgm:pt>
    <dgm:pt modelId="{47C26671-DECF-4B0F-96D8-8E219B210461}" type="pres">
      <dgm:prSet presAssocID="{4FCEE0F8-1066-4E63-BAC7-99D9EF109579}" presName="rootComposite1" presStyleCnt="0"/>
      <dgm:spPr/>
    </dgm:pt>
    <dgm:pt modelId="{565A5EEC-C47F-4089-98C7-CF5A564467C7}" type="pres">
      <dgm:prSet presAssocID="{4FCEE0F8-1066-4E63-BAC7-99D9EF109579}" presName="rootText1" presStyleLbl="node0" presStyleIdx="0" presStyleCnt="1" custScaleX="133163" custScaleY="46022" custLinFactNeighborX="-2610" custLinFactNeighborY="-50471">
        <dgm:presLayoutVars>
          <dgm:chPref val="3"/>
        </dgm:presLayoutVars>
      </dgm:prSet>
      <dgm:spPr>
        <a:prstGeom prst="roundRect">
          <a:avLst/>
        </a:prstGeom>
      </dgm:spPr>
    </dgm:pt>
    <dgm:pt modelId="{B3F8C865-EB7C-492C-B5FD-3DAE8B4F22A7}" type="pres">
      <dgm:prSet presAssocID="{4FCEE0F8-1066-4E63-BAC7-99D9EF109579}" presName="rootConnector1" presStyleLbl="node1" presStyleIdx="0" presStyleCnt="0"/>
      <dgm:spPr/>
    </dgm:pt>
    <dgm:pt modelId="{911BAA0C-4929-4695-B7CB-0DF45D3F689F}" type="pres">
      <dgm:prSet presAssocID="{4FCEE0F8-1066-4E63-BAC7-99D9EF109579}" presName="hierChild2" presStyleCnt="0"/>
      <dgm:spPr/>
    </dgm:pt>
    <dgm:pt modelId="{02542426-496C-4D03-AE81-B4D156700BE3}" type="pres">
      <dgm:prSet presAssocID="{BB62BDD1-A63E-4E27-A4A0-F1F4A10766AE}" presName="Name37" presStyleLbl="parChTrans1D2" presStyleIdx="0" presStyleCnt="2"/>
      <dgm:spPr/>
    </dgm:pt>
    <dgm:pt modelId="{A2AE3C45-CF3D-4AAC-8F1D-46BCA2B9E506}" type="pres">
      <dgm:prSet presAssocID="{CDEE3415-F0C1-473C-B4C8-392543C70D6D}" presName="hierRoot2" presStyleCnt="0">
        <dgm:presLayoutVars>
          <dgm:hierBranch val="init"/>
        </dgm:presLayoutVars>
      </dgm:prSet>
      <dgm:spPr/>
    </dgm:pt>
    <dgm:pt modelId="{0186D26F-BC56-45FD-89C2-70E2FB994C38}" type="pres">
      <dgm:prSet presAssocID="{CDEE3415-F0C1-473C-B4C8-392543C70D6D}" presName="rootComposite" presStyleCnt="0"/>
      <dgm:spPr/>
    </dgm:pt>
    <dgm:pt modelId="{BAA803E1-53B7-4170-BBB0-AD798368BB01}" type="pres">
      <dgm:prSet presAssocID="{CDEE3415-F0C1-473C-B4C8-392543C70D6D}" presName="rootText" presStyleLbl="node2" presStyleIdx="0" presStyleCnt="2" custScaleX="99220" custScaleY="56304" custLinFactNeighborX="-2247" custLinFactNeighborY="-35892">
        <dgm:presLayoutVars>
          <dgm:chPref val="3"/>
        </dgm:presLayoutVars>
      </dgm:prSet>
      <dgm:spPr>
        <a:prstGeom prst="roundRect">
          <a:avLst/>
        </a:prstGeom>
      </dgm:spPr>
    </dgm:pt>
    <dgm:pt modelId="{1B193652-C5CA-4F32-872F-7EB8BBAF56EE}" type="pres">
      <dgm:prSet presAssocID="{CDEE3415-F0C1-473C-B4C8-392543C70D6D}" presName="rootConnector" presStyleLbl="node2" presStyleIdx="0" presStyleCnt="2"/>
      <dgm:spPr/>
    </dgm:pt>
    <dgm:pt modelId="{D24F7B91-F9F8-4BD5-9A30-833181DD8CAB}" type="pres">
      <dgm:prSet presAssocID="{CDEE3415-F0C1-473C-B4C8-392543C70D6D}" presName="hierChild4" presStyleCnt="0"/>
      <dgm:spPr/>
    </dgm:pt>
    <dgm:pt modelId="{A65FF051-D3B6-4A8A-A945-7BFDCF98EB81}" type="pres">
      <dgm:prSet presAssocID="{ED73FC06-F3C7-4AFC-BC6F-F7D5A8287AD9}" presName="Name37" presStyleLbl="parChTrans1D3" presStyleIdx="0" presStyleCnt="2"/>
      <dgm:spPr/>
    </dgm:pt>
    <dgm:pt modelId="{4E39C3B4-1ACD-404D-9E73-5F494B711C5F}" type="pres">
      <dgm:prSet presAssocID="{A6604EB8-CDDE-4854-A46B-02262B1F72B7}" presName="hierRoot2" presStyleCnt="0">
        <dgm:presLayoutVars>
          <dgm:hierBranch val="init"/>
        </dgm:presLayoutVars>
      </dgm:prSet>
      <dgm:spPr/>
    </dgm:pt>
    <dgm:pt modelId="{A7CF1406-F75A-486D-ADC1-B080DB05A463}" type="pres">
      <dgm:prSet presAssocID="{A6604EB8-CDDE-4854-A46B-02262B1F72B7}" presName="rootComposite" presStyleCnt="0"/>
      <dgm:spPr/>
    </dgm:pt>
    <dgm:pt modelId="{B7F49ABE-8C44-44DB-B7D0-BD97A3F899F1}" type="pres">
      <dgm:prSet presAssocID="{A6604EB8-CDDE-4854-A46B-02262B1F72B7}" presName="rootText" presStyleLbl="node3" presStyleIdx="0" presStyleCnt="2" custScaleX="53253" custScaleY="52623" custLinFactNeighborX="5402" custLinFactNeighborY="-12369">
        <dgm:presLayoutVars>
          <dgm:chPref val="3"/>
        </dgm:presLayoutVars>
      </dgm:prSet>
      <dgm:spPr>
        <a:prstGeom prst="roundRect">
          <a:avLst/>
        </a:prstGeom>
      </dgm:spPr>
    </dgm:pt>
    <dgm:pt modelId="{BA597762-04A7-45D8-ACEF-3DB2C035EB6E}" type="pres">
      <dgm:prSet presAssocID="{A6604EB8-CDDE-4854-A46B-02262B1F72B7}" presName="rootConnector" presStyleLbl="node3" presStyleIdx="0" presStyleCnt="2"/>
      <dgm:spPr/>
    </dgm:pt>
    <dgm:pt modelId="{E62941DB-E1DE-4265-90B5-0796A24FD37E}" type="pres">
      <dgm:prSet presAssocID="{A6604EB8-CDDE-4854-A46B-02262B1F72B7}" presName="hierChild4" presStyleCnt="0"/>
      <dgm:spPr/>
    </dgm:pt>
    <dgm:pt modelId="{CC4CDD11-CF89-4035-832B-7B697515C80B}" type="pres">
      <dgm:prSet presAssocID="{2D2BF68C-A1BA-44FE-910A-82D5A1059375}" presName="Name37" presStyleLbl="parChTrans1D4" presStyleIdx="0" presStyleCnt="2"/>
      <dgm:spPr/>
    </dgm:pt>
    <dgm:pt modelId="{63C799C4-6BC1-4FC3-ADB5-DAF59B3A4801}" type="pres">
      <dgm:prSet presAssocID="{752D20A6-C3A1-4460-B38F-D1A09DCE7A8E}" presName="hierRoot2" presStyleCnt="0">
        <dgm:presLayoutVars>
          <dgm:hierBranch val="init"/>
        </dgm:presLayoutVars>
      </dgm:prSet>
      <dgm:spPr/>
    </dgm:pt>
    <dgm:pt modelId="{D129E0C7-1EE7-4991-A127-F339108A3EE6}" type="pres">
      <dgm:prSet presAssocID="{752D20A6-C3A1-4460-B38F-D1A09DCE7A8E}" presName="rootComposite" presStyleCnt="0"/>
      <dgm:spPr/>
    </dgm:pt>
    <dgm:pt modelId="{7DA36505-DC04-454B-B1CB-1DA8A210C57B}" type="pres">
      <dgm:prSet presAssocID="{752D20A6-C3A1-4460-B38F-D1A09DCE7A8E}" presName="rootText" presStyleLbl="node4" presStyleIdx="0" presStyleCnt="2" custScaleX="44411" custScaleY="43248" custLinFactNeighborX="712" custLinFactNeighborY="-40102">
        <dgm:presLayoutVars>
          <dgm:chPref val="3"/>
        </dgm:presLayoutVars>
      </dgm:prSet>
      <dgm:spPr>
        <a:prstGeom prst="roundRect">
          <a:avLst/>
        </a:prstGeom>
      </dgm:spPr>
    </dgm:pt>
    <dgm:pt modelId="{2D72B5DE-C078-47FC-9FA3-4BEBC857530F}" type="pres">
      <dgm:prSet presAssocID="{752D20A6-C3A1-4460-B38F-D1A09DCE7A8E}" presName="rootConnector" presStyleLbl="node4" presStyleIdx="0" presStyleCnt="2"/>
      <dgm:spPr/>
    </dgm:pt>
    <dgm:pt modelId="{D254EB86-D7F8-4A2D-85DB-51D276604A79}" type="pres">
      <dgm:prSet presAssocID="{752D20A6-C3A1-4460-B38F-D1A09DCE7A8E}" presName="hierChild4" presStyleCnt="0"/>
      <dgm:spPr/>
    </dgm:pt>
    <dgm:pt modelId="{E3B4B15F-1365-4A9A-AB55-043A266C917E}" type="pres">
      <dgm:prSet presAssocID="{752D20A6-C3A1-4460-B38F-D1A09DCE7A8E}" presName="hierChild5" presStyleCnt="0"/>
      <dgm:spPr/>
    </dgm:pt>
    <dgm:pt modelId="{701AD90D-13F4-4BCD-AC89-FFCFE0042D3C}" type="pres">
      <dgm:prSet presAssocID="{7F40BF87-B851-4C23-A9FE-81B60CA0AA56}" presName="Name37" presStyleLbl="parChTrans1D4" presStyleIdx="1" presStyleCnt="2"/>
      <dgm:spPr/>
    </dgm:pt>
    <dgm:pt modelId="{7AA3D159-9172-40D3-9863-9C486CB2839F}" type="pres">
      <dgm:prSet presAssocID="{DB488C35-28CF-4DF7-B3DA-F34FE4A6DA2C}" presName="hierRoot2" presStyleCnt="0">
        <dgm:presLayoutVars>
          <dgm:hierBranch val="init"/>
        </dgm:presLayoutVars>
      </dgm:prSet>
      <dgm:spPr/>
    </dgm:pt>
    <dgm:pt modelId="{75CD656D-98C0-426C-8604-3B7E42FCAE24}" type="pres">
      <dgm:prSet presAssocID="{DB488C35-28CF-4DF7-B3DA-F34FE4A6DA2C}" presName="rootComposite" presStyleCnt="0"/>
      <dgm:spPr/>
    </dgm:pt>
    <dgm:pt modelId="{E66EEBB7-92AD-4587-B905-7EF29730852F}" type="pres">
      <dgm:prSet presAssocID="{DB488C35-28CF-4DF7-B3DA-F34FE4A6DA2C}" presName="rootText" presStyleLbl="node4" presStyleIdx="1" presStyleCnt="2" custScaleX="44411" custScaleY="43248" custLinFactNeighborX="712" custLinFactNeighborY="-65682">
        <dgm:presLayoutVars>
          <dgm:chPref val="3"/>
        </dgm:presLayoutVars>
      </dgm:prSet>
      <dgm:spPr>
        <a:prstGeom prst="roundRect">
          <a:avLst/>
        </a:prstGeom>
      </dgm:spPr>
    </dgm:pt>
    <dgm:pt modelId="{C1DB4E0C-E450-4841-84A6-B9CE37AD3DD9}" type="pres">
      <dgm:prSet presAssocID="{DB488C35-28CF-4DF7-B3DA-F34FE4A6DA2C}" presName="rootConnector" presStyleLbl="node4" presStyleIdx="1" presStyleCnt="2"/>
      <dgm:spPr/>
    </dgm:pt>
    <dgm:pt modelId="{6270FD2C-1C0E-461B-A308-0E52B4ABC44A}" type="pres">
      <dgm:prSet presAssocID="{DB488C35-28CF-4DF7-B3DA-F34FE4A6DA2C}" presName="hierChild4" presStyleCnt="0"/>
      <dgm:spPr/>
    </dgm:pt>
    <dgm:pt modelId="{EC895703-0703-4938-9859-D69579A5BBFC}" type="pres">
      <dgm:prSet presAssocID="{DB488C35-28CF-4DF7-B3DA-F34FE4A6DA2C}" presName="hierChild5" presStyleCnt="0"/>
      <dgm:spPr/>
    </dgm:pt>
    <dgm:pt modelId="{168F759B-FB4E-4514-92D2-CFECC1B2F0B1}" type="pres">
      <dgm:prSet presAssocID="{A6604EB8-CDDE-4854-A46B-02262B1F72B7}" presName="hierChild5" presStyleCnt="0"/>
      <dgm:spPr/>
    </dgm:pt>
    <dgm:pt modelId="{9BF03BB9-B319-4AEA-92E4-2877AE726306}" type="pres">
      <dgm:prSet presAssocID="{9C4E5442-547D-4441-9635-1B006C31011A}" presName="Name37" presStyleLbl="parChTrans1D3" presStyleIdx="1" presStyleCnt="2"/>
      <dgm:spPr/>
    </dgm:pt>
    <dgm:pt modelId="{F33C1962-DDFE-42B8-A0B2-EA63B1704820}" type="pres">
      <dgm:prSet presAssocID="{7EA46C91-C388-4404-87B4-7BA720B646B8}" presName="hierRoot2" presStyleCnt="0">
        <dgm:presLayoutVars>
          <dgm:hierBranch val="init"/>
        </dgm:presLayoutVars>
      </dgm:prSet>
      <dgm:spPr/>
    </dgm:pt>
    <dgm:pt modelId="{8D0322C1-F7F8-4BFD-A1E7-BDDACAB0104C}" type="pres">
      <dgm:prSet presAssocID="{7EA46C91-C388-4404-87B4-7BA720B646B8}" presName="rootComposite" presStyleCnt="0"/>
      <dgm:spPr/>
    </dgm:pt>
    <dgm:pt modelId="{5017DD02-4919-4133-B31F-CA6C2AB2CB01}" type="pres">
      <dgm:prSet presAssocID="{7EA46C91-C388-4404-87B4-7BA720B646B8}" presName="rootText" presStyleLbl="node3" presStyleIdx="1" presStyleCnt="2" custScaleX="53253" custScaleY="52623" custLinFactNeighborX="-5343" custLinFactNeighborY="-12369">
        <dgm:presLayoutVars>
          <dgm:chPref val="3"/>
        </dgm:presLayoutVars>
      </dgm:prSet>
      <dgm:spPr>
        <a:prstGeom prst="roundRect">
          <a:avLst/>
        </a:prstGeom>
      </dgm:spPr>
    </dgm:pt>
    <dgm:pt modelId="{99BAF19E-DFB5-434A-BD84-05F91A35DB06}" type="pres">
      <dgm:prSet presAssocID="{7EA46C91-C388-4404-87B4-7BA720B646B8}" presName="rootConnector" presStyleLbl="node3" presStyleIdx="1" presStyleCnt="2"/>
      <dgm:spPr/>
    </dgm:pt>
    <dgm:pt modelId="{FB7BCEE6-EC71-4E98-9CE2-F8A95129E16D}" type="pres">
      <dgm:prSet presAssocID="{7EA46C91-C388-4404-87B4-7BA720B646B8}" presName="hierChild4" presStyleCnt="0"/>
      <dgm:spPr/>
    </dgm:pt>
    <dgm:pt modelId="{5A814260-09C4-4170-B674-61C9DB288BB8}" type="pres">
      <dgm:prSet presAssocID="{7EA46C91-C388-4404-87B4-7BA720B646B8}" presName="hierChild5" presStyleCnt="0"/>
      <dgm:spPr/>
    </dgm:pt>
    <dgm:pt modelId="{340A4A0E-2438-4F79-9409-086DAEF4625B}" type="pres">
      <dgm:prSet presAssocID="{CDEE3415-F0C1-473C-B4C8-392543C70D6D}" presName="hierChild5" presStyleCnt="0"/>
      <dgm:spPr/>
    </dgm:pt>
    <dgm:pt modelId="{77C17478-AE93-45CD-8CEE-38272253F0A1}" type="pres">
      <dgm:prSet presAssocID="{EF02029E-1BC3-4A97-94DE-839083121C5E}" presName="Name37" presStyleLbl="parChTrans1D2" presStyleIdx="1" presStyleCnt="2"/>
      <dgm:spPr/>
    </dgm:pt>
    <dgm:pt modelId="{016C3546-CD89-4B4D-B2EB-2C99E3ABEFA3}" type="pres">
      <dgm:prSet presAssocID="{0B8E8AF4-CDA4-4FB4-A520-4004B611E98A}" presName="hierRoot2" presStyleCnt="0">
        <dgm:presLayoutVars>
          <dgm:hierBranch val="init"/>
        </dgm:presLayoutVars>
      </dgm:prSet>
      <dgm:spPr/>
    </dgm:pt>
    <dgm:pt modelId="{572F2454-68AB-4B77-964C-521DB07EFC8C}" type="pres">
      <dgm:prSet presAssocID="{0B8E8AF4-CDA4-4FB4-A520-4004B611E98A}" presName="rootComposite" presStyleCnt="0"/>
      <dgm:spPr/>
    </dgm:pt>
    <dgm:pt modelId="{ED8E29A5-1AEF-4BF1-A0C3-5D081EBA9BA5}" type="pres">
      <dgm:prSet presAssocID="{0B8E8AF4-CDA4-4FB4-A520-4004B611E98A}" presName="rootText" presStyleLbl="node2" presStyleIdx="1" presStyleCnt="2" custScaleX="99220" custScaleY="56304" custLinFactNeighborX="-5001" custLinFactNeighborY="-35892">
        <dgm:presLayoutVars>
          <dgm:chPref val="3"/>
        </dgm:presLayoutVars>
      </dgm:prSet>
      <dgm:spPr>
        <a:prstGeom prst="roundRect">
          <a:avLst/>
        </a:prstGeom>
      </dgm:spPr>
    </dgm:pt>
    <dgm:pt modelId="{2D13AB3F-A56B-4BC5-8B16-6F9DF837EC2E}" type="pres">
      <dgm:prSet presAssocID="{0B8E8AF4-CDA4-4FB4-A520-4004B611E98A}" presName="rootConnector" presStyleLbl="node2" presStyleIdx="1" presStyleCnt="2"/>
      <dgm:spPr/>
    </dgm:pt>
    <dgm:pt modelId="{BD53AFA6-90AB-4B66-9BEE-3D00D622FB5C}" type="pres">
      <dgm:prSet presAssocID="{0B8E8AF4-CDA4-4FB4-A520-4004B611E98A}" presName="hierChild4" presStyleCnt="0"/>
      <dgm:spPr/>
    </dgm:pt>
    <dgm:pt modelId="{6763605A-1649-4D06-A8BA-319D485FF76E}" type="pres">
      <dgm:prSet presAssocID="{0B8E8AF4-CDA4-4FB4-A520-4004B611E98A}" presName="hierChild5" presStyleCnt="0"/>
      <dgm:spPr/>
    </dgm:pt>
    <dgm:pt modelId="{9C281DE4-C1AF-48CD-8FC3-06CDC0F67D6F}" type="pres">
      <dgm:prSet presAssocID="{4FCEE0F8-1066-4E63-BAC7-99D9EF109579}" presName="hierChild3" presStyleCnt="0"/>
      <dgm:spPr/>
    </dgm:pt>
  </dgm:ptLst>
  <dgm:cxnLst>
    <dgm:cxn modelId="{CD528809-5541-4914-8A5C-F677B5136699}" type="presOf" srcId="{4FC98875-F9AD-4819-99D5-5374D5E6C99A}" destId="{1942CB45-6920-4D85-ABB2-8177B4ED7D3A}" srcOrd="0" destOrd="0" presId="urn:microsoft.com/office/officeart/2005/8/layout/orgChart1"/>
    <dgm:cxn modelId="{E0755E22-6AE1-476E-A55C-CAD5CFE62220}" type="presOf" srcId="{4FCEE0F8-1066-4E63-BAC7-99D9EF109579}" destId="{565A5EEC-C47F-4089-98C7-CF5A564467C7}" srcOrd="0" destOrd="0" presId="urn:microsoft.com/office/officeart/2005/8/layout/orgChart1"/>
    <dgm:cxn modelId="{2EC51D3B-7FCC-407C-8D38-D6F963EF5C1D}" srcId="{A6604EB8-CDDE-4854-A46B-02262B1F72B7}" destId="{752D20A6-C3A1-4460-B38F-D1A09DCE7A8E}" srcOrd="0" destOrd="0" parTransId="{2D2BF68C-A1BA-44FE-910A-82D5A1059375}" sibTransId="{AAF7A29A-2896-4168-9A7C-1F1800D00226}"/>
    <dgm:cxn modelId="{E7F0B23E-4F4F-4580-919B-1588DEF8624E}" type="presOf" srcId="{DB488C35-28CF-4DF7-B3DA-F34FE4A6DA2C}" destId="{E66EEBB7-92AD-4587-B905-7EF29730852F}" srcOrd="0" destOrd="0" presId="urn:microsoft.com/office/officeart/2005/8/layout/orgChart1"/>
    <dgm:cxn modelId="{FE2F855C-C474-493F-99F2-819878477D5B}" type="presOf" srcId="{A6604EB8-CDDE-4854-A46B-02262B1F72B7}" destId="{BA597762-04A7-45D8-ACEF-3DB2C035EB6E}" srcOrd="1" destOrd="0" presId="urn:microsoft.com/office/officeart/2005/8/layout/orgChart1"/>
    <dgm:cxn modelId="{AB3DF250-1979-489B-8EEE-4C3F5B2FA251}" type="presOf" srcId="{BB62BDD1-A63E-4E27-A4A0-F1F4A10766AE}" destId="{02542426-496C-4D03-AE81-B4D156700BE3}" srcOrd="0" destOrd="0" presId="urn:microsoft.com/office/officeart/2005/8/layout/orgChart1"/>
    <dgm:cxn modelId="{AD7AE77D-3ED5-4F6C-9823-324D0E947E10}" type="presOf" srcId="{752D20A6-C3A1-4460-B38F-D1A09DCE7A8E}" destId="{2D72B5DE-C078-47FC-9FA3-4BEBC857530F}" srcOrd="1" destOrd="0" presId="urn:microsoft.com/office/officeart/2005/8/layout/orgChart1"/>
    <dgm:cxn modelId="{35FAE87E-5725-4C95-8194-784A32800E6D}" srcId="{CDEE3415-F0C1-473C-B4C8-392543C70D6D}" destId="{A6604EB8-CDDE-4854-A46B-02262B1F72B7}" srcOrd="0" destOrd="0" parTransId="{ED73FC06-F3C7-4AFC-BC6F-F7D5A8287AD9}" sibTransId="{D1740CFA-9043-4249-B01B-940CEBAD8F29}"/>
    <dgm:cxn modelId="{6D8C1E83-D585-404B-BBC7-208DA15436D5}" type="presOf" srcId="{4FCEE0F8-1066-4E63-BAC7-99D9EF109579}" destId="{B3F8C865-EB7C-492C-B5FD-3DAE8B4F22A7}" srcOrd="1" destOrd="0" presId="urn:microsoft.com/office/officeart/2005/8/layout/orgChart1"/>
    <dgm:cxn modelId="{E0EFA989-532F-480E-8A89-79B441C99BA4}" type="presOf" srcId="{CDEE3415-F0C1-473C-B4C8-392543C70D6D}" destId="{1B193652-C5CA-4F32-872F-7EB8BBAF56EE}" srcOrd="1" destOrd="0" presId="urn:microsoft.com/office/officeart/2005/8/layout/orgChart1"/>
    <dgm:cxn modelId="{34AEA08E-AA1F-4BEF-A448-6AE646F75453}" type="presOf" srcId="{DB488C35-28CF-4DF7-B3DA-F34FE4A6DA2C}" destId="{C1DB4E0C-E450-4841-84A6-B9CE37AD3DD9}" srcOrd="1" destOrd="0" presId="urn:microsoft.com/office/officeart/2005/8/layout/orgChart1"/>
    <dgm:cxn modelId="{74268E8F-65B8-4E03-B80A-116814395B32}" srcId="{A6604EB8-CDDE-4854-A46B-02262B1F72B7}" destId="{DB488C35-28CF-4DF7-B3DA-F34FE4A6DA2C}" srcOrd="1" destOrd="0" parTransId="{7F40BF87-B851-4C23-A9FE-81B60CA0AA56}" sibTransId="{25945B9E-204D-4A0C-B98A-4192EA3746D8}"/>
    <dgm:cxn modelId="{7472B88F-1350-4586-901C-E563FFFEBB48}" type="presOf" srcId="{CDEE3415-F0C1-473C-B4C8-392543C70D6D}" destId="{BAA803E1-53B7-4170-BBB0-AD798368BB01}" srcOrd="0" destOrd="0" presId="urn:microsoft.com/office/officeart/2005/8/layout/orgChart1"/>
    <dgm:cxn modelId="{37B45092-3103-413F-B587-FF7F00896B02}" type="presOf" srcId="{A6604EB8-CDDE-4854-A46B-02262B1F72B7}" destId="{B7F49ABE-8C44-44DB-B7D0-BD97A3F899F1}" srcOrd="0" destOrd="0" presId="urn:microsoft.com/office/officeart/2005/8/layout/orgChart1"/>
    <dgm:cxn modelId="{FA31469F-707D-475F-962B-D79EC752E1AE}" type="presOf" srcId="{7EA46C91-C388-4404-87B4-7BA720B646B8}" destId="{99BAF19E-DFB5-434A-BD84-05F91A35DB06}" srcOrd="1" destOrd="0" presId="urn:microsoft.com/office/officeart/2005/8/layout/orgChart1"/>
    <dgm:cxn modelId="{2F8666A9-120A-4A10-9139-3F0E31600AAC}" srcId="{4FC98875-F9AD-4819-99D5-5374D5E6C99A}" destId="{4FCEE0F8-1066-4E63-BAC7-99D9EF109579}" srcOrd="0" destOrd="0" parTransId="{1241F956-E722-4063-9559-ABF20E79E7C0}" sibTransId="{59FBD623-22B7-4EA5-BEC9-47B42847CD1E}"/>
    <dgm:cxn modelId="{F46809AB-35E3-4CA9-94BB-FF2B283F3183}" type="presOf" srcId="{752D20A6-C3A1-4460-B38F-D1A09DCE7A8E}" destId="{7DA36505-DC04-454B-B1CB-1DA8A210C57B}" srcOrd="0" destOrd="0" presId="urn:microsoft.com/office/officeart/2005/8/layout/orgChart1"/>
    <dgm:cxn modelId="{EC202EAE-A921-4087-81DA-D55D62A9A4B8}" srcId="{CDEE3415-F0C1-473C-B4C8-392543C70D6D}" destId="{7EA46C91-C388-4404-87B4-7BA720B646B8}" srcOrd="1" destOrd="0" parTransId="{9C4E5442-547D-4441-9635-1B006C31011A}" sibTransId="{2DADCC1E-A494-4376-9AEE-7FE7397E51CD}"/>
    <dgm:cxn modelId="{424C44B1-6615-4355-92C1-8A398FBCE32D}" type="presOf" srcId="{ED73FC06-F3C7-4AFC-BC6F-F7D5A8287AD9}" destId="{A65FF051-D3B6-4A8A-A945-7BFDCF98EB81}" srcOrd="0" destOrd="0" presId="urn:microsoft.com/office/officeart/2005/8/layout/orgChart1"/>
    <dgm:cxn modelId="{A8BEC7B2-A863-495F-A51F-19535D78D39D}" type="presOf" srcId="{0B8E8AF4-CDA4-4FB4-A520-4004B611E98A}" destId="{2D13AB3F-A56B-4BC5-8B16-6F9DF837EC2E}" srcOrd="1" destOrd="0" presId="urn:microsoft.com/office/officeart/2005/8/layout/orgChart1"/>
    <dgm:cxn modelId="{B2236AB5-9304-4919-9658-601732008978}" type="presOf" srcId="{9C4E5442-547D-4441-9635-1B006C31011A}" destId="{9BF03BB9-B319-4AEA-92E4-2877AE726306}" srcOrd="0" destOrd="0" presId="urn:microsoft.com/office/officeart/2005/8/layout/orgChart1"/>
    <dgm:cxn modelId="{C01B33C7-1F64-45E4-A042-7AE222A59998}" srcId="{4FCEE0F8-1066-4E63-BAC7-99D9EF109579}" destId="{0B8E8AF4-CDA4-4FB4-A520-4004B611E98A}" srcOrd="1" destOrd="0" parTransId="{EF02029E-1BC3-4A97-94DE-839083121C5E}" sibTransId="{2EE0272E-D051-4314-91E6-586A84DA726D}"/>
    <dgm:cxn modelId="{A0C869CA-EF04-44B3-AF99-17D1D62263CA}" type="presOf" srcId="{7EA46C91-C388-4404-87B4-7BA720B646B8}" destId="{5017DD02-4919-4133-B31F-CA6C2AB2CB01}" srcOrd="0" destOrd="0" presId="urn:microsoft.com/office/officeart/2005/8/layout/orgChart1"/>
    <dgm:cxn modelId="{809192D1-43DD-4917-8A1C-FB002D272AC3}" type="presOf" srcId="{0B8E8AF4-CDA4-4FB4-A520-4004B611E98A}" destId="{ED8E29A5-1AEF-4BF1-A0C3-5D081EBA9BA5}" srcOrd="0" destOrd="0" presId="urn:microsoft.com/office/officeart/2005/8/layout/orgChart1"/>
    <dgm:cxn modelId="{A77D90E3-7AB1-4CEE-A3E4-708F84996394}" type="presOf" srcId="{EF02029E-1BC3-4A97-94DE-839083121C5E}" destId="{77C17478-AE93-45CD-8CEE-38272253F0A1}" srcOrd="0" destOrd="0" presId="urn:microsoft.com/office/officeart/2005/8/layout/orgChart1"/>
    <dgm:cxn modelId="{C8D2C3E4-E24D-43BF-9807-DF924959C5B2}" type="presOf" srcId="{7F40BF87-B851-4C23-A9FE-81B60CA0AA56}" destId="{701AD90D-13F4-4BCD-AC89-FFCFE0042D3C}" srcOrd="0" destOrd="0" presId="urn:microsoft.com/office/officeart/2005/8/layout/orgChart1"/>
    <dgm:cxn modelId="{B8A787F3-9424-45D7-ACD3-FF7610E40F81}" type="presOf" srcId="{2D2BF68C-A1BA-44FE-910A-82D5A1059375}" destId="{CC4CDD11-CF89-4035-832B-7B697515C80B}" srcOrd="0" destOrd="0" presId="urn:microsoft.com/office/officeart/2005/8/layout/orgChart1"/>
    <dgm:cxn modelId="{D7594AF8-93FA-41BC-A5E9-3981F54C66B3}" srcId="{4FCEE0F8-1066-4E63-BAC7-99D9EF109579}" destId="{CDEE3415-F0C1-473C-B4C8-392543C70D6D}" srcOrd="0" destOrd="0" parTransId="{BB62BDD1-A63E-4E27-A4A0-F1F4A10766AE}" sibTransId="{6046394C-57EF-4131-8762-0002BAA5BF73}"/>
    <dgm:cxn modelId="{792F1128-4286-4B3A-948B-73084A200AF0}" type="presParOf" srcId="{1942CB45-6920-4D85-ABB2-8177B4ED7D3A}" destId="{2EA08F04-F6E8-4106-812A-55EA553A941D}" srcOrd="0" destOrd="0" presId="urn:microsoft.com/office/officeart/2005/8/layout/orgChart1"/>
    <dgm:cxn modelId="{B980AD41-947C-42DD-ABC1-D8B4CF9858FD}" type="presParOf" srcId="{2EA08F04-F6E8-4106-812A-55EA553A941D}" destId="{47C26671-DECF-4B0F-96D8-8E219B210461}" srcOrd="0" destOrd="0" presId="urn:microsoft.com/office/officeart/2005/8/layout/orgChart1"/>
    <dgm:cxn modelId="{34CD7450-D72E-4380-B8AE-3BCA4E7F3EC4}" type="presParOf" srcId="{47C26671-DECF-4B0F-96D8-8E219B210461}" destId="{565A5EEC-C47F-4089-98C7-CF5A564467C7}" srcOrd="0" destOrd="0" presId="urn:microsoft.com/office/officeart/2005/8/layout/orgChart1"/>
    <dgm:cxn modelId="{C44446DE-83A5-47CB-B120-88C1EA1A0AA4}" type="presParOf" srcId="{47C26671-DECF-4B0F-96D8-8E219B210461}" destId="{B3F8C865-EB7C-492C-B5FD-3DAE8B4F22A7}" srcOrd="1" destOrd="0" presId="urn:microsoft.com/office/officeart/2005/8/layout/orgChart1"/>
    <dgm:cxn modelId="{7D92B2CE-342C-476A-A47A-1E33AEA13917}" type="presParOf" srcId="{2EA08F04-F6E8-4106-812A-55EA553A941D}" destId="{911BAA0C-4929-4695-B7CB-0DF45D3F689F}" srcOrd="1" destOrd="0" presId="urn:microsoft.com/office/officeart/2005/8/layout/orgChart1"/>
    <dgm:cxn modelId="{8363C729-D75D-460A-9935-174D25F63BA1}" type="presParOf" srcId="{911BAA0C-4929-4695-B7CB-0DF45D3F689F}" destId="{02542426-496C-4D03-AE81-B4D156700BE3}" srcOrd="0" destOrd="0" presId="urn:microsoft.com/office/officeart/2005/8/layout/orgChart1"/>
    <dgm:cxn modelId="{27FDC12E-8D34-4FC5-B7F8-2FDAC1255CD5}" type="presParOf" srcId="{911BAA0C-4929-4695-B7CB-0DF45D3F689F}" destId="{A2AE3C45-CF3D-4AAC-8F1D-46BCA2B9E506}" srcOrd="1" destOrd="0" presId="urn:microsoft.com/office/officeart/2005/8/layout/orgChart1"/>
    <dgm:cxn modelId="{8AB81130-5F68-40AE-AE2A-540A048DBEFE}" type="presParOf" srcId="{A2AE3C45-CF3D-4AAC-8F1D-46BCA2B9E506}" destId="{0186D26F-BC56-45FD-89C2-70E2FB994C38}" srcOrd="0" destOrd="0" presId="urn:microsoft.com/office/officeart/2005/8/layout/orgChart1"/>
    <dgm:cxn modelId="{88605F4D-8B6E-4462-AAD7-88E9AB604416}" type="presParOf" srcId="{0186D26F-BC56-45FD-89C2-70E2FB994C38}" destId="{BAA803E1-53B7-4170-BBB0-AD798368BB01}" srcOrd="0" destOrd="0" presId="urn:microsoft.com/office/officeart/2005/8/layout/orgChart1"/>
    <dgm:cxn modelId="{CAD7A8E9-4847-47B0-B37B-80A02344FBEF}" type="presParOf" srcId="{0186D26F-BC56-45FD-89C2-70E2FB994C38}" destId="{1B193652-C5CA-4F32-872F-7EB8BBAF56EE}" srcOrd="1" destOrd="0" presId="urn:microsoft.com/office/officeart/2005/8/layout/orgChart1"/>
    <dgm:cxn modelId="{8EA2CFC9-9AD7-428C-8978-B8F3714556DD}" type="presParOf" srcId="{A2AE3C45-CF3D-4AAC-8F1D-46BCA2B9E506}" destId="{D24F7B91-F9F8-4BD5-9A30-833181DD8CAB}" srcOrd="1" destOrd="0" presId="urn:microsoft.com/office/officeart/2005/8/layout/orgChart1"/>
    <dgm:cxn modelId="{35B4D51C-8F16-4650-89BE-15EACA8CB14F}" type="presParOf" srcId="{D24F7B91-F9F8-4BD5-9A30-833181DD8CAB}" destId="{A65FF051-D3B6-4A8A-A945-7BFDCF98EB81}" srcOrd="0" destOrd="0" presId="urn:microsoft.com/office/officeart/2005/8/layout/orgChart1"/>
    <dgm:cxn modelId="{7B562DB0-9FD9-41B5-8543-CDCEA02C76DA}" type="presParOf" srcId="{D24F7B91-F9F8-4BD5-9A30-833181DD8CAB}" destId="{4E39C3B4-1ACD-404D-9E73-5F494B711C5F}" srcOrd="1" destOrd="0" presId="urn:microsoft.com/office/officeart/2005/8/layout/orgChart1"/>
    <dgm:cxn modelId="{8C6A13ED-0F00-4619-AFF8-2EB5423C988F}" type="presParOf" srcId="{4E39C3B4-1ACD-404D-9E73-5F494B711C5F}" destId="{A7CF1406-F75A-486D-ADC1-B080DB05A463}" srcOrd="0" destOrd="0" presId="urn:microsoft.com/office/officeart/2005/8/layout/orgChart1"/>
    <dgm:cxn modelId="{5DAD8643-C098-4122-828F-76C70AF06513}" type="presParOf" srcId="{A7CF1406-F75A-486D-ADC1-B080DB05A463}" destId="{B7F49ABE-8C44-44DB-B7D0-BD97A3F899F1}" srcOrd="0" destOrd="0" presId="urn:microsoft.com/office/officeart/2005/8/layout/orgChart1"/>
    <dgm:cxn modelId="{A8E9C4EC-E0DB-4B1B-82EF-C92E55AA59A2}" type="presParOf" srcId="{A7CF1406-F75A-486D-ADC1-B080DB05A463}" destId="{BA597762-04A7-45D8-ACEF-3DB2C035EB6E}" srcOrd="1" destOrd="0" presId="urn:microsoft.com/office/officeart/2005/8/layout/orgChart1"/>
    <dgm:cxn modelId="{DD52E365-CEB5-4ED7-A809-B483C73136C1}" type="presParOf" srcId="{4E39C3B4-1ACD-404D-9E73-5F494B711C5F}" destId="{E62941DB-E1DE-4265-90B5-0796A24FD37E}" srcOrd="1" destOrd="0" presId="urn:microsoft.com/office/officeart/2005/8/layout/orgChart1"/>
    <dgm:cxn modelId="{C4339226-0E87-4765-AFBE-BC30F4066574}" type="presParOf" srcId="{E62941DB-E1DE-4265-90B5-0796A24FD37E}" destId="{CC4CDD11-CF89-4035-832B-7B697515C80B}" srcOrd="0" destOrd="0" presId="urn:microsoft.com/office/officeart/2005/8/layout/orgChart1"/>
    <dgm:cxn modelId="{1A3BEADB-85E9-41A4-A28A-A1DAC9DCCF23}" type="presParOf" srcId="{E62941DB-E1DE-4265-90B5-0796A24FD37E}" destId="{63C799C4-6BC1-4FC3-ADB5-DAF59B3A4801}" srcOrd="1" destOrd="0" presId="urn:microsoft.com/office/officeart/2005/8/layout/orgChart1"/>
    <dgm:cxn modelId="{6EFAB4C6-848F-4D0E-B7C6-3C5544B47F7A}" type="presParOf" srcId="{63C799C4-6BC1-4FC3-ADB5-DAF59B3A4801}" destId="{D129E0C7-1EE7-4991-A127-F339108A3EE6}" srcOrd="0" destOrd="0" presId="urn:microsoft.com/office/officeart/2005/8/layout/orgChart1"/>
    <dgm:cxn modelId="{A36CA8B9-A9A6-4D79-8102-5FED6D5CBECF}" type="presParOf" srcId="{D129E0C7-1EE7-4991-A127-F339108A3EE6}" destId="{7DA36505-DC04-454B-B1CB-1DA8A210C57B}" srcOrd="0" destOrd="0" presId="urn:microsoft.com/office/officeart/2005/8/layout/orgChart1"/>
    <dgm:cxn modelId="{18516603-72DB-4D32-8AA6-9BF6D8CFA175}" type="presParOf" srcId="{D129E0C7-1EE7-4991-A127-F339108A3EE6}" destId="{2D72B5DE-C078-47FC-9FA3-4BEBC857530F}" srcOrd="1" destOrd="0" presId="urn:microsoft.com/office/officeart/2005/8/layout/orgChart1"/>
    <dgm:cxn modelId="{C6FF20D2-9BB1-4786-B6A2-6330A3B2E7B2}" type="presParOf" srcId="{63C799C4-6BC1-4FC3-ADB5-DAF59B3A4801}" destId="{D254EB86-D7F8-4A2D-85DB-51D276604A79}" srcOrd="1" destOrd="0" presId="urn:microsoft.com/office/officeart/2005/8/layout/orgChart1"/>
    <dgm:cxn modelId="{E5F2F718-2E71-4244-BDC1-BBD77A1AFBD6}" type="presParOf" srcId="{63C799C4-6BC1-4FC3-ADB5-DAF59B3A4801}" destId="{E3B4B15F-1365-4A9A-AB55-043A266C917E}" srcOrd="2" destOrd="0" presId="urn:microsoft.com/office/officeart/2005/8/layout/orgChart1"/>
    <dgm:cxn modelId="{4A778CB1-0ECB-42B3-8BE2-B751BA4F83A4}" type="presParOf" srcId="{E62941DB-E1DE-4265-90B5-0796A24FD37E}" destId="{701AD90D-13F4-4BCD-AC89-FFCFE0042D3C}" srcOrd="2" destOrd="0" presId="urn:microsoft.com/office/officeart/2005/8/layout/orgChart1"/>
    <dgm:cxn modelId="{232A3D22-F513-43AD-9389-EAC00D9B5C47}" type="presParOf" srcId="{E62941DB-E1DE-4265-90B5-0796A24FD37E}" destId="{7AA3D159-9172-40D3-9863-9C486CB2839F}" srcOrd="3" destOrd="0" presId="urn:microsoft.com/office/officeart/2005/8/layout/orgChart1"/>
    <dgm:cxn modelId="{F0BCEDA3-AF7A-4FE7-85B0-4F65874DAAF7}" type="presParOf" srcId="{7AA3D159-9172-40D3-9863-9C486CB2839F}" destId="{75CD656D-98C0-426C-8604-3B7E42FCAE24}" srcOrd="0" destOrd="0" presId="urn:microsoft.com/office/officeart/2005/8/layout/orgChart1"/>
    <dgm:cxn modelId="{B742C65B-14C7-4AF6-8EAA-ACC09BF8CBC0}" type="presParOf" srcId="{75CD656D-98C0-426C-8604-3B7E42FCAE24}" destId="{E66EEBB7-92AD-4587-B905-7EF29730852F}" srcOrd="0" destOrd="0" presId="urn:microsoft.com/office/officeart/2005/8/layout/orgChart1"/>
    <dgm:cxn modelId="{ACAE7CAF-7313-46FC-9F23-EFF8E371B9D9}" type="presParOf" srcId="{75CD656D-98C0-426C-8604-3B7E42FCAE24}" destId="{C1DB4E0C-E450-4841-84A6-B9CE37AD3DD9}" srcOrd="1" destOrd="0" presId="urn:microsoft.com/office/officeart/2005/8/layout/orgChart1"/>
    <dgm:cxn modelId="{30500054-5913-4671-8B94-A7EDAC43FBA0}" type="presParOf" srcId="{7AA3D159-9172-40D3-9863-9C486CB2839F}" destId="{6270FD2C-1C0E-461B-A308-0E52B4ABC44A}" srcOrd="1" destOrd="0" presId="urn:microsoft.com/office/officeart/2005/8/layout/orgChart1"/>
    <dgm:cxn modelId="{B95D00B5-5F2D-4883-B325-A1D8447A0EA2}" type="presParOf" srcId="{7AA3D159-9172-40D3-9863-9C486CB2839F}" destId="{EC895703-0703-4938-9859-D69579A5BBFC}" srcOrd="2" destOrd="0" presId="urn:microsoft.com/office/officeart/2005/8/layout/orgChart1"/>
    <dgm:cxn modelId="{799FE9A1-F5BF-447B-8336-47B8B7962752}" type="presParOf" srcId="{4E39C3B4-1ACD-404D-9E73-5F494B711C5F}" destId="{168F759B-FB4E-4514-92D2-CFECC1B2F0B1}" srcOrd="2" destOrd="0" presId="urn:microsoft.com/office/officeart/2005/8/layout/orgChart1"/>
    <dgm:cxn modelId="{4A8F88F9-1649-4C74-A034-CF92A21F2AA2}" type="presParOf" srcId="{D24F7B91-F9F8-4BD5-9A30-833181DD8CAB}" destId="{9BF03BB9-B319-4AEA-92E4-2877AE726306}" srcOrd="2" destOrd="0" presId="urn:microsoft.com/office/officeart/2005/8/layout/orgChart1"/>
    <dgm:cxn modelId="{493BFCF3-CAED-41E5-B64C-9A7AC15BE8B5}" type="presParOf" srcId="{D24F7B91-F9F8-4BD5-9A30-833181DD8CAB}" destId="{F33C1962-DDFE-42B8-A0B2-EA63B1704820}" srcOrd="3" destOrd="0" presId="urn:microsoft.com/office/officeart/2005/8/layout/orgChart1"/>
    <dgm:cxn modelId="{216E9E3C-65CC-4971-BD81-F115DB4A85A9}" type="presParOf" srcId="{F33C1962-DDFE-42B8-A0B2-EA63B1704820}" destId="{8D0322C1-F7F8-4BFD-A1E7-BDDACAB0104C}" srcOrd="0" destOrd="0" presId="urn:microsoft.com/office/officeart/2005/8/layout/orgChart1"/>
    <dgm:cxn modelId="{5E24A682-2A6D-41C6-9B42-E2A81B2C12DF}" type="presParOf" srcId="{8D0322C1-F7F8-4BFD-A1E7-BDDACAB0104C}" destId="{5017DD02-4919-4133-B31F-CA6C2AB2CB01}" srcOrd="0" destOrd="0" presId="urn:microsoft.com/office/officeart/2005/8/layout/orgChart1"/>
    <dgm:cxn modelId="{A476202F-9725-48C5-8520-032F1D79F140}" type="presParOf" srcId="{8D0322C1-F7F8-4BFD-A1E7-BDDACAB0104C}" destId="{99BAF19E-DFB5-434A-BD84-05F91A35DB06}" srcOrd="1" destOrd="0" presId="urn:microsoft.com/office/officeart/2005/8/layout/orgChart1"/>
    <dgm:cxn modelId="{4D9332F9-EB4A-4EA8-9392-EBA6CB97D30C}" type="presParOf" srcId="{F33C1962-DDFE-42B8-A0B2-EA63B1704820}" destId="{FB7BCEE6-EC71-4E98-9CE2-F8A95129E16D}" srcOrd="1" destOrd="0" presId="urn:microsoft.com/office/officeart/2005/8/layout/orgChart1"/>
    <dgm:cxn modelId="{79E7CEEB-D5E8-401F-84F8-C7CE1BCE2CB2}" type="presParOf" srcId="{F33C1962-DDFE-42B8-A0B2-EA63B1704820}" destId="{5A814260-09C4-4170-B674-61C9DB288BB8}" srcOrd="2" destOrd="0" presId="urn:microsoft.com/office/officeart/2005/8/layout/orgChart1"/>
    <dgm:cxn modelId="{3A10E357-8C91-455D-AB81-02F1B80A2247}" type="presParOf" srcId="{A2AE3C45-CF3D-4AAC-8F1D-46BCA2B9E506}" destId="{340A4A0E-2438-4F79-9409-086DAEF4625B}" srcOrd="2" destOrd="0" presId="urn:microsoft.com/office/officeart/2005/8/layout/orgChart1"/>
    <dgm:cxn modelId="{246E6C5B-6D14-4FF2-B3B4-E4BA4D4021FC}" type="presParOf" srcId="{911BAA0C-4929-4695-B7CB-0DF45D3F689F}" destId="{77C17478-AE93-45CD-8CEE-38272253F0A1}" srcOrd="2" destOrd="0" presId="urn:microsoft.com/office/officeart/2005/8/layout/orgChart1"/>
    <dgm:cxn modelId="{E6A5E622-E731-4E88-8A37-D6ADAED2CD06}" type="presParOf" srcId="{911BAA0C-4929-4695-B7CB-0DF45D3F689F}" destId="{016C3546-CD89-4B4D-B2EB-2C99E3ABEFA3}" srcOrd="3" destOrd="0" presId="urn:microsoft.com/office/officeart/2005/8/layout/orgChart1"/>
    <dgm:cxn modelId="{2F0C2882-C598-4A36-AAE1-67B812A8624E}" type="presParOf" srcId="{016C3546-CD89-4B4D-B2EB-2C99E3ABEFA3}" destId="{572F2454-68AB-4B77-964C-521DB07EFC8C}" srcOrd="0" destOrd="0" presId="urn:microsoft.com/office/officeart/2005/8/layout/orgChart1"/>
    <dgm:cxn modelId="{373AC7EF-23C1-4CD3-B5E2-006D64808947}" type="presParOf" srcId="{572F2454-68AB-4B77-964C-521DB07EFC8C}" destId="{ED8E29A5-1AEF-4BF1-A0C3-5D081EBA9BA5}" srcOrd="0" destOrd="0" presId="urn:microsoft.com/office/officeart/2005/8/layout/orgChart1"/>
    <dgm:cxn modelId="{29872225-BD0E-405F-8153-78749C8E2463}" type="presParOf" srcId="{572F2454-68AB-4B77-964C-521DB07EFC8C}" destId="{2D13AB3F-A56B-4BC5-8B16-6F9DF837EC2E}" srcOrd="1" destOrd="0" presId="urn:microsoft.com/office/officeart/2005/8/layout/orgChart1"/>
    <dgm:cxn modelId="{FE53C45B-09F9-4976-B1FF-0C0D6B613368}" type="presParOf" srcId="{016C3546-CD89-4B4D-B2EB-2C99E3ABEFA3}" destId="{BD53AFA6-90AB-4B66-9BEE-3D00D622FB5C}" srcOrd="1" destOrd="0" presId="urn:microsoft.com/office/officeart/2005/8/layout/orgChart1"/>
    <dgm:cxn modelId="{F3468BA7-8B89-47B5-8B91-E74690950EF6}" type="presParOf" srcId="{016C3546-CD89-4B4D-B2EB-2C99E3ABEFA3}" destId="{6763605A-1649-4D06-A8BA-319D485FF76E}" srcOrd="2" destOrd="0" presId="urn:microsoft.com/office/officeart/2005/8/layout/orgChart1"/>
    <dgm:cxn modelId="{41104CFD-4920-4521-A90D-01875FAE718D}" type="presParOf" srcId="{2EA08F04-F6E8-4106-812A-55EA553A941D}" destId="{9C281DE4-C1AF-48CD-8FC3-06CDC0F67D6F}" srcOrd="2" destOrd="0" presId="urn:microsoft.com/office/officeart/2005/8/layout/orgChar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45.xml><?xml version="1.0" encoding="utf-8"?>
<dgm:dataModel xmlns:dgm="http://schemas.openxmlformats.org/drawingml/2006/diagram" xmlns:a="http://schemas.openxmlformats.org/drawingml/2006/main">
  <dgm:ptLst>
    <dgm:pt modelId="{B31EB5C4-49C3-44B6-ABDB-4F42ACC46E65}" type="doc">
      <dgm:prSet loTypeId="urn:microsoft.com/office/officeart/2005/8/layout/orgChart1" loCatId="hierarchy" qsTypeId="urn:microsoft.com/office/officeart/2005/8/quickstyle/simple3" qsCatId="simple" csTypeId="urn:microsoft.com/office/officeart/2005/8/colors/colorful5" csCatId="colorful" phldr="1"/>
      <dgm:spPr/>
      <dgm:t>
        <a:bodyPr/>
        <a:lstStyle/>
        <a:p>
          <a:endParaRPr lang="en-IN"/>
        </a:p>
      </dgm:t>
    </dgm:pt>
    <dgm:pt modelId="{8FA66E0D-CBA1-4534-8DCB-121DF36C0107}">
      <dgm:prSet phldrT="[Text]" custT="1"/>
      <dgm:spPr/>
      <dgm:t>
        <a:bodyPr/>
        <a:lstStyle/>
        <a:p>
          <a:r>
            <a:rPr lang="en-IN" sz="2000" b="1" dirty="0"/>
            <a:t>2 ways to implement multithreading in Java</a:t>
          </a:r>
        </a:p>
      </dgm:t>
    </dgm:pt>
    <dgm:pt modelId="{9F148E5D-10AD-480C-9D89-9FE57F321429}" type="parTrans" cxnId="{FF0AD1AF-2C59-42ED-8AFB-2F24D25F952A}">
      <dgm:prSet/>
      <dgm:spPr/>
      <dgm:t>
        <a:bodyPr/>
        <a:lstStyle/>
        <a:p>
          <a:endParaRPr lang="en-IN"/>
        </a:p>
      </dgm:t>
    </dgm:pt>
    <dgm:pt modelId="{66BA2B2E-DA6E-4A9E-A1DC-8FABCA48CCBD}" type="sibTrans" cxnId="{FF0AD1AF-2C59-42ED-8AFB-2F24D25F952A}">
      <dgm:prSet/>
      <dgm:spPr/>
      <dgm:t>
        <a:bodyPr/>
        <a:lstStyle/>
        <a:p>
          <a:endParaRPr lang="en-IN"/>
        </a:p>
      </dgm:t>
    </dgm:pt>
    <dgm:pt modelId="{CEFD8821-7625-40D4-B393-CB87BA87DEEC}">
      <dgm:prSet phldrT="[Text]" custT="1"/>
      <dgm:spPr/>
      <dgm:t>
        <a:bodyPr lIns="36000"/>
        <a:lstStyle/>
        <a:p>
          <a:pPr>
            <a:buFont typeface="+mj-lt"/>
            <a:buAutoNum type="arabicPeriod"/>
          </a:pPr>
          <a:r>
            <a:rPr lang="en-IN" sz="1800" b="0" i="0" dirty="0"/>
            <a:t>1. </a:t>
          </a:r>
          <a:r>
            <a:rPr lang="en-IN" sz="1800" b="1" i="0" dirty="0"/>
            <a:t>Thread</a:t>
          </a:r>
          <a:r>
            <a:rPr lang="en-IN" sz="1800" b="0" i="0" dirty="0"/>
            <a:t> class </a:t>
          </a:r>
          <a:endParaRPr lang="en-IN" sz="1800" dirty="0"/>
        </a:p>
      </dgm:t>
    </dgm:pt>
    <dgm:pt modelId="{F43D5C50-A8D3-4A18-9BB4-09A4DB1FAF1B}" type="parTrans" cxnId="{FF799EFB-F5B7-4C52-917C-B8F389BCD91A}">
      <dgm:prSet/>
      <dgm:spPr/>
      <dgm:t>
        <a:bodyPr/>
        <a:lstStyle/>
        <a:p>
          <a:endParaRPr lang="en-IN" sz="1800"/>
        </a:p>
      </dgm:t>
    </dgm:pt>
    <dgm:pt modelId="{7283C2EA-6180-4BE8-9D50-F6ECC23E378B}" type="sibTrans" cxnId="{FF799EFB-F5B7-4C52-917C-B8F389BCD91A}">
      <dgm:prSet/>
      <dgm:spPr/>
      <dgm:t>
        <a:bodyPr/>
        <a:lstStyle/>
        <a:p>
          <a:endParaRPr lang="en-IN"/>
        </a:p>
      </dgm:t>
    </dgm:pt>
    <dgm:pt modelId="{5035B317-D3EB-48DC-B475-205838D64736}">
      <dgm:prSet phldrT="[Text]" custT="1"/>
      <dgm:spPr/>
      <dgm:t>
        <a:bodyPr lIns="36000"/>
        <a:lstStyle/>
        <a:p>
          <a:pPr>
            <a:buFont typeface="+mj-lt"/>
            <a:buAutoNum type="arabicPeriod"/>
          </a:pPr>
          <a:r>
            <a:rPr lang="en-IN" sz="1800" b="0" i="0" dirty="0"/>
            <a:t>2. </a:t>
          </a:r>
          <a:r>
            <a:rPr lang="en-IN" sz="1800" b="1" i="0" dirty="0"/>
            <a:t>Runnable</a:t>
          </a:r>
          <a:r>
            <a:rPr lang="en-IN" sz="1800" b="0" i="0" dirty="0"/>
            <a:t> interface</a:t>
          </a:r>
          <a:endParaRPr lang="en-IN" sz="1800" dirty="0"/>
        </a:p>
      </dgm:t>
    </dgm:pt>
    <dgm:pt modelId="{F57B4408-4827-42C3-AA4A-9E313D8D3E1B}" type="parTrans" cxnId="{C3592CCC-F3A0-4A40-B927-292FAA597B8D}">
      <dgm:prSet/>
      <dgm:spPr/>
      <dgm:t>
        <a:bodyPr/>
        <a:lstStyle/>
        <a:p>
          <a:endParaRPr lang="en-IN" sz="1800"/>
        </a:p>
      </dgm:t>
    </dgm:pt>
    <dgm:pt modelId="{BCAB8278-1F43-4B4E-807E-DDBCDE1B7F05}" type="sibTrans" cxnId="{C3592CCC-F3A0-4A40-B927-292FAA597B8D}">
      <dgm:prSet/>
      <dgm:spPr/>
      <dgm:t>
        <a:bodyPr/>
        <a:lstStyle/>
        <a:p>
          <a:endParaRPr lang="en-IN"/>
        </a:p>
      </dgm:t>
    </dgm:pt>
    <dgm:pt modelId="{52D85125-01CB-4A36-AADD-84023D53D62F}" type="pres">
      <dgm:prSet presAssocID="{B31EB5C4-49C3-44B6-ABDB-4F42ACC46E65}" presName="hierChild1" presStyleCnt="0">
        <dgm:presLayoutVars>
          <dgm:orgChart val="1"/>
          <dgm:chPref val="1"/>
          <dgm:dir/>
          <dgm:animOne val="branch"/>
          <dgm:animLvl val="lvl"/>
          <dgm:resizeHandles/>
        </dgm:presLayoutVars>
      </dgm:prSet>
      <dgm:spPr/>
    </dgm:pt>
    <dgm:pt modelId="{D9A25FAD-6AFE-4627-994F-AD1BFE4053DC}" type="pres">
      <dgm:prSet presAssocID="{8FA66E0D-CBA1-4534-8DCB-121DF36C0107}" presName="hierRoot1" presStyleCnt="0">
        <dgm:presLayoutVars>
          <dgm:hierBranch val="init"/>
        </dgm:presLayoutVars>
      </dgm:prSet>
      <dgm:spPr/>
    </dgm:pt>
    <dgm:pt modelId="{F6553255-57A1-4B50-9071-0AABDED0F718}" type="pres">
      <dgm:prSet presAssocID="{8FA66E0D-CBA1-4534-8DCB-121DF36C0107}" presName="rootComposite1" presStyleCnt="0"/>
      <dgm:spPr/>
    </dgm:pt>
    <dgm:pt modelId="{B16D2DBD-8C8D-4537-A768-2EDB8AB3B6DE}" type="pres">
      <dgm:prSet presAssocID="{8FA66E0D-CBA1-4534-8DCB-121DF36C0107}" presName="rootText1" presStyleLbl="node0" presStyleIdx="0" presStyleCnt="1" custScaleX="104590" custScaleY="28594" custLinFactNeighborY="-11808">
        <dgm:presLayoutVars>
          <dgm:chPref val="3"/>
        </dgm:presLayoutVars>
      </dgm:prSet>
      <dgm:spPr>
        <a:prstGeom prst="roundRect">
          <a:avLst/>
        </a:prstGeom>
      </dgm:spPr>
    </dgm:pt>
    <dgm:pt modelId="{0448D96D-BA91-4C7C-A412-005CAF7E0E99}" type="pres">
      <dgm:prSet presAssocID="{8FA66E0D-CBA1-4534-8DCB-121DF36C0107}" presName="rootConnector1" presStyleLbl="node1" presStyleIdx="0" presStyleCnt="0"/>
      <dgm:spPr/>
    </dgm:pt>
    <dgm:pt modelId="{134DE4B8-26FB-4980-81C0-F77E69164AAC}" type="pres">
      <dgm:prSet presAssocID="{8FA66E0D-CBA1-4534-8DCB-121DF36C0107}" presName="hierChild2" presStyleCnt="0"/>
      <dgm:spPr/>
    </dgm:pt>
    <dgm:pt modelId="{3CE1A0FF-E108-41DE-8D94-1ABCA4E0ECFC}" type="pres">
      <dgm:prSet presAssocID="{F43D5C50-A8D3-4A18-9BB4-09A4DB1FAF1B}" presName="Name37" presStyleLbl="parChTrans1D2" presStyleIdx="0" presStyleCnt="2"/>
      <dgm:spPr/>
    </dgm:pt>
    <dgm:pt modelId="{5B1098A0-8666-4628-A15C-E4DF20072D5F}" type="pres">
      <dgm:prSet presAssocID="{CEFD8821-7625-40D4-B393-CB87BA87DEEC}" presName="hierRoot2" presStyleCnt="0">
        <dgm:presLayoutVars>
          <dgm:hierBranch val="init"/>
        </dgm:presLayoutVars>
      </dgm:prSet>
      <dgm:spPr/>
    </dgm:pt>
    <dgm:pt modelId="{60115574-4503-4385-A35B-08F8C87793B9}" type="pres">
      <dgm:prSet presAssocID="{CEFD8821-7625-40D4-B393-CB87BA87DEEC}" presName="rootComposite" presStyleCnt="0"/>
      <dgm:spPr/>
    </dgm:pt>
    <dgm:pt modelId="{999FEAF0-DE51-451F-8174-DD786FBE31A4}" type="pres">
      <dgm:prSet presAssocID="{CEFD8821-7625-40D4-B393-CB87BA87DEEC}" presName="rootText" presStyleLbl="node2" presStyleIdx="0" presStyleCnt="2" custScaleX="55723" custScaleY="28425" custLinFactNeighborX="-17322" custLinFactNeighborY="-242">
        <dgm:presLayoutVars>
          <dgm:chPref val="3"/>
        </dgm:presLayoutVars>
      </dgm:prSet>
      <dgm:spPr>
        <a:prstGeom prst="roundRect">
          <a:avLst/>
        </a:prstGeom>
      </dgm:spPr>
    </dgm:pt>
    <dgm:pt modelId="{80F55123-CADB-4DBB-B87F-0AA9D3D1921E}" type="pres">
      <dgm:prSet presAssocID="{CEFD8821-7625-40D4-B393-CB87BA87DEEC}" presName="rootConnector" presStyleLbl="node2" presStyleIdx="0" presStyleCnt="2"/>
      <dgm:spPr/>
    </dgm:pt>
    <dgm:pt modelId="{5B90B86A-6972-4A31-AAC4-527578D824D9}" type="pres">
      <dgm:prSet presAssocID="{CEFD8821-7625-40D4-B393-CB87BA87DEEC}" presName="hierChild4" presStyleCnt="0"/>
      <dgm:spPr/>
    </dgm:pt>
    <dgm:pt modelId="{B7165EE0-1559-4247-9945-D2C26F80C37A}" type="pres">
      <dgm:prSet presAssocID="{CEFD8821-7625-40D4-B393-CB87BA87DEEC}" presName="hierChild5" presStyleCnt="0"/>
      <dgm:spPr/>
    </dgm:pt>
    <dgm:pt modelId="{DEEF2B48-130A-4966-9DB6-8FDD2E8B7E42}" type="pres">
      <dgm:prSet presAssocID="{F57B4408-4827-42C3-AA4A-9E313D8D3E1B}" presName="Name37" presStyleLbl="parChTrans1D2" presStyleIdx="1" presStyleCnt="2"/>
      <dgm:spPr/>
    </dgm:pt>
    <dgm:pt modelId="{D45C9A59-C9B6-45C5-B657-782DE59C9F3C}" type="pres">
      <dgm:prSet presAssocID="{5035B317-D3EB-48DC-B475-205838D64736}" presName="hierRoot2" presStyleCnt="0">
        <dgm:presLayoutVars>
          <dgm:hierBranch val="init"/>
        </dgm:presLayoutVars>
      </dgm:prSet>
      <dgm:spPr/>
    </dgm:pt>
    <dgm:pt modelId="{1786B0A8-A359-4E1B-908B-65DBE936953A}" type="pres">
      <dgm:prSet presAssocID="{5035B317-D3EB-48DC-B475-205838D64736}" presName="rootComposite" presStyleCnt="0"/>
      <dgm:spPr/>
    </dgm:pt>
    <dgm:pt modelId="{E51BBA26-C5E8-4547-AA15-3BDF77E716CD}" type="pres">
      <dgm:prSet presAssocID="{5035B317-D3EB-48DC-B475-205838D64736}" presName="rootText" presStyleLbl="node2" presStyleIdx="1" presStyleCnt="2" custScaleX="48947" custScaleY="28425" custLinFactNeighborX="13383" custLinFactNeighborY="27">
        <dgm:presLayoutVars>
          <dgm:chPref val="3"/>
        </dgm:presLayoutVars>
      </dgm:prSet>
      <dgm:spPr>
        <a:prstGeom prst="roundRect">
          <a:avLst/>
        </a:prstGeom>
      </dgm:spPr>
    </dgm:pt>
    <dgm:pt modelId="{DDF73C47-2D47-4E6A-A129-FB882F8FE5CE}" type="pres">
      <dgm:prSet presAssocID="{5035B317-D3EB-48DC-B475-205838D64736}" presName="rootConnector" presStyleLbl="node2" presStyleIdx="1" presStyleCnt="2"/>
      <dgm:spPr/>
    </dgm:pt>
    <dgm:pt modelId="{AAC822ED-6C57-4BAE-9847-92AF4F1A4F31}" type="pres">
      <dgm:prSet presAssocID="{5035B317-D3EB-48DC-B475-205838D64736}" presName="hierChild4" presStyleCnt="0"/>
      <dgm:spPr/>
    </dgm:pt>
    <dgm:pt modelId="{10AB3DBF-7C72-4143-BCC9-9C7D69C47C37}" type="pres">
      <dgm:prSet presAssocID="{5035B317-D3EB-48DC-B475-205838D64736}" presName="hierChild5" presStyleCnt="0"/>
      <dgm:spPr/>
    </dgm:pt>
    <dgm:pt modelId="{53B722C8-332B-4E94-9AFC-3BC0BD5CEEF3}" type="pres">
      <dgm:prSet presAssocID="{8FA66E0D-CBA1-4534-8DCB-121DF36C0107}" presName="hierChild3" presStyleCnt="0"/>
      <dgm:spPr/>
    </dgm:pt>
  </dgm:ptLst>
  <dgm:cxnLst>
    <dgm:cxn modelId="{0C42892D-89EE-442D-9939-4E46BBFF6489}" type="presOf" srcId="{5035B317-D3EB-48DC-B475-205838D64736}" destId="{DDF73C47-2D47-4E6A-A129-FB882F8FE5CE}" srcOrd="1" destOrd="0" presId="urn:microsoft.com/office/officeart/2005/8/layout/orgChart1"/>
    <dgm:cxn modelId="{62E68D66-1BAF-4EF0-8406-320D0A7F1224}" type="presOf" srcId="{8FA66E0D-CBA1-4534-8DCB-121DF36C0107}" destId="{0448D96D-BA91-4C7C-A412-005CAF7E0E99}" srcOrd="1" destOrd="0" presId="urn:microsoft.com/office/officeart/2005/8/layout/orgChart1"/>
    <dgm:cxn modelId="{6FA2C582-6C00-49CB-91BF-A9A53B45C603}" type="presOf" srcId="{F43D5C50-A8D3-4A18-9BB4-09A4DB1FAF1B}" destId="{3CE1A0FF-E108-41DE-8D94-1ABCA4E0ECFC}" srcOrd="0" destOrd="0" presId="urn:microsoft.com/office/officeart/2005/8/layout/orgChart1"/>
    <dgm:cxn modelId="{36FCCD90-BD76-4933-AE1C-1D4039469D2A}" type="presOf" srcId="{CEFD8821-7625-40D4-B393-CB87BA87DEEC}" destId="{999FEAF0-DE51-451F-8174-DD786FBE31A4}" srcOrd="0" destOrd="0" presId="urn:microsoft.com/office/officeart/2005/8/layout/orgChart1"/>
    <dgm:cxn modelId="{657D2E98-A9C1-4659-996A-4B08F19C994E}" type="presOf" srcId="{F57B4408-4827-42C3-AA4A-9E313D8D3E1B}" destId="{DEEF2B48-130A-4966-9DB6-8FDD2E8B7E42}" srcOrd="0" destOrd="0" presId="urn:microsoft.com/office/officeart/2005/8/layout/orgChart1"/>
    <dgm:cxn modelId="{FF0AD1AF-2C59-42ED-8AFB-2F24D25F952A}" srcId="{B31EB5C4-49C3-44B6-ABDB-4F42ACC46E65}" destId="{8FA66E0D-CBA1-4534-8DCB-121DF36C0107}" srcOrd="0" destOrd="0" parTransId="{9F148E5D-10AD-480C-9D89-9FE57F321429}" sibTransId="{66BA2B2E-DA6E-4A9E-A1DC-8FABCA48CCBD}"/>
    <dgm:cxn modelId="{5173EBCB-CC07-4C66-AB59-402F6C291200}" type="presOf" srcId="{5035B317-D3EB-48DC-B475-205838D64736}" destId="{E51BBA26-C5E8-4547-AA15-3BDF77E716CD}" srcOrd="0" destOrd="0" presId="urn:microsoft.com/office/officeart/2005/8/layout/orgChart1"/>
    <dgm:cxn modelId="{C3592CCC-F3A0-4A40-B927-292FAA597B8D}" srcId="{8FA66E0D-CBA1-4534-8DCB-121DF36C0107}" destId="{5035B317-D3EB-48DC-B475-205838D64736}" srcOrd="1" destOrd="0" parTransId="{F57B4408-4827-42C3-AA4A-9E313D8D3E1B}" sibTransId="{BCAB8278-1F43-4B4E-807E-DDBCDE1B7F05}"/>
    <dgm:cxn modelId="{FDC270D4-6C19-45FB-9BFD-0F0CBBB8907B}" type="presOf" srcId="{B31EB5C4-49C3-44B6-ABDB-4F42ACC46E65}" destId="{52D85125-01CB-4A36-AADD-84023D53D62F}" srcOrd="0" destOrd="0" presId="urn:microsoft.com/office/officeart/2005/8/layout/orgChart1"/>
    <dgm:cxn modelId="{3E217ED4-9BDF-41B1-9B94-B4D6798A6C4F}" type="presOf" srcId="{8FA66E0D-CBA1-4534-8DCB-121DF36C0107}" destId="{B16D2DBD-8C8D-4537-A768-2EDB8AB3B6DE}" srcOrd="0" destOrd="0" presId="urn:microsoft.com/office/officeart/2005/8/layout/orgChart1"/>
    <dgm:cxn modelId="{CF9E38D7-4F4F-481F-8E63-936BCA52FB78}" type="presOf" srcId="{CEFD8821-7625-40D4-B393-CB87BA87DEEC}" destId="{80F55123-CADB-4DBB-B87F-0AA9D3D1921E}" srcOrd="1" destOrd="0" presId="urn:microsoft.com/office/officeart/2005/8/layout/orgChart1"/>
    <dgm:cxn modelId="{FF799EFB-F5B7-4C52-917C-B8F389BCD91A}" srcId="{8FA66E0D-CBA1-4534-8DCB-121DF36C0107}" destId="{CEFD8821-7625-40D4-B393-CB87BA87DEEC}" srcOrd="0" destOrd="0" parTransId="{F43D5C50-A8D3-4A18-9BB4-09A4DB1FAF1B}" sibTransId="{7283C2EA-6180-4BE8-9D50-F6ECC23E378B}"/>
    <dgm:cxn modelId="{52173A3C-A7E8-4734-AAFC-445ED5F0C761}" type="presParOf" srcId="{52D85125-01CB-4A36-AADD-84023D53D62F}" destId="{D9A25FAD-6AFE-4627-994F-AD1BFE4053DC}" srcOrd="0" destOrd="0" presId="urn:microsoft.com/office/officeart/2005/8/layout/orgChart1"/>
    <dgm:cxn modelId="{9B85CFD2-4F05-4311-99F4-3CCF6A3F361A}" type="presParOf" srcId="{D9A25FAD-6AFE-4627-994F-AD1BFE4053DC}" destId="{F6553255-57A1-4B50-9071-0AABDED0F718}" srcOrd="0" destOrd="0" presId="urn:microsoft.com/office/officeart/2005/8/layout/orgChart1"/>
    <dgm:cxn modelId="{6EAFDD3E-8EB0-4BC4-8EE7-D7D75859CB1B}" type="presParOf" srcId="{F6553255-57A1-4B50-9071-0AABDED0F718}" destId="{B16D2DBD-8C8D-4537-A768-2EDB8AB3B6DE}" srcOrd="0" destOrd="0" presId="urn:microsoft.com/office/officeart/2005/8/layout/orgChart1"/>
    <dgm:cxn modelId="{19A1B7EF-5C7C-425F-A90D-CBB47A19F58C}" type="presParOf" srcId="{F6553255-57A1-4B50-9071-0AABDED0F718}" destId="{0448D96D-BA91-4C7C-A412-005CAF7E0E99}" srcOrd="1" destOrd="0" presId="urn:microsoft.com/office/officeart/2005/8/layout/orgChart1"/>
    <dgm:cxn modelId="{872ECB61-59B9-434C-8023-632A0FBF6A04}" type="presParOf" srcId="{D9A25FAD-6AFE-4627-994F-AD1BFE4053DC}" destId="{134DE4B8-26FB-4980-81C0-F77E69164AAC}" srcOrd="1" destOrd="0" presId="urn:microsoft.com/office/officeart/2005/8/layout/orgChart1"/>
    <dgm:cxn modelId="{0AFE74B7-2456-4A41-9F94-647B9660B8F1}" type="presParOf" srcId="{134DE4B8-26FB-4980-81C0-F77E69164AAC}" destId="{3CE1A0FF-E108-41DE-8D94-1ABCA4E0ECFC}" srcOrd="0" destOrd="0" presId="urn:microsoft.com/office/officeart/2005/8/layout/orgChart1"/>
    <dgm:cxn modelId="{684DE3F6-22E1-4D66-A9F2-25AE2490635D}" type="presParOf" srcId="{134DE4B8-26FB-4980-81C0-F77E69164AAC}" destId="{5B1098A0-8666-4628-A15C-E4DF20072D5F}" srcOrd="1" destOrd="0" presId="urn:microsoft.com/office/officeart/2005/8/layout/orgChart1"/>
    <dgm:cxn modelId="{59E70AC7-B33A-4223-8340-79E180197B9F}" type="presParOf" srcId="{5B1098A0-8666-4628-A15C-E4DF20072D5F}" destId="{60115574-4503-4385-A35B-08F8C87793B9}" srcOrd="0" destOrd="0" presId="urn:microsoft.com/office/officeart/2005/8/layout/orgChart1"/>
    <dgm:cxn modelId="{9E180804-FBD4-44DE-870A-7DDED19C2858}" type="presParOf" srcId="{60115574-4503-4385-A35B-08F8C87793B9}" destId="{999FEAF0-DE51-451F-8174-DD786FBE31A4}" srcOrd="0" destOrd="0" presId="urn:microsoft.com/office/officeart/2005/8/layout/orgChart1"/>
    <dgm:cxn modelId="{5B30D739-7CFD-49F6-A961-7E8CA0964DAD}" type="presParOf" srcId="{60115574-4503-4385-A35B-08F8C87793B9}" destId="{80F55123-CADB-4DBB-B87F-0AA9D3D1921E}" srcOrd="1" destOrd="0" presId="urn:microsoft.com/office/officeart/2005/8/layout/orgChart1"/>
    <dgm:cxn modelId="{C22A967E-BB9C-4DD0-BABC-F539AA2C73FD}" type="presParOf" srcId="{5B1098A0-8666-4628-A15C-E4DF20072D5F}" destId="{5B90B86A-6972-4A31-AAC4-527578D824D9}" srcOrd="1" destOrd="0" presId="urn:microsoft.com/office/officeart/2005/8/layout/orgChart1"/>
    <dgm:cxn modelId="{78D74E98-68D5-4785-B262-D948AD396693}" type="presParOf" srcId="{5B1098A0-8666-4628-A15C-E4DF20072D5F}" destId="{B7165EE0-1559-4247-9945-D2C26F80C37A}" srcOrd="2" destOrd="0" presId="urn:microsoft.com/office/officeart/2005/8/layout/orgChart1"/>
    <dgm:cxn modelId="{65069823-A269-4510-9158-CB1154CA4423}" type="presParOf" srcId="{134DE4B8-26FB-4980-81C0-F77E69164AAC}" destId="{DEEF2B48-130A-4966-9DB6-8FDD2E8B7E42}" srcOrd="2" destOrd="0" presId="urn:microsoft.com/office/officeart/2005/8/layout/orgChart1"/>
    <dgm:cxn modelId="{40749129-7262-4631-BDA7-3D69B480AA06}" type="presParOf" srcId="{134DE4B8-26FB-4980-81C0-F77E69164AAC}" destId="{D45C9A59-C9B6-45C5-B657-782DE59C9F3C}" srcOrd="3" destOrd="0" presId="urn:microsoft.com/office/officeart/2005/8/layout/orgChart1"/>
    <dgm:cxn modelId="{C3B7D216-12DF-494F-A8E2-8700CF3419A2}" type="presParOf" srcId="{D45C9A59-C9B6-45C5-B657-782DE59C9F3C}" destId="{1786B0A8-A359-4E1B-908B-65DBE936953A}" srcOrd="0" destOrd="0" presId="urn:microsoft.com/office/officeart/2005/8/layout/orgChart1"/>
    <dgm:cxn modelId="{0910B1C7-B072-4919-B31D-0B561DA9650A}" type="presParOf" srcId="{1786B0A8-A359-4E1B-908B-65DBE936953A}" destId="{E51BBA26-C5E8-4547-AA15-3BDF77E716CD}" srcOrd="0" destOrd="0" presId="urn:microsoft.com/office/officeart/2005/8/layout/orgChart1"/>
    <dgm:cxn modelId="{8E6BD878-002A-4C2B-87B3-DB2BBFEECCE1}" type="presParOf" srcId="{1786B0A8-A359-4E1B-908B-65DBE936953A}" destId="{DDF73C47-2D47-4E6A-A129-FB882F8FE5CE}" srcOrd="1" destOrd="0" presId="urn:microsoft.com/office/officeart/2005/8/layout/orgChart1"/>
    <dgm:cxn modelId="{28C44BDE-72F1-4F64-8033-2315AB7DC2FC}" type="presParOf" srcId="{D45C9A59-C9B6-45C5-B657-782DE59C9F3C}" destId="{AAC822ED-6C57-4BAE-9847-92AF4F1A4F31}" srcOrd="1" destOrd="0" presId="urn:microsoft.com/office/officeart/2005/8/layout/orgChart1"/>
    <dgm:cxn modelId="{82956BB2-0596-42B4-BBD2-1F9DA148941B}" type="presParOf" srcId="{D45C9A59-C9B6-45C5-B657-782DE59C9F3C}" destId="{10AB3DBF-7C72-4143-BCC9-9C7D69C47C37}" srcOrd="2" destOrd="0" presId="urn:microsoft.com/office/officeart/2005/8/layout/orgChart1"/>
    <dgm:cxn modelId="{1500AC14-2875-49BE-9FC6-867996FEDA54}" type="presParOf" srcId="{D9A25FAD-6AFE-4627-994F-AD1BFE4053DC}" destId="{53B722C8-332B-4E94-9AFC-3BC0BD5CEEF3}" srcOrd="2" destOrd="0" presId="urn:microsoft.com/office/officeart/2005/8/layout/orgChar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46.xml><?xml version="1.0" encoding="utf-8"?>
<dgm:dataModel xmlns:dgm="http://schemas.openxmlformats.org/drawingml/2006/diagram" xmlns:a="http://schemas.openxmlformats.org/drawingml/2006/main">
  <dgm:ptLst>
    <dgm:pt modelId="{B31EB5C4-49C3-44B6-ABDB-4F42ACC46E65}" type="doc">
      <dgm:prSet loTypeId="urn:microsoft.com/office/officeart/2005/8/layout/orgChart1" loCatId="hierarchy" qsTypeId="urn:microsoft.com/office/officeart/2005/8/quickstyle/simple3" qsCatId="simple" csTypeId="urn:microsoft.com/office/officeart/2005/8/colors/colorful5" csCatId="colorful" phldr="1"/>
      <dgm:spPr/>
      <dgm:t>
        <a:bodyPr/>
        <a:lstStyle/>
        <a:p>
          <a:endParaRPr lang="en-IN"/>
        </a:p>
      </dgm:t>
    </dgm:pt>
    <dgm:pt modelId="{8FA66E0D-CBA1-4534-8DCB-121DF36C0107}">
      <dgm:prSet phldrT="[Text]" custT="1"/>
      <dgm:spPr/>
      <dgm:t>
        <a:bodyPr/>
        <a:lstStyle/>
        <a:p>
          <a:r>
            <a:rPr lang="en-IN" sz="2000" b="1" dirty="0"/>
            <a:t>2 ways to implement multithreading in Java</a:t>
          </a:r>
        </a:p>
      </dgm:t>
    </dgm:pt>
    <dgm:pt modelId="{9F148E5D-10AD-480C-9D89-9FE57F321429}" type="parTrans" cxnId="{FF0AD1AF-2C59-42ED-8AFB-2F24D25F952A}">
      <dgm:prSet/>
      <dgm:spPr/>
      <dgm:t>
        <a:bodyPr/>
        <a:lstStyle/>
        <a:p>
          <a:endParaRPr lang="en-IN"/>
        </a:p>
      </dgm:t>
    </dgm:pt>
    <dgm:pt modelId="{66BA2B2E-DA6E-4A9E-A1DC-8FABCA48CCBD}" type="sibTrans" cxnId="{FF0AD1AF-2C59-42ED-8AFB-2F24D25F952A}">
      <dgm:prSet/>
      <dgm:spPr/>
      <dgm:t>
        <a:bodyPr/>
        <a:lstStyle/>
        <a:p>
          <a:endParaRPr lang="en-IN"/>
        </a:p>
      </dgm:t>
    </dgm:pt>
    <dgm:pt modelId="{CEFD8821-7625-40D4-B393-CB87BA87DEEC}">
      <dgm:prSet phldrT="[Text]" custT="1"/>
      <dgm:spPr>
        <a:solidFill>
          <a:srgbClr val="FFFF00"/>
        </a:solidFill>
      </dgm:spPr>
      <dgm:t>
        <a:bodyPr lIns="36000"/>
        <a:lstStyle/>
        <a:p>
          <a:pPr>
            <a:buFont typeface="+mj-lt"/>
            <a:buAutoNum type="arabicPeriod"/>
          </a:pPr>
          <a:r>
            <a:rPr lang="en-IN" sz="1800" b="0" i="0" dirty="0"/>
            <a:t>1. </a:t>
          </a:r>
          <a:r>
            <a:rPr lang="en-IN" sz="1800" b="1" i="0" dirty="0"/>
            <a:t>Thread</a:t>
          </a:r>
          <a:r>
            <a:rPr lang="en-IN" sz="1800" b="0" i="0" dirty="0"/>
            <a:t> class </a:t>
          </a:r>
          <a:endParaRPr lang="en-IN" sz="1800" dirty="0"/>
        </a:p>
      </dgm:t>
    </dgm:pt>
    <dgm:pt modelId="{F43D5C50-A8D3-4A18-9BB4-09A4DB1FAF1B}" type="parTrans" cxnId="{FF799EFB-F5B7-4C52-917C-B8F389BCD91A}">
      <dgm:prSet/>
      <dgm:spPr/>
      <dgm:t>
        <a:bodyPr/>
        <a:lstStyle/>
        <a:p>
          <a:endParaRPr lang="en-IN" sz="1800"/>
        </a:p>
      </dgm:t>
    </dgm:pt>
    <dgm:pt modelId="{7283C2EA-6180-4BE8-9D50-F6ECC23E378B}" type="sibTrans" cxnId="{FF799EFB-F5B7-4C52-917C-B8F389BCD91A}">
      <dgm:prSet/>
      <dgm:spPr/>
      <dgm:t>
        <a:bodyPr/>
        <a:lstStyle/>
        <a:p>
          <a:endParaRPr lang="en-IN"/>
        </a:p>
      </dgm:t>
    </dgm:pt>
    <dgm:pt modelId="{5035B317-D3EB-48DC-B475-205838D64736}">
      <dgm:prSet phldrT="[Text]" custT="1"/>
      <dgm:spPr/>
      <dgm:t>
        <a:bodyPr lIns="36000"/>
        <a:lstStyle/>
        <a:p>
          <a:pPr>
            <a:buFont typeface="+mj-lt"/>
            <a:buAutoNum type="arabicPeriod"/>
          </a:pPr>
          <a:r>
            <a:rPr lang="en-IN" sz="1800" b="0" i="0" dirty="0"/>
            <a:t>2. </a:t>
          </a:r>
          <a:r>
            <a:rPr lang="en-IN" sz="1800" b="1" i="0" dirty="0"/>
            <a:t>Runnable</a:t>
          </a:r>
          <a:r>
            <a:rPr lang="en-IN" sz="1800" b="0" i="0" dirty="0"/>
            <a:t> interface</a:t>
          </a:r>
          <a:endParaRPr lang="en-IN" sz="1800" dirty="0"/>
        </a:p>
      </dgm:t>
    </dgm:pt>
    <dgm:pt modelId="{F57B4408-4827-42C3-AA4A-9E313D8D3E1B}" type="parTrans" cxnId="{C3592CCC-F3A0-4A40-B927-292FAA597B8D}">
      <dgm:prSet/>
      <dgm:spPr/>
      <dgm:t>
        <a:bodyPr/>
        <a:lstStyle/>
        <a:p>
          <a:endParaRPr lang="en-IN" sz="1800"/>
        </a:p>
      </dgm:t>
    </dgm:pt>
    <dgm:pt modelId="{BCAB8278-1F43-4B4E-807E-DDBCDE1B7F05}" type="sibTrans" cxnId="{C3592CCC-F3A0-4A40-B927-292FAA597B8D}">
      <dgm:prSet/>
      <dgm:spPr/>
      <dgm:t>
        <a:bodyPr/>
        <a:lstStyle/>
        <a:p>
          <a:endParaRPr lang="en-IN"/>
        </a:p>
      </dgm:t>
    </dgm:pt>
    <dgm:pt modelId="{52D85125-01CB-4A36-AADD-84023D53D62F}" type="pres">
      <dgm:prSet presAssocID="{B31EB5C4-49C3-44B6-ABDB-4F42ACC46E65}" presName="hierChild1" presStyleCnt="0">
        <dgm:presLayoutVars>
          <dgm:orgChart val="1"/>
          <dgm:chPref val="1"/>
          <dgm:dir/>
          <dgm:animOne val="branch"/>
          <dgm:animLvl val="lvl"/>
          <dgm:resizeHandles/>
        </dgm:presLayoutVars>
      </dgm:prSet>
      <dgm:spPr/>
    </dgm:pt>
    <dgm:pt modelId="{D9A25FAD-6AFE-4627-994F-AD1BFE4053DC}" type="pres">
      <dgm:prSet presAssocID="{8FA66E0D-CBA1-4534-8DCB-121DF36C0107}" presName="hierRoot1" presStyleCnt="0">
        <dgm:presLayoutVars>
          <dgm:hierBranch val="init"/>
        </dgm:presLayoutVars>
      </dgm:prSet>
      <dgm:spPr/>
    </dgm:pt>
    <dgm:pt modelId="{F6553255-57A1-4B50-9071-0AABDED0F718}" type="pres">
      <dgm:prSet presAssocID="{8FA66E0D-CBA1-4534-8DCB-121DF36C0107}" presName="rootComposite1" presStyleCnt="0"/>
      <dgm:spPr/>
    </dgm:pt>
    <dgm:pt modelId="{B16D2DBD-8C8D-4537-A768-2EDB8AB3B6DE}" type="pres">
      <dgm:prSet presAssocID="{8FA66E0D-CBA1-4534-8DCB-121DF36C0107}" presName="rootText1" presStyleLbl="node0" presStyleIdx="0" presStyleCnt="1" custScaleX="104590" custScaleY="28594" custLinFactNeighborY="-11808">
        <dgm:presLayoutVars>
          <dgm:chPref val="3"/>
        </dgm:presLayoutVars>
      </dgm:prSet>
      <dgm:spPr>
        <a:prstGeom prst="roundRect">
          <a:avLst/>
        </a:prstGeom>
      </dgm:spPr>
    </dgm:pt>
    <dgm:pt modelId="{0448D96D-BA91-4C7C-A412-005CAF7E0E99}" type="pres">
      <dgm:prSet presAssocID="{8FA66E0D-CBA1-4534-8DCB-121DF36C0107}" presName="rootConnector1" presStyleLbl="node1" presStyleIdx="0" presStyleCnt="0"/>
      <dgm:spPr/>
    </dgm:pt>
    <dgm:pt modelId="{134DE4B8-26FB-4980-81C0-F77E69164AAC}" type="pres">
      <dgm:prSet presAssocID="{8FA66E0D-CBA1-4534-8DCB-121DF36C0107}" presName="hierChild2" presStyleCnt="0"/>
      <dgm:spPr/>
    </dgm:pt>
    <dgm:pt modelId="{3CE1A0FF-E108-41DE-8D94-1ABCA4E0ECFC}" type="pres">
      <dgm:prSet presAssocID="{F43D5C50-A8D3-4A18-9BB4-09A4DB1FAF1B}" presName="Name37" presStyleLbl="parChTrans1D2" presStyleIdx="0" presStyleCnt="2"/>
      <dgm:spPr/>
    </dgm:pt>
    <dgm:pt modelId="{5B1098A0-8666-4628-A15C-E4DF20072D5F}" type="pres">
      <dgm:prSet presAssocID="{CEFD8821-7625-40D4-B393-CB87BA87DEEC}" presName="hierRoot2" presStyleCnt="0">
        <dgm:presLayoutVars>
          <dgm:hierBranch val="init"/>
        </dgm:presLayoutVars>
      </dgm:prSet>
      <dgm:spPr/>
    </dgm:pt>
    <dgm:pt modelId="{60115574-4503-4385-A35B-08F8C87793B9}" type="pres">
      <dgm:prSet presAssocID="{CEFD8821-7625-40D4-B393-CB87BA87DEEC}" presName="rootComposite" presStyleCnt="0"/>
      <dgm:spPr/>
    </dgm:pt>
    <dgm:pt modelId="{999FEAF0-DE51-451F-8174-DD786FBE31A4}" type="pres">
      <dgm:prSet presAssocID="{CEFD8821-7625-40D4-B393-CB87BA87DEEC}" presName="rootText" presStyleLbl="node2" presStyleIdx="0" presStyleCnt="2" custScaleX="55723" custScaleY="28425" custLinFactNeighborX="-17322" custLinFactNeighborY="-242">
        <dgm:presLayoutVars>
          <dgm:chPref val="3"/>
        </dgm:presLayoutVars>
      </dgm:prSet>
      <dgm:spPr>
        <a:prstGeom prst="roundRect">
          <a:avLst/>
        </a:prstGeom>
      </dgm:spPr>
    </dgm:pt>
    <dgm:pt modelId="{80F55123-CADB-4DBB-B87F-0AA9D3D1921E}" type="pres">
      <dgm:prSet presAssocID="{CEFD8821-7625-40D4-B393-CB87BA87DEEC}" presName="rootConnector" presStyleLbl="node2" presStyleIdx="0" presStyleCnt="2"/>
      <dgm:spPr/>
    </dgm:pt>
    <dgm:pt modelId="{5B90B86A-6972-4A31-AAC4-527578D824D9}" type="pres">
      <dgm:prSet presAssocID="{CEFD8821-7625-40D4-B393-CB87BA87DEEC}" presName="hierChild4" presStyleCnt="0"/>
      <dgm:spPr/>
    </dgm:pt>
    <dgm:pt modelId="{B7165EE0-1559-4247-9945-D2C26F80C37A}" type="pres">
      <dgm:prSet presAssocID="{CEFD8821-7625-40D4-B393-CB87BA87DEEC}" presName="hierChild5" presStyleCnt="0"/>
      <dgm:spPr/>
    </dgm:pt>
    <dgm:pt modelId="{DEEF2B48-130A-4966-9DB6-8FDD2E8B7E42}" type="pres">
      <dgm:prSet presAssocID="{F57B4408-4827-42C3-AA4A-9E313D8D3E1B}" presName="Name37" presStyleLbl="parChTrans1D2" presStyleIdx="1" presStyleCnt="2"/>
      <dgm:spPr/>
    </dgm:pt>
    <dgm:pt modelId="{D45C9A59-C9B6-45C5-B657-782DE59C9F3C}" type="pres">
      <dgm:prSet presAssocID="{5035B317-D3EB-48DC-B475-205838D64736}" presName="hierRoot2" presStyleCnt="0">
        <dgm:presLayoutVars>
          <dgm:hierBranch val="init"/>
        </dgm:presLayoutVars>
      </dgm:prSet>
      <dgm:spPr/>
    </dgm:pt>
    <dgm:pt modelId="{1786B0A8-A359-4E1B-908B-65DBE936953A}" type="pres">
      <dgm:prSet presAssocID="{5035B317-D3EB-48DC-B475-205838D64736}" presName="rootComposite" presStyleCnt="0"/>
      <dgm:spPr/>
    </dgm:pt>
    <dgm:pt modelId="{E51BBA26-C5E8-4547-AA15-3BDF77E716CD}" type="pres">
      <dgm:prSet presAssocID="{5035B317-D3EB-48DC-B475-205838D64736}" presName="rootText" presStyleLbl="node2" presStyleIdx="1" presStyleCnt="2" custScaleX="48947" custScaleY="28425" custLinFactNeighborX="13383" custLinFactNeighborY="27">
        <dgm:presLayoutVars>
          <dgm:chPref val="3"/>
        </dgm:presLayoutVars>
      </dgm:prSet>
      <dgm:spPr>
        <a:prstGeom prst="roundRect">
          <a:avLst/>
        </a:prstGeom>
      </dgm:spPr>
    </dgm:pt>
    <dgm:pt modelId="{DDF73C47-2D47-4E6A-A129-FB882F8FE5CE}" type="pres">
      <dgm:prSet presAssocID="{5035B317-D3EB-48DC-B475-205838D64736}" presName="rootConnector" presStyleLbl="node2" presStyleIdx="1" presStyleCnt="2"/>
      <dgm:spPr/>
    </dgm:pt>
    <dgm:pt modelId="{AAC822ED-6C57-4BAE-9847-92AF4F1A4F31}" type="pres">
      <dgm:prSet presAssocID="{5035B317-D3EB-48DC-B475-205838D64736}" presName="hierChild4" presStyleCnt="0"/>
      <dgm:spPr/>
    </dgm:pt>
    <dgm:pt modelId="{10AB3DBF-7C72-4143-BCC9-9C7D69C47C37}" type="pres">
      <dgm:prSet presAssocID="{5035B317-D3EB-48DC-B475-205838D64736}" presName="hierChild5" presStyleCnt="0"/>
      <dgm:spPr/>
    </dgm:pt>
    <dgm:pt modelId="{53B722C8-332B-4E94-9AFC-3BC0BD5CEEF3}" type="pres">
      <dgm:prSet presAssocID="{8FA66E0D-CBA1-4534-8DCB-121DF36C0107}" presName="hierChild3" presStyleCnt="0"/>
      <dgm:spPr/>
    </dgm:pt>
  </dgm:ptLst>
  <dgm:cxnLst>
    <dgm:cxn modelId="{0C42892D-89EE-442D-9939-4E46BBFF6489}" type="presOf" srcId="{5035B317-D3EB-48DC-B475-205838D64736}" destId="{DDF73C47-2D47-4E6A-A129-FB882F8FE5CE}" srcOrd="1" destOrd="0" presId="urn:microsoft.com/office/officeart/2005/8/layout/orgChart1"/>
    <dgm:cxn modelId="{62E68D66-1BAF-4EF0-8406-320D0A7F1224}" type="presOf" srcId="{8FA66E0D-CBA1-4534-8DCB-121DF36C0107}" destId="{0448D96D-BA91-4C7C-A412-005CAF7E0E99}" srcOrd="1" destOrd="0" presId="urn:microsoft.com/office/officeart/2005/8/layout/orgChart1"/>
    <dgm:cxn modelId="{6FA2C582-6C00-49CB-91BF-A9A53B45C603}" type="presOf" srcId="{F43D5C50-A8D3-4A18-9BB4-09A4DB1FAF1B}" destId="{3CE1A0FF-E108-41DE-8D94-1ABCA4E0ECFC}" srcOrd="0" destOrd="0" presId="urn:microsoft.com/office/officeart/2005/8/layout/orgChart1"/>
    <dgm:cxn modelId="{36FCCD90-BD76-4933-AE1C-1D4039469D2A}" type="presOf" srcId="{CEFD8821-7625-40D4-B393-CB87BA87DEEC}" destId="{999FEAF0-DE51-451F-8174-DD786FBE31A4}" srcOrd="0" destOrd="0" presId="urn:microsoft.com/office/officeart/2005/8/layout/orgChart1"/>
    <dgm:cxn modelId="{657D2E98-A9C1-4659-996A-4B08F19C994E}" type="presOf" srcId="{F57B4408-4827-42C3-AA4A-9E313D8D3E1B}" destId="{DEEF2B48-130A-4966-9DB6-8FDD2E8B7E42}" srcOrd="0" destOrd="0" presId="urn:microsoft.com/office/officeart/2005/8/layout/orgChart1"/>
    <dgm:cxn modelId="{FF0AD1AF-2C59-42ED-8AFB-2F24D25F952A}" srcId="{B31EB5C4-49C3-44B6-ABDB-4F42ACC46E65}" destId="{8FA66E0D-CBA1-4534-8DCB-121DF36C0107}" srcOrd="0" destOrd="0" parTransId="{9F148E5D-10AD-480C-9D89-9FE57F321429}" sibTransId="{66BA2B2E-DA6E-4A9E-A1DC-8FABCA48CCBD}"/>
    <dgm:cxn modelId="{5173EBCB-CC07-4C66-AB59-402F6C291200}" type="presOf" srcId="{5035B317-D3EB-48DC-B475-205838D64736}" destId="{E51BBA26-C5E8-4547-AA15-3BDF77E716CD}" srcOrd="0" destOrd="0" presId="urn:microsoft.com/office/officeart/2005/8/layout/orgChart1"/>
    <dgm:cxn modelId="{C3592CCC-F3A0-4A40-B927-292FAA597B8D}" srcId="{8FA66E0D-CBA1-4534-8DCB-121DF36C0107}" destId="{5035B317-D3EB-48DC-B475-205838D64736}" srcOrd="1" destOrd="0" parTransId="{F57B4408-4827-42C3-AA4A-9E313D8D3E1B}" sibTransId="{BCAB8278-1F43-4B4E-807E-DDBCDE1B7F05}"/>
    <dgm:cxn modelId="{FDC270D4-6C19-45FB-9BFD-0F0CBBB8907B}" type="presOf" srcId="{B31EB5C4-49C3-44B6-ABDB-4F42ACC46E65}" destId="{52D85125-01CB-4A36-AADD-84023D53D62F}" srcOrd="0" destOrd="0" presId="urn:microsoft.com/office/officeart/2005/8/layout/orgChart1"/>
    <dgm:cxn modelId="{3E217ED4-9BDF-41B1-9B94-B4D6798A6C4F}" type="presOf" srcId="{8FA66E0D-CBA1-4534-8DCB-121DF36C0107}" destId="{B16D2DBD-8C8D-4537-A768-2EDB8AB3B6DE}" srcOrd="0" destOrd="0" presId="urn:microsoft.com/office/officeart/2005/8/layout/orgChart1"/>
    <dgm:cxn modelId="{CF9E38D7-4F4F-481F-8E63-936BCA52FB78}" type="presOf" srcId="{CEFD8821-7625-40D4-B393-CB87BA87DEEC}" destId="{80F55123-CADB-4DBB-B87F-0AA9D3D1921E}" srcOrd="1" destOrd="0" presId="urn:microsoft.com/office/officeart/2005/8/layout/orgChart1"/>
    <dgm:cxn modelId="{FF799EFB-F5B7-4C52-917C-B8F389BCD91A}" srcId="{8FA66E0D-CBA1-4534-8DCB-121DF36C0107}" destId="{CEFD8821-7625-40D4-B393-CB87BA87DEEC}" srcOrd="0" destOrd="0" parTransId="{F43D5C50-A8D3-4A18-9BB4-09A4DB1FAF1B}" sibTransId="{7283C2EA-6180-4BE8-9D50-F6ECC23E378B}"/>
    <dgm:cxn modelId="{52173A3C-A7E8-4734-AAFC-445ED5F0C761}" type="presParOf" srcId="{52D85125-01CB-4A36-AADD-84023D53D62F}" destId="{D9A25FAD-6AFE-4627-994F-AD1BFE4053DC}" srcOrd="0" destOrd="0" presId="urn:microsoft.com/office/officeart/2005/8/layout/orgChart1"/>
    <dgm:cxn modelId="{9B85CFD2-4F05-4311-99F4-3CCF6A3F361A}" type="presParOf" srcId="{D9A25FAD-6AFE-4627-994F-AD1BFE4053DC}" destId="{F6553255-57A1-4B50-9071-0AABDED0F718}" srcOrd="0" destOrd="0" presId="urn:microsoft.com/office/officeart/2005/8/layout/orgChart1"/>
    <dgm:cxn modelId="{6EAFDD3E-8EB0-4BC4-8EE7-D7D75859CB1B}" type="presParOf" srcId="{F6553255-57A1-4B50-9071-0AABDED0F718}" destId="{B16D2DBD-8C8D-4537-A768-2EDB8AB3B6DE}" srcOrd="0" destOrd="0" presId="urn:microsoft.com/office/officeart/2005/8/layout/orgChart1"/>
    <dgm:cxn modelId="{19A1B7EF-5C7C-425F-A90D-CBB47A19F58C}" type="presParOf" srcId="{F6553255-57A1-4B50-9071-0AABDED0F718}" destId="{0448D96D-BA91-4C7C-A412-005CAF7E0E99}" srcOrd="1" destOrd="0" presId="urn:microsoft.com/office/officeart/2005/8/layout/orgChart1"/>
    <dgm:cxn modelId="{872ECB61-59B9-434C-8023-632A0FBF6A04}" type="presParOf" srcId="{D9A25FAD-6AFE-4627-994F-AD1BFE4053DC}" destId="{134DE4B8-26FB-4980-81C0-F77E69164AAC}" srcOrd="1" destOrd="0" presId="urn:microsoft.com/office/officeart/2005/8/layout/orgChart1"/>
    <dgm:cxn modelId="{0AFE74B7-2456-4A41-9F94-647B9660B8F1}" type="presParOf" srcId="{134DE4B8-26FB-4980-81C0-F77E69164AAC}" destId="{3CE1A0FF-E108-41DE-8D94-1ABCA4E0ECFC}" srcOrd="0" destOrd="0" presId="urn:microsoft.com/office/officeart/2005/8/layout/orgChart1"/>
    <dgm:cxn modelId="{684DE3F6-22E1-4D66-A9F2-25AE2490635D}" type="presParOf" srcId="{134DE4B8-26FB-4980-81C0-F77E69164AAC}" destId="{5B1098A0-8666-4628-A15C-E4DF20072D5F}" srcOrd="1" destOrd="0" presId="urn:microsoft.com/office/officeart/2005/8/layout/orgChart1"/>
    <dgm:cxn modelId="{59E70AC7-B33A-4223-8340-79E180197B9F}" type="presParOf" srcId="{5B1098A0-8666-4628-A15C-E4DF20072D5F}" destId="{60115574-4503-4385-A35B-08F8C87793B9}" srcOrd="0" destOrd="0" presId="urn:microsoft.com/office/officeart/2005/8/layout/orgChart1"/>
    <dgm:cxn modelId="{9E180804-FBD4-44DE-870A-7DDED19C2858}" type="presParOf" srcId="{60115574-4503-4385-A35B-08F8C87793B9}" destId="{999FEAF0-DE51-451F-8174-DD786FBE31A4}" srcOrd="0" destOrd="0" presId="urn:microsoft.com/office/officeart/2005/8/layout/orgChart1"/>
    <dgm:cxn modelId="{5B30D739-7CFD-49F6-A961-7E8CA0964DAD}" type="presParOf" srcId="{60115574-4503-4385-A35B-08F8C87793B9}" destId="{80F55123-CADB-4DBB-B87F-0AA9D3D1921E}" srcOrd="1" destOrd="0" presId="urn:microsoft.com/office/officeart/2005/8/layout/orgChart1"/>
    <dgm:cxn modelId="{C22A967E-BB9C-4DD0-BABC-F539AA2C73FD}" type="presParOf" srcId="{5B1098A0-8666-4628-A15C-E4DF20072D5F}" destId="{5B90B86A-6972-4A31-AAC4-527578D824D9}" srcOrd="1" destOrd="0" presId="urn:microsoft.com/office/officeart/2005/8/layout/orgChart1"/>
    <dgm:cxn modelId="{78D74E98-68D5-4785-B262-D948AD396693}" type="presParOf" srcId="{5B1098A0-8666-4628-A15C-E4DF20072D5F}" destId="{B7165EE0-1559-4247-9945-D2C26F80C37A}" srcOrd="2" destOrd="0" presId="urn:microsoft.com/office/officeart/2005/8/layout/orgChart1"/>
    <dgm:cxn modelId="{65069823-A269-4510-9158-CB1154CA4423}" type="presParOf" srcId="{134DE4B8-26FB-4980-81C0-F77E69164AAC}" destId="{DEEF2B48-130A-4966-9DB6-8FDD2E8B7E42}" srcOrd="2" destOrd="0" presId="urn:microsoft.com/office/officeart/2005/8/layout/orgChart1"/>
    <dgm:cxn modelId="{40749129-7262-4631-BDA7-3D69B480AA06}" type="presParOf" srcId="{134DE4B8-26FB-4980-81C0-F77E69164AAC}" destId="{D45C9A59-C9B6-45C5-B657-782DE59C9F3C}" srcOrd="3" destOrd="0" presId="urn:microsoft.com/office/officeart/2005/8/layout/orgChart1"/>
    <dgm:cxn modelId="{C3B7D216-12DF-494F-A8E2-8700CF3419A2}" type="presParOf" srcId="{D45C9A59-C9B6-45C5-B657-782DE59C9F3C}" destId="{1786B0A8-A359-4E1B-908B-65DBE936953A}" srcOrd="0" destOrd="0" presId="urn:microsoft.com/office/officeart/2005/8/layout/orgChart1"/>
    <dgm:cxn modelId="{0910B1C7-B072-4919-B31D-0B561DA9650A}" type="presParOf" srcId="{1786B0A8-A359-4E1B-908B-65DBE936953A}" destId="{E51BBA26-C5E8-4547-AA15-3BDF77E716CD}" srcOrd="0" destOrd="0" presId="urn:microsoft.com/office/officeart/2005/8/layout/orgChart1"/>
    <dgm:cxn modelId="{8E6BD878-002A-4C2B-87B3-DB2BBFEECCE1}" type="presParOf" srcId="{1786B0A8-A359-4E1B-908B-65DBE936953A}" destId="{DDF73C47-2D47-4E6A-A129-FB882F8FE5CE}" srcOrd="1" destOrd="0" presId="urn:microsoft.com/office/officeart/2005/8/layout/orgChart1"/>
    <dgm:cxn modelId="{28C44BDE-72F1-4F64-8033-2315AB7DC2FC}" type="presParOf" srcId="{D45C9A59-C9B6-45C5-B657-782DE59C9F3C}" destId="{AAC822ED-6C57-4BAE-9847-92AF4F1A4F31}" srcOrd="1" destOrd="0" presId="urn:microsoft.com/office/officeart/2005/8/layout/orgChart1"/>
    <dgm:cxn modelId="{82956BB2-0596-42B4-BBD2-1F9DA148941B}" type="presParOf" srcId="{D45C9A59-C9B6-45C5-B657-782DE59C9F3C}" destId="{10AB3DBF-7C72-4143-BCC9-9C7D69C47C37}" srcOrd="2" destOrd="0" presId="urn:microsoft.com/office/officeart/2005/8/layout/orgChart1"/>
    <dgm:cxn modelId="{1500AC14-2875-49BE-9FC6-867996FEDA54}" type="presParOf" srcId="{D9A25FAD-6AFE-4627-994F-AD1BFE4053DC}" destId="{53B722C8-332B-4E94-9AFC-3BC0BD5CEEF3}" srcOrd="2" destOrd="0" presId="urn:microsoft.com/office/officeart/2005/8/layout/orgChar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47.xml><?xml version="1.0" encoding="utf-8"?>
<dgm:dataModel xmlns:dgm="http://schemas.openxmlformats.org/drawingml/2006/diagram" xmlns:a="http://schemas.openxmlformats.org/drawingml/2006/main">
  <dgm:ptLst>
    <dgm:pt modelId="{B31EB5C4-49C3-44B6-ABDB-4F42ACC46E65}" type="doc">
      <dgm:prSet loTypeId="urn:microsoft.com/office/officeart/2005/8/layout/orgChart1" loCatId="hierarchy" qsTypeId="urn:microsoft.com/office/officeart/2005/8/quickstyle/simple3" qsCatId="simple" csTypeId="urn:microsoft.com/office/officeart/2005/8/colors/colorful5" csCatId="colorful" phldr="1"/>
      <dgm:spPr/>
      <dgm:t>
        <a:bodyPr/>
        <a:lstStyle/>
        <a:p>
          <a:endParaRPr lang="en-IN"/>
        </a:p>
      </dgm:t>
    </dgm:pt>
    <dgm:pt modelId="{8FA66E0D-CBA1-4534-8DCB-121DF36C0107}">
      <dgm:prSet phldrT="[Text]" custT="1"/>
      <dgm:spPr/>
      <dgm:t>
        <a:bodyPr/>
        <a:lstStyle/>
        <a:p>
          <a:r>
            <a:rPr lang="en-IN" sz="2000" b="1" dirty="0"/>
            <a:t>2 ways to implement multithreading in Java</a:t>
          </a:r>
        </a:p>
      </dgm:t>
    </dgm:pt>
    <dgm:pt modelId="{9F148E5D-10AD-480C-9D89-9FE57F321429}" type="parTrans" cxnId="{FF0AD1AF-2C59-42ED-8AFB-2F24D25F952A}">
      <dgm:prSet/>
      <dgm:spPr/>
      <dgm:t>
        <a:bodyPr/>
        <a:lstStyle/>
        <a:p>
          <a:endParaRPr lang="en-IN"/>
        </a:p>
      </dgm:t>
    </dgm:pt>
    <dgm:pt modelId="{66BA2B2E-DA6E-4A9E-A1DC-8FABCA48CCBD}" type="sibTrans" cxnId="{FF0AD1AF-2C59-42ED-8AFB-2F24D25F952A}">
      <dgm:prSet/>
      <dgm:spPr/>
      <dgm:t>
        <a:bodyPr/>
        <a:lstStyle/>
        <a:p>
          <a:endParaRPr lang="en-IN"/>
        </a:p>
      </dgm:t>
    </dgm:pt>
    <dgm:pt modelId="{CEFD8821-7625-40D4-B393-CB87BA87DEEC}">
      <dgm:prSet phldrT="[Text]" custT="1"/>
      <dgm:spPr/>
      <dgm:t>
        <a:bodyPr lIns="36000"/>
        <a:lstStyle/>
        <a:p>
          <a:pPr>
            <a:buFont typeface="+mj-lt"/>
            <a:buAutoNum type="arabicPeriod"/>
          </a:pPr>
          <a:r>
            <a:rPr lang="en-IN" sz="1800" b="0" i="0" dirty="0"/>
            <a:t>1. </a:t>
          </a:r>
          <a:r>
            <a:rPr lang="en-IN" sz="1800" b="1" i="0" dirty="0"/>
            <a:t>Thread</a:t>
          </a:r>
          <a:r>
            <a:rPr lang="en-IN" sz="1800" b="0" i="0" dirty="0"/>
            <a:t> class </a:t>
          </a:r>
          <a:endParaRPr lang="en-IN" sz="1800" dirty="0"/>
        </a:p>
      </dgm:t>
    </dgm:pt>
    <dgm:pt modelId="{F43D5C50-A8D3-4A18-9BB4-09A4DB1FAF1B}" type="parTrans" cxnId="{FF799EFB-F5B7-4C52-917C-B8F389BCD91A}">
      <dgm:prSet/>
      <dgm:spPr/>
      <dgm:t>
        <a:bodyPr/>
        <a:lstStyle/>
        <a:p>
          <a:endParaRPr lang="en-IN" sz="1800"/>
        </a:p>
      </dgm:t>
    </dgm:pt>
    <dgm:pt modelId="{7283C2EA-6180-4BE8-9D50-F6ECC23E378B}" type="sibTrans" cxnId="{FF799EFB-F5B7-4C52-917C-B8F389BCD91A}">
      <dgm:prSet/>
      <dgm:spPr/>
      <dgm:t>
        <a:bodyPr/>
        <a:lstStyle/>
        <a:p>
          <a:endParaRPr lang="en-IN"/>
        </a:p>
      </dgm:t>
    </dgm:pt>
    <dgm:pt modelId="{5035B317-D3EB-48DC-B475-205838D64736}">
      <dgm:prSet phldrT="[Text]" custT="1"/>
      <dgm:spPr>
        <a:solidFill>
          <a:srgbClr val="FFFF00"/>
        </a:solidFill>
      </dgm:spPr>
      <dgm:t>
        <a:bodyPr lIns="36000"/>
        <a:lstStyle/>
        <a:p>
          <a:pPr>
            <a:buFont typeface="+mj-lt"/>
            <a:buAutoNum type="arabicPeriod"/>
          </a:pPr>
          <a:r>
            <a:rPr lang="en-IN" sz="1800" b="0" i="0" dirty="0"/>
            <a:t>2. </a:t>
          </a:r>
          <a:r>
            <a:rPr lang="en-IN" sz="1800" b="1" i="0" dirty="0"/>
            <a:t>Runnable</a:t>
          </a:r>
          <a:r>
            <a:rPr lang="en-IN" sz="1800" b="0" i="0" dirty="0"/>
            <a:t> interface</a:t>
          </a:r>
          <a:endParaRPr lang="en-IN" sz="1800" dirty="0"/>
        </a:p>
      </dgm:t>
    </dgm:pt>
    <dgm:pt modelId="{F57B4408-4827-42C3-AA4A-9E313D8D3E1B}" type="parTrans" cxnId="{C3592CCC-F3A0-4A40-B927-292FAA597B8D}">
      <dgm:prSet/>
      <dgm:spPr/>
      <dgm:t>
        <a:bodyPr/>
        <a:lstStyle/>
        <a:p>
          <a:endParaRPr lang="en-IN" sz="1800"/>
        </a:p>
      </dgm:t>
    </dgm:pt>
    <dgm:pt modelId="{BCAB8278-1F43-4B4E-807E-DDBCDE1B7F05}" type="sibTrans" cxnId="{C3592CCC-F3A0-4A40-B927-292FAA597B8D}">
      <dgm:prSet/>
      <dgm:spPr/>
      <dgm:t>
        <a:bodyPr/>
        <a:lstStyle/>
        <a:p>
          <a:endParaRPr lang="en-IN"/>
        </a:p>
      </dgm:t>
    </dgm:pt>
    <dgm:pt modelId="{52D85125-01CB-4A36-AADD-84023D53D62F}" type="pres">
      <dgm:prSet presAssocID="{B31EB5C4-49C3-44B6-ABDB-4F42ACC46E65}" presName="hierChild1" presStyleCnt="0">
        <dgm:presLayoutVars>
          <dgm:orgChart val="1"/>
          <dgm:chPref val="1"/>
          <dgm:dir/>
          <dgm:animOne val="branch"/>
          <dgm:animLvl val="lvl"/>
          <dgm:resizeHandles/>
        </dgm:presLayoutVars>
      </dgm:prSet>
      <dgm:spPr/>
    </dgm:pt>
    <dgm:pt modelId="{D9A25FAD-6AFE-4627-994F-AD1BFE4053DC}" type="pres">
      <dgm:prSet presAssocID="{8FA66E0D-CBA1-4534-8DCB-121DF36C0107}" presName="hierRoot1" presStyleCnt="0">
        <dgm:presLayoutVars>
          <dgm:hierBranch val="init"/>
        </dgm:presLayoutVars>
      </dgm:prSet>
      <dgm:spPr/>
    </dgm:pt>
    <dgm:pt modelId="{F6553255-57A1-4B50-9071-0AABDED0F718}" type="pres">
      <dgm:prSet presAssocID="{8FA66E0D-CBA1-4534-8DCB-121DF36C0107}" presName="rootComposite1" presStyleCnt="0"/>
      <dgm:spPr/>
    </dgm:pt>
    <dgm:pt modelId="{B16D2DBD-8C8D-4537-A768-2EDB8AB3B6DE}" type="pres">
      <dgm:prSet presAssocID="{8FA66E0D-CBA1-4534-8DCB-121DF36C0107}" presName="rootText1" presStyleLbl="node0" presStyleIdx="0" presStyleCnt="1" custScaleX="104590" custScaleY="28594" custLinFactNeighborY="-11808">
        <dgm:presLayoutVars>
          <dgm:chPref val="3"/>
        </dgm:presLayoutVars>
      </dgm:prSet>
      <dgm:spPr>
        <a:prstGeom prst="roundRect">
          <a:avLst/>
        </a:prstGeom>
      </dgm:spPr>
    </dgm:pt>
    <dgm:pt modelId="{0448D96D-BA91-4C7C-A412-005CAF7E0E99}" type="pres">
      <dgm:prSet presAssocID="{8FA66E0D-CBA1-4534-8DCB-121DF36C0107}" presName="rootConnector1" presStyleLbl="node1" presStyleIdx="0" presStyleCnt="0"/>
      <dgm:spPr/>
    </dgm:pt>
    <dgm:pt modelId="{134DE4B8-26FB-4980-81C0-F77E69164AAC}" type="pres">
      <dgm:prSet presAssocID="{8FA66E0D-CBA1-4534-8DCB-121DF36C0107}" presName="hierChild2" presStyleCnt="0"/>
      <dgm:spPr/>
    </dgm:pt>
    <dgm:pt modelId="{3CE1A0FF-E108-41DE-8D94-1ABCA4E0ECFC}" type="pres">
      <dgm:prSet presAssocID="{F43D5C50-A8D3-4A18-9BB4-09A4DB1FAF1B}" presName="Name37" presStyleLbl="parChTrans1D2" presStyleIdx="0" presStyleCnt="2"/>
      <dgm:spPr/>
    </dgm:pt>
    <dgm:pt modelId="{5B1098A0-8666-4628-A15C-E4DF20072D5F}" type="pres">
      <dgm:prSet presAssocID="{CEFD8821-7625-40D4-B393-CB87BA87DEEC}" presName="hierRoot2" presStyleCnt="0">
        <dgm:presLayoutVars>
          <dgm:hierBranch val="init"/>
        </dgm:presLayoutVars>
      </dgm:prSet>
      <dgm:spPr/>
    </dgm:pt>
    <dgm:pt modelId="{60115574-4503-4385-A35B-08F8C87793B9}" type="pres">
      <dgm:prSet presAssocID="{CEFD8821-7625-40D4-B393-CB87BA87DEEC}" presName="rootComposite" presStyleCnt="0"/>
      <dgm:spPr/>
    </dgm:pt>
    <dgm:pt modelId="{999FEAF0-DE51-451F-8174-DD786FBE31A4}" type="pres">
      <dgm:prSet presAssocID="{CEFD8821-7625-40D4-B393-CB87BA87DEEC}" presName="rootText" presStyleLbl="node2" presStyleIdx="0" presStyleCnt="2" custScaleX="55723" custScaleY="28425" custLinFactNeighborX="-17322" custLinFactNeighborY="-242">
        <dgm:presLayoutVars>
          <dgm:chPref val="3"/>
        </dgm:presLayoutVars>
      </dgm:prSet>
      <dgm:spPr>
        <a:prstGeom prst="roundRect">
          <a:avLst/>
        </a:prstGeom>
      </dgm:spPr>
    </dgm:pt>
    <dgm:pt modelId="{80F55123-CADB-4DBB-B87F-0AA9D3D1921E}" type="pres">
      <dgm:prSet presAssocID="{CEFD8821-7625-40D4-B393-CB87BA87DEEC}" presName="rootConnector" presStyleLbl="node2" presStyleIdx="0" presStyleCnt="2"/>
      <dgm:spPr/>
    </dgm:pt>
    <dgm:pt modelId="{5B90B86A-6972-4A31-AAC4-527578D824D9}" type="pres">
      <dgm:prSet presAssocID="{CEFD8821-7625-40D4-B393-CB87BA87DEEC}" presName="hierChild4" presStyleCnt="0"/>
      <dgm:spPr/>
    </dgm:pt>
    <dgm:pt modelId="{B7165EE0-1559-4247-9945-D2C26F80C37A}" type="pres">
      <dgm:prSet presAssocID="{CEFD8821-7625-40D4-B393-CB87BA87DEEC}" presName="hierChild5" presStyleCnt="0"/>
      <dgm:spPr/>
    </dgm:pt>
    <dgm:pt modelId="{DEEF2B48-130A-4966-9DB6-8FDD2E8B7E42}" type="pres">
      <dgm:prSet presAssocID="{F57B4408-4827-42C3-AA4A-9E313D8D3E1B}" presName="Name37" presStyleLbl="parChTrans1D2" presStyleIdx="1" presStyleCnt="2"/>
      <dgm:spPr/>
    </dgm:pt>
    <dgm:pt modelId="{D45C9A59-C9B6-45C5-B657-782DE59C9F3C}" type="pres">
      <dgm:prSet presAssocID="{5035B317-D3EB-48DC-B475-205838D64736}" presName="hierRoot2" presStyleCnt="0">
        <dgm:presLayoutVars>
          <dgm:hierBranch val="init"/>
        </dgm:presLayoutVars>
      </dgm:prSet>
      <dgm:spPr/>
    </dgm:pt>
    <dgm:pt modelId="{1786B0A8-A359-4E1B-908B-65DBE936953A}" type="pres">
      <dgm:prSet presAssocID="{5035B317-D3EB-48DC-B475-205838D64736}" presName="rootComposite" presStyleCnt="0"/>
      <dgm:spPr/>
    </dgm:pt>
    <dgm:pt modelId="{E51BBA26-C5E8-4547-AA15-3BDF77E716CD}" type="pres">
      <dgm:prSet presAssocID="{5035B317-D3EB-48DC-B475-205838D64736}" presName="rootText" presStyleLbl="node2" presStyleIdx="1" presStyleCnt="2" custScaleX="48947" custScaleY="28425" custLinFactNeighborX="13383" custLinFactNeighborY="27">
        <dgm:presLayoutVars>
          <dgm:chPref val="3"/>
        </dgm:presLayoutVars>
      </dgm:prSet>
      <dgm:spPr>
        <a:prstGeom prst="roundRect">
          <a:avLst/>
        </a:prstGeom>
      </dgm:spPr>
    </dgm:pt>
    <dgm:pt modelId="{DDF73C47-2D47-4E6A-A129-FB882F8FE5CE}" type="pres">
      <dgm:prSet presAssocID="{5035B317-D3EB-48DC-B475-205838D64736}" presName="rootConnector" presStyleLbl="node2" presStyleIdx="1" presStyleCnt="2"/>
      <dgm:spPr/>
    </dgm:pt>
    <dgm:pt modelId="{AAC822ED-6C57-4BAE-9847-92AF4F1A4F31}" type="pres">
      <dgm:prSet presAssocID="{5035B317-D3EB-48DC-B475-205838D64736}" presName="hierChild4" presStyleCnt="0"/>
      <dgm:spPr/>
    </dgm:pt>
    <dgm:pt modelId="{10AB3DBF-7C72-4143-BCC9-9C7D69C47C37}" type="pres">
      <dgm:prSet presAssocID="{5035B317-D3EB-48DC-B475-205838D64736}" presName="hierChild5" presStyleCnt="0"/>
      <dgm:spPr/>
    </dgm:pt>
    <dgm:pt modelId="{53B722C8-332B-4E94-9AFC-3BC0BD5CEEF3}" type="pres">
      <dgm:prSet presAssocID="{8FA66E0D-CBA1-4534-8DCB-121DF36C0107}" presName="hierChild3" presStyleCnt="0"/>
      <dgm:spPr/>
    </dgm:pt>
  </dgm:ptLst>
  <dgm:cxnLst>
    <dgm:cxn modelId="{0C42892D-89EE-442D-9939-4E46BBFF6489}" type="presOf" srcId="{5035B317-D3EB-48DC-B475-205838D64736}" destId="{DDF73C47-2D47-4E6A-A129-FB882F8FE5CE}" srcOrd="1" destOrd="0" presId="urn:microsoft.com/office/officeart/2005/8/layout/orgChart1"/>
    <dgm:cxn modelId="{62E68D66-1BAF-4EF0-8406-320D0A7F1224}" type="presOf" srcId="{8FA66E0D-CBA1-4534-8DCB-121DF36C0107}" destId="{0448D96D-BA91-4C7C-A412-005CAF7E0E99}" srcOrd="1" destOrd="0" presId="urn:microsoft.com/office/officeart/2005/8/layout/orgChart1"/>
    <dgm:cxn modelId="{6FA2C582-6C00-49CB-91BF-A9A53B45C603}" type="presOf" srcId="{F43D5C50-A8D3-4A18-9BB4-09A4DB1FAF1B}" destId="{3CE1A0FF-E108-41DE-8D94-1ABCA4E0ECFC}" srcOrd="0" destOrd="0" presId="urn:microsoft.com/office/officeart/2005/8/layout/orgChart1"/>
    <dgm:cxn modelId="{36FCCD90-BD76-4933-AE1C-1D4039469D2A}" type="presOf" srcId="{CEFD8821-7625-40D4-B393-CB87BA87DEEC}" destId="{999FEAF0-DE51-451F-8174-DD786FBE31A4}" srcOrd="0" destOrd="0" presId="urn:microsoft.com/office/officeart/2005/8/layout/orgChart1"/>
    <dgm:cxn modelId="{657D2E98-A9C1-4659-996A-4B08F19C994E}" type="presOf" srcId="{F57B4408-4827-42C3-AA4A-9E313D8D3E1B}" destId="{DEEF2B48-130A-4966-9DB6-8FDD2E8B7E42}" srcOrd="0" destOrd="0" presId="urn:microsoft.com/office/officeart/2005/8/layout/orgChart1"/>
    <dgm:cxn modelId="{FF0AD1AF-2C59-42ED-8AFB-2F24D25F952A}" srcId="{B31EB5C4-49C3-44B6-ABDB-4F42ACC46E65}" destId="{8FA66E0D-CBA1-4534-8DCB-121DF36C0107}" srcOrd="0" destOrd="0" parTransId="{9F148E5D-10AD-480C-9D89-9FE57F321429}" sibTransId="{66BA2B2E-DA6E-4A9E-A1DC-8FABCA48CCBD}"/>
    <dgm:cxn modelId="{5173EBCB-CC07-4C66-AB59-402F6C291200}" type="presOf" srcId="{5035B317-D3EB-48DC-B475-205838D64736}" destId="{E51BBA26-C5E8-4547-AA15-3BDF77E716CD}" srcOrd="0" destOrd="0" presId="urn:microsoft.com/office/officeart/2005/8/layout/orgChart1"/>
    <dgm:cxn modelId="{C3592CCC-F3A0-4A40-B927-292FAA597B8D}" srcId="{8FA66E0D-CBA1-4534-8DCB-121DF36C0107}" destId="{5035B317-D3EB-48DC-B475-205838D64736}" srcOrd="1" destOrd="0" parTransId="{F57B4408-4827-42C3-AA4A-9E313D8D3E1B}" sibTransId="{BCAB8278-1F43-4B4E-807E-DDBCDE1B7F05}"/>
    <dgm:cxn modelId="{FDC270D4-6C19-45FB-9BFD-0F0CBBB8907B}" type="presOf" srcId="{B31EB5C4-49C3-44B6-ABDB-4F42ACC46E65}" destId="{52D85125-01CB-4A36-AADD-84023D53D62F}" srcOrd="0" destOrd="0" presId="urn:microsoft.com/office/officeart/2005/8/layout/orgChart1"/>
    <dgm:cxn modelId="{3E217ED4-9BDF-41B1-9B94-B4D6798A6C4F}" type="presOf" srcId="{8FA66E0D-CBA1-4534-8DCB-121DF36C0107}" destId="{B16D2DBD-8C8D-4537-A768-2EDB8AB3B6DE}" srcOrd="0" destOrd="0" presId="urn:microsoft.com/office/officeart/2005/8/layout/orgChart1"/>
    <dgm:cxn modelId="{CF9E38D7-4F4F-481F-8E63-936BCA52FB78}" type="presOf" srcId="{CEFD8821-7625-40D4-B393-CB87BA87DEEC}" destId="{80F55123-CADB-4DBB-B87F-0AA9D3D1921E}" srcOrd="1" destOrd="0" presId="urn:microsoft.com/office/officeart/2005/8/layout/orgChart1"/>
    <dgm:cxn modelId="{FF799EFB-F5B7-4C52-917C-B8F389BCD91A}" srcId="{8FA66E0D-CBA1-4534-8DCB-121DF36C0107}" destId="{CEFD8821-7625-40D4-B393-CB87BA87DEEC}" srcOrd="0" destOrd="0" parTransId="{F43D5C50-A8D3-4A18-9BB4-09A4DB1FAF1B}" sibTransId="{7283C2EA-6180-4BE8-9D50-F6ECC23E378B}"/>
    <dgm:cxn modelId="{52173A3C-A7E8-4734-AAFC-445ED5F0C761}" type="presParOf" srcId="{52D85125-01CB-4A36-AADD-84023D53D62F}" destId="{D9A25FAD-6AFE-4627-994F-AD1BFE4053DC}" srcOrd="0" destOrd="0" presId="urn:microsoft.com/office/officeart/2005/8/layout/orgChart1"/>
    <dgm:cxn modelId="{9B85CFD2-4F05-4311-99F4-3CCF6A3F361A}" type="presParOf" srcId="{D9A25FAD-6AFE-4627-994F-AD1BFE4053DC}" destId="{F6553255-57A1-4B50-9071-0AABDED0F718}" srcOrd="0" destOrd="0" presId="urn:microsoft.com/office/officeart/2005/8/layout/orgChart1"/>
    <dgm:cxn modelId="{6EAFDD3E-8EB0-4BC4-8EE7-D7D75859CB1B}" type="presParOf" srcId="{F6553255-57A1-4B50-9071-0AABDED0F718}" destId="{B16D2DBD-8C8D-4537-A768-2EDB8AB3B6DE}" srcOrd="0" destOrd="0" presId="urn:microsoft.com/office/officeart/2005/8/layout/orgChart1"/>
    <dgm:cxn modelId="{19A1B7EF-5C7C-425F-A90D-CBB47A19F58C}" type="presParOf" srcId="{F6553255-57A1-4B50-9071-0AABDED0F718}" destId="{0448D96D-BA91-4C7C-A412-005CAF7E0E99}" srcOrd="1" destOrd="0" presId="urn:microsoft.com/office/officeart/2005/8/layout/orgChart1"/>
    <dgm:cxn modelId="{872ECB61-59B9-434C-8023-632A0FBF6A04}" type="presParOf" srcId="{D9A25FAD-6AFE-4627-994F-AD1BFE4053DC}" destId="{134DE4B8-26FB-4980-81C0-F77E69164AAC}" srcOrd="1" destOrd="0" presId="urn:microsoft.com/office/officeart/2005/8/layout/orgChart1"/>
    <dgm:cxn modelId="{0AFE74B7-2456-4A41-9F94-647B9660B8F1}" type="presParOf" srcId="{134DE4B8-26FB-4980-81C0-F77E69164AAC}" destId="{3CE1A0FF-E108-41DE-8D94-1ABCA4E0ECFC}" srcOrd="0" destOrd="0" presId="urn:microsoft.com/office/officeart/2005/8/layout/orgChart1"/>
    <dgm:cxn modelId="{684DE3F6-22E1-4D66-A9F2-25AE2490635D}" type="presParOf" srcId="{134DE4B8-26FB-4980-81C0-F77E69164AAC}" destId="{5B1098A0-8666-4628-A15C-E4DF20072D5F}" srcOrd="1" destOrd="0" presId="urn:microsoft.com/office/officeart/2005/8/layout/orgChart1"/>
    <dgm:cxn modelId="{59E70AC7-B33A-4223-8340-79E180197B9F}" type="presParOf" srcId="{5B1098A0-8666-4628-A15C-E4DF20072D5F}" destId="{60115574-4503-4385-A35B-08F8C87793B9}" srcOrd="0" destOrd="0" presId="urn:microsoft.com/office/officeart/2005/8/layout/orgChart1"/>
    <dgm:cxn modelId="{9E180804-FBD4-44DE-870A-7DDED19C2858}" type="presParOf" srcId="{60115574-4503-4385-A35B-08F8C87793B9}" destId="{999FEAF0-DE51-451F-8174-DD786FBE31A4}" srcOrd="0" destOrd="0" presId="urn:microsoft.com/office/officeart/2005/8/layout/orgChart1"/>
    <dgm:cxn modelId="{5B30D739-7CFD-49F6-A961-7E8CA0964DAD}" type="presParOf" srcId="{60115574-4503-4385-A35B-08F8C87793B9}" destId="{80F55123-CADB-4DBB-B87F-0AA9D3D1921E}" srcOrd="1" destOrd="0" presId="urn:microsoft.com/office/officeart/2005/8/layout/orgChart1"/>
    <dgm:cxn modelId="{C22A967E-BB9C-4DD0-BABC-F539AA2C73FD}" type="presParOf" srcId="{5B1098A0-8666-4628-A15C-E4DF20072D5F}" destId="{5B90B86A-6972-4A31-AAC4-527578D824D9}" srcOrd="1" destOrd="0" presId="urn:microsoft.com/office/officeart/2005/8/layout/orgChart1"/>
    <dgm:cxn modelId="{78D74E98-68D5-4785-B262-D948AD396693}" type="presParOf" srcId="{5B1098A0-8666-4628-A15C-E4DF20072D5F}" destId="{B7165EE0-1559-4247-9945-D2C26F80C37A}" srcOrd="2" destOrd="0" presId="urn:microsoft.com/office/officeart/2005/8/layout/orgChart1"/>
    <dgm:cxn modelId="{65069823-A269-4510-9158-CB1154CA4423}" type="presParOf" srcId="{134DE4B8-26FB-4980-81C0-F77E69164AAC}" destId="{DEEF2B48-130A-4966-9DB6-8FDD2E8B7E42}" srcOrd="2" destOrd="0" presId="urn:microsoft.com/office/officeart/2005/8/layout/orgChart1"/>
    <dgm:cxn modelId="{40749129-7262-4631-BDA7-3D69B480AA06}" type="presParOf" srcId="{134DE4B8-26FB-4980-81C0-F77E69164AAC}" destId="{D45C9A59-C9B6-45C5-B657-782DE59C9F3C}" srcOrd="3" destOrd="0" presId="urn:microsoft.com/office/officeart/2005/8/layout/orgChart1"/>
    <dgm:cxn modelId="{C3B7D216-12DF-494F-A8E2-8700CF3419A2}" type="presParOf" srcId="{D45C9A59-C9B6-45C5-B657-782DE59C9F3C}" destId="{1786B0A8-A359-4E1B-908B-65DBE936953A}" srcOrd="0" destOrd="0" presId="urn:microsoft.com/office/officeart/2005/8/layout/orgChart1"/>
    <dgm:cxn modelId="{0910B1C7-B072-4919-B31D-0B561DA9650A}" type="presParOf" srcId="{1786B0A8-A359-4E1B-908B-65DBE936953A}" destId="{E51BBA26-C5E8-4547-AA15-3BDF77E716CD}" srcOrd="0" destOrd="0" presId="urn:microsoft.com/office/officeart/2005/8/layout/orgChart1"/>
    <dgm:cxn modelId="{8E6BD878-002A-4C2B-87B3-DB2BBFEECCE1}" type="presParOf" srcId="{1786B0A8-A359-4E1B-908B-65DBE936953A}" destId="{DDF73C47-2D47-4E6A-A129-FB882F8FE5CE}" srcOrd="1" destOrd="0" presId="urn:microsoft.com/office/officeart/2005/8/layout/orgChart1"/>
    <dgm:cxn modelId="{28C44BDE-72F1-4F64-8033-2315AB7DC2FC}" type="presParOf" srcId="{D45C9A59-C9B6-45C5-B657-782DE59C9F3C}" destId="{AAC822ED-6C57-4BAE-9847-92AF4F1A4F31}" srcOrd="1" destOrd="0" presId="urn:microsoft.com/office/officeart/2005/8/layout/orgChart1"/>
    <dgm:cxn modelId="{82956BB2-0596-42B4-BBD2-1F9DA148941B}" type="presParOf" srcId="{D45C9A59-C9B6-45C5-B657-782DE59C9F3C}" destId="{10AB3DBF-7C72-4143-BCC9-9C7D69C47C37}" srcOrd="2" destOrd="0" presId="urn:microsoft.com/office/officeart/2005/8/layout/orgChart1"/>
    <dgm:cxn modelId="{1500AC14-2875-49BE-9FC6-867996FEDA54}" type="presParOf" srcId="{D9A25FAD-6AFE-4627-994F-AD1BFE4053DC}" destId="{53B722C8-332B-4E94-9AFC-3BC0BD5CEEF3}" srcOrd="2" destOrd="0" presId="urn:microsoft.com/office/officeart/2005/8/layout/orgChar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48.xml><?xml version="1.0" encoding="utf-8"?>
<dgm:dataModel xmlns:dgm="http://schemas.openxmlformats.org/drawingml/2006/diagram" xmlns:a="http://schemas.openxmlformats.org/drawingml/2006/main">
  <dgm:ptLst>
    <dgm:pt modelId="{1B2D6244-EAB2-456F-9553-A91B6CC4E74F}" type="doc">
      <dgm:prSet loTypeId="urn:microsoft.com/office/officeart/2005/8/layout/hList1" loCatId="list" qsTypeId="urn:microsoft.com/office/officeart/2005/8/quickstyle/simple3" qsCatId="simple" csTypeId="urn:microsoft.com/office/officeart/2005/8/colors/colorful1" csCatId="colorful" phldr="1"/>
      <dgm:spPr/>
      <dgm:t>
        <a:bodyPr/>
        <a:lstStyle/>
        <a:p>
          <a:endParaRPr lang="en-IN"/>
        </a:p>
      </dgm:t>
    </dgm:pt>
    <dgm:pt modelId="{EED12C9D-DACD-4213-AEC4-34F0F64FBE22}">
      <dgm:prSet custT="1"/>
      <dgm:spPr/>
      <dgm:t>
        <a:bodyPr/>
        <a:lstStyle/>
        <a:p>
          <a:r>
            <a:rPr lang="en-US" sz="2400" b="1" i="0" baseline="0" dirty="0"/>
            <a:t>When to use Generic method?</a:t>
          </a:r>
          <a:endParaRPr lang="en-IN" sz="2400" b="1" dirty="0"/>
        </a:p>
      </dgm:t>
    </dgm:pt>
    <dgm:pt modelId="{8A73B607-1115-4DD3-8057-822A15374A5F}" type="parTrans" cxnId="{898CE2B7-C3D2-477A-8FC0-F49DF980D7A9}">
      <dgm:prSet/>
      <dgm:spPr/>
      <dgm:t>
        <a:bodyPr/>
        <a:lstStyle/>
        <a:p>
          <a:endParaRPr lang="en-IN" sz="2400"/>
        </a:p>
      </dgm:t>
    </dgm:pt>
    <dgm:pt modelId="{B01837A1-DF41-4E73-9499-8533098F2BA7}" type="sibTrans" cxnId="{898CE2B7-C3D2-477A-8FC0-F49DF980D7A9}">
      <dgm:prSet/>
      <dgm:spPr/>
      <dgm:t>
        <a:bodyPr/>
        <a:lstStyle/>
        <a:p>
          <a:endParaRPr lang="en-IN" sz="2400"/>
        </a:p>
      </dgm:t>
    </dgm:pt>
    <dgm:pt modelId="{A5A9F4C8-34EB-46F2-9536-7587354833FE}">
      <dgm:prSet custT="1"/>
      <dgm:spPr/>
      <dgm:t>
        <a:bodyPr anchor="ctr"/>
        <a:lstStyle/>
        <a:p>
          <a:r>
            <a:rPr lang="en-US" sz="1800" b="0" i="0" baseline="0" dirty="0"/>
            <a:t>If you only need the generic type within a single method or a few methods only.</a:t>
          </a:r>
          <a:endParaRPr lang="en-IN" sz="1800" dirty="0"/>
        </a:p>
      </dgm:t>
    </dgm:pt>
    <dgm:pt modelId="{CE874006-1083-4044-97FE-540809CCFF36}" type="parTrans" cxnId="{ADD52C5A-9F2A-4EAD-8270-226C82823DF3}">
      <dgm:prSet/>
      <dgm:spPr/>
      <dgm:t>
        <a:bodyPr/>
        <a:lstStyle/>
        <a:p>
          <a:endParaRPr lang="en-IN" sz="2400"/>
        </a:p>
      </dgm:t>
    </dgm:pt>
    <dgm:pt modelId="{CC9B2FAB-E9AE-4385-B0C6-A78457FB9E32}" type="sibTrans" cxnId="{ADD52C5A-9F2A-4EAD-8270-226C82823DF3}">
      <dgm:prSet/>
      <dgm:spPr/>
      <dgm:t>
        <a:bodyPr/>
        <a:lstStyle/>
        <a:p>
          <a:endParaRPr lang="en-IN" sz="2400"/>
        </a:p>
      </dgm:t>
    </dgm:pt>
    <dgm:pt modelId="{6DCFB693-F45E-4A31-A1E4-BF2F379E6E77}" type="pres">
      <dgm:prSet presAssocID="{1B2D6244-EAB2-456F-9553-A91B6CC4E74F}" presName="Name0" presStyleCnt="0">
        <dgm:presLayoutVars>
          <dgm:dir/>
          <dgm:animLvl val="lvl"/>
          <dgm:resizeHandles val="exact"/>
        </dgm:presLayoutVars>
      </dgm:prSet>
      <dgm:spPr/>
    </dgm:pt>
    <dgm:pt modelId="{7FB733B1-4611-47AE-82E5-F914FBA26A6F}" type="pres">
      <dgm:prSet presAssocID="{EED12C9D-DACD-4213-AEC4-34F0F64FBE22}" presName="composite" presStyleCnt="0"/>
      <dgm:spPr/>
    </dgm:pt>
    <dgm:pt modelId="{7D6F69A8-1186-45DF-8A28-562CB9A10B71}" type="pres">
      <dgm:prSet presAssocID="{EED12C9D-DACD-4213-AEC4-34F0F64FBE22}" presName="parTx" presStyleLbl="alignNode1" presStyleIdx="0" presStyleCnt="1">
        <dgm:presLayoutVars>
          <dgm:chMax val="0"/>
          <dgm:chPref val="0"/>
          <dgm:bulletEnabled val="1"/>
        </dgm:presLayoutVars>
      </dgm:prSet>
      <dgm:spPr/>
    </dgm:pt>
    <dgm:pt modelId="{E00245DD-FECB-4856-9FF8-05B3437D52EA}" type="pres">
      <dgm:prSet presAssocID="{EED12C9D-DACD-4213-AEC4-34F0F64FBE22}" presName="desTx" presStyleLbl="alignAccFollowNode1" presStyleIdx="0" presStyleCnt="1">
        <dgm:presLayoutVars>
          <dgm:bulletEnabled val="1"/>
        </dgm:presLayoutVars>
      </dgm:prSet>
      <dgm:spPr/>
    </dgm:pt>
  </dgm:ptLst>
  <dgm:cxnLst>
    <dgm:cxn modelId="{7997C434-F640-42C3-A7B3-5AD6DDEE5650}" type="presOf" srcId="{EED12C9D-DACD-4213-AEC4-34F0F64FBE22}" destId="{7D6F69A8-1186-45DF-8A28-562CB9A10B71}" srcOrd="0" destOrd="0" presId="urn:microsoft.com/office/officeart/2005/8/layout/hList1"/>
    <dgm:cxn modelId="{0C33144C-6FA2-4E5D-AFAD-B8F33D58D899}" type="presOf" srcId="{A5A9F4C8-34EB-46F2-9536-7587354833FE}" destId="{E00245DD-FECB-4856-9FF8-05B3437D52EA}" srcOrd="0" destOrd="0" presId="urn:microsoft.com/office/officeart/2005/8/layout/hList1"/>
    <dgm:cxn modelId="{ADD52C5A-9F2A-4EAD-8270-226C82823DF3}" srcId="{EED12C9D-DACD-4213-AEC4-34F0F64FBE22}" destId="{A5A9F4C8-34EB-46F2-9536-7587354833FE}" srcOrd="0" destOrd="0" parTransId="{CE874006-1083-4044-97FE-540809CCFF36}" sibTransId="{CC9B2FAB-E9AE-4385-B0C6-A78457FB9E32}"/>
    <dgm:cxn modelId="{8E1DC29B-DBDF-434F-97C4-58E8AB3E1169}" type="presOf" srcId="{1B2D6244-EAB2-456F-9553-A91B6CC4E74F}" destId="{6DCFB693-F45E-4A31-A1E4-BF2F379E6E77}" srcOrd="0" destOrd="0" presId="urn:microsoft.com/office/officeart/2005/8/layout/hList1"/>
    <dgm:cxn modelId="{898CE2B7-C3D2-477A-8FC0-F49DF980D7A9}" srcId="{1B2D6244-EAB2-456F-9553-A91B6CC4E74F}" destId="{EED12C9D-DACD-4213-AEC4-34F0F64FBE22}" srcOrd="0" destOrd="0" parTransId="{8A73B607-1115-4DD3-8057-822A15374A5F}" sibTransId="{B01837A1-DF41-4E73-9499-8533098F2BA7}"/>
    <dgm:cxn modelId="{34D73032-D9FE-4A91-956A-2D422CDBA269}" type="presParOf" srcId="{6DCFB693-F45E-4A31-A1E4-BF2F379E6E77}" destId="{7FB733B1-4611-47AE-82E5-F914FBA26A6F}" srcOrd="0" destOrd="0" presId="urn:microsoft.com/office/officeart/2005/8/layout/hList1"/>
    <dgm:cxn modelId="{6C505CAF-943A-403A-A193-AD71FCFB869A}" type="presParOf" srcId="{7FB733B1-4611-47AE-82E5-F914FBA26A6F}" destId="{7D6F69A8-1186-45DF-8A28-562CB9A10B71}" srcOrd="0" destOrd="0" presId="urn:microsoft.com/office/officeart/2005/8/layout/hList1"/>
    <dgm:cxn modelId="{6F891FE1-23D0-4894-9955-A2E5D1E4B79C}" type="presParOf" srcId="{7FB733B1-4611-47AE-82E5-F914FBA26A6F}" destId="{E00245DD-FECB-4856-9FF8-05B3437D52EA}" srcOrd="1" destOrd="0" presId="urn:microsoft.com/office/officeart/2005/8/layout/hLis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49.xml><?xml version="1.0" encoding="utf-8"?>
<dgm:dataModel xmlns:dgm="http://schemas.openxmlformats.org/drawingml/2006/diagram" xmlns:a="http://schemas.openxmlformats.org/drawingml/2006/main">
  <dgm:ptLst>
    <dgm:pt modelId="{AD8FD709-1585-43CC-955F-188D9B77D1AE}" type="doc">
      <dgm:prSet loTypeId="urn:microsoft.com/office/officeart/2005/8/layout/hList1" loCatId="list" qsTypeId="urn:microsoft.com/office/officeart/2005/8/quickstyle/simple3" qsCatId="simple" csTypeId="urn:microsoft.com/office/officeart/2005/8/colors/accent6_2" csCatId="accent6" phldr="1"/>
      <dgm:spPr/>
      <dgm:t>
        <a:bodyPr/>
        <a:lstStyle/>
        <a:p>
          <a:endParaRPr lang="en-IN"/>
        </a:p>
      </dgm:t>
    </dgm:pt>
    <dgm:pt modelId="{DF2D7BAB-CEBF-4B74-A692-6BCC39585727}">
      <dgm:prSet custT="1"/>
      <dgm:spPr/>
      <dgm:t>
        <a:bodyPr/>
        <a:lstStyle/>
        <a:p>
          <a:r>
            <a:rPr lang="en-US" sz="2400" b="1" i="0" baseline="0" dirty="0"/>
            <a:t>When to use Generic class?</a:t>
          </a:r>
          <a:endParaRPr lang="en-IN" sz="2400" b="1" dirty="0"/>
        </a:p>
      </dgm:t>
    </dgm:pt>
    <dgm:pt modelId="{6D6E99BA-71F7-42ED-B82F-4CAFBD11EE16}" type="parTrans" cxnId="{A9DCB263-F605-470D-BC4E-F3908B99A89D}">
      <dgm:prSet/>
      <dgm:spPr/>
      <dgm:t>
        <a:bodyPr/>
        <a:lstStyle/>
        <a:p>
          <a:endParaRPr lang="en-IN"/>
        </a:p>
      </dgm:t>
    </dgm:pt>
    <dgm:pt modelId="{65F18920-A2CE-40F5-933C-98AC4654033D}" type="sibTrans" cxnId="{A9DCB263-F605-470D-BC4E-F3908B99A89D}">
      <dgm:prSet/>
      <dgm:spPr/>
      <dgm:t>
        <a:bodyPr/>
        <a:lstStyle/>
        <a:p>
          <a:endParaRPr lang="en-IN"/>
        </a:p>
      </dgm:t>
    </dgm:pt>
    <dgm:pt modelId="{477B0920-22E8-49CF-BC61-04E903208CC3}">
      <dgm:prSet custT="1"/>
      <dgm:spPr/>
      <dgm:t>
        <a:bodyPr anchor="ctr"/>
        <a:lstStyle/>
        <a:p>
          <a:r>
            <a:rPr lang="en-US" sz="1800" dirty="0"/>
            <a:t>If you only need the generic type within all the methods of that class.</a:t>
          </a:r>
          <a:endParaRPr lang="en-IN" sz="1800" dirty="0"/>
        </a:p>
      </dgm:t>
    </dgm:pt>
    <dgm:pt modelId="{CFE8C2E0-1A86-4586-B7BC-153A74B125E2}" type="parTrans" cxnId="{C3824F70-D4AD-4874-987C-14B7FB69E7A7}">
      <dgm:prSet/>
      <dgm:spPr/>
      <dgm:t>
        <a:bodyPr/>
        <a:lstStyle/>
        <a:p>
          <a:endParaRPr lang="en-IN"/>
        </a:p>
      </dgm:t>
    </dgm:pt>
    <dgm:pt modelId="{4857A74C-A64C-47CA-B260-37E5F6242340}" type="sibTrans" cxnId="{C3824F70-D4AD-4874-987C-14B7FB69E7A7}">
      <dgm:prSet/>
      <dgm:spPr/>
      <dgm:t>
        <a:bodyPr/>
        <a:lstStyle/>
        <a:p>
          <a:endParaRPr lang="en-IN"/>
        </a:p>
      </dgm:t>
    </dgm:pt>
    <dgm:pt modelId="{EFD81079-671E-40F9-94EB-8E93A819DCE7}" type="pres">
      <dgm:prSet presAssocID="{AD8FD709-1585-43CC-955F-188D9B77D1AE}" presName="Name0" presStyleCnt="0">
        <dgm:presLayoutVars>
          <dgm:dir/>
          <dgm:animLvl val="lvl"/>
          <dgm:resizeHandles val="exact"/>
        </dgm:presLayoutVars>
      </dgm:prSet>
      <dgm:spPr/>
    </dgm:pt>
    <dgm:pt modelId="{1E7803F0-3C64-40FC-8E38-24F72DEFF04F}" type="pres">
      <dgm:prSet presAssocID="{DF2D7BAB-CEBF-4B74-A692-6BCC39585727}" presName="composite" presStyleCnt="0"/>
      <dgm:spPr/>
    </dgm:pt>
    <dgm:pt modelId="{1721D8AE-6E0A-4890-8290-F74D5ABCBF7D}" type="pres">
      <dgm:prSet presAssocID="{DF2D7BAB-CEBF-4B74-A692-6BCC39585727}" presName="parTx" presStyleLbl="alignNode1" presStyleIdx="0" presStyleCnt="1">
        <dgm:presLayoutVars>
          <dgm:chMax val="0"/>
          <dgm:chPref val="0"/>
          <dgm:bulletEnabled val="1"/>
        </dgm:presLayoutVars>
      </dgm:prSet>
      <dgm:spPr/>
    </dgm:pt>
    <dgm:pt modelId="{BFB7231B-7753-4FA1-BE9A-2D3BB82EEE6B}" type="pres">
      <dgm:prSet presAssocID="{DF2D7BAB-CEBF-4B74-A692-6BCC39585727}" presName="desTx" presStyleLbl="alignAccFollowNode1" presStyleIdx="0" presStyleCnt="1">
        <dgm:presLayoutVars>
          <dgm:bulletEnabled val="1"/>
        </dgm:presLayoutVars>
      </dgm:prSet>
      <dgm:spPr/>
    </dgm:pt>
  </dgm:ptLst>
  <dgm:cxnLst>
    <dgm:cxn modelId="{9BE85407-0622-4CF6-8B74-B98AC2275FED}" type="presOf" srcId="{477B0920-22E8-49CF-BC61-04E903208CC3}" destId="{BFB7231B-7753-4FA1-BE9A-2D3BB82EEE6B}" srcOrd="0" destOrd="0" presId="urn:microsoft.com/office/officeart/2005/8/layout/hList1"/>
    <dgm:cxn modelId="{A9DCB263-F605-470D-BC4E-F3908B99A89D}" srcId="{AD8FD709-1585-43CC-955F-188D9B77D1AE}" destId="{DF2D7BAB-CEBF-4B74-A692-6BCC39585727}" srcOrd="0" destOrd="0" parTransId="{6D6E99BA-71F7-42ED-B82F-4CAFBD11EE16}" sibTransId="{65F18920-A2CE-40F5-933C-98AC4654033D}"/>
    <dgm:cxn modelId="{3B264667-1B2E-4901-86E9-46A2F267DCD8}" type="presOf" srcId="{AD8FD709-1585-43CC-955F-188D9B77D1AE}" destId="{EFD81079-671E-40F9-94EB-8E93A819DCE7}" srcOrd="0" destOrd="0" presId="urn:microsoft.com/office/officeart/2005/8/layout/hList1"/>
    <dgm:cxn modelId="{BF00F269-6B47-4634-8448-A2061E676D92}" type="presOf" srcId="{DF2D7BAB-CEBF-4B74-A692-6BCC39585727}" destId="{1721D8AE-6E0A-4890-8290-F74D5ABCBF7D}" srcOrd="0" destOrd="0" presId="urn:microsoft.com/office/officeart/2005/8/layout/hList1"/>
    <dgm:cxn modelId="{C3824F70-D4AD-4874-987C-14B7FB69E7A7}" srcId="{DF2D7BAB-CEBF-4B74-A692-6BCC39585727}" destId="{477B0920-22E8-49CF-BC61-04E903208CC3}" srcOrd="0" destOrd="0" parTransId="{CFE8C2E0-1A86-4586-B7BC-153A74B125E2}" sibTransId="{4857A74C-A64C-47CA-B260-37E5F6242340}"/>
    <dgm:cxn modelId="{68171F15-39E0-48B2-911D-4DA7401B837F}" type="presParOf" srcId="{EFD81079-671E-40F9-94EB-8E93A819DCE7}" destId="{1E7803F0-3C64-40FC-8E38-24F72DEFF04F}" srcOrd="0" destOrd="0" presId="urn:microsoft.com/office/officeart/2005/8/layout/hList1"/>
    <dgm:cxn modelId="{A9503F76-1EB3-45B8-B31D-9C523D12B852}" type="presParOf" srcId="{1E7803F0-3C64-40FC-8E38-24F72DEFF04F}" destId="{1721D8AE-6E0A-4890-8290-F74D5ABCBF7D}" srcOrd="0" destOrd="0" presId="urn:microsoft.com/office/officeart/2005/8/layout/hList1"/>
    <dgm:cxn modelId="{FEBF8AE4-5A95-4BBF-A463-18C893F5FBC1}" type="presParOf" srcId="{1E7803F0-3C64-40FC-8E38-24F72DEFF04F}" destId="{BFB7231B-7753-4FA1-BE9A-2D3BB82EEE6B}" srcOrd="1" destOrd="0" presId="urn:microsoft.com/office/officeart/2005/8/layout/hList1"/>
  </dgm:cxnLst>
  <dgm:bg/>
  <dgm:whole/>
  <dgm:extLst>
    <a:ext uri="http://schemas.microsoft.com/office/drawing/2008/diagram">
      <dsp:dataModelExt xmlns:dsp="http://schemas.microsoft.com/office/drawing/2008/diagram" relId="rId15" minVer="http://schemas.openxmlformats.org/drawingml/2006/diagram"/>
    </a:ext>
  </dgm:extLst>
</dgm:dataModel>
</file>

<file path=ppt/diagrams/data50.xml><?xml version="1.0" encoding="utf-8"?>
<dgm:dataModel xmlns:dgm="http://schemas.openxmlformats.org/drawingml/2006/diagram" xmlns:a="http://schemas.openxmlformats.org/drawingml/2006/main">
  <dgm:ptLst>
    <dgm:pt modelId="{39746C7C-5416-4AD2-88FF-96CE97C9D791}" type="doc">
      <dgm:prSet loTypeId="urn:microsoft.com/office/officeart/2011/layout/TabList" loCatId="list" qsTypeId="urn:microsoft.com/office/officeart/2005/8/quickstyle/simple3" qsCatId="simple" csTypeId="urn:microsoft.com/office/officeart/2005/8/colors/colorful1" csCatId="colorful" phldr="1"/>
      <dgm:spPr/>
      <dgm:t>
        <a:bodyPr/>
        <a:lstStyle/>
        <a:p>
          <a:endParaRPr lang="en-IN"/>
        </a:p>
      </dgm:t>
    </dgm:pt>
    <dgm:pt modelId="{A9840872-8806-4E9C-BF0F-E2476B66D5DE}">
      <dgm:prSet custT="1"/>
      <dgm:spPr/>
      <dgm:t>
        <a:bodyPr/>
        <a:lstStyle/>
        <a:p>
          <a:pPr algn="l"/>
          <a:r>
            <a:rPr lang="en-IN" sz="1800" b="1" i="0" dirty="0"/>
            <a:t>1. Code Reusability</a:t>
          </a:r>
          <a:endParaRPr lang="en-IN" sz="1800" b="1" dirty="0"/>
        </a:p>
      </dgm:t>
    </dgm:pt>
    <dgm:pt modelId="{8A012B12-FFA4-41CA-9602-E2BF2F77ECC8}" type="parTrans" cxnId="{A389B5DE-D438-46EC-923D-8C741B42879B}">
      <dgm:prSet/>
      <dgm:spPr/>
      <dgm:t>
        <a:bodyPr/>
        <a:lstStyle/>
        <a:p>
          <a:endParaRPr lang="en-IN" sz="1800" b="0"/>
        </a:p>
      </dgm:t>
    </dgm:pt>
    <dgm:pt modelId="{6725AF4F-CC14-4472-8EB1-6EF7C67AA652}" type="sibTrans" cxnId="{A389B5DE-D438-46EC-923D-8C741B42879B}">
      <dgm:prSet/>
      <dgm:spPr/>
      <dgm:t>
        <a:bodyPr/>
        <a:lstStyle/>
        <a:p>
          <a:endParaRPr lang="en-IN" sz="1800" b="0"/>
        </a:p>
      </dgm:t>
    </dgm:pt>
    <dgm:pt modelId="{578C579A-4D7B-4CC1-933C-3BDC11F35580}">
      <dgm:prSet custT="1"/>
      <dgm:spPr/>
      <dgm:t>
        <a:bodyPr/>
        <a:lstStyle/>
        <a:p>
          <a:pPr algn="l"/>
          <a:r>
            <a:rPr lang="en-IN" sz="1800" b="1" i="0" dirty="0"/>
            <a:t>2. Type Safety</a:t>
          </a:r>
          <a:endParaRPr lang="en-IN" sz="1800" b="1" dirty="0"/>
        </a:p>
      </dgm:t>
    </dgm:pt>
    <dgm:pt modelId="{B676A52D-D5CA-4E12-B10A-E0214F0B2FF6}" type="parTrans" cxnId="{05C8EE80-3E99-4BB6-9AA2-321FE87D742E}">
      <dgm:prSet/>
      <dgm:spPr/>
      <dgm:t>
        <a:bodyPr/>
        <a:lstStyle/>
        <a:p>
          <a:endParaRPr lang="en-IN" sz="1800" b="0"/>
        </a:p>
      </dgm:t>
    </dgm:pt>
    <dgm:pt modelId="{669E40E5-D454-42F6-8DFE-85F4387037EC}" type="sibTrans" cxnId="{05C8EE80-3E99-4BB6-9AA2-321FE87D742E}">
      <dgm:prSet/>
      <dgm:spPr/>
      <dgm:t>
        <a:bodyPr/>
        <a:lstStyle/>
        <a:p>
          <a:endParaRPr lang="en-IN" sz="1800" b="0"/>
        </a:p>
      </dgm:t>
    </dgm:pt>
    <dgm:pt modelId="{A0027A5D-3109-4AD3-A560-A61CF8A2A652}">
      <dgm:prSet custT="1"/>
      <dgm:spPr/>
      <dgm:t>
        <a:bodyPr/>
        <a:lstStyle/>
        <a:p>
          <a:pPr algn="l"/>
          <a:r>
            <a:rPr lang="en-IN" sz="1800" b="1" i="0" dirty="0"/>
            <a:t>3. Eliminating Type Casting</a:t>
          </a:r>
          <a:endParaRPr lang="en-IN" sz="1800" b="1" dirty="0"/>
        </a:p>
      </dgm:t>
    </dgm:pt>
    <dgm:pt modelId="{652FA7CD-72E9-423E-907C-5347A5577821}" type="parTrans" cxnId="{16206345-E474-43F8-B9AA-A7C78B9E5A94}">
      <dgm:prSet/>
      <dgm:spPr/>
      <dgm:t>
        <a:bodyPr/>
        <a:lstStyle/>
        <a:p>
          <a:endParaRPr lang="en-IN" sz="1800" b="0"/>
        </a:p>
      </dgm:t>
    </dgm:pt>
    <dgm:pt modelId="{7C5F60ED-8960-433A-9F64-314170D0DC63}" type="sibTrans" cxnId="{16206345-E474-43F8-B9AA-A7C78B9E5A94}">
      <dgm:prSet/>
      <dgm:spPr/>
      <dgm:t>
        <a:bodyPr/>
        <a:lstStyle/>
        <a:p>
          <a:endParaRPr lang="en-IN" sz="1800" b="0"/>
        </a:p>
      </dgm:t>
    </dgm:pt>
    <dgm:pt modelId="{E5BC463E-0528-4CA7-AF5B-5DF335165649}">
      <dgm:prSet custT="1"/>
      <dgm:spPr/>
      <dgm:t>
        <a:bodyPr anchor="ctr"/>
        <a:lstStyle/>
        <a:p>
          <a:r>
            <a:rPr lang="en-US" sz="1800" b="0" i="0" dirty="0"/>
            <a:t>Generic classes and methods can be used with different data types, reducing code duplication.</a:t>
          </a:r>
          <a:endParaRPr lang="en-IN" sz="1800" b="0" dirty="0"/>
        </a:p>
      </dgm:t>
    </dgm:pt>
    <dgm:pt modelId="{6D91DD46-E0DB-4CCB-A306-86565619D37A}" type="parTrans" cxnId="{6CEDD00F-1107-4AC0-B97B-68CB932156A7}">
      <dgm:prSet/>
      <dgm:spPr/>
      <dgm:t>
        <a:bodyPr/>
        <a:lstStyle/>
        <a:p>
          <a:endParaRPr lang="en-IN" sz="1800" b="0"/>
        </a:p>
      </dgm:t>
    </dgm:pt>
    <dgm:pt modelId="{8BFE4AB0-F138-4AB5-A0A8-9E7C1281EA77}" type="sibTrans" cxnId="{6CEDD00F-1107-4AC0-B97B-68CB932156A7}">
      <dgm:prSet/>
      <dgm:spPr/>
      <dgm:t>
        <a:bodyPr/>
        <a:lstStyle/>
        <a:p>
          <a:endParaRPr lang="en-IN" sz="1800" b="0"/>
        </a:p>
      </dgm:t>
    </dgm:pt>
    <dgm:pt modelId="{95C01131-4BCE-4F3A-B17B-6D44519A2CB4}">
      <dgm:prSet custT="1"/>
      <dgm:spPr/>
      <dgm:t>
        <a:bodyPr anchor="ctr"/>
        <a:lstStyle/>
        <a:p>
          <a:r>
            <a:rPr lang="en-US" sz="1800" b="0" i="0" dirty="0"/>
            <a:t>With generics, the compiler can enforce type safety at compile time. </a:t>
          </a:r>
          <a:endParaRPr lang="en-IN" sz="1800" b="0" dirty="0"/>
        </a:p>
      </dgm:t>
    </dgm:pt>
    <dgm:pt modelId="{366FFE16-624F-4D23-989E-5B9EEA876551}" type="parTrans" cxnId="{2F13CB28-FE42-4AD6-9380-A28DF2E95C7E}">
      <dgm:prSet/>
      <dgm:spPr/>
      <dgm:t>
        <a:bodyPr/>
        <a:lstStyle/>
        <a:p>
          <a:endParaRPr lang="en-IN" sz="1800" b="0"/>
        </a:p>
      </dgm:t>
    </dgm:pt>
    <dgm:pt modelId="{42B4325B-0325-4BBD-A3A6-560ACE41E05C}" type="sibTrans" cxnId="{2F13CB28-FE42-4AD6-9380-A28DF2E95C7E}">
      <dgm:prSet/>
      <dgm:spPr/>
      <dgm:t>
        <a:bodyPr/>
        <a:lstStyle/>
        <a:p>
          <a:endParaRPr lang="en-IN" sz="1800" b="0"/>
        </a:p>
      </dgm:t>
    </dgm:pt>
    <dgm:pt modelId="{C3C9D435-87AD-43D3-A88F-131BD8B292B7}">
      <dgm:prSet custT="1"/>
      <dgm:spPr/>
      <dgm:t>
        <a:bodyPr anchor="ctr"/>
        <a:lstStyle/>
        <a:p>
          <a:r>
            <a:rPr lang="en-US" sz="1800" b="0" i="0"/>
            <a:t>Generics eliminate the need for explicit type casting, making code cleaner and more readable.</a:t>
          </a:r>
          <a:endParaRPr lang="en-IN" sz="1800" b="0" dirty="0"/>
        </a:p>
      </dgm:t>
    </dgm:pt>
    <dgm:pt modelId="{CC3F8633-7D06-4614-9563-192DBF957F4D}" type="parTrans" cxnId="{551DE7E2-A2CE-44A2-BDC5-C8DBDE64AF02}">
      <dgm:prSet/>
      <dgm:spPr/>
      <dgm:t>
        <a:bodyPr/>
        <a:lstStyle/>
        <a:p>
          <a:endParaRPr lang="en-IN" sz="1800" b="0"/>
        </a:p>
      </dgm:t>
    </dgm:pt>
    <dgm:pt modelId="{2604F5FE-986F-4680-8DE8-66C34F8D6F5B}" type="sibTrans" cxnId="{551DE7E2-A2CE-44A2-BDC5-C8DBDE64AF02}">
      <dgm:prSet/>
      <dgm:spPr/>
      <dgm:t>
        <a:bodyPr/>
        <a:lstStyle/>
        <a:p>
          <a:endParaRPr lang="en-IN" sz="1800" b="0"/>
        </a:p>
      </dgm:t>
    </dgm:pt>
    <dgm:pt modelId="{DC690EC8-CC38-43E8-AD02-D9FFBDB6C134}">
      <dgm:prSet custT="1"/>
      <dgm:spPr/>
      <dgm:t>
        <a:bodyPr/>
        <a:lstStyle/>
        <a:p>
          <a:pPr algn="l"/>
          <a:r>
            <a:rPr lang="en-IN" sz="1800" b="1" i="0" dirty="0"/>
            <a:t>4. Efficient with </a:t>
          </a:r>
          <a:r>
            <a:rPr lang="en-US" sz="1800" b="1" i="0" dirty="0"/>
            <a:t>Collections</a:t>
          </a:r>
          <a:endParaRPr lang="en-IN" sz="1800" b="1" dirty="0"/>
        </a:p>
      </dgm:t>
    </dgm:pt>
    <dgm:pt modelId="{36B93F5A-ADA4-40DE-B175-40BE5D74EC8F}" type="parTrans" cxnId="{C85AD612-0347-4A40-9B99-60C7B19E200E}">
      <dgm:prSet/>
      <dgm:spPr/>
      <dgm:t>
        <a:bodyPr/>
        <a:lstStyle/>
        <a:p>
          <a:endParaRPr lang="en-IN" sz="1800" b="0"/>
        </a:p>
      </dgm:t>
    </dgm:pt>
    <dgm:pt modelId="{4E3EC3FE-2B0F-4381-AE69-2ECDB818DBD8}" type="sibTrans" cxnId="{C85AD612-0347-4A40-9B99-60C7B19E200E}">
      <dgm:prSet/>
      <dgm:spPr/>
      <dgm:t>
        <a:bodyPr/>
        <a:lstStyle/>
        <a:p>
          <a:endParaRPr lang="en-IN" sz="1800" b="0"/>
        </a:p>
      </dgm:t>
    </dgm:pt>
    <dgm:pt modelId="{67B90C79-5DED-4003-B221-46DB29CE3016}">
      <dgm:prSet custT="1"/>
      <dgm:spPr/>
      <dgm:t>
        <a:bodyPr anchor="ctr"/>
        <a:lstStyle/>
        <a:p>
          <a:r>
            <a:rPr lang="en-US" sz="1800" b="0" i="0" dirty="0"/>
            <a:t>Generics are extensively used in Java's Collection Framework, allowing type-safe storage and retrieval of objects in collections.</a:t>
          </a:r>
          <a:endParaRPr lang="en-IN" sz="1800" b="0" dirty="0"/>
        </a:p>
      </dgm:t>
    </dgm:pt>
    <dgm:pt modelId="{D3CC030B-1E49-4E71-8F3D-0811B69FBE95}" type="parTrans" cxnId="{097321D5-B9B5-4E6F-9CD6-91648AF84DEE}">
      <dgm:prSet/>
      <dgm:spPr/>
      <dgm:t>
        <a:bodyPr/>
        <a:lstStyle/>
        <a:p>
          <a:endParaRPr lang="en-IN" sz="1800" b="0"/>
        </a:p>
      </dgm:t>
    </dgm:pt>
    <dgm:pt modelId="{73D74261-1095-42C9-AC3D-D06A7F2FAB8C}" type="sibTrans" cxnId="{097321D5-B9B5-4E6F-9CD6-91648AF84DEE}">
      <dgm:prSet/>
      <dgm:spPr/>
      <dgm:t>
        <a:bodyPr/>
        <a:lstStyle/>
        <a:p>
          <a:endParaRPr lang="en-IN" sz="1800" b="0"/>
        </a:p>
      </dgm:t>
    </dgm:pt>
    <dgm:pt modelId="{E76E930C-CD1E-4B51-A605-ED529DA0A19A}" type="pres">
      <dgm:prSet presAssocID="{39746C7C-5416-4AD2-88FF-96CE97C9D791}" presName="Name0" presStyleCnt="0">
        <dgm:presLayoutVars>
          <dgm:chMax/>
          <dgm:chPref val="3"/>
          <dgm:dir/>
          <dgm:animOne val="branch"/>
          <dgm:animLvl val="lvl"/>
        </dgm:presLayoutVars>
      </dgm:prSet>
      <dgm:spPr/>
    </dgm:pt>
    <dgm:pt modelId="{05819CA9-A38C-4D0E-A681-409B64556D20}" type="pres">
      <dgm:prSet presAssocID="{A9840872-8806-4E9C-BF0F-E2476B66D5DE}" presName="composite" presStyleCnt="0"/>
      <dgm:spPr/>
    </dgm:pt>
    <dgm:pt modelId="{8AF23B72-7A17-4CB6-BC29-0D9460F47B9D}" type="pres">
      <dgm:prSet presAssocID="{A9840872-8806-4E9C-BF0F-E2476B66D5DE}" presName="FirstChild" presStyleLbl="revTx" presStyleIdx="0" presStyleCnt="4" custScaleX="89905">
        <dgm:presLayoutVars>
          <dgm:chMax val="0"/>
          <dgm:chPref val="0"/>
          <dgm:bulletEnabled val="1"/>
        </dgm:presLayoutVars>
      </dgm:prSet>
      <dgm:spPr/>
    </dgm:pt>
    <dgm:pt modelId="{9839843C-C463-4427-A912-972208823265}" type="pres">
      <dgm:prSet presAssocID="{A9840872-8806-4E9C-BF0F-E2476B66D5DE}" presName="Parent" presStyleLbl="alignNode1" presStyleIdx="0" presStyleCnt="4" custScaleX="115790">
        <dgm:presLayoutVars>
          <dgm:chMax val="3"/>
          <dgm:chPref val="3"/>
          <dgm:bulletEnabled val="1"/>
        </dgm:presLayoutVars>
      </dgm:prSet>
      <dgm:spPr/>
    </dgm:pt>
    <dgm:pt modelId="{33AA07D5-5F6C-4700-A957-7D5007133198}" type="pres">
      <dgm:prSet presAssocID="{A9840872-8806-4E9C-BF0F-E2476B66D5DE}" presName="Accent" presStyleLbl="parChTrans1D1" presStyleIdx="0" presStyleCnt="4"/>
      <dgm:spPr/>
    </dgm:pt>
    <dgm:pt modelId="{ABAB9B89-5FDB-4243-984F-169AC8177AE4}" type="pres">
      <dgm:prSet presAssocID="{6725AF4F-CC14-4472-8EB1-6EF7C67AA652}" presName="sibTrans" presStyleCnt="0"/>
      <dgm:spPr/>
    </dgm:pt>
    <dgm:pt modelId="{6C1E2A7C-EED0-471C-A2FB-7F3EB5681311}" type="pres">
      <dgm:prSet presAssocID="{578C579A-4D7B-4CC1-933C-3BDC11F35580}" presName="composite" presStyleCnt="0"/>
      <dgm:spPr/>
    </dgm:pt>
    <dgm:pt modelId="{A6DF1ABD-4761-4ECD-AE6C-37C629D7E360}" type="pres">
      <dgm:prSet presAssocID="{578C579A-4D7B-4CC1-933C-3BDC11F35580}" presName="FirstChild" presStyleLbl="revTx" presStyleIdx="1" presStyleCnt="4" custScaleX="89905">
        <dgm:presLayoutVars>
          <dgm:chMax val="0"/>
          <dgm:chPref val="0"/>
          <dgm:bulletEnabled val="1"/>
        </dgm:presLayoutVars>
      </dgm:prSet>
      <dgm:spPr/>
    </dgm:pt>
    <dgm:pt modelId="{35CC899B-2EE4-43D9-A703-EB0A32540EFB}" type="pres">
      <dgm:prSet presAssocID="{578C579A-4D7B-4CC1-933C-3BDC11F35580}" presName="Parent" presStyleLbl="alignNode1" presStyleIdx="1" presStyleCnt="4" custScaleX="115790">
        <dgm:presLayoutVars>
          <dgm:chMax val="3"/>
          <dgm:chPref val="3"/>
          <dgm:bulletEnabled val="1"/>
        </dgm:presLayoutVars>
      </dgm:prSet>
      <dgm:spPr/>
    </dgm:pt>
    <dgm:pt modelId="{F9031249-7CB9-4481-9E82-BAA48BC88258}" type="pres">
      <dgm:prSet presAssocID="{578C579A-4D7B-4CC1-933C-3BDC11F35580}" presName="Accent" presStyleLbl="parChTrans1D1" presStyleIdx="1" presStyleCnt="4"/>
      <dgm:spPr/>
    </dgm:pt>
    <dgm:pt modelId="{82178503-42BB-4E4E-A440-C159AFF218A2}" type="pres">
      <dgm:prSet presAssocID="{669E40E5-D454-42F6-8DFE-85F4387037EC}" presName="sibTrans" presStyleCnt="0"/>
      <dgm:spPr/>
    </dgm:pt>
    <dgm:pt modelId="{20D0DC5F-E0EA-4661-A964-15165E8FF18A}" type="pres">
      <dgm:prSet presAssocID="{A0027A5D-3109-4AD3-A560-A61CF8A2A652}" presName="composite" presStyleCnt="0"/>
      <dgm:spPr/>
    </dgm:pt>
    <dgm:pt modelId="{531B42F9-902A-4350-BBAB-012029881595}" type="pres">
      <dgm:prSet presAssocID="{A0027A5D-3109-4AD3-A560-A61CF8A2A652}" presName="FirstChild" presStyleLbl="revTx" presStyleIdx="2" presStyleCnt="4" custScaleX="89905">
        <dgm:presLayoutVars>
          <dgm:chMax val="0"/>
          <dgm:chPref val="0"/>
          <dgm:bulletEnabled val="1"/>
        </dgm:presLayoutVars>
      </dgm:prSet>
      <dgm:spPr/>
    </dgm:pt>
    <dgm:pt modelId="{16689FCA-C241-4B7F-B562-40236597DB24}" type="pres">
      <dgm:prSet presAssocID="{A0027A5D-3109-4AD3-A560-A61CF8A2A652}" presName="Parent" presStyleLbl="alignNode1" presStyleIdx="2" presStyleCnt="4" custScaleX="115790">
        <dgm:presLayoutVars>
          <dgm:chMax val="3"/>
          <dgm:chPref val="3"/>
          <dgm:bulletEnabled val="1"/>
        </dgm:presLayoutVars>
      </dgm:prSet>
      <dgm:spPr/>
    </dgm:pt>
    <dgm:pt modelId="{8A698C1A-85ED-4A2E-B6BF-73CC60561BAB}" type="pres">
      <dgm:prSet presAssocID="{A0027A5D-3109-4AD3-A560-A61CF8A2A652}" presName="Accent" presStyleLbl="parChTrans1D1" presStyleIdx="2" presStyleCnt="4"/>
      <dgm:spPr/>
    </dgm:pt>
    <dgm:pt modelId="{F5F5483B-5627-4DFB-907F-CD66299F77E8}" type="pres">
      <dgm:prSet presAssocID="{7C5F60ED-8960-433A-9F64-314170D0DC63}" presName="sibTrans" presStyleCnt="0"/>
      <dgm:spPr/>
    </dgm:pt>
    <dgm:pt modelId="{6182222D-5CDC-4D6E-8B44-FCBCA1E285F5}" type="pres">
      <dgm:prSet presAssocID="{DC690EC8-CC38-43E8-AD02-D9FFBDB6C134}" presName="composite" presStyleCnt="0"/>
      <dgm:spPr/>
    </dgm:pt>
    <dgm:pt modelId="{60927014-908E-41E3-853A-6F69937EA1D8}" type="pres">
      <dgm:prSet presAssocID="{DC690EC8-CC38-43E8-AD02-D9FFBDB6C134}" presName="FirstChild" presStyleLbl="revTx" presStyleIdx="3" presStyleCnt="4" custScaleX="91364">
        <dgm:presLayoutVars>
          <dgm:chMax val="0"/>
          <dgm:chPref val="0"/>
          <dgm:bulletEnabled val="1"/>
        </dgm:presLayoutVars>
      </dgm:prSet>
      <dgm:spPr/>
    </dgm:pt>
    <dgm:pt modelId="{4CCDD40D-FECD-4225-9D8D-083088EA09C4}" type="pres">
      <dgm:prSet presAssocID="{DC690EC8-CC38-43E8-AD02-D9FFBDB6C134}" presName="Parent" presStyleLbl="alignNode1" presStyleIdx="3" presStyleCnt="4" custScaleX="115765">
        <dgm:presLayoutVars>
          <dgm:chMax val="3"/>
          <dgm:chPref val="3"/>
          <dgm:bulletEnabled val="1"/>
        </dgm:presLayoutVars>
      </dgm:prSet>
      <dgm:spPr/>
    </dgm:pt>
    <dgm:pt modelId="{7D16CA6A-AF75-468A-9866-74BD27ABB7E7}" type="pres">
      <dgm:prSet presAssocID="{DC690EC8-CC38-43E8-AD02-D9FFBDB6C134}" presName="Accent" presStyleLbl="parChTrans1D1" presStyleIdx="3" presStyleCnt="4"/>
      <dgm:spPr/>
    </dgm:pt>
  </dgm:ptLst>
  <dgm:cxnLst>
    <dgm:cxn modelId="{467B7601-BEA5-4475-B292-36E1E6150393}" type="presOf" srcId="{95C01131-4BCE-4F3A-B17B-6D44519A2CB4}" destId="{A6DF1ABD-4761-4ECD-AE6C-37C629D7E360}" srcOrd="0" destOrd="0" presId="urn:microsoft.com/office/officeart/2011/layout/TabList"/>
    <dgm:cxn modelId="{B838FA0D-B93A-49EC-9BB1-F65FCF441814}" type="presOf" srcId="{C3C9D435-87AD-43D3-A88F-131BD8B292B7}" destId="{531B42F9-902A-4350-BBAB-012029881595}" srcOrd="0" destOrd="0" presId="urn:microsoft.com/office/officeart/2011/layout/TabList"/>
    <dgm:cxn modelId="{6CEDD00F-1107-4AC0-B97B-68CB932156A7}" srcId="{A9840872-8806-4E9C-BF0F-E2476B66D5DE}" destId="{E5BC463E-0528-4CA7-AF5B-5DF335165649}" srcOrd="0" destOrd="0" parTransId="{6D91DD46-E0DB-4CCB-A306-86565619D37A}" sibTransId="{8BFE4AB0-F138-4AB5-A0A8-9E7C1281EA77}"/>
    <dgm:cxn modelId="{C85AD612-0347-4A40-9B99-60C7B19E200E}" srcId="{39746C7C-5416-4AD2-88FF-96CE97C9D791}" destId="{DC690EC8-CC38-43E8-AD02-D9FFBDB6C134}" srcOrd="3" destOrd="0" parTransId="{36B93F5A-ADA4-40DE-B175-40BE5D74EC8F}" sibTransId="{4E3EC3FE-2B0F-4381-AE69-2ECDB818DBD8}"/>
    <dgm:cxn modelId="{2F13CB28-FE42-4AD6-9380-A28DF2E95C7E}" srcId="{578C579A-4D7B-4CC1-933C-3BDC11F35580}" destId="{95C01131-4BCE-4F3A-B17B-6D44519A2CB4}" srcOrd="0" destOrd="0" parTransId="{366FFE16-624F-4D23-989E-5B9EEA876551}" sibTransId="{42B4325B-0325-4BBD-A3A6-560ACE41E05C}"/>
    <dgm:cxn modelId="{982B8330-4731-4FE9-B37C-803D84886CB8}" type="presOf" srcId="{A9840872-8806-4E9C-BF0F-E2476B66D5DE}" destId="{9839843C-C463-4427-A912-972208823265}" srcOrd="0" destOrd="0" presId="urn:microsoft.com/office/officeart/2011/layout/TabList"/>
    <dgm:cxn modelId="{535E7C5E-A934-438E-ADD9-BF771D84FCFB}" type="presOf" srcId="{67B90C79-5DED-4003-B221-46DB29CE3016}" destId="{60927014-908E-41E3-853A-6F69937EA1D8}" srcOrd="0" destOrd="0" presId="urn:microsoft.com/office/officeart/2011/layout/TabList"/>
    <dgm:cxn modelId="{16206345-E474-43F8-B9AA-A7C78B9E5A94}" srcId="{39746C7C-5416-4AD2-88FF-96CE97C9D791}" destId="{A0027A5D-3109-4AD3-A560-A61CF8A2A652}" srcOrd="2" destOrd="0" parTransId="{652FA7CD-72E9-423E-907C-5347A5577821}" sibTransId="{7C5F60ED-8960-433A-9F64-314170D0DC63}"/>
    <dgm:cxn modelId="{05C8EE80-3E99-4BB6-9AA2-321FE87D742E}" srcId="{39746C7C-5416-4AD2-88FF-96CE97C9D791}" destId="{578C579A-4D7B-4CC1-933C-3BDC11F35580}" srcOrd="1" destOrd="0" parTransId="{B676A52D-D5CA-4E12-B10A-E0214F0B2FF6}" sibTransId="{669E40E5-D454-42F6-8DFE-85F4387037EC}"/>
    <dgm:cxn modelId="{AD2F75A9-136D-4FF2-B879-34D9A21A8C0B}" type="presOf" srcId="{A0027A5D-3109-4AD3-A560-A61CF8A2A652}" destId="{16689FCA-C241-4B7F-B562-40236597DB24}" srcOrd="0" destOrd="0" presId="urn:microsoft.com/office/officeart/2011/layout/TabList"/>
    <dgm:cxn modelId="{5B7384C5-AE10-4958-A3FB-2980F6E70F65}" type="presOf" srcId="{39746C7C-5416-4AD2-88FF-96CE97C9D791}" destId="{E76E930C-CD1E-4B51-A605-ED529DA0A19A}" srcOrd="0" destOrd="0" presId="urn:microsoft.com/office/officeart/2011/layout/TabList"/>
    <dgm:cxn modelId="{097321D5-B9B5-4E6F-9CD6-91648AF84DEE}" srcId="{DC690EC8-CC38-43E8-AD02-D9FFBDB6C134}" destId="{67B90C79-5DED-4003-B221-46DB29CE3016}" srcOrd="0" destOrd="0" parTransId="{D3CC030B-1E49-4E71-8F3D-0811B69FBE95}" sibTransId="{73D74261-1095-42C9-AC3D-D06A7F2FAB8C}"/>
    <dgm:cxn modelId="{A389B5DE-D438-46EC-923D-8C741B42879B}" srcId="{39746C7C-5416-4AD2-88FF-96CE97C9D791}" destId="{A9840872-8806-4E9C-BF0F-E2476B66D5DE}" srcOrd="0" destOrd="0" parTransId="{8A012B12-FFA4-41CA-9602-E2BF2F77ECC8}" sibTransId="{6725AF4F-CC14-4472-8EB1-6EF7C67AA652}"/>
    <dgm:cxn modelId="{FF78F3E1-717D-4C99-AA20-CA6A3BC9C3B1}" type="presOf" srcId="{DC690EC8-CC38-43E8-AD02-D9FFBDB6C134}" destId="{4CCDD40D-FECD-4225-9D8D-083088EA09C4}" srcOrd="0" destOrd="0" presId="urn:microsoft.com/office/officeart/2011/layout/TabList"/>
    <dgm:cxn modelId="{551DE7E2-A2CE-44A2-BDC5-C8DBDE64AF02}" srcId="{A0027A5D-3109-4AD3-A560-A61CF8A2A652}" destId="{C3C9D435-87AD-43D3-A88F-131BD8B292B7}" srcOrd="0" destOrd="0" parTransId="{CC3F8633-7D06-4614-9563-192DBF957F4D}" sibTransId="{2604F5FE-986F-4680-8DE8-66C34F8D6F5B}"/>
    <dgm:cxn modelId="{5C45D4F7-98C1-4254-8A38-CF8F88625EF9}" type="presOf" srcId="{578C579A-4D7B-4CC1-933C-3BDC11F35580}" destId="{35CC899B-2EE4-43D9-A703-EB0A32540EFB}" srcOrd="0" destOrd="0" presId="urn:microsoft.com/office/officeart/2011/layout/TabList"/>
    <dgm:cxn modelId="{14AEF3F7-8661-45CF-BEAC-9C01F72B90A2}" type="presOf" srcId="{E5BC463E-0528-4CA7-AF5B-5DF335165649}" destId="{8AF23B72-7A17-4CB6-BC29-0D9460F47B9D}" srcOrd="0" destOrd="0" presId="urn:microsoft.com/office/officeart/2011/layout/TabList"/>
    <dgm:cxn modelId="{92901DD2-46AF-4DAA-9789-3A7700B03115}" type="presParOf" srcId="{E76E930C-CD1E-4B51-A605-ED529DA0A19A}" destId="{05819CA9-A38C-4D0E-A681-409B64556D20}" srcOrd="0" destOrd="0" presId="urn:microsoft.com/office/officeart/2011/layout/TabList"/>
    <dgm:cxn modelId="{9B083398-EEFD-4974-9AE1-25BC98EDFFA5}" type="presParOf" srcId="{05819CA9-A38C-4D0E-A681-409B64556D20}" destId="{8AF23B72-7A17-4CB6-BC29-0D9460F47B9D}" srcOrd="0" destOrd="0" presId="urn:microsoft.com/office/officeart/2011/layout/TabList"/>
    <dgm:cxn modelId="{76892BD3-552A-46CD-ADDA-C302EBE40CAA}" type="presParOf" srcId="{05819CA9-A38C-4D0E-A681-409B64556D20}" destId="{9839843C-C463-4427-A912-972208823265}" srcOrd="1" destOrd="0" presId="urn:microsoft.com/office/officeart/2011/layout/TabList"/>
    <dgm:cxn modelId="{8B1C8D75-5B8D-4839-8ED8-E958C0195960}" type="presParOf" srcId="{05819CA9-A38C-4D0E-A681-409B64556D20}" destId="{33AA07D5-5F6C-4700-A957-7D5007133198}" srcOrd="2" destOrd="0" presId="urn:microsoft.com/office/officeart/2011/layout/TabList"/>
    <dgm:cxn modelId="{506DE6BF-E59D-44D6-866E-0268CCE88A3C}" type="presParOf" srcId="{E76E930C-CD1E-4B51-A605-ED529DA0A19A}" destId="{ABAB9B89-5FDB-4243-984F-169AC8177AE4}" srcOrd="1" destOrd="0" presId="urn:microsoft.com/office/officeart/2011/layout/TabList"/>
    <dgm:cxn modelId="{63D56E48-FE1E-4B6B-A35E-462E14AEBBC1}" type="presParOf" srcId="{E76E930C-CD1E-4B51-A605-ED529DA0A19A}" destId="{6C1E2A7C-EED0-471C-A2FB-7F3EB5681311}" srcOrd="2" destOrd="0" presId="urn:microsoft.com/office/officeart/2011/layout/TabList"/>
    <dgm:cxn modelId="{BE82D2ED-87D5-42F4-9732-F6B98B9DC787}" type="presParOf" srcId="{6C1E2A7C-EED0-471C-A2FB-7F3EB5681311}" destId="{A6DF1ABD-4761-4ECD-AE6C-37C629D7E360}" srcOrd="0" destOrd="0" presId="urn:microsoft.com/office/officeart/2011/layout/TabList"/>
    <dgm:cxn modelId="{A9AFD85B-51E1-4566-BFF0-0206D35238A1}" type="presParOf" srcId="{6C1E2A7C-EED0-471C-A2FB-7F3EB5681311}" destId="{35CC899B-2EE4-43D9-A703-EB0A32540EFB}" srcOrd="1" destOrd="0" presId="urn:microsoft.com/office/officeart/2011/layout/TabList"/>
    <dgm:cxn modelId="{6888AD2A-5ADA-4BC8-8A67-326A0BA63DFC}" type="presParOf" srcId="{6C1E2A7C-EED0-471C-A2FB-7F3EB5681311}" destId="{F9031249-7CB9-4481-9E82-BAA48BC88258}" srcOrd="2" destOrd="0" presId="urn:microsoft.com/office/officeart/2011/layout/TabList"/>
    <dgm:cxn modelId="{BE2A4996-DEC1-4226-BCFD-30B5B8482F2B}" type="presParOf" srcId="{E76E930C-CD1E-4B51-A605-ED529DA0A19A}" destId="{82178503-42BB-4E4E-A440-C159AFF218A2}" srcOrd="3" destOrd="0" presId="urn:microsoft.com/office/officeart/2011/layout/TabList"/>
    <dgm:cxn modelId="{D9EC4CDA-7E69-4FD8-88AE-10B9AE5BA00B}" type="presParOf" srcId="{E76E930C-CD1E-4B51-A605-ED529DA0A19A}" destId="{20D0DC5F-E0EA-4661-A964-15165E8FF18A}" srcOrd="4" destOrd="0" presId="urn:microsoft.com/office/officeart/2011/layout/TabList"/>
    <dgm:cxn modelId="{AAD7F20D-E477-4936-98FA-1F33311077AA}" type="presParOf" srcId="{20D0DC5F-E0EA-4661-A964-15165E8FF18A}" destId="{531B42F9-902A-4350-BBAB-012029881595}" srcOrd="0" destOrd="0" presId="urn:microsoft.com/office/officeart/2011/layout/TabList"/>
    <dgm:cxn modelId="{3E943EBD-FC00-46A6-A1BE-81713D4CEF00}" type="presParOf" srcId="{20D0DC5F-E0EA-4661-A964-15165E8FF18A}" destId="{16689FCA-C241-4B7F-B562-40236597DB24}" srcOrd="1" destOrd="0" presId="urn:microsoft.com/office/officeart/2011/layout/TabList"/>
    <dgm:cxn modelId="{7AE43832-D9CD-4C95-B32F-CC82A5ADA82A}" type="presParOf" srcId="{20D0DC5F-E0EA-4661-A964-15165E8FF18A}" destId="{8A698C1A-85ED-4A2E-B6BF-73CC60561BAB}" srcOrd="2" destOrd="0" presId="urn:microsoft.com/office/officeart/2011/layout/TabList"/>
    <dgm:cxn modelId="{2D58BBC0-4573-43EF-B262-873AA69D7CAF}" type="presParOf" srcId="{E76E930C-CD1E-4B51-A605-ED529DA0A19A}" destId="{F5F5483B-5627-4DFB-907F-CD66299F77E8}" srcOrd="5" destOrd="0" presId="urn:microsoft.com/office/officeart/2011/layout/TabList"/>
    <dgm:cxn modelId="{24E30AE5-40E0-47E5-B9B2-ABF3EC860D47}" type="presParOf" srcId="{E76E930C-CD1E-4B51-A605-ED529DA0A19A}" destId="{6182222D-5CDC-4D6E-8B44-FCBCA1E285F5}" srcOrd="6" destOrd="0" presId="urn:microsoft.com/office/officeart/2011/layout/TabList"/>
    <dgm:cxn modelId="{AA55451F-BAB9-4DCE-A168-561DF10CB9BB}" type="presParOf" srcId="{6182222D-5CDC-4D6E-8B44-FCBCA1E285F5}" destId="{60927014-908E-41E3-853A-6F69937EA1D8}" srcOrd="0" destOrd="0" presId="urn:microsoft.com/office/officeart/2011/layout/TabList"/>
    <dgm:cxn modelId="{7524BC25-F0C5-4580-BCB1-39D43704CC1F}" type="presParOf" srcId="{6182222D-5CDC-4D6E-8B44-FCBCA1E285F5}" destId="{4CCDD40D-FECD-4225-9D8D-083088EA09C4}" srcOrd="1" destOrd="0" presId="urn:microsoft.com/office/officeart/2011/layout/TabList"/>
    <dgm:cxn modelId="{E07D1FA5-2D17-4C81-8E23-0B48DC135F9C}" type="presParOf" srcId="{6182222D-5CDC-4D6E-8B44-FCBCA1E285F5}" destId="{7D16CA6A-AF75-468A-9866-74BD27ABB7E7}" srcOrd="2" destOrd="0" presId="urn:microsoft.com/office/officeart/2011/layout/Tab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51.xml><?xml version="1.0" encoding="utf-8"?>
<dgm:dataModel xmlns:dgm="http://schemas.openxmlformats.org/drawingml/2006/diagram" xmlns:a="http://schemas.openxmlformats.org/drawingml/2006/main">
  <dgm:ptLst>
    <dgm:pt modelId="{903F910D-434D-4B3E-9066-A561C49637ED}" type="doc">
      <dgm:prSet loTypeId="urn:microsoft.com/office/officeart/2008/layout/HorizontalMultiLevelHierarchy" loCatId="hierarchy" qsTypeId="urn:microsoft.com/office/officeart/2005/8/quickstyle/simple3" qsCatId="simple" csTypeId="urn:microsoft.com/office/officeart/2005/8/colors/colorful5" csCatId="colorful" phldr="1"/>
      <dgm:spPr/>
      <dgm:t>
        <a:bodyPr/>
        <a:lstStyle/>
        <a:p>
          <a:endParaRPr lang="en-IN"/>
        </a:p>
      </dgm:t>
    </dgm:pt>
    <dgm:pt modelId="{16246ECD-CB0C-4260-BB77-B888ED7DDEE0}">
      <dgm:prSet phldrT="[Text]" custT="1"/>
      <dgm:spPr/>
      <dgm:t>
        <a:bodyPr/>
        <a:lstStyle/>
        <a:p>
          <a:r>
            <a:rPr lang="en-IN" sz="1800" b="0" i="0" dirty="0"/>
            <a:t>Regular (Top-Level) Classes</a:t>
          </a:r>
          <a:endParaRPr lang="en-IN" sz="1800" b="0" dirty="0"/>
        </a:p>
      </dgm:t>
    </dgm:pt>
    <dgm:pt modelId="{504184F0-F746-47DA-A9BE-2064AFE8CE96}" type="parTrans" cxnId="{AB5A5C2D-9A35-46AE-9E98-B58F888471F2}">
      <dgm:prSet custT="1"/>
      <dgm:spPr/>
      <dgm:t>
        <a:bodyPr/>
        <a:lstStyle/>
        <a:p>
          <a:endParaRPr lang="en-IN" sz="1800"/>
        </a:p>
      </dgm:t>
    </dgm:pt>
    <dgm:pt modelId="{01CA94D8-C153-4286-A6E9-4A11E173163E}" type="sibTrans" cxnId="{AB5A5C2D-9A35-46AE-9E98-B58F888471F2}">
      <dgm:prSet/>
      <dgm:spPr/>
      <dgm:t>
        <a:bodyPr/>
        <a:lstStyle/>
        <a:p>
          <a:endParaRPr lang="en-IN" sz="1800"/>
        </a:p>
      </dgm:t>
    </dgm:pt>
    <dgm:pt modelId="{8D8B803D-4C22-4528-A059-3F00F670F41F}">
      <dgm:prSet phldrT="[Text]" custT="1"/>
      <dgm:spPr/>
      <dgm:t>
        <a:bodyPr/>
        <a:lstStyle/>
        <a:p>
          <a:r>
            <a:rPr lang="en-IN" sz="1800" b="0" i="0" dirty="0"/>
            <a:t>Inner Classes (Nested Classes)</a:t>
          </a:r>
          <a:endParaRPr lang="en-IN" sz="1800" b="0" dirty="0"/>
        </a:p>
      </dgm:t>
    </dgm:pt>
    <dgm:pt modelId="{D6EDE7F7-8E8B-40C5-8206-85041D5783FE}" type="parTrans" cxnId="{58080856-D67C-4822-99FF-E696BAEE112A}">
      <dgm:prSet custT="1"/>
      <dgm:spPr/>
      <dgm:t>
        <a:bodyPr/>
        <a:lstStyle/>
        <a:p>
          <a:endParaRPr lang="en-IN" sz="1800"/>
        </a:p>
      </dgm:t>
    </dgm:pt>
    <dgm:pt modelId="{312E9D4F-C525-46E3-9365-25F9F080869E}" type="sibTrans" cxnId="{58080856-D67C-4822-99FF-E696BAEE112A}">
      <dgm:prSet/>
      <dgm:spPr/>
      <dgm:t>
        <a:bodyPr/>
        <a:lstStyle/>
        <a:p>
          <a:endParaRPr lang="en-IN" sz="1800"/>
        </a:p>
      </dgm:t>
    </dgm:pt>
    <dgm:pt modelId="{7664FFEC-9C24-42FD-874C-5D64E4798858}">
      <dgm:prSet phldrT="[Text]" custT="1"/>
      <dgm:spPr/>
      <dgm:t>
        <a:bodyPr/>
        <a:lstStyle/>
        <a:p>
          <a:r>
            <a:rPr lang="en-IN" sz="1800" b="0" i="0" dirty="0"/>
            <a:t>Abstract Classes</a:t>
          </a:r>
          <a:endParaRPr lang="en-IN" sz="1800" b="0" dirty="0"/>
        </a:p>
      </dgm:t>
    </dgm:pt>
    <dgm:pt modelId="{15AAFC8B-5C0E-423A-8A22-07E22F7E4B2B}" type="parTrans" cxnId="{F5079409-AD83-403F-B6D1-BE48E9779785}">
      <dgm:prSet custT="1"/>
      <dgm:spPr/>
      <dgm:t>
        <a:bodyPr/>
        <a:lstStyle/>
        <a:p>
          <a:endParaRPr lang="en-IN" sz="1800"/>
        </a:p>
      </dgm:t>
    </dgm:pt>
    <dgm:pt modelId="{5074E150-9AF8-44E7-AAE3-B2399A3C21AE}" type="sibTrans" cxnId="{F5079409-AD83-403F-B6D1-BE48E9779785}">
      <dgm:prSet/>
      <dgm:spPr/>
      <dgm:t>
        <a:bodyPr/>
        <a:lstStyle/>
        <a:p>
          <a:endParaRPr lang="en-IN" sz="1800"/>
        </a:p>
      </dgm:t>
    </dgm:pt>
    <dgm:pt modelId="{BC2537AC-BEE7-40AF-A9C0-DCD62D11F494}">
      <dgm:prSet phldrT="[Text]" custT="1"/>
      <dgm:spPr/>
      <dgm:t>
        <a:bodyPr/>
        <a:lstStyle/>
        <a:p>
          <a:r>
            <a:rPr lang="en-IN" sz="1800" b="0" i="0" dirty="0"/>
            <a:t>Final Classes</a:t>
          </a:r>
          <a:endParaRPr lang="en-IN" sz="1800" b="0" dirty="0"/>
        </a:p>
      </dgm:t>
    </dgm:pt>
    <dgm:pt modelId="{D6D6CA15-BA6A-474D-9F25-7C14BC9A19F3}" type="parTrans" cxnId="{B0D74E2D-263D-4F94-BE48-1386ABF7A5BD}">
      <dgm:prSet custT="1"/>
      <dgm:spPr/>
      <dgm:t>
        <a:bodyPr/>
        <a:lstStyle/>
        <a:p>
          <a:endParaRPr lang="en-IN" sz="1800"/>
        </a:p>
      </dgm:t>
    </dgm:pt>
    <dgm:pt modelId="{7EA015DA-6655-4604-AD61-3586A30EFDC3}" type="sibTrans" cxnId="{B0D74E2D-263D-4F94-BE48-1386ABF7A5BD}">
      <dgm:prSet/>
      <dgm:spPr/>
      <dgm:t>
        <a:bodyPr/>
        <a:lstStyle/>
        <a:p>
          <a:endParaRPr lang="en-IN" sz="1800"/>
        </a:p>
      </dgm:t>
    </dgm:pt>
    <dgm:pt modelId="{BE8639C0-6F56-48C4-87A7-D7D33224FD3B}">
      <dgm:prSet phldrT="[Text]" custT="1"/>
      <dgm:spPr/>
      <dgm:t>
        <a:bodyPr/>
        <a:lstStyle/>
        <a:p>
          <a:r>
            <a:rPr lang="en-IN" sz="1800" b="0" i="0" dirty="0"/>
            <a:t>Static Classes (Utility Classes)</a:t>
          </a:r>
          <a:endParaRPr lang="en-IN" sz="1800" b="0" dirty="0"/>
        </a:p>
      </dgm:t>
    </dgm:pt>
    <dgm:pt modelId="{D36FF3F7-D47E-452F-A93F-653027ECBCEB}" type="parTrans" cxnId="{DCDB4EDF-1978-4068-897B-805E089F7552}">
      <dgm:prSet custT="1"/>
      <dgm:spPr/>
      <dgm:t>
        <a:bodyPr/>
        <a:lstStyle/>
        <a:p>
          <a:endParaRPr lang="en-IN" sz="1800"/>
        </a:p>
      </dgm:t>
    </dgm:pt>
    <dgm:pt modelId="{ED87A52D-0F68-4C4E-9B44-9CE776B01430}" type="sibTrans" cxnId="{DCDB4EDF-1978-4068-897B-805E089F7552}">
      <dgm:prSet/>
      <dgm:spPr/>
      <dgm:t>
        <a:bodyPr/>
        <a:lstStyle/>
        <a:p>
          <a:endParaRPr lang="en-IN" sz="1800"/>
        </a:p>
      </dgm:t>
    </dgm:pt>
    <dgm:pt modelId="{E8D40ED9-9690-4FC2-88CC-A39799AE48A4}">
      <dgm:prSet phldrT="[Text]" custT="1"/>
      <dgm:spPr/>
      <dgm:t>
        <a:bodyPr/>
        <a:lstStyle/>
        <a:p>
          <a:r>
            <a:rPr lang="en-IN" sz="1800" b="0" i="0" dirty="0"/>
            <a:t>Enums (Enum Classes)</a:t>
          </a:r>
          <a:endParaRPr lang="en-IN" sz="1800" b="0" dirty="0"/>
        </a:p>
      </dgm:t>
    </dgm:pt>
    <dgm:pt modelId="{5421C881-7DD4-424F-832B-901D323825D8}" type="parTrans" cxnId="{866B24F7-AA54-45A0-A255-9BC337127759}">
      <dgm:prSet custT="1"/>
      <dgm:spPr/>
      <dgm:t>
        <a:bodyPr/>
        <a:lstStyle/>
        <a:p>
          <a:endParaRPr lang="en-IN" sz="1800"/>
        </a:p>
      </dgm:t>
    </dgm:pt>
    <dgm:pt modelId="{99E50466-4120-4CD8-AE57-8C9DB7BFAC68}" type="sibTrans" cxnId="{866B24F7-AA54-45A0-A255-9BC337127759}">
      <dgm:prSet/>
      <dgm:spPr/>
      <dgm:t>
        <a:bodyPr/>
        <a:lstStyle/>
        <a:p>
          <a:endParaRPr lang="en-IN" sz="1800"/>
        </a:p>
      </dgm:t>
    </dgm:pt>
    <dgm:pt modelId="{4F561C26-1B18-427D-947C-5D6CA9B1FD4D}">
      <dgm:prSet phldrT="[Text]" custT="1"/>
      <dgm:spPr/>
      <dgm:t>
        <a:bodyPr/>
        <a:lstStyle/>
        <a:p>
          <a:r>
            <a:rPr lang="en-US" sz="2400" b="1" dirty="0"/>
            <a:t>Types of classes</a:t>
          </a:r>
          <a:endParaRPr lang="en-IN" sz="2400" b="1" dirty="0"/>
        </a:p>
      </dgm:t>
    </dgm:pt>
    <dgm:pt modelId="{9308E408-EA3B-4508-8802-B6F9502A51E4}" type="sibTrans" cxnId="{1B7D656B-6116-4B39-B766-A9047B8BEB3C}">
      <dgm:prSet/>
      <dgm:spPr/>
      <dgm:t>
        <a:bodyPr/>
        <a:lstStyle/>
        <a:p>
          <a:endParaRPr lang="en-IN" sz="1800"/>
        </a:p>
      </dgm:t>
    </dgm:pt>
    <dgm:pt modelId="{EACD0A45-828C-4730-A3C6-5C9BD937296C}" type="parTrans" cxnId="{1B7D656B-6116-4B39-B766-A9047B8BEB3C}">
      <dgm:prSet/>
      <dgm:spPr/>
      <dgm:t>
        <a:bodyPr/>
        <a:lstStyle/>
        <a:p>
          <a:endParaRPr lang="en-IN" sz="1800"/>
        </a:p>
      </dgm:t>
    </dgm:pt>
    <dgm:pt modelId="{8CF7FF16-0068-45CF-9E2C-573CED31019E}" type="pres">
      <dgm:prSet presAssocID="{903F910D-434D-4B3E-9066-A561C49637ED}" presName="Name0" presStyleCnt="0">
        <dgm:presLayoutVars>
          <dgm:chPref val="1"/>
          <dgm:dir/>
          <dgm:animOne val="branch"/>
          <dgm:animLvl val="lvl"/>
          <dgm:resizeHandles val="exact"/>
        </dgm:presLayoutVars>
      </dgm:prSet>
      <dgm:spPr/>
    </dgm:pt>
    <dgm:pt modelId="{AB761C66-0477-495A-8F25-763E13082626}" type="pres">
      <dgm:prSet presAssocID="{4F561C26-1B18-427D-947C-5D6CA9B1FD4D}" presName="root1" presStyleCnt="0"/>
      <dgm:spPr/>
    </dgm:pt>
    <dgm:pt modelId="{5A8CD035-ACD6-4839-8DBF-46D8BD144A2C}" type="pres">
      <dgm:prSet presAssocID="{4F561C26-1B18-427D-947C-5D6CA9B1FD4D}" presName="LevelOneTextNode" presStyleLbl="node0" presStyleIdx="0" presStyleCnt="1" custAng="5400000" custScaleX="149186" custScaleY="50642" custLinFactX="-19774" custLinFactNeighborX="-100000">
        <dgm:presLayoutVars>
          <dgm:chPref val="3"/>
        </dgm:presLayoutVars>
      </dgm:prSet>
      <dgm:spPr>
        <a:prstGeom prst="roundRect">
          <a:avLst/>
        </a:prstGeom>
      </dgm:spPr>
    </dgm:pt>
    <dgm:pt modelId="{A1F82A73-B68F-41E2-90ED-F41F713F8425}" type="pres">
      <dgm:prSet presAssocID="{4F561C26-1B18-427D-947C-5D6CA9B1FD4D}" presName="level2hierChild" presStyleCnt="0"/>
      <dgm:spPr/>
    </dgm:pt>
    <dgm:pt modelId="{F617271F-6C50-4435-819E-83344DBB56D7}" type="pres">
      <dgm:prSet presAssocID="{504184F0-F746-47DA-A9BE-2064AFE8CE96}" presName="conn2-1" presStyleLbl="parChTrans1D2" presStyleIdx="0" presStyleCnt="6"/>
      <dgm:spPr/>
    </dgm:pt>
    <dgm:pt modelId="{AB36AA7B-78C3-489E-9F1E-457646ECC023}" type="pres">
      <dgm:prSet presAssocID="{504184F0-F746-47DA-A9BE-2064AFE8CE96}" presName="connTx" presStyleLbl="parChTrans1D2" presStyleIdx="0" presStyleCnt="6"/>
      <dgm:spPr/>
    </dgm:pt>
    <dgm:pt modelId="{FEAF86B0-4D23-48CB-9175-AB37AB16039F}" type="pres">
      <dgm:prSet presAssocID="{16246ECD-CB0C-4260-BB77-B888ED7DDEE0}" presName="root2" presStyleCnt="0"/>
      <dgm:spPr/>
    </dgm:pt>
    <dgm:pt modelId="{69C85DD0-CC0E-401B-8802-C0C834E8E5A1}" type="pres">
      <dgm:prSet presAssocID="{16246ECD-CB0C-4260-BB77-B888ED7DDEE0}" presName="LevelTwoTextNode" presStyleLbl="node2" presStyleIdx="0" presStyleCnt="6" custScaleX="90602" custScaleY="51801">
        <dgm:presLayoutVars>
          <dgm:chPref val="3"/>
        </dgm:presLayoutVars>
      </dgm:prSet>
      <dgm:spPr>
        <a:prstGeom prst="roundRect">
          <a:avLst/>
        </a:prstGeom>
      </dgm:spPr>
    </dgm:pt>
    <dgm:pt modelId="{13B78026-2CBE-41C7-9BB1-88BB5C400374}" type="pres">
      <dgm:prSet presAssocID="{16246ECD-CB0C-4260-BB77-B888ED7DDEE0}" presName="level3hierChild" presStyleCnt="0"/>
      <dgm:spPr/>
    </dgm:pt>
    <dgm:pt modelId="{BD12E1DE-3645-48F9-9C7A-48680D6BBE34}" type="pres">
      <dgm:prSet presAssocID="{D6EDE7F7-8E8B-40C5-8206-85041D5783FE}" presName="conn2-1" presStyleLbl="parChTrans1D2" presStyleIdx="1" presStyleCnt="6"/>
      <dgm:spPr/>
    </dgm:pt>
    <dgm:pt modelId="{87D0EA73-2E63-4418-AB79-F60136FFF402}" type="pres">
      <dgm:prSet presAssocID="{D6EDE7F7-8E8B-40C5-8206-85041D5783FE}" presName="connTx" presStyleLbl="parChTrans1D2" presStyleIdx="1" presStyleCnt="6"/>
      <dgm:spPr/>
    </dgm:pt>
    <dgm:pt modelId="{D8A6C35B-F890-468D-92C0-31E6555CFDAD}" type="pres">
      <dgm:prSet presAssocID="{8D8B803D-4C22-4528-A059-3F00F670F41F}" presName="root2" presStyleCnt="0"/>
      <dgm:spPr/>
    </dgm:pt>
    <dgm:pt modelId="{328348C3-958B-4BC7-B1EB-F443CA88A381}" type="pres">
      <dgm:prSet presAssocID="{8D8B803D-4C22-4528-A059-3F00F670F41F}" presName="LevelTwoTextNode" presStyleLbl="node2" presStyleIdx="1" presStyleCnt="6" custScaleX="90602" custScaleY="51801">
        <dgm:presLayoutVars>
          <dgm:chPref val="3"/>
        </dgm:presLayoutVars>
      </dgm:prSet>
      <dgm:spPr>
        <a:prstGeom prst="roundRect">
          <a:avLst/>
        </a:prstGeom>
      </dgm:spPr>
    </dgm:pt>
    <dgm:pt modelId="{D9600CF0-3070-4C9C-A19B-F8B7B323946F}" type="pres">
      <dgm:prSet presAssocID="{8D8B803D-4C22-4528-A059-3F00F670F41F}" presName="level3hierChild" presStyleCnt="0"/>
      <dgm:spPr/>
    </dgm:pt>
    <dgm:pt modelId="{D5AAFB79-1619-4715-9BF9-DA115E1A1DBB}" type="pres">
      <dgm:prSet presAssocID="{15AAFC8B-5C0E-423A-8A22-07E22F7E4B2B}" presName="conn2-1" presStyleLbl="parChTrans1D2" presStyleIdx="2" presStyleCnt="6"/>
      <dgm:spPr/>
    </dgm:pt>
    <dgm:pt modelId="{CBA91699-BDC8-44A6-9752-74832961DA87}" type="pres">
      <dgm:prSet presAssocID="{15AAFC8B-5C0E-423A-8A22-07E22F7E4B2B}" presName="connTx" presStyleLbl="parChTrans1D2" presStyleIdx="2" presStyleCnt="6"/>
      <dgm:spPr/>
    </dgm:pt>
    <dgm:pt modelId="{80E64C67-E89C-48E4-B4A8-11C319566F5F}" type="pres">
      <dgm:prSet presAssocID="{7664FFEC-9C24-42FD-874C-5D64E4798858}" presName="root2" presStyleCnt="0"/>
      <dgm:spPr/>
    </dgm:pt>
    <dgm:pt modelId="{AAA4F78A-85B3-47A3-837F-51D026AB7BC1}" type="pres">
      <dgm:prSet presAssocID="{7664FFEC-9C24-42FD-874C-5D64E4798858}" presName="LevelTwoTextNode" presStyleLbl="node2" presStyleIdx="2" presStyleCnt="6" custScaleX="90602" custScaleY="51801">
        <dgm:presLayoutVars>
          <dgm:chPref val="3"/>
        </dgm:presLayoutVars>
      </dgm:prSet>
      <dgm:spPr>
        <a:prstGeom prst="roundRect">
          <a:avLst/>
        </a:prstGeom>
      </dgm:spPr>
    </dgm:pt>
    <dgm:pt modelId="{9755FAA8-6402-476C-A9A9-9FFC88CDF7FC}" type="pres">
      <dgm:prSet presAssocID="{7664FFEC-9C24-42FD-874C-5D64E4798858}" presName="level3hierChild" presStyleCnt="0"/>
      <dgm:spPr/>
    </dgm:pt>
    <dgm:pt modelId="{8BB1FDF6-105A-42E4-B414-14CF5D2CB68E}" type="pres">
      <dgm:prSet presAssocID="{D6D6CA15-BA6A-474D-9F25-7C14BC9A19F3}" presName="conn2-1" presStyleLbl="parChTrans1D2" presStyleIdx="3" presStyleCnt="6"/>
      <dgm:spPr/>
    </dgm:pt>
    <dgm:pt modelId="{B897C8AE-6A80-4865-B392-1BC09A61D889}" type="pres">
      <dgm:prSet presAssocID="{D6D6CA15-BA6A-474D-9F25-7C14BC9A19F3}" presName="connTx" presStyleLbl="parChTrans1D2" presStyleIdx="3" presStyleCnt="6"/>
      <dgm:spPr/>
    </dgm:pt>
    <dgm:pt modelId="{E99FA0BE-6059-4A68-AA90-A3B974B2CCD6}" type="pres">
      <dgm:prSet presAssocID="{BC2537AC-BEE7-40AF-A9C0-DCD62D11F494}" presName="root2" presStyleCnt="0"/>
      <dgm:spPr/>
    </dgm:pt>
    <dgm:pt modelId="{7E80C55F-754C-45A5-9645-FC82DAACF916}" type="pres">
      <dgm:prSet presAssocID="{BC2537AC-BEE7-40AF-A9C0-DCD62D11F494}" presName="LevelTwoTextNode" presStyleLbl="node2" presStyleIdx="3" presStyleCnt="6" custScaleX="90602" custScaleY="51801">
        <dgm:presLayoutVars>
          <dgm:chPref val="3"/>
        </dgm:presLayoutVars>
      </dgm:prSet>
      <dgm:spPr>
        <a:prstGeom prst="roundRect">
          <a:avLst/>
        </a:prstGeom>
      </dgm:spPr>
    </dgm:pt>
    <dgm:pt modelId="{C194729E-F846-4341-83E6-0C5CCA236E01}" type="pres">
      <dgm:prSet presAssocID="{BC2537AC-BEE7-40AF-A9C0-DCD62D11F494}" presName="level3hierChild" presStyleCnt="0"/>
      <dgm:spPr/>
    </dgm:pt>
    <dgm:pt modelId="{02FB26FF-65AB-484A-A77C-F28D21BECBD8}" type="pres">
      <dgm:prSet presAssocID="{D36FF3F7-D47E-452F-A93F-653027ECBCEB}" presName="conn2-1" presStyleLbl="parChTrans1D2" presStyleIdx="4" presStyleCnt="6"/>
      <dgm:spPr/>
    </dgm:pt>
    <dgm:pt modelId="{20E53D62-9C45-4FDA-8F90-563BF747334A}" type="pres">
      <dgm:prSet presAssocID="{D36FF3F7-D47E-452F-A93F-653027ECBCEB}" presName="connTx" presStyleLbl="parChTrans1D2" presStyleIdx="4" presStyleCnt="6"/>
      <dgm:spPr/>
    </dgm:pt>
    <dgm:pt modelId="{0F0C3007-6A9C-4AE2-8AA9-52995676D016}" type="pres">
      <dgm:prSet presAssocID="{BE8639C0-6F56-48C4-87A7-D7D33224FD3B}" presName="root2" presStyleCnt="0"/>
      <dgm:spPr/>
    </dgm:pt>
    <dgm:pt modelId="{3392D260-EDA6-4883-A3AF-2862193AF684}" type="pres">
      <dgm:prSet presAssocID="{BE8639C0-6F56-48C4-87A7-D7D33224FD3B}" presName="LevelTwoTextNode" presStyleLbl="node2" presStyleIdx="4" presStyleCnt="6" custScaleX="90602" custScaleY="51801">
        <dgm:presLayoutVars>
          <dgm:chPref val="3"/>
        </dgm:presLayoutVars>
      </dgm:prSet>
      <dgm:spPr>
        <a:prstGeom prst="roundRect">
          <a:avLst/>
        </a:prstGeom>
      </dgm:spPr>
    </dgm:pt>
    <dgm:pt modelId="{3B14CAF6-33CD-4821-A472-E0C3DB13EDBE}" type="pres">
      <dgm:prSet presAssocID="{BE8639C0-6F56-48C4-87A7-D7D33224FD3B}" presName="level3hierChild" presStyleCnt="0"/>
      <dgm:spPr/>
    </dgm:pt>
    <dgm:pt modelId="{5BF92E60-9496-404B-B354-684E12587E90}" type="pres">
      <dgm:prSet presAssocID="{5421C881-7DD4-424F-832B-901D323825D8}" presName="conn2-1" presStyleLbl="parChTrans1D2" presStyleIdx="5" presStyleCnt="6"/>
      <dgm:spPr/>
    </dgm:pt>
    <dgm:pt modelId="{F07612A9-8949-4246-8F56-3B477F0204A8}" type="pres">
      <dgm:prSet presAssocID="{5421C881-7DD4-424F-832B-901D323825D8}" presName="connTx" presStyleLbl="parChTrans1D2" presStyleIdx="5" presStyleCnt="6"/>
      <dgm:spPr/>
    </dgm:pt>
    <dgm:pt modelId="{9044B38B-4EB2-4DCE-AD8B-A16F13BE6BC0}" type="pres">
      <dgm:prSet presAssocID="{E8D40ED9-9690-4FC2-88CC-A39799AE48A4}" presName="root2" presStyleCnt="0"/>
      <dgm:spPr/>
    </dgm:pt>
    <dgm:pt modelId="{9FF353FD-9CD0-413D-9C4E-DAE5CD68908B}" type="pres">
      <dgm:prSet presAssocID="{E8D40ED9-9690-4FC2-88CC-A39799AE48A4}" presName="LevelTwoTextNode" presStyleLbl="node2" presStyleIdx="5" presStyleCnt="6" custScaleX="90602" custScaleY="51801">
        <dgm:presLayoutVars>
          <dgm:chPref val="3"/>
        </dgm:presLayoutVars>
      </dgm:prSet>
      <dgm:spPr>
        <a:prstGeom prst="roundRect">
          <a:avLst/>
        </a:prstGeom>
      </dgm:spPr>
    </dgm:pt>
    <dgm:pt modelId="{3986ED53-81EC-4DD4-9B90-A581E6F8467C}" type="pres">
      <dgm:prSet presAssocID="{E8D40ED9-9690-4FC2-88CC-A39799AE48A4}" presName="level3hierChild" presStyleCnt="0"/>
      <dgm:spPr/>
    </dgm:pt>
  </dgm:ptLst>
  <dgm:cxnLst>
    <dgm:cxn modelId="{F5079409-AD83-403F-B6D1-BE48E9779785}" srcId="{4F561C26-1B18-427D-947C-5D6CA9B1FD4D}" destId="{7664FFEC-9C24-42FD-874C-5D64E4798858}" srcOrd="2" destOrd="0" parTransId="{15AAFC8B-5C0E-423A-8A22-07E22F7E4B2B}" sibTransId="{5074E150-9AF8-44E7-AAE3-B2399A3C21AE}"/>
    <dgm:cxn modelId="{D0D57E15-0E78-4390-ADF6-93B2FEE87B12}" type="presOf" srcId="{D36FF3F7-D47E-452F-A93F-653027ECBCEB}" destId="{20E53D62-9C45-4FDA-8F90-563BF747334A}" srcOrd="1" destOrd="0" presId="urn:microsoft.com/office/officeart/2008/layout/HorizontalMultiLevelHierarchy"/>
    <dgm:cxn modelId="{872F8F18-6C04-4B79-8EED-4E14AF166941}" type="presOf" srcId="{7664FFEC-9C24-42FD-874C-5D64E4798858}" destId="{AAA4F78A-85B3-47A3-837F-51D026AB7BC1}" srcOrd="0" destOrd="0" presId="urn:microsoft.com/office/officeart/2008/layout/HorizontalMultiLevelHierarchy"/>
    <dgm:cxn modelId="{A9F3462C-01B1-48CE-AB01-D3105AB43A45}" type="presOf" srcId="{8D8B803D-4C22-4528-A059-3F00F670F41F}" destId="{328348C3-958B-4BC7-B1EB-F443CA88A381}" srcOrd="0" destOrd="0" presId="urn:microsoft.com/office/officeart/2008/layout/HorizontalMultiLevelHierarchy"/>
    <dgm:cxn modelId="{AB5A5C2D-9A35-46AE-9E98-B58F888471F2}" srcId="{4F561C26-1B18-427D-947C-5D6CA9B1FD4D}" destId="{16246ECD-CB0C-4260-BB77-B888ED7DDEE0}" srcOrd="0" destOrd="0" parTransId="{504184F0-F746-47DA-A9BE-2064AFE8CE96}" sibTransId="{01CA94D8-C153-4286-A6E9-4A11E173163E}"/>
    <dgm:cxn modelId="{B0D74E2D-263D-4F94-BE48-1386ABF7A5BD}" srcId="{4F561C26-1B18-427D-947C-5D6CA9B1FD4D}" destId="{BC2537AC-BEE7-40AF-A9C0-DCD62D11F494}" srcOrd="3" destOrd="0" parTransId="{D6D6CA15-BA6A-474D-9F25-7C14BC9A19F3}" sibTransId="{7EA015DA-6655-4604-AD61-3586A30EFDC3}"/>
    <dgm:cxn modelId="{4E8DF83A-6140-4B01-B6F3-3425242156A7}" type="presOf" srcId="{E8D40ED9-9690-4FC2-88CC-A39799AE48A4}" destId="{9FF353FD-9CD0-413D-9C4E-DAE5CD68908B}" srcOrd="0" destOrd="0" presId="urn:microsoft.com/office/officeart/2008/layout/HorizontalMultiLevelHierarchy"/>
    <dgm:cxn modelId="{E97FE93D-78AD-4105-BE6B-49B0BDFE04FE}" type="presOf" srcId="{D6EDE7F7-8E8B-40C5-8206-85041D5783FE}" destId="{87D0EA73-2E63-4418-AB79-F60136FFF402}" srcOrd="1" destOrd="0" presId="urn:microsoft.com/office/officeart/2008/layout/HorizontalMultiLevelHierarchy"/>
    <dgm:cxn modelId="{67902F41-F9AF-4FC8-8402-E739D2CB8CCD}" type="presOf" srcId="{15AAFC8B-5C0E-423A-8A22-07E22F7E4B2B}" destId="{CBA91699-BDC8-44A6-9752-74832961DA87}" srcOrd="1" destOrd="0" presId="urn:microsoft.com/office/officeart/2008/layout/HorizontalMultiLevelHierarchy"/>
    <dgm:cxn modelId="{1B72CC48-2BBA-4C47-A6AE-E574C5AD318A}" type="presOf" srcId="{903F910D-434D-4B3E-9066-A561C49637ED}" destId="{8CF7FF16-0068-45CF-9E2C-573CED31019E}" srcOrd="0" destOrd="0" presId="urn:microsoft.com/office/officeart/2008/layout/HorizontalMultiLevelHierarchy"/>
    <dgm:cxn modelId="{1B7D656B-6116-4B39-B766-A9047B8BEB3C}" srcId="{903F910D-434D-4B3E-9066-A561C49637ED}" destId="{4F561C26-1B18-427D-947C-5D6CA9B1FD4D}" srcOrd="0" destOrd="0" parTransId="{EACD0A45-828C-4730-A3C6-5C9BD937296C}" sibTransId="{9308E408-EA3B-4508-8802-B6F9502A51E4}"/>
    <dgm:cxn modelId="{A91D3070-163A-42D7-A0B3-0BA2746F158E}" type="presOf" srcId="{BE8639C0-6F56-48C4-87A7-D7D33224FD3B}" destId="{3392D260-EDA6-4883-A3AF-2862193AF684}" srcOrd="0" destOrd="0" presId="urn:microsoft.com/office/officeart/2008/layout/HorizontalMultiLevelHierarchy"/>
    <dgm:cxn modelId="{58080856-D67C-4822-99FF-E696BAEE112A}" srcId="{4F561C26-1B18-427D-947C-5D6CA9B1FD4D}" destId="{8D8B803D-4C22-4528-A059-3F00F670F41F}" srcOrd="1" destOrd="0" parTransId="{D6EDE7F7-8E8B-40C5-8206-85041D5783FE}" sibTransId="{312E9D4F-C525-46E3-9365-25F9F080869E}"/>
    <dgm:cxn modelId="{15756276-73E2-4D28-975B-C0AF310C3E1B}" type="presOf" srcId="{504184F0-F746-47DA-A9BE-2064AFE8CE96}" destId="{AB36AA7B-78C3-489E-9F1E-457646ECC023}" srcOrd="1" destOrd="0" presId="urn:microsoft.com/office/officeart/2008/layout/HorizontalMultiLevelHierarchy"/>
    <dgm:cxn modelId="{2F07AF78-9C14-410F-9157-E50419B7D349}" type="presOf" srcId="{D6EDE7F7-8E8B-40C5-8206-85041D5783FE}" destId="{BD12E1DE-3645-48F9-9C7A-48680D6BBE34}" srcOrd="0" destOrd="0" presId="urn:microsoft.com/office/officeart/2008/layout/HorizontalMultiLevelHierarchy"/>
    <dgm:cxn modelId="{1F5D3290-4E1D-45F7-B87B-5DD43C3D22A1}" type="presOf" srcId="{D6D6CA15-BA6A-474D-9F25-7C14BC9A19F3}" destId="{8BB1FDF6-105A-42E4-B414-14CF5D2CB68E}" srcOrd="0" destOrd="0" presId="urn:microsoft.com/office/officeart/2008/layout/HorizontalMultiLevelHierarchy"/>
    <dgm:cxn modelId="{B0CF4CA1-0151-4C48-9700-7ABFD58A2D11}" type="presOf" srcId="{D6D6CA15-BA6A-474D-9F25-7C14BC9A19F3}" destId="{B897C8AE-6A80-4865-B392-1BC09A61D889}" srcOrd="1" destOrd="0" presId="urn:microsoft.com/office/officeart/2008/layout/HorizontalMultiLevelHierarchy"/>
    <dgm:cxn modelId="{7A017FAD-3996-4E88-8650-1B6F525DB511}" type="presOf" srcId="{15AAFC8B-5C0E-423A-8A22-07E22F7E4B2B}" destId="{D5AAFB79-1619-4715-9BF9-DA115E1A1DBB}" srcOrd="0" destOrd="0" presId="urn:microsoft.com/office/officeart/2008/layout/HorizontalMultiLevelHierarchy"/>
    <dgm:cxn modelId="{A4B504B0-8E80-43C1-A453-D4C89D321435}" type="presOf" srcId="{16246ECD-CB0C-4260-BB77-B888ED7DDEE0}" destId="{69C85DD0-CC0E-401B-8802-C0C834E8E5A1}" srcOrd="0" destOrd="0" presId="urn:microsoft.com/office/officeart/2008/layout/HorizontalMultiLevelHierarchy"/>
    <dgm:cxn modelId="{D81D67BA-6E9D-46F4-9403-B36E5607FD43}" type="presOf" srcId="{5421C881-7DD4-424F-832B-901D323825D8}" destId="{5BF92E60-9496-404B-B354-684E12587E90}" srcOrd="0" destOrd="0" presId="urn:microsoft.com/office/officeart/2008/layout/HorizontalMultiLevelHierarchy"/>
    <dgm:cxn modelId="{D6F430CE-2F37-4B5F-AACB-51824E1DD35B}" type="presOf" srcId="{504184F0-F746-47DA-A9BE-2064AFE8CE96}" destId="{F617271F-6C50-4435-819E-83344DBB56D7}" srcOrd="0" destOrd="0" presId="urn:microsoft.com/office/officeart/2008/layout/HorizontalMultiLevelHierarchy"/>
    <dgm:cxn modelId="{DCDB4EDF-1978-4068-897B-805E089F7552}" srcId="{4F561C26-1B18-427D-947C-5D6CA9B1FD4D}" destId="{BE8639C0-6F56-48C4-87A7-D7D33224FD3B}" srcOrd="4" destOrd="0" parTransId="{D36FF3F7-D47E-452F-A93F-653027ECBCEB}" sibTransId="{ED87A52D-0F68-4C4E-9B44-9CE776B01430}"/>
    <dgm:cxn modelId="{1BCDBEE4-8499-4C98-B312-4B8C014508B9}" type="presOf" srcId="{BC2537AC-BEE7-40AF-A9C0-DCD62D11F494}" destId="{7E80C55F-754C-45A5-9645-FC82DAACF916}" srcOrd="0" destOrd="0" presId="urn:microsoft.com/office/officeart/2008/layout/HorizontalMultiLevelHierarchy"/>
    <dgm:cxn modelId="{19690FF2-5847-4DB1-9364-B02D6ECB2417}" type="presOf" srcId="{D36FF3F7-D47E-452F-A93F-653027ECBCEB}" destId="{02FB26FF-65AB-484A-A77C-F28D21BECBD8}" srcOrd="0" destOrd="0" presId="urn:microsoft.com/office/officeart/2008/layout/HorizontalMultiLevelHierarchy"/>
    <dgm:cxn modelId="{E3D9CEF2-6320-4DC3-908E-9453C8FFCD88}" type="presOf" srcId="{5421C881-7DD4-424F-832B-901D323825D8}" destId="{F07612A9-8949-4246-8F56-3B477F0204A8}" srcOrd="1" destOrd="0" presId="urn:microsoft.com/office/officeart/2008/layout/HorizontalMultiLevelHierarchy"/>
    <dgm:cxn modelId="{866B24F7-AA54-45A0-A255-9BC337127759}" srcId="{4F561C26-1B18-427D-947C-5D6CA9B1FD4D}" destId="{E8D40ED9-9690-4FC2-88CC-A39799AE48A4}" srcOrd="5" destOrd="0" parTransId="{5421C881-7DD4-424F-832B-901D323825D8}" sibTransId="{99E50466-4120-4CD8-AE57-8C9DB7BFAC68}"/>
    <dgm:cxn modelId="{845FB5FE-05F3-4DD0-8F67-1F1AB8D3043F}" type="presOf" srcId="{4F561C26-1B18-427D-947C-5D6CA9B1FD4D}" destId="{5A8CD035-ACD6-4839-8DBF-46D8BD144A2C}" srcOrd="0" destOrd="0" presId="urn:microsoft.com/office/officeart/2008/layout/HorizontalMultiLevelHierarchy"/>
    <dgm:cxn modelId="{5EF93C39-96E6-48A1-8D1D-E8ECBFF9364D}" type="presParOf" srcId="{8CF7FF16-0068-45CF-9E2C-573CED31019E}" destId="{AB761C66-0477-495A-8F25-763E13082626}" srcOrd="0" destOrd="0" presId="urn:microsoft.com/office/officeart/2008/layout/HorizontalMultiLevelHierarchy"/>
    <dgm:cxn modelId="{912509BB-BA03-4C41-9703-5C28A3641BDD}" type="presParOf" srcId="{AB761C66-0477-495A-8F25-763E13082626}" destId="{5A8CD035-ACD6-4839-8DBF-46D8BD144A2C}" srcOrd="0" destOrd="0" presId="urn:microsoft.com/office/officeart/2008/layout/HorizontalMultiLevelHierarchy"/>
    <dgm:cxn modelId="{E03AA933-332D-49E9-8E93-61C39E53C508}" type="presParOf" srcId="{AB761C66-0477-495A-8F25-763E13082626}" destId="{A1F82A73-B68F-41E2-90ED-F41F713F8425}" srcOrd="1" destOrd="0" presId="urn:microsoft.com/office/officeart/2008/layout/HorizontalMultiLevelHierarchy"/>
    <dgm:cxn modelId="{57444074-0024-4DA0-B3CF-8BD9CB42F0AE}" type="presParOf" srcId="{A1F82A73-B68F-41E2-90ED-F41F713F8425}" destId="{F617271F-6C50-4435-819E-83344DBB56D7}" srcOrd="0" destOrd="0" presId="urn:microsoft.com/office/officeart/2008/layout/HorizontalMultiLevelHierarchy"/>
    <dgm:cxn modelId="{9CB5938A-FD2F-47F8-9355-21F2E2C548B2}" type="presParOf" srcId="{F617271F-6C50-4435-819E-83344DBB56D7}" destId="{AB36AA7B-78C3-489E-9F1E-457646ECC023}" srcOrd="0" destOrd="0" presId="urn:microsoft.com/office/officeart/2008/layout/HorizontalMultiLevelHierarchy"/>
    <dgm:cxn modelId="{EA3164F2-F9D2-4966-9A92-1B7DDB7112EA}" type="presParOf" srcId="{A1F82A73-B68F-41E2-90ED-F41F713F8425}" destId="{FEAF86B0-4D23-48CB-9175-AB37AB16039F}" srcOrd="1" destOrd="0" presId="urn:microsoft.com/office/officeart/2008/layout/HorizontalMultiLevelHierarchy"/>
    <dgm:cxn modelId="{873C0872-17D4-4F46-951B-E023648E1A5B}" type="presParOf" srcId="{FEAF86B0-4D23-48CB-9175-AB37AB16039F}" destId="{69C85DD0-CC0E-401B-8802-C0C834E8E5A1}" srcOrd="0" destOrd="0" presId="urn:microsoft.com/office/officeart/2008/layout/HorizontalMultiLevelHierarchy"/>
    <dgm:cxn modelId="{35445397-970F-401D-9692-F3523277CE90}" type="presParOf" srcId="{FEAF86B0-4D23-48CB-9175-AB37AB16039F}" destId="{13B78026-2CBE-41C7-9BB1-88BB5C400374}" srcOrd="1" destOrd="0" presId="urn:microsoft.com/office/officeart/2008/layout/HorizontalMultiLevelHierarchy"/>
    <dgm:cxn modelId="{7B789AF5-0CE7-42D0-9369-2980EEE1F9CB}" type="presParOf" srcId="{A1F82A73-B68F-41E2-90ED-F41F713F8425}" destId="{BD12E1DE-3645-48F9-9C7A-48680D6BBE34}" srcOrd="2" destOrd="0" presId="urn:microsoft.com/office/officeart/2008/layout/HorizontalMultiLevelHierarchy"/>
    <dgm:cxn modelId="{C4D3342B-5DF9-4794-9E82-2FC9D160B895}" type="presParOf" srcId="{BD12E1DE-3645-48F9-9C7A-48680D6BBE34}" destId="{87D0EA73-2E63-4418-AB79-F60136FFF402}" srcOrd="0" destOrd="0" presId="urn:microsoft.com/office/officeart/2008/layout/HorizontalMultiLevelHierarchy"/>
    <dgm:cxn modelId="{890D09FD-C074-4E35-A135-816D937C89BD}" type="presParOf" srcId="{A1F82A73-B68F-41E2-90ED-F41F713F8425}" destId="{D8A6C35B-F890-468D-92C0-31E6555CFDAD}" srcOrd="3" destOrd="0" presId="urn:microsoft.com/office/officeart/2008/layout/HorizontalMultiLevelHierarchy"/>
    <dgm:cxn modelId="{F6D861AD-F750-4B49-9E8A-1BE04E650B4B}" type="presParOf" srcId="{D8A6C35B-F890-468D-92C0-31E6555CFDAD}" destId="{328348C3-958B-4BC7-B1EB-F443CA88A381}" srcOrd="0" destOrd="0" presId="urn:microsoft.com/office/officeart/2008/layout/HorizontalMultiLevelHierarchy"/>
    <dgm:cxn modelId="{5CE7F79F-B185-4765-A489-885D8709D476}" type="presParOf" srcId="{D8A6C35B-F890-468D-92C0-31E6555CFDAD}" destId="{D9600CF0-3070-4C9C-A19B-F8B7B323946F}" srcOrd="1" destOrd="0" presId="urn:microsoft.com/office/officeart/2008/layout/HorizontalMultiLevelHierarchy"/>
    <dgm:cxn modelId="{2A3DD9B3-3D5D-450E-B749-48424B622016}" type="presParOf" srcId="{A1F82A73-B68F-41E2-90ED-F41F713F8425}" destId="{D5AAFB79-1619-4715-9BF9-DA115E1A1DBB}" srcOrd="4" destOrd="0" presId="urn:microsoft.com/office/officeart/2008/layout/HorizontalMultiLevelHierarchy"/>
    <dgm:cxn modelId="{5123C716-D91D-48DE-ADCE-91E9987CB1C8}" type="presParOf" srcId="{D5AAFB79-1619-4715-9BF9-DA115E1A1DBB}" destId="{CBA91699-BDC8-44A6-9752-74832961DA87}" srcOrd="0" destOrd="0" presId="urn:microsoft.com/office/officeart/2008/layout/HorizontalMultiLevelHierarchy"/>
    <dgm:cxn modelId="{4CCC834B-D8E1-4180-861F-5C17610745B8}" type="presParOf" srcId="{A1F82A73-B68F-41E2-90ED-F41F713F8425}" destId="{80E64C67-E89C-48E4-B4A8-11C319566F5F}" srcOrd="5" destOrd="0" presId="urn:microsoft.com/office/officeart/2008/layout/HorizontalMultiLevelHierarchy"/>
    <dgm:cxn modelId="{176ACC13-0E46-4C95-828C-88FB926E5862}" type="presParOf" srcId="{80E64C67-E89C-48E4-B4A8-11C319566F5F}" destId="{AAA4F78A-85B3-47A3-837F-51D026AB7BC1}" srcOrd="0" destOrd="0" presId="urn:microsoft.com/office/officeart/2008/layout/HorizontalMultiLevelHierarchy"/>
    <dgm:cxn modelId="{612651EB-EB9E-478C-AA51-319AAFCEB465}" type="presParOf" srcId="{80E64C67-E89C-48E4-B4A8-11C319566F5F}" destId="{9755FAA8-6402-476C-A9A9-9FFC88CDF7FC}" srcOrd="1" destOrd="0" presId="urn:microsoft.com/office/officeart/2008/layout/HorizontalMultiLevelHierarchy"/>
    <dgm:cxn modelId="{439827FE-B782-4478-92D8-19B9744907A2}" type="presParOf" srcId="{A1F82A73-B68F-41E2-90ED-F41F713F8425}" destId="{8BB1FDF6-105A-42E4-B414-14CF5D2CB68E}" srcOrd="6" destOrd="0" presId="urn:microsoft.com/office/officeart/2008/layout/HorizontalMultiLevelHierarchy"/>
    <dgm:cxn modelId="{A3A42539-0A40-4E98-BAAA-8D43E4A8C044}" type="presParOf" srcId="{8BB1FDF6-105A-42E4-B414-14CF5D2CB68E}" destId="{B897C8AE-6A80-4865-B392-1BC09A61D889}" srcOrd="0" destOrd="0" presId="urn:microsoft.com/office/officeart/2008/layout/HorizontalMultiLevelHierarchy"/>
    <dgm:cxn modelId="{37E63EB2-5216-420A-990C-752A28C5E6A9}" type="presParOf" srcId="{A1F82A73-B68F-41E2-90ED-F41F713F8425}" destId="{E99FA0BE-6059-4A68-AA90-A3B974B2CCD6}" srcOrd="7" destOrd="0" presId="urn:microsoft.com/office/officeart/2008/layout/HorizontalMultiLevelHierarchy"/>
    <dgm:cxn modelId="{F81F43F1-2362-41BA-B4D8-FB66F709F334}" type="presParOf" srcId="{E99FA0BE-6059-4A68-AA90-A3B974B2CCD6}" destId="{7E80C55F-754C-45A5-9645-FC82DAACF916}" srcOrd="0" destOrd="0" presId="urn:microsoft.com/office/officeart/2008/layout/HorizontalMultiLevelHierarchy"/>
    <dgm:cxn modelId="{E8992326-060A-4A28-8F78-B9286940D05A}" type="presParOf" srcId="{E99FA0BE-6059-4A68-AA90-A3B974B2CCD6}" destId="{C194729E-F846-4341-83E6-0C5CCA236E01}" srcOrd="1" destOrd="0" presId="urn:microsoft.com/office/officeart/2008/layout/HorizontalMultiLevelHierarchy"/>
    <dgm:cxn modelId="{FEDC31D9-C26C-482A-ACA5-3FA68C754266}" type="presParOf" srcId="{A1F82A73-B68F-41E2-90ED-F41F713F8425}" destId="{02FB26FF-65AB-484A-A77C-F28D21BECBD8}" srcOrd="8" destOrd="0" presId="urn:microsoft.com/office/officeart/2008/layout/HorizontalMultiLevelHierarchy"/>
    <dgm:cxn modelId="{393DC0EE-B489-4C88-96D7-4751E38B78F2}" type="presParOf" srcId="{02FB26FF-65AB-484A-A77C-F28D21BECBD8}" destId="{20E53D62-9C45-4FDA-8F90-563BF747334A}" srcOrd="0" destOrd="0" presId="urn:microsoft.com/office/officeart/2008/layout/HorizontalMultiLevelHierarchy"/>
    <dgm:cxn modelId="{BB99D833-7B6A-484E-8F0F-5BEF821C1937}" type="presParOf" srcId="{A1F82A73-B68F-41E2-90ED-F41F713F8425}" destId="{0F0C3007-6A9C-4AE2-8AA9-52995676D016}" srcOrd="9" destOrd="0" presId="urn:microsoft.com/office/officeart/2008/layout/HorizontalMultiLevelHierarchy"/>
    <dgm:cxn modelId="{0A755F65-8F4C-49A2-A813-DFD4BB249409}" type="presParOf" srcId="{0F0C3007-6A9C-4AE2-8AA9-52995676D016}" destId="{3392D260-EDA6-4883-A3AF-2862193AF684}" srcOrd="0" destOrd="0" presId="urn:microsoft.com/office/officeart/2008/layout/HorizontalMultiLevelHierarchy"/>
    <dgm:cxn modelId="{A6CEA55D-1015-48BF-98B5-344FA51EAE84}" type="presParOf" srcId="{0F0C3007-6A9C-4AE2-8AA9-52995676D016}" destId="{3B14CAF6-33CD-4821-A472-E0C3DB13EDBE}" srcOrd="1" destOrd="0" presId="urn:microsoft.com/office/officeart/2008/layout/HorizontalMultiLevelHierarchy"/>
    <dgm:cxn modelId="{40991060-7BB1-4314-94F6-40291D55AAFE}" type="presParOf" srcId="{A1F82A73-B68F-41E2-90ED-F41F713F8425}" destId="{5BF92E60-9496-404B-B354-684E12587E90}" srcOrd="10" destOrd="0" presId="urn:microsoft.com/office/officeart/2008/layout/HorizontalMultiLevelHierarchy"/>
    <dgm:cxn modelId="{8D7C1F1D-9ED0-4F23-AA94-7EA92A5679BA}" type="presParOf" srcId="{5BF92E60-9496-404B-B354-684E12587E90}" destId="{F07612A9-8949-4246-8F56-3B477F0204A8}" srcOrd="0" destOrd="0" presId="urn:microsoft.com/office/officeart/2008/layout/HorizontalMultiLevelHierarchy"/>
    <dgm:cxn modelId="{C923CA01-3721-4EFF-9F96-BFCA891561D4}" type="presParOf" srcId="{A1F82A73-B68F-41E2-90ED-F41F713F8425}" destId="{9044B38B-4EB2-4DCE-AD8B-A16F13BE6BC0}" srcOrd="11" destOrd="0" presId="urn:microsoft.com/office/officeart/2008/layout/HorizontalMultiLevelHierarchy"/>
    <dgm:cxn modelId="{8830B296-F7FA-4A3B-B63F-40B0C6B36A8C}" type="presParOf" srcId="{9044B38B-4EB2-4DCE-AD8B-A16F13BE6BC0}" destId="{9FF353FD-9CD0-413D-9C4E-DAE5CD68908B}" srcOrd="0" destOrd="0" presId="urn:microsoft.com/office/officeart/2008/layout/HorizontalMultiLevelHierarchy"/>
    <dgm:cxn modelId="{0E44B70F-0837-4261-8667-AEF21C8C83E9}" type="presParOf" srcId="{9044B38B-4EB2-4DCE-AD8B-A16F13BE6BC0}" destId="{3986ED53-81EC-4DD4-9B90-A581E6F8467C}" srcOrd="1" destOrd="0" presId="urn:microsoft.com/office/officeart/2008/layout/HorizontalMultiLevelHierarchy"/>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52.xml><?xml version="1.0" encoding="utf-8"?>
<dgm:dataModel xmlns:dgm="http://schemas.openxmlformats.org/drawingml/2006/diagram" xmlns:a="http://schemas.openxmlformats.org/drawingml/2006/main">
  <dgm:ptLst>
    <dgm:pt modelId="{38601DB8-7AD1-4E75-94B5-9DDC7F3EDE90}" type="doc">
      <dgm:prSet loTypeId="urn:microsoft.com/office/officeart/2008/layout/LinedList" loCatId="list" qsTypeId="urn:microsoft.com/office/officeart/2005/8/quickstyle/simple3" qsCatId="simple" csTypeId="urn:microsoft.com/office/officeart/2005/8/colors/colorful1" csCatId="colorful" phldr="1"/>
      <dgm:spPr/>
      <dgm:t>
        <a:bodyPr/>
        <a:lstStyle/>
        <a:p>
          <a:endParaRPr lang="en-IN"/>
        </a:p>
      </dgm:t>
    </dgm:pt>
    <dgm:pt modelId="{49D1F411-07EF-41C4-97B3-753A76FAC173}">
      <dgm:prSet phldrT="[Text]" custT="1"/>
      <dgm:spPr/>
      <dgm:t>
        <a:bodyPr/>
        <a:lstStyle/>
        <a:p>
          <a:r>
            <a:rPr lang="en-US" sz="1800" b="1" dirty="0"/>
            <a:t>Chapters</a:t>
          </a:r>
          <a:endParaRPr lang="en-IN" sz="1800" b="1" dirty="0"/>
        </a:p>
      </dgm:t>
    </dgm:pt>
    <dgm:pt modelId="{3B7EEFA2-E03C-4388-B9D8-7D63C2D195AB}" type="parTrans" cxnId="{F84D2952-12F6-4A75-B5C0-2F585AD7BF2A}">
      <dgm:prSet/>
      <dgm:spPr/>
      <dgm:t>
        <a:bodyPr/>
        <a:lstStyle/>
        <a:p>
          <a:endParaRPr lang="en-IN" sz="1800"/>
        </a:p>
      </dgm:t>
    </dgm:pt>
    <dgm:pt modelId="{5373B9E3-4C97-486E-92BA-9BED05A00AE3}" type="sibTrans" cxnId="{F84D2952-12F6-4A75-B5C0-2F585AD7BF2A}">
      <dgm:prSet/>
      <dgm:spPr/>
      <dgm:t>
        <a:bodyPr/>
        <a:lstStyle/>
        <a:p>
          <a:endParaRPr lang="en-IN" sz="1800"/>
        </a:p>
      </dgm:t>
    </dgm:pt>
    <dgm:pt modelId="{C2D226F5-AE46-4D91-AD80-6DAF9E2084B5}">
      <dgm:prSet phldrT="[Text]" custT="1"/>
      <dgm:spPr/>
      <dgm:t>
        <a:bodyPr/>
        <a:lstStyle/>
        <a:p>
          <a:r>
            <a:rPr lang="en-US" sz="1800" dirty="0"/>
            <a:t>String Problems</a:t>
          </a:r>
          <a:endParaRPr lang="en-IN" sz="1800" dirty="0"/>
        </a:p>
      </dgm:t>
    </dgm:pt>
    <dgm:pt modelId="{0DC70B08-E7D3-4CC0-90ED-F20DA01282D3}" type="parTrans" cxnId="{658E6FB8-75B9-42E6-9A03-18B9E23A9290}">
      <dgm:prSet/>
      <dgm:spPr/>
      <dgm:t>
        <a:bodyPr/>
        <a:lstStyle/>
        <a:p>
          <a:endParaRPr lang="en-IN" sz="1800"/>
        </a:p>
      </dgm:t>
    </dgm:pt>
    <dgm:pt modelId="{6AB9053B-407C-46A1-9954-855EB1D0E3F6}" type="sibTrans" cxnId="{658E6FB8-75B9-42E6-9A03-18B9E23A9290}">
      <dgm:prSet/>
      <dgm:spPr/>
      <dgm:t>
        <a:bodyPr/>
        <a:lstStyle/>
        <a:p>
          <a:endParaRPr lang="en-IN" sz="1800"/>
        </a:p>
      </dgm:t>
    </dgm:pt>
    <dgm:pt modelId="{7CE64739-6D37-4040-ABAD-BE7E59994622}">
      <dgm:prSet phldrT="[Text]" custT="1"/>
      <dgm:spPr/>
      <dgm:t>
        <a:bodyPr/>
        <a:lstStyle/>
        <a:p>
          <a:r>
            <a:rPr lang="en-US" sz="1800" dirty="0"/>
            <a:t>Number Problems</a:t>
          </a:r>
          <a:endParaRPr lang="en-IN" sz="1800" dirty="0"/>
        </a:p>
      </dgm:t>
    </dgm:pt>
    <dgm:pt modelId="{DD0D7816-105A-45D5-B20E-2D43B1774985}" type="parTrans" cxnId="{9AD0D140-15B1-407A-92AE-AE55718DBE1C}">
      <dgm:prSet/>
      <dgm:spPr/>
      <dgm:t>
        <a:bodyPr/>
        <a:lstStyle/>
        <a:p>
          <a:endParaRPr lang="en-IN" sz="1800"/>
        </a:p>
      </dgm:t>
    </dgm:pt>
    <dgm:pt modelId="{58E45541-3240-4EF5-B247-54969583FC00}" type="sibTrans" cxnId="{9AD0D140-15B1-407A-92AE-AE55718DBE1C}">
      <dgm:prSet/>
      <dgm:spPr/>
      <dgm:t>
        <a:bodyPr/>
        <a:lstStyle/>
        <a:p>
          <a:endParaRPr lang="en-IN" sz="1800"/>
        </a:p>
      </dgm:t>
    </dgm:pt>
    <dgm:pt modelId="{E0B3FB1A-6882-4FB5-A102-6240928E4B25}">
      <dgm:prSet phldrT="[Text]" custT="1"/>
      <dgm:spPr/>
      <dgm:t>
        <a:bodyPr/>
        <a:lstStyle/>
        <a:p>
          <a:r>
            <a:rPr lang="en-US" sz="1800" dirty="0"/>
            <a:t>Array Problems</a:t>
          </a:r>
          <a:endParaRPr lang="en-IN" sz="1800" dirty="0"/>
        </a:p>
      </dgm:t>
    </dgm:pt>
    <dgm:pt modelId="{50101145-B96C-4DFA-A2DE-D1F56B9F9B37}" type="sibTrans" cxnId="{790EDDC8-9BCF-43FF-876D-AA397D6E079D}">
      <dgm:prSet/>
      <dgm:spPr/>
      <dgm:t>
        <a:bodyPr/>
        <a:lstStyle/>
        <a:p>
          <a:endParaRPr lang="en-IN" sz="1800"/>
        </a:p>
      </dgm:t>
    </dgm:pt>
    <dgm:pt modelId="{7E810868-1719-4FD8-9981-0C759F47450B}" type="parTrans" cxnId="{790EDDC8-9BCF-43FF-876D-AA397D6E079D}">
      <dgm:prSet/>
      <dgm:spPr/>
      <dgm:t>
        <a:bodyPr/>
        <a:lstStyle/>
        <a:p>
          <a:endParaRPr lang="en-IN" sz="1800"/>
        </a:p>
      </dgm:t>
    </dgm:pt>
    <dgm:pt modelId="{66095D65-C5A2-41C6-9576-B26232E05F6E}" type="pres">
      <dgm:prSet presAssocID="{38601DB8-7AD1-4E75-94B5-9DDC7F3EDE90}" presName="vert0" presStyleCnt="0">
        <dgm:presLayoutVars>
          <dgm:dir/>
          <dgm:animOne val="branch"/>
          <dgm:animLvl val="lvl"/>
        </dgm:presLayoutVars>
      </dgm:prSet>
      <dgm:spPr/>
    </dgm:pt>
    <dgm:pt modelId="{55B203F7-6897-4AF6-9B50-8D135F25AF42}" type="pres">
      <dgm:prSet presAssocID="{49D1F411-07EF-41C4-97B3-753A76FAC173}" presName="thickLine" presStyleLbl="alignNode1" presStyleIdx="0" presStyleCnt="1"/>
      <dgm:spPr/>
    </dgm:pt>
    <dgm:pt modelId="{BFCE65F5-31FA-45B2-8253-2F93881D5157}" type="pres">
      <dgm:prSet presAssocID="{49D1F411-07EF-41C4-97B3-753A76FAC173}" presName="horz1" presStyleCnt="0"/>
      <dgm:spPr/>
    </dgm:pt>
    <dgm:pt modelId="{B80E5F39-B185-4F92-97F9-794F41DA34E1}" type="pres">
      <dgm:prSet presAssocID="{49D1F411-07EF-41C4-97B3-753A76FAC173}" presName="tx1" presStyleLbl="revTx" presStyleIdx="0" presStyleCnt="4"/>
      <dgm:spPr/>
    </dgm:pt>
    <dgm:pt modelId="{8FBF09E1-498A-4B56-809E-080594EF4239}" type="pres">
      <dgm:prSet presAssocID="{49D1F411-07EF-41C4-97B3-753A76FAC173}" presName="vert1" presStyleCnt="0"/>
      <dgm:spPr/>
    </dgm:pt>
    <dgm:pt modelId="{F2A5DA90-2820-4D23-8722-2438098680BE}" type="pres">
      <dgm:prSet presAssocID="{E0B3FB1A-6882-4FB5-A102-6240928E4B25}" presName="vertSpace2a" presStyleCnt="0"/>
      <dgm:spPr/>
    </dgm:pt>
    <dgm:pt modelId="{46F004C1-C6B4-40B2-9A98-D0565C3A0E6F}" type="pres">
      <dgm:prSet presAssocID="{E0B3FB1A-6882-4FB5-A102-6240928E4B25}" presName="horz2" presStyleCnt="0"/>
      <dgm:spPr/>
    </dgm:pt>
    <dgm:pt modelId="{23870B4C-D4E7-45FC-B54D-0987469A0979}" type="pres">
      <dgm:prSet presAssocID="{E0B3FB1A-6882-4FB5-A102-6240928E4B25}" presName="horzSpace2" presStyleCnt="0"/>
      <dgm:spPr/>
    </dgm:pt>
    <dgm:pt modelId="{256B3FD9-2B96-4F77-A0AC-6D03C9A9A284}" type="pres">
      <dgm:prSet presAssocID="{E0B3FB1A-6882-4FB5-A102-6240928E4B25}" presName="tx2" presStyleLbl="revTx" presStyleIdx="1" presStyleCnt="4"/>
      <dgm:spPr/>
    </dgm:pt>
    <dgm:pt modelId="{3C8EF3F8-4BAD-4ACB-9070-991C3A0CF567}" type="pres">
      <dgm:prSet presAssocID="{E0B3FB1A-6882-4FB5-A102-6240928E4B25}" presName="vert2" presStyleCnt="0"/>
      <dgm:spPr/>
    </dgm:pt>
    <dgm:pt modelId="{418EF8E6-E935-4972-990F-DBE0F3AB8352}" type="pres">
      <dgm:prSet presAssocID="{E0B3FB1A-6882-4FB5-A102-6240928E4B25}" presName="thinLine2b" presStyleLbl="callout" presStyleIdx="0" presStyleCnt="3"/>
      <dgm:spPr/>
    </dgm:pt>
    <dgm:pt modelId="{1471922A-2AAD-4A83-A19C-9D1C99FF19B8}" type="pres">
      <dgm:prSet presAssocID="{E0B3FB1A-6882-4FB5-A102-6240928E4B25}" presName="vertSpace2b" presStyleCnt="0"/>
      <dgm:spPr/>
    </dgm:pt>
    <dgm:pt modelId="{EA4F223F-2E9B-4D9E-B098-FED45D8EA22F}" type="pres">
      <dgm:prSet presAssocID="{C2D226F5-AE46-4D91-AD80-6DAF9E2084B5}" presName="horz2" presStyleCnt="0"/>
      <dgm:spPr/>
    </dgm:pt>
    <dgm:pt modelId="{6AA9AD3D-E980-4796-B5BB-645D7AD63C12}" type="pres">
      <dgm:prSet presAssocID="{C2D226F5-AE46-4D91-AD80-6DAF9E2084B5}" presName="horzSpace2" presStyleCnt="0"/>
      <dgm:spPr/>
    </dgm:pt>
    <dgm:pt modelId="{64CF7552-A0F8-4B1A-AF27-D3263E9A7CB6}" type="pres">
      <dgm:prSet presAssocID="{C2D226F5-AE46-4D91-AD80-6DAF9E2084B5}" presName="tx2" presStyleLbl="revTx" presStyleIdx="2" presStyleCnt="4"/>
      <dgm:spPr/>
    </dgm:pt>
    <dgm:pt modelId="{DCFBDC7A-BDA0-43D4-90B0-7997BD9067B4}" type="pres">
      <dgm:prSet presAssocID="{C2D226F5-AE46-4D91-AD80-6DAF9E2084B5}" presName="vert2" presStyleCnt="0"/>
      <dgm:spPr/>
    </dgm:pt>
    <dgm:pt modelId="{BB5B8CD0-BABE-411A-A549-71D9EC686141}" type="pres">
      <dgm:prSet presAssocID="{C2D226F5-AE46-4D91-AD80-6DAF9E2084B5}" presName="thinLine2b" presStyleLbl="callout" presStyleIdx="1" presStyleCnt="3"/>
      <dgm:spPr/>
    </dgm:pt>
    <dgm:pt modelId="{4FDC8D78-0E9B-44C8-B1BE-0A3A8ECB0816}" type="pres">
      <dgm:prSet presAssocID="{C2D226F5-AE46-4D91-AD80-6DAF9E2084B5}" presName="vertSpace2b" presStyleCnt="0"/>
      <dgm:spPr/>
    </dgm:pt>
    <dgm:pt modelId="{36AA8186-A67C-4DF2-9FD8-3788DC14D679}" type="pres">
      <dgm:prSet presAssocID="{7CE64739-6D37-4040-ABAD-BE7E59994622}" presName="horz2" presStyleCnt="0"/>
      <dgm:spPr/>
    </dgm:pt>
    <dgm:pt modelId="{D39FE916-C989-4498-86A3-D8A7F23B0E31}" type="pres">
      <dgm:prSet presAssocID="{7CE64739-6D37-4040-ABAD-BE7E59994622}" presName="horzSpace2" presStyleCnt="0"/>
      <dgm:spPr/>
    </dgm:pt>
    <dgm:pt modelId="{70FF2359-2DDF-47ED-9856-1A7D61C888F7}" type="pres">
      <dgm:prSet presAssocID="{7CE64739-6D37-4040-ABAD-BE7E59994622}" presName="tx2" presStyleLbl="revTx" presStyleIdx="3" presStyleCnt="4"/>
      <dgm:spPr/>
    </dgm:pt>
    <dgm:pt modelId="{138E771F-01DA-46DF-A9A0-9A7552D85EB9}" type="pres">
      <dgm:prSet presAssocID="{7CE64739-6D37-4040-ABAD-BE7E59994622}" presName="vert2" presStyleCnt="0"/>
      <dgm:spPr/>
    </dgm:pt>
    <dgm:pt modelId="{BC2D52AD-8243-4FE3-94B1-E0459E24A0DB}" type="pres">
      <dgm:prSet presAssocID="{7CE64739-6D37-4040-ABAD-BE7E59994622}" presName="thinLine2b" presStyleLbl="callout" presStyleIdx="2" presStyleCnt="3"/>
      <dgm:spPr/>
    </dgm:pt>
    <dgm:pt modelId="{740B0656-EE62-443E-ACA5-ACFFDEADBC3A}" type="pres">
      <dgm:prSet presAssocID="{7CE64739-6D37-4040-ABAD-BE7E59994622}" presName="vertSpace2b" presStyleCnt="0"/>
      <dgm:spPr/>
    </dgm:pt>
  </dgm:ptLst>
  <dgm:cxnLst>
    <dgm:cxn modelId="{DD6F1004-D42B-40FC-BFA5-2824B78D1C55}" type="presOf" srcId="{7CE64739-6D37-4040-ABAD-BE7E59994622}" destId="{70FF2359-2DDF-47ED-9856-1A7D61C888F7}" srcOrd="0" destOrd="0" presId="urn:microsoft.com/office/officeart/2008/layout/LinedList"/>
    <dgm:cxn modelId="{FADDDF26-0E35-448C-9FA2-C80C32332046}" type="presOf" srcId="{49D1F411-07EF-41C4-97B3-753A76FAC173}" destId="{B80E5F39-B185-4F92-97F9-794F41DA34E1}" srcOrd="0" destOrd="0" presId="urn:microsoft.com/office/officeart/2008/layout/LinedList"/>
    <dgm:cxn modelId="{ABD6EB2E-D17F-4BEE-89B9-FAABCCC1C663}" type="presOf" srcId="{38601DB8-7AD1-4E75-94B5-9DDC7F3EDE90}" destId="{66095D65-C5A2-41C6-9576-B26232E05F6E}" srcOrd="0" destOrd="0" presId="urn:microsoft.com/office/officeart/2008/layout/LinedList"/>
    <dgm:cxn modelId="{9AD0D140-15B1-407A-92AE-AE55718DBE1C}" srcId="{49D1F411-07EF-41C4-97B3-753A76FAC173}" destId="{7CE64739-6D37-4040-ABAD-BE7E59994622}" srcOrd="2" destOrd="0" parTransId="{DD0D7816-105A-45D5-B20E-2D43B1774985}" sibTransId="{58E45541-3240-4EF5-B247-54969583FC00}"/>
    <dgm:cxn modelId="{F84D2952-12F6-4A75-B5C0-2F585AD7BF2A}" srcId="{38601DB8-7AD1-4E75-94B5-9DDC7F3EDE90}" destId="{49D1F411-07EF-41C4-97B3-753A76FAC173}" srcOrd="0" destOrd="0" parTransId="{3B7EEFA2-E03C-4388-B9D8-7D63C2D195AB}" sibTransId="{5373B9E3-4C97-486E-92BA-9BED05A00AE3}"/>
    <dgm:cxn modelId="{A827B69B-171C-4229-844F-9E376116163E}" type="presOf" srcId="{C2D226F5-AE46-4D91-AD80-6DAF9E2084B5}" destId="{64CF7552-A0F8-4B1A-AF27-D3263E9A7CB6}" srcOrd="0" destOrd="0" presId="urn:microsoft.com/office/officeart/2008/layout/LinedList"/>
    <dgm:cxn modelId="{658E6FB8-75B9-42E6-9A03-18B9E23A9290}" srcId="{49D1F411-07EF-41C4-97B3-753A76FAC173}" destId="{C2D226F5-AE46-4D91-AD80-6DAF9E2084B5}" srcOrd="1" destOrd="0" parTransId="{0DC70B08-E7D3-4CC0-90ED-F20DA01282D3}" sibTransId="{6AB9053B-407C-46A1-9954-855EB1D0E3F6}"/>
    <dgm:cxn modelId="{AD0244C6-E594-471A-8979-DF8356780D86}" type="presOf" srcId="{E0B3FB1A-6882-4FB5-A102-6240928E4B25}" destId="{256B3FD9-2B96-4F77-A0AC-6D03C9A9A284}" srcOrd="0" destOrd="0" presId="urn:microsoft.com/office/officeart/2008/layout/LinedList"/>
    <dgm:cxn modelId="{790EDDC8-9BCF-43FF-876D-AA397D6E079D}" srcId="{49D1F411-07EF-41C4-97B3-753A76FAC173}" destId="{E0B3FB1A-6882-4FB5-A102-6240928E4B25}" srcOrd="0" destOrd="0" parTransId="{7E810868-1719-4FD8-9981-0C759F47450B}" sibTransId="{50101145-B96C-4DFA-A2DE-D1F56B9F9B37}"/>
    <dgm:cxn modelId="{0D2A5996-55E6-4CBC-9527-0A333E39D0A1}" type="presParOf" srcId="{66095D65-C5A2-41C6-9576-B26232E05F6E}" destId="{55B203F7-6897-4AF6-9B50-8D135F25AF42}" srcOrd="0" destOrd="0" presId="urn:microsoft.com/office/officeart/2008/layout/LinedList"/>
    <dgm:cxn modelId="{5F85D97D-C90B-4FB4-8014-6028B9D9CA1D}" type="presParOf" srcId="{66095D65-C5A2-41C6-9576-B26232E05F6E}" destId="{BFCE65F5-31FA-45B2-8253-2F93881D5157}" srcOrd="1" destOrd="0" presId="urn:microsoft.com/office/officeart/2008/layout/LinedList"/>
    <dgm:cxn modelId="{B850E260-5249-486F-9D83-A32A37F45730}" type="presParOf" srcId="{BFCE65F5-31FA-45B2-8253-2F93881D5157}" destId="{B80E5F39-B185-4F92-97F9-794F41DA34E1}" srcOrd="0" destOrd="0" presId="urn:microsoft.com/office/officeart/2008/layout/LinedList"/>
    <dgm:cxn modelId="{1C21B1C0-767F-4840-ABBC-DD66F535EE9A}" type="presParOf" srcId="{BFCE65F5-31FA-45B2-8253-2F93881D5157}" destId="{8FBF09E1-498A-4B56-809E-080594EF4239}" srcOrd="1" destOrd="0" presId="urn:microsoft.com/office/officeart/2008/layout/LinedList"/>
    <dgm:cxn modelId="{DAA28231-4F17-46DD-A423-8331D4EB5ECB}" type="presParOf" srcId="{8FBF09E1-498A-4B56-809E-080594EF4239}" destId="{F2A5DA90-2820-4D23-8722-2438098680BE}" srcOrd="0" destOrd="0" presId="urn:microsoft.com/office/officeart/2008/layout/LinedList"/>
    <dgm:cxn modelId="{E9E547E5-0335-4588-A028-7FB9B4D97B8C}" type="presParOf" srcId="{8FBF09E1-498A-4B56-809E-080594EF4239}" destId="{46F004C1-C6B4-40B2-9A98-D0565C3A0E6F}" srcOrd="1" destOrd="0" presId="urn:microsoft.com/office/officeart/2008/layout/LinedList"/>
    <dgm:cxn modelId="{F34140A7-3D97-4E29-BC22-6C66AAA85E0E}" type="presParOf" srcId="{46F004C1-C6B4-40B2-9A98-D0565C3A0E6F}" destId="{23870B4C-D4E7-45FC-B54D-0987469A0979}" srcOrd="0" destOrd="0" presId="urn:microsoft.com/office/officeart/2008/layout/LinedList"/>
    <dgm:cxn modelId="{A8033646-9CA8-4F9D-B76D-116F03DE059D}" type="presParOf" srcId="{46F004C1-C6B4-40B2-9A98-D0565C3A0E6F}" destId="{256B3FD9-2B96-4F77-A0AC-6D03C9A9A284}" srcOrd="1" destOrd="0" presId="urn:microsoft.com/office/officeart/2008/layout/LinedList"/>
    <dgm:cxn modelId="{4758280D-4EA6-4184-96D9-58EA6D0199B0}" type="presParOf" srcId="{46F004C1-C6B4-40B2-9A98-D0565C3A0E6F}" destId="{3C8EF3F8-4BAD-4ACB-9070-991C3A0CF567}" srcOrd="2" destOrd="0" presId="urn:microsoft.com/office/officeart/2008/layout/LinedList"/>
    <dgm:cxn modelId="{A508F8FA-8E7C-4354-82C9-8626A5C7705C}" type="presParOf" srcId="{8FBF09E1-498A-4B56-809E-080594EF4239}" destId="{418EF8E6-E935-4972-990F-DBE0F3AB8352}" srcOrd="2" destOrd="0" presId="urn:microsoft.com/office/officeart/2008/layout/LinedList"/>
    <dgm:cxn modelId="{E3A157E5-0E64-4C21-B060-4852A662495D}" type="presParOf" srcId="{8FBF09E1-498A-4B56-809E-080594EF4239}" destId="{1471922A-2AAD-4A83-A19C-9D1C99FF19B8}" srcOrd="3" destOrd="0" presId="urn:microsoft.com/office/officeart/2008/layout/LinedList"/>
    <dgm:cxn modelId="{3447CC87-8928-440F-9A16-1BD20B677840}" type="presParOf" srcId="{8FBF09E1-498A-4B56-809E-080594EF4239}" destId="{EA4F223F-2E9B-4D9E-B098-FED45D8EA22F}" srcOrd="4" destOrd="0" presId="urn:microsoft.com/office/officeart/2008/layout/LinedList"/>
    <dgm:cxn modelId="{31051535-30E5-46C8-8A75-03EF0A7BFA38}" type="presParOf" srcId="{EA4F223F-2E9B-4D9E-B098-FED45D8EA22F}" destId="{6AA9AD3D-E980-4796-B5BB-645D7AD63C12}" srcOrd="0" destOrd="0" presId="urn:microsoft.com/office/officeart/2008/layout/LinedList"/>
    <dgm:cxn modelId="{CA545820-0C75-4870-BCB9-9CE7195F2073}" type="presParOf" srcId="{EA4F223F-2E9B-4D9E-B098-FED45D8EA22F}" destId="{64CF7552-A0F8-4B1A-AF27-D3263E9A7CB6}" srcOrd="1" destOrd="0" presId="urn:microsoft.com/office/officeart/2008/layout/LinedList"/>
    <dgm:cxn modelId="{2408FD80-764D-411D-85E9-E166B0D4BCEF}" type="presParOf" srcId="{EA4F223F-2E9B-4D9E-B098-FED45D8EA22F}" destId="{DCFBDC7A-BDA0-43D4-90B0-7997BD9067B4}" srcOrd="2" destOrd="0" presId="urn:microsoft.com/office/officeart/2008/layout/LinedList"/>
    <dgm:cxn modelId="{CEE0FBF3-C1D3-45F8-B361-1C18224FAD77}" type="presParOf" srcId="{8FBF09E1-498A-4B56-809E-080594EF4239}" destId="{BB5B8CD0-BABE-411A-A549-71D9EC686141}" srcOrd="5" destOrd="0" presId="urn:microsoft.com/office/officeart/2008/layout/LinedList"/>
    <dgm:cxn modelId="{68B24E75-5BF9-4EC2-823A-B8F342A36449}" type="presParOf" srcId="{8FBF09E1-498A-4B56-809E-080594EF4239}" destId="{4FDC8D78-0E9B-44C8-B1BE-0A3A8ECB0816}" srcOrd="6" destOrd="0" presId="urn:microsoft.com/office/officeart/2008/layout/LinedList"/>
    <dgm:cxn modelId="{36C6CAC1-F20A-473F-8939-45483ABD2364}" type="presParOf" srcId="{8FBF09E1-498A-4B56-809E-080594EF4239}" destId="{36AA8186-A67C-4DF2-9FD8-3788DC14D679}" srcOrd="7" destOrd="0" presId="urn:microsoft.com/office/officeart/2008/layout/LinedList"/>
    <dgm:cxn modelId="{C2027866-589F-4E2F-A6D8-AFC5ABDCBB14}" type="presParOf" srcId="{36AA8186-A67C-4DF2-9FD8-3788DC14D679}" destId="{D39FE916-C989-4498-86A3-D8A7F23B0E31}" srcOrd="0" destOrd="0" presId="urn:microsoft.com/office/officeart/2008/layout/LinedList"/>
    <dgm:cxn modelId="{66FC4208-51F1-4603-BB06-CD560FEC0B2F}" type="presParOf" srcId="{36AA8186-A67C-4DF2-9FD8-3788DC14D679}" destId="{70FF2359-2DDF-47ED-9856-1A7D61C888F7}" srcOrd="1" destOrd="0" presId="urn:microsoft.com/office/officeart/2008/layout/LinedList"/>
    <dgm:cxn modelId="{5AE985C4-F4E4-43B8-9026-F07EE777226C}" type="presParOf" srcId="{36AA8186-A67C-4DF2-9FD8-3788DC14D679}" destId="{138E771F-01DA-46DF-A9A0-9A7552D85EB9}" srcOrd="2" destOrd="0" presId="urn:microsoft.com/office/officeart/2008/layout/LinedList"/>
    <dgm:cxn modelId="{2738C9F4-D051-463A-A25F-9EE55543272A}" type="presParOf" srcId="{8FBF09E1-498A-4B56-809E-080594EF4239}" destId="{BC2D52AD-8243-4FE3-94B1-E0459E24A0DB}" srcOrd="8" destOrd="0" presId="urn:microsoft.com/office/officeart/2008/layout/LinedList"/>
    <dgm:cxn modelId="{FB00CD15-4DFB-43AF-BFC5-A83F319D8CAB}" type="presParOf" srcId="{8FBF09E1-498A-4B56-809E-080594EF4239}" destId="{740B0656-EE62-443E-ACA5-ACFFDEADBC3A}" srcOrd="9" destOrd="0" presId="urn:microsoft.com/office/officeart/2008/layout/LinedList"/>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53.xml><?xml version="1.0" encoding="utf-8"?>
<dgm:dataModel xmlns:dgm="http://schemas.openxmlformats.org/drawingml/2006/diagram" xmlns:a="http://schemas.openxmlformats.org/drawingml/2006/main">
  <dgm:ptLst>
    <dgm:pt modelId="{8B071A74-55FF-4AA9-BFE2-21610A90A515}" type="doc">
      <dgm:prSet loTypeId="urn:microsoft.com/office/officeart/2009/3/layout/StepUpProcess" loCatId="process" qsTypeId="urn:microsoft.com/office/officeart/2005/8/quickstyle/simple1" qsCatId="simple" csTypeId="urn:microsoft.com/office/officeart/2005/8/colors/colorful1" csCatId="colorful" phldr="1"/>
      <dgm:spPr/>
      <dgm:t>
        <a:bodyPr/>
        <a:lstStyle/>
        <a:p>
          <a:endParaRPr lang="en-IN"/>
        </a:p>
      </dgm:t>
    </dgm:pt>
    <dgm:pt modelId="{755DE083-8AE1-4FC0-9EA9-E576C48D68DA}">
      <dgm:prSet phldrT="[Text]" custT="1"/>
      <dgm:spPr/>
      <dgm:t>
        <a:bodyPr/>
        <a:lstStyle/>
        <a:p>
          <a:r>
            <a:rPr lang="en-US" sz="1800" dirty="0"/>
            <a:t>Basics</a:t>
          </a:r>
          <a:endParaRPr lang="en-IN" sz="1800" dirty="0"/>
        </a:p>
      </dgm:t>
    </dgm:pt>
    <dgm:pt modelId="{CCB9ECB8-6AAD-40A0-A66C-E7925B9610C1}" type="parTrans" cxnId="{FD9C5C3B-959F-4541-BD0C-47F59DC0C89E}">
      <dgm:prSet/>
      <dgm:spPr/>
      <dgm:t>
        <a:bodyPr/>
        <a:lstStyle/>
        <a:p>
          <a:endParaRPr lang="en-IN" sz="1800"/>
        </a:p>
      </dgm:t>
    </dgm:pt>
    <dgm:pt modelId="{E1C60EE3-A34F-4438-A816-E3850999EEAB}" type="sibTrans" cxnId="{FD9C5C3B-959F-4541-BD0C-47F59DC0C89E}">
      <dgm:prSet/>
      <dgm:spPr/>
      <dgm:t>
        <a:bodyPr/>
        <a:lstStyle/>
        <a:p>
          <a:endParaRPr lang="en-IN" sz="1800"/>
        </a:p>
      </dgm:t>
    </dgm:pt>
    <dgm:pt modelId="{C48D85B3-B4F1-4333-A323-F819420BDCED}">
      <dgm:prSet phldrT="[Text]" custT="1"/>
      <dgm:spPr/>
      <dgm:t>
        <a:bodyPr/>
        <a:lstStyle/>
        <a:p>
          <a:r>
            <a:rPr lang="en-US" sz="1800" dirty="0"/>
            <a:t>Simple</a:t>
          </a:r>
          <a:endParaRPr lang="en-IN" sz="1800" dirty="0"/>
        </a:p>
      </dgm:t>
    </dgm:pt>
    <dgm:pt modelId="{C1DABA5D-352A-4D78-9A2D-0C2626599E49}" type="parTrans" cxnId="{D04A3189-4FC3-4838-A7E8-C597AF263438}">
      <dgm:prSet/>
      <dgm:spPr/>
      <dgm:t>
        <a:bodyPr/>
        <a:lstStyle/>
        <a:p>
          <a:endParaRPr lang="en-IN" sz="1800"/>
        </a:p>
      </dgm:t>
    </dgm:pt>
    <dgm:pt modelId="{911CC17F-5CF0-4BEF-BDC4-E7BF99B9A36A}" type="sibTrans" cxnId="{D04A3189-4FC3-4838-A7E8-C597AF263438}">
      <dgm:prSet/>
      <dgm:spPr/>
      <dgm:t>
        <a:bodyPr/>
        <a:lstStyle/>
        <a:p>
          <a:endParaRPr lang="en-IN" sz="1800"/>
        </a:p>
      </dgm:t>
    </dgm:pt>
    <dgm:pt modelId="{8EF60DA7-33C0-4486-9322-3B80E32F7C36}">
      <dgm:prSet phldrT="[Text]" custT="1"/>
      <dgm:spPr/>
      <dgm:t>
        <a:bodyPr/>
        <a:lstStyle/>
        <a:p>
          <a:r>
            <a:rPr lang="en-US" sz="1800" dirty="0"/>
            <a:t>Medium</a:t>
          </a:r>
          <a:endParaRPr lang="en-IN" sz="1800" dirty="0"/>
        </a:p>
      </dgm:t>
    </dgm:pt>
    <dgm:pt modelId="{6115F33B-C0DF-45C7-A0D7-2456C7A127CE}" type="parTrans" cxnId="{857E1884-6A43-405F-82A0-DD10FE85F24C}">
      <dgm:prSet/>
      <dgm:spPr/>
      <dgm:t>
        <a:bodyPr/>
        <a:lstStyle/>
        <a:p>
          <a:endParaRPr lang="en-IN" sz="1800"/>
        </a:p>
      </dgm:t>
    </dgm:pt>
    <dgm:pt modelId="{59D36507-8C6B-432E-80F9-E2D2B6A5F618}" type="sibTrans" cxnId="{857E1884-6A43-405F-82A0-DD10FE85F24C}">
      <dgm:prSet/>
      <dgm:spPr/>
      <dgm:t>
        <a:bodyPr/>
        <a:lstStyle/>
        <a:p>
          <a:endParaRPr lang="en-IN" sz="1800"/>
        </a:p>
      </dgm:t>
    </dgm:pt>
    <dgm:pt modelId="{C8E7D44E-9EC0-4AE0-AB33-66D99136330D}">
      <dgm:prSet phldrT="[Text]" custT="1"/>
      <dgm:spPr/>
      <dgm:t>
        <a:bodyPr/>
        <a:lstStyle/>
        <a:p>
          <a:r>
            <a:rPr lang="en-US" sz="1800" dirty="0"/>
            <a:t>Hard</a:t>
          </a:r>
          <a:endParaRPr lang="en-IN" sz="1800" dirty="0"/>
        </a:p>
      </dgm:t>
    </dgm:pt>
    <dgm:pt modelId="{86BE6EB9-9A68-47DD-A6CB-15C231666194}" type="parTrans" cxnId="{63658E44-1C0E-4EE5-A2AA-8890960A81E3}">
      <dgm:prSet/>
      <dgm:spPr/>
      <dgm:t>
        <a:bodyPr/>
        <a:lstStyle/>
        <a:p>
          <a:endParaRPr lang="en-IN" sz="1800"/>
        </a:p>
      </dgm:t>
    </dgm:pt>
    <dgm:pt modelId="{B437AF73-E2EF-4DE0-895D-CA35A57EF210}" type="sibTrans" cxnId="{63658E44-1C0E-4EE5-A2AA-8890960A81E3}">
      <dgm:prSet/>
      <dgm:spPr/>
      <dgm:t>
        <a:bodyPr/>
        <a:lstStyle/>
        <a:p>
          <a:endParaRPr lang="en-IN" sz="1800"/>
        </a:p>
      </dgm:t>
    </dgm:pt>
    <dgm:pt modelId="{B50F444C-8242-4196-BBCC-2A3773A290B1}">
      <dgm:prSet phldrT="[Text]" custT="1"/>
      <dgm:spPr/>
      <dgm:t>
        <a:bodyPr/>
        <a:lstStyle/>
        <a:p>
          <a:r>
            <a:rPr lang="en-US" sz="1800" dirty="0"/>
            <a:t>V. Simple</a:t>
          </a:r>
          <a:endParaRPr lang="en-IN" sz="1800" dirty="0"/>
        </a:p>
      </dgm:t>
    </dgm:pt>
    <dgm:pt modelId="{DB561FA5-68CD-4E90-9FC7-BC737DDEF646}" type="sibTrans" cxnId="{4FB81C79-C492-4A34-85BF-5ED14F4C0BEF}">
      <dgm:prSet/>
      <dgm:spPr/>
      <dgm:t>
        <a:bodyPr/>
        <a:lstStyle/>
        <a:p>
          <a:endParaRPr lang="en-IN" sz="1800"/>
        </a:p>
      </dgm:t>
    </dgm:pt>
    <dgm:pt modelId="{714AC434-BD23-4B45-9F50-665F7D25F214}" type="parTrans" cxnId="{4FB81C79-C492-4A34-85BF-5ED14F4C0BEF}">
      <dgm:prSet/>
      <dgm:spPr/>
      <dgm:t>
        <a:bodyPr/>
        <a:lstStyle/>
        <a:p>
          <a:endParaRPr lang="en-IN" sz="1800"/>
        </a:p>
      </dgm:t>
    </dgm:pt>
    <dgm:pt modelId="{01BCB00D-960B-47B1-93C9-8DA5A765BD8D}" type="pres">
      <dgm:prSet presAssocID="{8B071A74-55FF-4AA9-BFE2-21610A90A515}" presName="rootnode" presStyleCnt="0">
        <dgm:presLayoutVars>
          <dgm:chMax/>
          <dgm:chPref/>
          <dgm:dir/>
          <dgm:animLvl val="lvl"/>
        </dgm:presLayoutVars>
      </dgm:prSet>
      <dgm:spPr/>
    </dgm:pt>
    <dgm:pt modelId="{CA6377F2-C187-48F3-88AF-92A5C55F249F}" type="pres">
      <dgm:prSet presAssocID="{755DE083-8AE1-4FC0-9EA9-E576C48D68DA}" presName="composite" presStyleCnt="0"/>
      <dgm:spPr/>
    </dgm:pt>
    <dgm:pt modelId="{95A39490-1D2A-4DA3-9AE8-61C1D4A77E12}" type="pres">
      <dgm:prSet presAssocID="{755DE083-8AE1-4FC0-9EA9-E576C48D68DA}" presName="LShape" presStyleLbl="alignNode1" presStyleIdx="0" presStyleCnt="9"/>
      <dgm:spPr/>
    </dgm:pt>
    <dgm:pt modelId="{BFAF1163-C4A8-4B2C-B547-DFB26C2EEB52}" type="pres">
      <dgm:prSet presAssocID="{755DE083-8AE1-4FC0-9EA9-E576C48D68DA}" presName="ParentText" presStyleLbl="revTx" presStyleIdx="0" presStyleCnt="5">
        <dgm:presLayoutVars>
          <dgm:chMax val="0"/>
          <dgm:chPref val="0"/>
          <dgm:bulletEnabled val="1"/>
        </dgm:presLayoutVars>
      </dgm:prSet>
      <dgm:spPr/>
    </dgm:pt>
    <dgm:pt modelId="{B7D8D967-B452-48ED-9D2C-9DD1B151EA26}" type="pres">
      <dgm:prSet presAssocID="{755DE083-8AE1-4FC0-9EA9-E576C48D68DA}" presName="Triangle" presStyleLbl="alignNode1" presStyleIdx="1" presStyleCnt="9"/>
      <dgm:spPr/>
    </dgm:pt>
    <dgm:pt modelId="{EBB83269-C355-410B-AEB8-05E319927C3A}" type="pres">
      <dgm:prSet presAssocID="{E1C60EE3-A34F-4438-A816-E3850999EEAB}" presName="sibTrans" presStyleCnt="0"/>
      <dgm:spPr/>
    </dgm:pt>
    <dgm:pt modelId="{FBB01D4C-F243-45BA-9185-B3723D004629}" type="pres">
      <dgm:prSet presAssocID="{E1C60EE3-A34F-4438-A816-E3850999EEAB}" presName="space" presStyleCnt="0"/>
      <dgm:spPr/>
    </dgm:pt>
    <dgm:pt modelId="{F49CD3EC-CBF3-44B1-A411-CFE4F06345F4}" type="pres">
      <dgm:prSet presAssocID="{B50F444C-8242-4196-BBCC-2A3773A290B1}" presName="composite" presStyleCnt="0"/>
      <dgm:spPr/>
    </dgm:pt>
    <dgm:pt modelId="{F2352080-539D-4CF3-A08D-36B9364F2DA0}" type="pres">
      <dgm:prSet presAssocID="{B50F444C-8242-4196-BBCC-2A3773A290B1}" presName="LShape" presStyleLbl="alignNode1" presStyleIdx="2" presStyleCnt="9"/>
      <dgm:spPr/>
    </dgm:pt>
    <dgm:pt modelId="{C87D7CDA-321B-4005-964C-22DBCEF412C1}" type="pres">
      <dgm:prSet presAssocID="{B50F444C-8242-4196-BBCC-2A3773A290B1}" presName="ParentText" presStyleLbl="revTx" presStyleIdx="1" presStyleCnt="5">
        <dgm:presLayoutVars>
          <dgm:chMax val="0"/>
          <dgm:chPref val="0"/>
          <dgm:bulletEnabled val="1"/>
        </dgm:presLayoutVars>
      </dgm:prSet>
      <dgm:spPr/>
    </dgm:pt>
    <dgm:pt modelId="{BEED5F5B-99B8-4698-85B7-AD8193E6812D}" type="pres">
      <dgm:prSet presAssocID="{B50F444C-8242-4196-BBCC-2A3773A290B1}" presName="Triangle" presStyleLbl="alignNode1" presStyleIdx="3" presStyleCnt="9"/>
      <dgm:spPr/>
    </dgm:pt>
    <dgm:pt modelId="{F25FFB56-FCA1-48D6-ADAA-676DE51AF4C2}" type="pres">
      <dgm:prSet presAssocID="{DB561FA5-68CD-4E90-9FC7-BC737DDEF646}" presName="sibTrans" presStyleCnt="0"/>
      <dgm:spPr/>
    </dgm:pt>
    <dgm:pt modelId="{19C8DF40-FAED-489F-81BF-37A9DD478DEC}" type="pres">
      <dgm:prSet presAssocID="{DB561FA5-68CD-4E90-9FC7-BC737DDEF646}" presName="space" presStyleCnt="0"/>
      <dgm:spPr/>
    </dgm:pt>
    <dgm:pt modelId="{B7858A7D-89D4-4697-8E1A-B3AFD34015E4}" type="pres">
      <dgm:prSet presAssocID="{C48D85B3-B4F1-4333-A323-F819420BDCED}" presName="composite" presStyleCnt="0"/>
      <dgm:spPr/>
    </dgm:pt>
    <dgm:pt modelId="{F114E2E9-0658-4AF1-8977-0FC214509620}" type="pres">
      <dgm:prSet presAssocID="{C48D85B3-B4F1-4333-A323-F819420BDCED}" presName="LShape" presStyleLbl="alignNode1" presStyleIdx="4" presStyleCnt="9"/>
      <dgm:spPr/>
    </dgm:pt>
    <dgm:pt modelId="{0D14531C-C6D4-4DDF-9158-3648381B8948}" type="pres">
      <dgm:prSet presAssocID="{C48D85B3-B4F1-4333-A323-F819420BDCED}" presName="ParentText" presStyleLbl="revTx" presStyleIdx="2" presStyleCnt="5">
        <dgm:presLayoutVars>
          <dgm:chMax val="0"/>
          <dgm:chPref val="0"/>
          <dgm:bulletEnabled val="1"/>
        </dgm:presLayoutVars>
      </dgm:prSet>
      <dgm:spPr/>
    </dgm:pt>
    <dgm:pt modelId="{1E7A420B-5173-46C8-90D3-D669E6637620}" type="pres">
      <dgm:prSet presAssocID="{C48D85B3-B4F1-4333-A323-F819420BDCED}" presName="Triangle" presStyleLbl="alignNode1" presStyleIdx="5" presStyleCnt="9"/>
      <dgm:spPr/>
    </dgm:pt>
    <dgm:pt modelId="{ABC47FA6-80FF-4C5D-830E-AD440843D9C4}" type="pres">
      <dgm:prSet presAssocID="{911CC17F-5CF0-4BEF-BDC4-E7BF99B9A36A}" presName="sibTrans" presStyleCnt="0"/>
      <dgm:spPr/>
    </dgm:pt>
    <dgm:pt modelId="{FF6A224F-2D5F-438D-ABA9-1FC46563C06A}" type="pres">
      <dgm:prSet presAssocID="{911CC17F-5CF0-4BEF-BDC4-E7BF99B9A36A}" presName="space" presStyleCnt="0"/>
      <dgm:spPr/>
    </dgm:pt>
    <dgm:pt modelId="{CBEC9981-A4B9-4490-85ED-C5A8FDAEF8CE}" type="pres">
      <dgm:prSet presAssocID="{8EF60DA7-33C0-4486-9322-3B80E32F7C36}" presName="composite" presStyleCnt="0"/>
      <dgm:spPr/>
    </dgm:pt>
    <dgm:pt modelId="{A0E949F4-2F17-4973-9954-542EAFE11EAD}" type="pres">
      <dgm:prSet presAssocID="{8EF60DA7-33C0-4486-9322-3B80E32F7C36}" presName="LShape" presStyleLbl="alignNode1" presStyleIdx="6" presStyleCnt="9"/>
      <dgm:spPr/>
    </dgm:pt>
    <dgm:pt modelId="{2C15F150-5EE4-4B63-8770-198D264066F6}" type="pres">
      <dgm:prSet presAssocID="{8EF60DA7-33C0-4486-9322-3B80E32F7C36}" presName="ParentText" presStyleLbl="revTx" presStyleIdx="3" presStyleCnt="5">
        <dgm:presLayoutVars>
          <dgm:chMax val="0"/>
          <dgm:chPref val="0"/>
          <dgm:bulletEnabled val="1"/>
        </dgm:presLayoutVars>
      </dgm:prSet>
      <dgm:spPr/>
    </dgm:pt>
    <dgm:pt modelId="{6D24A6B1-7913-4BAF-9E94-28863ABF8981}" type="pres">
      <dgm:prSet presAssocID="{8EF60DA7-33C0-4486-9322-3B80E32F7C36}" presName="Triangle" presStyleLbl="alignNode1" presStyleIdx="7" presStyleCnt="9"/>
      <dgm:spPr/>
    </dgm:pt>
    <dgm:pt modelId="{A9611FD4-4593-4050-AE60-C9BEB744091E}" type="pres">
      <dgm:prSet presAssocID="{59D36507-8C6B-432E-80F9-E2D2B6A5F618}" presName="sibTrans" presStyleCnt="0"/>
      <dgm:spPr/>
    </dgm:pt>
    <dgm:pt modelId="{5C17BF10-D3EC-46F1-B851-780CAAEBC420}" type="pres">
      <dgm:prSet presAssocID="{59D36507-8C6B-432E-80F9-E2D2B6A5F618}" presName="space" presStyleCnt="0"/>
      <dgm:spPr/>
    </dgm:pt>
    <dgm:pt modelId="{0C884F36-90DA-442A-9D43-B454DDA95341}" type="pres">
      <dgm:prSet presAssocID="{C8E7D44E-9EC0-4AE0-AB33-66D99136330D}" presName="composite" presStyleCnt="0"/>
      <dgm:spPr/>
    </dgm:pt>
    <dgm:pt modelId="{47FCE8C0-F0A5-4140-BDF8-8A2AF5727CAD}" type="pres">
      <dgm:prSet presAssocID="{C8E7D44E-9EC0-4AE0-AB33-66D99136330D}" presName="LShape" presStyleLbl="alignNode1" presStyleIdx="8" presStyleCnt="9"/>
      <dgm:spPr/>
    </dgm:pt>
    <dgm:pt modelId="{0BCC0D6E-27FE-4B96-AA23-B3C6F8C8BE93}" type="pres">
      <dgm:prSet presAssocID="{C8E7D44E-9EC0-4AE0-AB33-66D99136330D}" presName="ParentText" presStyleLbl="revTx" presStyleIdx="4" presStyleCnt="5">
        <dgm:presLayoutVars>
          <dgm:chMax val="0"/>
          <dgm:chPref val="0"/>
          <dgm:bulletEnabled val="1"/>
        </dgm:presLayoutVars>
      </dgm:prSet>
      <dgm:spPr/>
    </dgm:pt>
  </dgm:ptLst>
  <dgm:cxnLst>
    <dgm:cxn modelId="{224BC90B-95AF-4874-8E2B-F744A61AEC1B}" type="presOf" srcId="{B50F444C-8242-4196-BBCC-2A3773A290B1}" destId="{C87D7CDA-321B-4005-964C-22DBCEF412C1}" srcOrd="0" destOrd="0" presId="urn:microsoft.com/office/officeart/2009/3/layout/StepUpProcess"/>
    <dgm:cxn modelId="{FD9C5C3B-959F-4541-BD0C-47F59DC0C89E}" srcId="{8B071A74-55FF-4AA9-BFE2-21610A90A515}" destId="{755DE083-8AE1-4FC0-9EA9-E576C48D68DA}" srcOrd="0" destOrd="0" parTransId="{CCB9ECB8-6AAD-40A0-A66C-E7925B9610C1}" sibTransId="{E1C60EE3-A34F-4438-A816-E3850999EEAB}"/>
    <dgm:cxn modelId="{63658E44-1C0E-4EE5-A2AA-8890960A81E3}" srcId="{8B071A74-55FF-4AA9-BFE2-21610A90A515}" destId="{C8E7D44E-9EC0-4AE0-AB33-66D99136330D}" srcOrd="4" destOrd="0" parTransId="{86BE6EB9-9A68-47DD-A6CB-15C231666194}" sibTransId="{B437AF73-E2EF-4DE0-895D-CA35A57EF210}"/>
    <dgm:cxn modelId="{AA320F6E-1F9A-4C7F-9EB0-7C03E147DD95}" type="presOf" srcId="{C8E7D44E-9EC0-4AE0-AB33-66D99136330D}" destId="{0BCC0D6E-27FE-4B96-AA23-B3C6F8C8BE93}" srcOrd="0" destOrd="0" presId="urn:microsoft.com/office/officeart/2009/3/layout/StepUpProcess"/>
    <dgm:cxn modelId="{D77D5171-718F-4BB0-9905-3C7FAB9CB898}" type="presOf" srcId="{8B071A74-55FF-4AA9-BFE2-21610A90A515}" destId="{01BCB00D-960B-47B1-93C9-8DA5A765BD8D}" srcOrd="0" destOrd="0" presId="urn:microsoft.com/office/officeart/2009/3/layout/StepUpProcess"/>
    <dgm:cxn modelId="{4FB81C79-C492-4A34-85BF-5ED14F4C0BEF}" srcId="{8B071A74-55FF-4AA9-BFE2-21610A90A515}" destId="{B50F444C-8242-4196-BBCC-2A3773A290B1}" srcOrd="1" destOrd="0" parTransId="{714AC434-BD23-4B45-9F50-665F7D25F214}" sibTransId="{DB561FA5-68CD-4E90-9FC7-BC737DDEF646}"/>
    <dgm:cxn modelId="{857E1884-6A43-405F-82A0-DD10FE85F24C}" srcId="{8B071A74-55FF-4AA9-BFE2-21610A90A515}" destId="{8EF60DA7-33C0-4486-9322-3B80E32F7C36}" srcOrd="3" destOrd="0" parTransId="{6115F33B-C0DF-45C7-A0D7-2456C7A127CE}" sibTransId="{59D36507-8C6B-432E-80F9-E2D2B6A5F618}"/>
    <dgm:cxn modelId="{C1587787-2B50-49CF-A59B-A959EED44880}" type="presOf" srcId="{C48D85B3-B4F1-4333-A323-F819420BDCED}" destId="{0D14531C-C6D4-4DDF-9158-3648381B8948}" srcOrd="0" destOrd="0" presId="urn:microsoft.com/office/officeart/2009/3/layout/StepUpProcess"/>
    <dgm:cxn modelId="{D04A3189-4FC3-4838-A7E8-C597AF263438}" srcId="{8B071A74-55FF-4AA9-BFE2-21610A90A515}" destId="{C48D85B3-B4F1-4333-A323-F819420BDCED}" srcOrd="2" destOrd="0" parTransId="{C1DABA5D-352A-4D78-9A2D-0C2626599E49}" sibTransId="{911CC17F-5CF0-4BEF-BDC4-E7BF99B9A36A}"/>
    <dgm:cxn modelId="{7F6418C1-2CAA-4AC6-BCA4-3BBA001C5A3E}" type="presOf" srcId="{8EF60DA7-33C0-4486-9322-3B80E32F7C36}" destId="{2C15F150-5EE4-4B63-8770-198D264066F6}" srcOrd="0" destOrd="0" presId="urn:microsoft.com/office/officeart/2009/3/layout/StepUpProcess"/>
    <dgm:cxn modelId="{66A6A4D1-FAA4-4AC0-965C-6D190029B58A}" type="presOf" srcId="{755DE083-8AE1-4FC0-9EA9-E576C48D68DA}" destId="{BFAF1163-C4A8-4B2C-B547-DFB26C2EEB52}" srcOrd="0" destOrd="0" presId="urn:microsoft.com/office/officeart/2009/3/layout/StepUpProcess"/>
    <dgm:cxn modelId="{D5F70EE5-6190-4FA9-8979-1BB9D7BD14E1}" type="presParOf" srcId="{01BCB00D-960B-47B1-93C9-8DA5A765BD8D}" destId="{CA6377F2-C187-48F3-88AF-92A5C55F249F}" srcOrd="0" destOrd="0" presId="urn:microsoft.com/office/officeart/2009/3/layout/StepUpProcess"/>
    <dgm:cxn modelId="{B8F5CB37-8D6F-4D02-875B-496407055BB3}" type="presParOf" srcId="{CA6377F2-C187-48F3-88AF-92A5C55F249F}" destId="{95A39490-1D2A-4DA3-9AE8-61C1D4A77E12}" srcOrd="0" destOrd="0" presId="urn:microsoft.com/office/officeart/2009/3/layout/StepUpProcess"/>
    <dgm:cxn modelId="{103E5615-E205-4968-9758-E1254EDA8BAE}" type="presParOf" srcId="{CA6377F2-C187-48F3-88AF-92A5C55F249F}" destId="{BFAF1163-C4A8-4B2C-B547-DFB26C2EEB52}" srcOrd="1" destOrd="0" presId="urn:microsoft.com/office/officeart/2009/3/layout/StepUpProcess"/>
    <dgm:cxn modelId="{16DDD8EF-00E0-402C-8F0C-17DAE0B2CAF5}" type="presParOf" srcId="{CA6377F2-C187-48F3-88AF-92A5C55F249F}" destId="{B7D8D967-B452-48ED-9D2C-9DD1B151EA26}" srcOrd="2" destOrd="0" presId="urn:microsoft.com/office/officeart/2009/3/layout/StepUpProcess"/>
    <dgm:cxn modelId="{9C8DF637-9DA4-4882-A827-503C3DDD9FBF}" type="presParOf" srcId="{01BCB00D-960B-47B1-93C9-8DA5A765BD8D}" destId="{EBB83269-C355-410B-AEB8-05E319927C3A}" srcOrd="1" destOrd="0" presId="urn:microsoft.com/office/officeart/2009/3/layout/StepUpProcess"/>
    <dgm:cxn modelId="{8DB66435-32AF-4FE9-84D4-26929E5056C8}" type="presParOf" srcId="{EBB83269-C355-410B-AEB8-05E319927C3A}" destId="{FBB01D4C-F243-45BA-9185-B3723D004629}" srcOrd="0" destOrd="0" presId="urn:microsoft.com/office/officeart/2009/3/layout/StepUpProcess"/>
    <dgm:cxn modelId="{28E73D59-2DA3-4FA7-9DEF-1452F9C6B235}" type="presParOf" srcId="{01BCB00D-960B-47B1-93C9-8DA5A765BD8D}" destId="{F49CD3EC-CBF3-44B1-A411-CFE4F06345F4}" srcOrd="2" destOrd="0" presId="urn:microsoft.com/office/officeart/2009/3/layout/StepUpProcess"/>
    <dgm:cxn modelId="{665823D9-272A-45AA-B8F8-6DE2B8C3AFCB}" type="presParOf" srcId="{F49CD3EC-CBF3-44B1-A411-CFE4F06345F4}" destId="{F2352080-539D-4CF3-A08D-36B9364F2DA0}" srcOrd="0" destOrd="0" presId="urn:microsoft.com/office/officeart/2009/3/layout/StepUpProcess"/>
    <dgm:cxn modelId="{9977BACF-2793-474B-9DC6-3553F7AD623F}" type="presParOf" srcId="{F49CD3EC-CBF3-44B1-A411-CFE4F06345F4}" destId="{C87D7CDA-321B-4005-964C-22DBCEF412C1}" srcOrd="1" destOrd="0" presId="urn:microsoft.com/office/officeart/2009/3/layout/StepUpProcess"/>
    <dgm:cxn modelId="{F3F0D6EF-1F76-448B-BAEC-626023E3416B}" type="presParOf" srcId="{F49CD3EC-CBF3-44B1-A411-CFE4F06345F4}" destId="{BEED5F5B-99B8-4698-85B7-AD8193E6812D}" srcOrd="2" destOrd="0" presId="urn:microsoft.com/office/officeart/2009/3/layout/StepUpProcess"/>
    <dgm:cxn modelId="{F3448D7E-8BC7-4BB4-883A-CB39C939B198}" type="presParOf" srcId="{01BCB00D-960B-47B1-93C9-8DA5A765BD8D}" destId="{F25FFB56-FCA1-48D6-ADAA-676DE51AF4C2}" srcOrd="3" destOrd="0" presId="urn:microsoft.com/office/officeart/2009/3/layout/StepUpProcess"/>
    <dgm:cxn modelId="{22D0193B-9D28-431F-AD6C-16E26A712C0D}" type="presParOf" srcId="{F25FFB56-FCA1-48D6-ADAA-676DE51AF4C2}" destId="{19C8DF40-FAED-489F-81BF-37A9DD478DEC}" srcOrd="0" destOrd="0" presId="urn:microsoft.com/office/officeart/2009/3/layout/StepUpProcess"/>
    <dgm:cxn modelId="{6CB0888D-2173-426C-8058-660DE3E1670C}" type="presParOf" srcId="{01BCB00D-960B-47B1-93C9-8DA5A765BD8D}" destId="{B7858A7D-89D4-4697-8E1A-B3AFD34015E4}" srcOrd="4" destOrd="0" presId="urn:microsoft.com/office/officeart/2009/3/layout/StepUpProcess"/>
    <dgm:cxn modelId="{7B2C005F-EDE4-4F8E-A90E-3148FB284C5C}" type="presParOf" srcId="{B7858A7D-89D4-4697-8E1A-B3AFD34015E4}" destId="{F114E2E9-0658-4AF1-8977-0FC214509620}" srcOrd="0" destOrd="0" presId="urn:microsoft.com/office/officeart/2009/3/layout/StepUpProcess"/>
    <dgm:cxn modelId="{71B28EED-7303-4632-AF34-28D1E427ADA9}" type="presParOf" srcId="{B7858A7D-89D4-4697-8E1A-B3AFD34015E4}" destId="{0D14531C-C6D4-4DDF-9158-3648381B8948}" srcOrd="1" destOrd="0" presId="urn:microsoft.com/office/officeart/2009/3/layout/StepUpProcess"/>
    <dgm:cxn modelId="{4358F507-848D-47B7-95EE-9DFA4B0046D8}" type="presParOf" srcId="{B7858A7D-89D4-4697-8E1A-B3AFD34015E4}" destId="{1E7A420B-5173-46C8-90D3-D669E6637620}" srcOrd="2" destOrd="0" presId="urn:microsoft.com/office/officeart/2009/3/layout/StepUpProcess"/>
    <dgm:cxn modelId="{9B292EA3-94F4-4EC2-ADE1-47E7CCBEA077}" type="presParOf" srcId="{01BCB00D-960B-47B1-93C9-8DA5A765BD8D}" destId="{ABC47FA6-80FF-4C5D-830E-AD440843D9C4}" srcOrd="5" destOrd="0" presId="urn:microsoft.com/office/officeart/2009/3/layout/StepUpProcess"/>
    <dgm:cxn modelId="{BCA2D4E4-B827-4932-A169-15FF6A33FFB6}" type="presParOf" srcId="{ABC47FA6-80FF-4C5D-830E-AD440843D9C4}" destId="{FF6A224F-2D5F-438D-ABA9-1FC46563C06A}" srcOrd="0" destOrd="0" presId="urn:microsoft.com/office/officeart/2009/3/layout/StepUpProcess"/>
    <dgm:cxn modelId="{DFB90AE7-B78F-441B-B55E-A02435B45323}" type="presParOf" srcId="{01BCB00D-960B-47B1-93C9-8DA5A765BD8D}" destId="{CBEC9981-A4B9-4490-85ED-C5A8FDAEF8CE}" srcOrd="6" destOrd="0" presId="urn:microsoft.com/office/officeart/2009/3/layout/StepUpProcess"/>
    <dgm:cxn modelId="{D9B4AE42-2653-4B4A-BA37-D0A2EFA31EDE}" type="presParOf" srcId="{CBEC9981-A4B9-4490-85ED-C5A8FDAEF8CE}" destId="{A0E949F4-2F17-4973-9954-542EAFE11EAD}" srcOrd="0" destOrd="0" presId="urn:microsoft.com/office/officeart/2009/3/layout/StepUpProcess"/>
    <dgm:cxn modelId="{0DDDC6C1-0154-438D-8628-361DE0EDECED}" type="presParOf" srcId="{CBEC9981-A4B9-4490-85ED-C5A8FDAEF8CE}" destId="{2C15F150-5EE4-4B63-8770-198D264066F6}" srcOrd="1" destOrd="0" presId="urn:microsoft.com/office/officeart/2009/3/layout/StepUpProcess"/>
    <dgm:cxn modelId="{DD1D7209-986F-4E5F-8C5B-9A5E2C95E928}" type="presParOf" srcId="{CBEC9981-A4B9-4490-85ED-C5A8FDAEF8CE}" destId="{6D24A6B1-7913-4BAF-9E94-28863ABF8981}" srcOrd="2" destOrd="0" presId="urn:microsoft.com/office/officeart/2009/3/layout/StepUpProcess"/>
    <dgm:cxn modelId="{6318CCC7-7EAB-4A25-A9C5-C8B2BEE3BB70}" type="presParOf" srcId="{01BCB00D-960B-47B1-93C9-8DA5A765BD8D}" destId="{A9611FD4-4593-4050-AE60-C9BEB744091E}" srcOrd="7" destOrd="0" presId="urn:microsoft.com/office/officeart/2009/3/layout/StepUpProcess"/>
    <dgm:cxn modelId="{6A2A0E58-1876-43F2-8808-9AFE8FB94F77}" type="presParOf" srcId="{A9611FD4-4593-4050-AE60-C9BEB744091E}" destId="{5C17BF10-D3EC-46F1-B851-780CAAEBC420}" srcOrd="0" destOrd="0" presId="urn:microsoft.com/office/officeart/2009/3/layout/StepUpProcess"/>
    <dgm:cxn modelId="{B65C4C01-6C9E-4756-8CCA-7CC05ED5B57B}" type="presParOf" srcId="{01BCB00D-960B-47B1-93C9-8DA5A765BD8D}" destId="{0C884F36-90DA-442A-9D43-B454DDA95341}" srcOrd="8" destOrd="0" presId="urn:microsoft.com/office/officeart/2009/3/layout/StepUpProcess"/>
    <dgm:cxn modelId="{4A109BA0-BF9F-4F36-8061-79AA68645C48}" type="presParOf" srcId="{0C884F36-90DA-442A-9D43-B454DDA95341}" destId="{47FCE8C0-F0A5-4140-BDF8-8A2AF5727CAD}" srcOrd="0" destOrd="0" presId="urn:microsoft.com/office/officeart/2009/3/layout/StepUpProcess"/>
    <dgm:cxn modelId="{5E09E680-72B7-4941-BC2C-900EDEAD20C9}" type="presParOf" srcId="{0C884F36-90DA-442A-9D43-B454DDA95341}" destId="{0BCC0D6E-27FE-4B96-AA23-B3C6F8C8BE93}" srcOrd="1" destOrd="0" presId="urn:microsoft.com/office/officeart/2009/3/layout/StepUpProcess"/>
  </dgm:cxnLst>
  <dgm:bg/>
  <dgm:whole/>
  <dgm:extLst>
    <a:ext uri="http://schemas.microsoft.com/office/drawing/2008/diagram">
      <dsp:dataModelExt xmlns:dsp="http://schemas.microsoft.com/office/drawing/2008/diagram" relId="rId15" minVer="http://schemas.openxmlformats.org/drawingml/2006/diagram"/>
    </a:ext>
  </dgm:extLst>
</dgm:dataModel>
</file>

<file path=ppt/diagrams/data54.xml><?xml version="1.0" encoding="utf-8"?>
<dgm:dataModel xmlns:dgm="http://schemas.openxmlformats.org/drawingml/2006/diagram" xmlns:a="http://schemas.openxmlformats.org/drawingml/2006/main">
  <dgm:ptLst>
    <dgm:pt modelId="{97AA4125-7044-4D80-B4E2-D4B37FD6DE35}" type="doc">
      <dgm:prSet loTypeId="urn:microsoft.com/office/officeart/2005/8/layout/process3" loCatId="process" qsTypeId="urn:microsoft.com/office/officeart/2005/8/quickstyle/simple3" qsCatId="simple" csTypeId="urn:microsoft.com/office/officeart/2005/8/colors/colorful1" csCatId="colorful" phldr="1"/>
      <dgm:spPr/>
      <dgm:t>
        <a:bodyPr/>
        <a:lstStyle/>
        <a:p>
          <a:endParaRPr lang="en-IN"/>
        </a:p>
      </dgm:t>
    </dgm:pt>
    <dgm:pt modelId="{FEFD482C-1919-4364-BF28-B4F64E8D6B9B}">
      <dgm:prSet phldrT="[Text]" custT="1"/>
      <dgm:spPr/>
      <dgm:t>
        <a:bodyPr/>
        <a:lstStyle/>
        <a:p>
          <a:r>
            <a:rPr lang="en-IN" sz="1600" b="1" dirty="0"/>
            <a:t>1. Data types &amp; Variables</a:t>
          </a:r>
        </a:p>
      </dgm:t>
    </dgm:pt>
    <dgm:pt modelId="{CF326A1C-85BE-42B1-9C5E-3D3E9DCF42A5}" type="parTrans" cxnId="{B48F302E-36F2-43D2-8538-A6B34225069C}">
      <dgm:prSet/>
      <dgm:spPr/>
      <dgm:t>
        <a:bodyPr/>
        <a:lstStyle/>
        <a:p>
          <a:endParaRPr lang="en-IN" sz="1600"/>
        </a:p>
      </dgm:t>
    </dgm:pt>
    <dgm:pt modelId="{76A903CA-FE19-400A-BA35-6A4FCE1B969B}" type="sibTrans" cxnId="{B48F302E-36F2-43D2-8538-A6B34225069C}">
      <dgm:prSet custT="1"/>
      <dgm:spPr/>
      <dgm:t>
        <a:bodyPr/>
        <a:lstStyle/>
        <a:p>
          <a:endParaRPr lang="en-IN" sz="1600"/>
        </a:p>
      </dgm:t>
    </dgm:pt>
    <dgm:pt modelId="{9E24BB4C-3A59-4A3E-A449-5C4A37E39C61}">
      <dgm:prSet phldrT="[Text]" custT="1"/>
      <dgm:spPr/>
      <dgm:t>
        <a:bodyPr/>
        <a:lstStyle/>
        <a:p>
          <a:r>
            <a:rPr lang="en-US" sz="1600" dirty="0"/>
            <a:t>int</a:t>
          </a:r>
          <a:endParaRPr lang="en-IN" sz="1600" dirty="0"/>
        </a:p>
      </dgm:t>
    </dgm:pt>
    <dgm:pt modelId="{C1EF50E9-AC77-4243-A5BD-CFEC0E51B2C8}" type="parTrans" cxnId="{ADAAAF8C-A6D7-4F2A-9FF6-092F9D1C7288}">
      <dgm:prSet/>
      <dgm:spPr/>
      <dgm:t>
        <a:bodyPr/>
        <a:lstStyle/>
        <a:p>
          <a:endParaRPr lang="en-IN" sz="1600"/>
        </a:p>
      </dgm:t>
    </dgm:pt>
    <dgm:pt modelId="{E337D475-94B4-4E21-9ED6-3D81EE720795}" type="sibTrans" cxnId="{ADAAAF8C-A6D7-4F2A-9FF6-092F9D1C7288}">
      <dgm:prSet/>
      <dgm:spPr/>
      <dgm:t>
        <a:bodyPr/>
        <a:lstStyle/>
        <a:p>
          <a:endParaRPr lang="en-IN" sz="1600"/>
        </a:p>
      </dgm:t>
    </dgm:pt>
    <dgm:pt modelId="{4E18E330-25BA-43E1-B0CF-F583227EDF27}">
      <dgm:prSet phldrT="[Text]" custT="1"/>
      <dgm:spPr/>
      <dgm:t>
        <a:bodyPr/>
        <a:lstStyle/>
        <a:p>
          <a:r>
            <a:rPr lang="en-US" sz="1600" b="1" dirty="0"/>
            <a:t>2. Classes &amp; Methods</a:t>
          </a:r>
          <a:endParaRPr lang="en-IN" sz="1600" b="1" dirty="0"/>
        </a:p>
      </dgm:t>
    </dgm:pt>
    <dgm:pt modelId="{3BB39611-0413-4D88-812D-18E059154338}" type="parTrans" cxnId="{9393EC2D-1A99-406D-910B-2C58A9B1FCC9}">
      <dgm:prSet/>
      <dgm:spPr/>
      <dgm:t>
        <a:bodyPr/>
        <a:lstStyle/>
        <a:p>
          <a:endParaRPr lang="en-IN" sz="1600"/>
        </a:p>
      </dgm:t>
    </dgm:pt>
    <dgm:pt modelId="{7F3C7BF7-65A2-405D-B0D0-4BF322452BD9}" type="sibTrans" cxnId="{9393EC2D-1A99-406D-910B-2C58A9B1FCC9}">
      <dgm:prSet custT="1"/>
      <dgm:spPr/>
      <dgm:t>
        <a:bodyPr/>
        <a:lstStyle/>
        <a:p>
          <a:endParaRPr lang="en-IN" sz="1600"/>
        </a:p>
      </dgm:t>
    </dgm:pt>
    <dgm:pt modelId="{49534BA5-34D3-4C8E-8774-D9A09245B12F}">
      <dgm:prSet phldrT="[Text]" custT="1"/>
      <dgm:spPr/>
      <dgm:t>
        <a:bodyPr/>
        <a:lstStyle/>
        <a:p>
          <a:r>
            <a:rPr lang="en-US" sz="1600" dirty="0"/>
            <a:t>Create class</a:t>
          </a:r>
          <a:endParaRPr lang="en-IN" sz="1600" dirty="0"/>
        </a:p>
      </dgm:t>
    </dgm:pt>
    <dgm:pt modelId="{94999832-C583-4FAA-B5C9-42B8472386C0}" type="parTrans" cxnId="{EDD5CF99-2264-4514-86A5-E492A9A963F5}">
      <dgm:prSet/>
      <dgm:spPr/>
      <dgm:t>
        <a:bodyPr/>
        <a:lstStyle/>
        <a:p>
          <a:endParaRPr lang="en-IN" sz="1600"/>
        </a:p>
      </dgm:t>
    </dgm:pt>
    <dgm:pt modelId="{F2846193-6273-486D-947F-23480F06906D}" type="sibTrans" cxnId="{EDD5CF99-2264-4514-86A5-E492A9A963F5}">
      <dgm:prSet/>
      <dgm:spPr/>
      <dgm:t>
        <a:bodyPr/>
        <a:lstStyle/>
        <a:p>
          <a:endParaRPr lang="en-IN" sz="1600"/>
        </a:p>
      </dgm:t>
    </dgm:pt>
    <dgm:pt modelId="{E1940E7A-6948-4F42-992B-ADC1D69A24B2}">
      <dgm:prSet phldrT="[Text]" custT="1"/>
      <dgm:spPr/>
      <dgm:t>
        <a:bodyPr/>
        <a:lstStyle/>
        <a:p>
          <a:r>
            <a:rPr lang="en-US" sz="1600" b="1" dirty="0"/>
            <a:t>4. Control statements</a:t>
          </a:r>
          <a:endParaRPr lang="en-IN" sz="1600" b="1" dirty="0"/>
        </a:p>
      </dgm:t>
    </dgm:pt>
    <dgm:pt modelId="{BA9949E6-6841-4B29-956B-2A6EF1A51504}" type="parTrans" cxnId="{4D2BD68E-9173-4551-8819-878D62F4819B}">
      <dgm:prSet/>
      <dgm:spPr/>
      <dgm:t>
        <a:bodyPr/>
        <a:lstStyle/>
        <a:p>
          <a:endParaRPr lang="en-IN" sz="1600"/>
        </a:p>
      </dgm:t>
    </dgm:pt>
    <dgm:pt modelId="{79DB6227-BE47-4BE9-BECA-0579200B8375}" type="sibTrans" cxnId="{4D2BD68E-9173-4551-8819-878D62F4819B}">
      <dgm:prSet custT="1"/>
      <dgm:spPr/>
      <dgm:t>
        <a:bodyPr/>
        <a:lstStyle/>
        <a:p>
          <a:endParaRPr lang="en-IN" sz="1600"/>
        </a:p>
      </dgm:t>
    </dgm:pt>
    <dgm:pt modelId="{A4C0DB3B-7FB0-4BE3-852A-0FC64123DC3B}">
      <dgm:prSet phldrT="[Text]" custT="1"/>
      <dgm:spPr/>
      <dgm:t>
        <a:bodyPr/>
        <a:lstStyle/>
        <a:p>
          <a:r>
            <a:rPr lang="en-US" sz="1600" dirty="0"/>
            <a:t>if-else</a:t>
          </a:r>
          <a:endParaRPr lang="en-IN" sz="1600" dirty="0"/>
        </a:p>
      </dgm:t>
    </dgm:pt>
    <dgm:pt modelId="{617DA105-3AE7-4B53-B44C-A1E7836C3569}" type="parTrans" cxnId="{7B0D6008-BF54-4B7D-821B-5631F63593BE}">
      <dgm:prSet/>
      <dgm:spPr/>
      <dgm:t>
        <a:bodyPr/>
        <a:lstStyle/>
        <a:p>
          <a:endParaRPr lang="en-IN" sz="1600"/>
        </a:p>
      </dgm:t>
    </dgm:pt>
    <dgm:pt modelId="{3CA4503D-1BB2-4E1A-97D4-ADD540C8495F}" type="sibTrans" cxnId="{7B0D6008-BF54-4B7D-821B-5631F63593BE}">
      <dgm:prSet/>
      <dgm:spPr/>
      <dgm:t>
        <a:bodyPr/>
        <a:lstStyle/>
        <a:p>
          <a:endParaRPr lang="en-IN" sz="1600"/>
        </a:p>
      </dgm:t>
    </dgm:pt>
    <dgm:pt modelId="{5242925C-5570-448A-9E06-210560CCA45B}">
      <dgm:prSet phldrT="[Text]" custT="1"/>
      <dgm:spPr/>
      <dgm:t>
        <a:bodyPr/>
        <a:lstStyle/>
        <a:p>
          <a:r>
            <a:rPr lang="en-US" sz="1600" dirty="0"/>
            <a:t>char</a:t>
          </a:r>
          <a:endParaRPr lang="en-IN" sz="1600" dirty="0"/>
        </a:p>
      </dgm:t>
    </dgm:pt>
    <dgm:pt modelId="{508B9D9C-83A9-4DBC-B9F0-3DB5377115FB}" type="parTrans" cxnId="{A9ACBC46-93E0-418B-B49C-BA3E305022A7}">
      <dgm:prSet/>
      <dgm:spPr/>
      <dgm:t>
        <a:bodyPr/>
        <a:lstStyle/>
        <a:p>
          <a:endParaRPr lang="en-IN" sz="1600"/>
        </a:p>
      </dgm:t>
    </dgm:pt>
    <dgm:pt modelId="{6F7D7E90-AD42-4CB2-87EB-61DC03F81B77}" type="sibTrans" cxnId="{A9ACBC46-93E0-418B-B49C-BA3E305022A7}">
      <dgm:prSet/>
      <dgm:spPr/>
      <dgm:t>
        <a:bodyPr/>
        <a:lstStyle/>
        <a:p>
          <a:endParaRPr lang="en-IN" sz="1600"/>
        </a:p>
      </dgm:t>
    </dgm:pt>
    <dgm:pt modelId="{1559FD76-1088-43C9-B55B-320843D064C0}">
      <dgm:prSet phldrT="[Text]" custT="1"/>
      <dgm:spPr/>
      <dgm:t>
        <a:bodyPr/>
        <a:lstStyle/>
        <a:p>
          <a:r>
            <a:rPr lang="en-US" sz="1600" dirty="0" err="1"/>
            <a:t>boolean</a:t>
          </a:r>
          <a:endParaRPr lang="en-IN" sz="1600" dirty="0"/>
        </a:p>
      </dgm:t>
    </dgm:pt>
    <dgm:pt modelId="{2438FD8F-43A3-4BDF-8024-8FAE8BAB6AAE}" type="parTrans" cxnId="{A905BACB-EA82-4B76-A5DE-92FB73B44E1D}">
      <dgm:prSet/>
      <dgm:spPr/>
      <dgm:t>
        <a:bodyPr/>
        <a:lstStyle/>
        <a:p>
          <a:endParaRPr lang="en-IN" sz="1600"/>
        </a:p>
      </dgm:t>
    </dgm:pt>
    <dgm:pt modelId="{225B4140-6A24-40E0-93B0-9DCFE5023B59}" type="sibTrans" cxnId="{A905BACB-EA82-4B76-A5DE-92FB73B44E1D}">
      <dgm:prSet/>
      <dgm:spPr/>
      <dgm:t>
        <a:bodyPr/>
        <a:lstStyle/>
        <a:p>
          <a:endParaRPr lang="en-IN" sz="1600"/>
        </a:p>
      </dgm:t>
    </dgm:pt>
    <dgm:pt modelId="{C665085B-33C2-4E5B-B9EE-6C6A1AC9337A}">
      <dgm:prSet phldrT="[Text]" custT="1"/>
      <dgm:spPr/>
      <dgm:t>
        <a:bodyPr/>
        <a:lstStyle/>
        <a:p>
          <a:r>
            <a:rPr lang="en-US" sz="1600"/>
            <a:t>Main </a:t>
          </a:r>
          <a:r>
            <a:rPr lang="en-US" sz="1600" dirty="0"/>
            <a:t>method</a:t>
          </a:r>
          <a:endParaRPr lang="en-IN" sz="1600" dirty="0"/>
        </a:p>
      </dgm:t>
    </dgm:pt>
    <dgm:pt modelId="{94D069EF-D1BA-4875-BD20-4435EBD474DE}" type="parTrans" cxnId="{E3E5F350-A127-448C-BA7E-D1B4DBB83C3F}">
      <dgm:prSet/>
      <dgm:spPr/>
      <dgm:t>
        <a:bodyPr/>
        <a:lstStyle/>
        <a:p>
          <a:endParaRPr lang="en-IN" sz="1600"/>
        </a:p>
      </dgm:t>
    </dgm:pt>
    <dgm:pt modelId="{C92C9F73-A3A2-41A6-81DE-4E8BEFA4EAFE}" type="sibTrans" cxnId="{E3E5F350-A127-448C-BA7E-D1B4DBB83C3F}">
      <dgm:prSet/>
      <dgm:spPr/>
      <dgm:t>
        <a:bodyPr/>
        <a:lstStyle/>
        <a:p>
          <a:endParaRPr lang="en-IN" sz="1600"/>
        </a:p>
      </dgm:t>
    </dgm:pt>
    <dgm:pt modelId="{6D1CAD4B-2BCD-49DB-8B22-A208D9119059}">
      <dgm:prSet phldrT="[Text]" custT="1"/>
      <dgm:spPr/>
      <dgm:t>
        <a:bodyPr/>
        <a:lstStyle/>
        <a:p>
          <a:r>
            <a:rPr lang="en-US" sz="1600" b="1" dirty="0"/>
            <a:t>3. Operators</a:t>
          </a:r>
          <a:endParaRPr lang="en-IN" sz="1600" b="1" dirty="0"/>
        </a:p>
      </dgm:t>
    </dgm:pt>
    <dgm:pt modelId="{23AC69E3-3D13-465A-A27E-49EE8A176F0F}" type="parTrans" cxnId="{8CAB1E77-4E07-47F8-9A40-8ED845FC537C}">
      <dgm:prSet/>
      <dgm:spPr/>
      <dgm:t>
        <a:bodyPr/>
        <a:lstStyle/>
        <a:p>
          <a:endParaRPr lang="en-IN" sz="1600"/>
        </a:p>
      </dgm:t>
    </dgm:pt>
    <dgm:pt modelId="{B274A5C6-E291-4170-90D5-2F34318CFD48}" type="sibTrans" cxnId="{8CAB1E77-4E07-47F8-9A40-8ED845FC537C}">
      <dgm:prSet custT="1"/>
      <dgm:spPr/>
      <dgm:t>
        <a:bodyPr/>
        <a:lstStyle/>
        <a:p>
          <a:endParaRPr lang="en-IN" sz="1600"/>
        </a:p>
      </dgm:t>
    </dgm:pt>
    <dgm:pt modelId="{1F666141-E3FE-4343-BCD8-ECD6EE734315}">
      <dgm:prSet phldrT="[Text]" custT="1"/>
      <dgm:spPr/>
      <dgm:t>
        <a:bodyPr/>
        <a:lstStyle/>
        <a:p>
          <a:r>
            <a:rPr lang="en-US" sz="1600"/>
            <a:t>Functions</a:t>
          </a:r>
          <a:endParaRPr lang="en-IN" sz="1600" dirty="0"/>
        </a:p>
      </dgm:t>
    </dgm:pt>
    <dgm:pt modelId="{413C411C-85FF-4D11-BE1D-03F47D7F02E2}" type="parTrans" cxnId="{D4C51358-E59B-47D7-B53C-9AF3AF69EC2E}">
      <dgm:prSet/>
      <dgm:spPr/>
      <dgm:t>
        <a:bodyPr/>
        <a:lstStyle/>
        <a:p>
          <a:endParaRPr lang="en-IN" sz="1600"/>
        </a:p>
      </dgm:t>
    </dgm:pt>
    <dgm:pt modelId="{484F45AB-43ED-462D-B229-2DFD38B23F94}" type="sibTrans" cxnId="{D4C51358-E59B-47D7-B53C-9AF3AF69EC2E}">
      <dgm:prSet/>
      <dgm:spPr/>
      <dgm:t>
        <a:bodyPr/>
        <a:lstStyle/>
        <a:p>
          <a:endParaRPr lang="en-IN" sz="1600"/>
        </a:p>
      </dgm:t>
    </dgm:pt>
    <dgm:pt modelId="{42CF79DD-6729-48B9-8C5B-27D3E3C1E065}">
      <dgm:prSet phldrT="[Text]" custT="1"/>
      <dgm:spPr/>
      <dgm:t>
        <a:bodyPr/>
        <a:lstStyle/>
        <a:p>
          <a:r>
            <a:rPr lang="en-US" sz="1600" dirty="0"/>
            <a:t>for loop</a:t>
          </a:r>
          <a:endParaRPr lang="en-IN" sz="1600" dirty="0"/>
        </a:p>
      </dgm:t>
    </dgm:pt>
    <dgm:pt modelId="{2EFB5978-756B-4DA3-B7C4-AF30FB8CF414}" type="parTrans" cxnId="{6BC52311-CB8A-4E0E-AE9A-33CA843F06CC}">
      <dgm:prSet/>
      <dgm:spPr/>
      <dgm:t>
        <a:bodyPr/>
        <a:lstStyle/>
        <a:p>
          <a:endParaRPr lang="en-IN" sz="1600"/>
        </a:p>
      </dgm:t>
    </dgm:pt>
    <dgm:pt modelId="{470FE63A-5884-4CA9-A50E-51F50F5EB094}" type="sibTrans" cxnId="{6BC52311-CB8A-4E0E-AE9A-33CA843F06CC}">
      <dgm:prSet/>
      <dgm:spPr/>
      <dgm:t>
        <a:bodyPr/>
        <a:lstStyle/>
        <a:p>
          <a:endParaRPr lang="en-IN" sz="1600"/>
        </a:p>
      </dgm:t>
    </dgm:pt>
    <dgm:pt modelId="{49209EF6-1635-4714-8887-B47CBF591C82}">
      <dgm:prSet phldrT="[Text]" custT="1"/>
      <dgm:spPr/>
      <dgm:t>
        <a:bodyPr/>
        <a:lstStyle/>
        <a:p>
          <a:r>
            <a:rPr lang="en-US" sz="1600" dirty="0"/>
            <a:t>return</a:t>
          </a:r>
          <a:endParaRPr lang="en-IN" sz="1600" dirty="0"/>
        </a:p>
      </dgm:t>
    </dgm:pt>
    <dgm:pt modelId="{C75DC636-15ED-41F2-BE04-8910CA300493}" type="parTrans" cxnId="{AA91843B-2FAB-4053-A1A7-31FE3472D740}">
      <dgm:prSet/>
      <dgm:spPr/>
      <dgm:t>
        <a:bodyPr/>
        <a:lstStyle/>
        <a:p>
          <a:endParaRPr lang="en-IN" sz="1600"/>
        </a:p>
      </dgm:t>
    </dgm:pt>
    <dgm:pt modelId="{313CF97C-1D6C-494D-A0D1-E79BB088FF43}" type="sibTrans" cxnId="{AA91843B-2FAB-4053-A1A7-31FE3472D740}">
      <dgm:prSet/>
      <dgm:spPr/>
      <dgm:t>
        <a:bodyPr/>
        <a:lstStyle/>
        <a:p>
          <a:endParaRPr lang="en-IN" sz="1600"/>
        </a:p>
      </dgm:t>
    </dgm:pt>
    <dgm:pt modelId="{32756206-492B-45D1-B65C-95D6308928DF}">
      <dgm:prSet phldrT="[Text]" custT="1"/>
      <dgm:spPr/>
      <dgm:t>
        <a:bodyPr/>
        <a:lstStyle/>
        <a:p>
          <a:r>
            <a:rPr lang="en-US" sz="1600" dirty="0"/>
            <a:t>break &amp; continue</a:t>
          </a:r>
          <a:endParaRPr lang="en-IN" sz="1600" dirty="0"/>
        </a:p>
      </dgm:t>
    </dgm:pt>
    <dgm:pt modelId="{B3E1146E-015A-4AA0-B202-339E5BBAA74E}" type="parTrans" cxnId="{D0D9D7BA-AC41-4398-BDD3-F1DBEA7DA0C1}">
      <dgm:prSet/>
      <dgm:spPr/>
      <dgm:t>
        <a:bodyPr/>
        <a:lstStyle/>
        <a:p>
          <a:endParaRPr lang="en-IN" sz="1600"/>
        </a:p>
      </dgm:t>
    </dgm:pt>
    <dgm:pt modelId="{08767D99-6B8A-420D-B946-C14E7D438BEE}" type="sibTrans" cxnId="{D0D9D7BA-AC41-4398-BDD3-F1DBEA7DA0C1}">
      <dgm:prSet/>
      <dgm:spPr/>
      <dgm:t>
        <a:bodyPr/>
        <a:lstStyle/>
        <a:p>
          <a:endParaRPr lang="en-IN" sz="1600"/>
        </a:p>
      </dgm:t>
    </dgm:pt>
    <dgm:pt modelId="{32CC254C-9F61-4EB1-9E1B-097A6486BFAE}">
      <dgm:prSet phldrT="[Text]" custT="1"/>
      <dgm:spPr/>
      <dgm:t>
        <a:bodyPr/>
        <a:lstStyle/>
        <a:p>
          <a:r>
            <a:rPr lang="en-US" sz="1600" b="1" dirty="0"/>
            <a:t>5. Array &amp; String methods</a:t>
          </a:r>
          <a:endParaRPr lang="en-IN" sz="1600" b="1" dirty="0"/>
        </a:p>
      </dgm:t>
    </dgm:pt>
    <dgm:pt modelId="{B5647DA7-D521-421F-8CD6-C61B101F4F81}" type="parTrans" cxnId="{CCBBF4AC-D9B6-4D16-BDCB-D78F45E0CFC4}">
      <dgm:prSet/>
      <dgm:spPr/>
      <dgm:t>
        <a:bodyPr/>
        <a:lstStyle/>
        <a:p>
          <a:endParaRPr lang="en-IN" sz="1600"/>
        </a:p>
      </dgm:t>
    </dgm:pt>
    <dgm:pt modelId="{68260517-7323-4E32-88AE-66ACB2161C51}" type="sibTrans" cxnId="{CCBBF4AC-D9B6-4D16-BDCB-D78F45E0CFC4}">
      <dgm:prSet/>
      <dgm:spPr/>
      <dgm:t>
        <a:bodyPr/>
        <a:lstStyle/>
        <a:p>
          <a:endParaRPr lang="en-IN" sz="1600"/>
        </a:p>
      </dgm:t>
    </dgm:pt>
    <dgm:pt modelId="{F3B1C39D-0C09-4378-A03B-9AA47643857E}">
      <dgm:prSet phldrT="[Text]" custT="1"/>
      <dgm:spPr/>
      <dgm:t>
        <a:bodyPr/>
        <a:lstStyle/>
        <a:p>
          <a:r>
            <a:rPr lang="en-US" sz="1600" dirty="0"/>
            <a:t>length</a:t>
          </a:r>
          <a:endParaRPr lang="en-IN" sz="1600" dirty="0"/>
        </a:p>
      </dgm:t>
    </dgm:pt>
    <dgm:pt modelId="{A17D9BB9-6C35-4C06-B065-B694CAA87F1D}" type="parTrans" cxnId="{21603905-F3E9-40D5-A174-9FCAE1EF928E}">
      <dgm:prSet/>
      <dgm:spPr/>
      <dgm:t>
        <a:bodyPr/>
        <a:lstStyle/>
        <a:p>
          <a:endParaRPr lang="en-IN" sz="1600"/>
        </a:p>
      </dgm:t>
    </dgm:pt>
    <dgm:pt modelId="{3B6C540F-769C-4C44-BDF5-EAF854604E9E}" type="sibTrans" cxnId="{21603905-F3E9-40D5-A174-9FCAE1EF928E}">
      <dgm:prSet/>
      <dgm:spPr/>
      <dgm:t>
        <a:bodyPr/>
        <a:lstStyle/>
        <a:p>
          <a:endParaRPr lang="en-IN" sz="1600"/>
        </a:p>
      </dgm:t>
    </dgm:pt>
    <dgm:pt modelId="{48605A0F-B72A-4214-9177-B9014AEC4D9B}">
      <dgm:prSet phldrT="[Text]" custT="1"/>
      <dgm:spPr/>
      <dgm:t>
        <a:bodyPr/>
        <a:lstStyle/>
        <a:p>
          <a:r>
            <a:rPr lang="en-IN" sz="1600" b="0" i="0"/>
            <a:t>==, </a:t>
          </a:r>
          <a:r>
            <a:rPr lang="en-IN" sz="1600" b="0" i="0" dirty="0"/>
            <a:t>!=, &gt;, &lt;, &gt;=, &lt;=</a:t>
          </a:r>
          <a:endParaRPr lang="en-IN" sz="1600" dirty="0"/>
        </a:p>
      </dgm:t>
    </dgm:pt>
    <dgm:pt modelId="{8B2ED7BC-6DB3-4FCA-9C6C-DA8B80D24948}" type="parTrans" cxnId="{E93D7DA0-B81B-48C7-87EE-28A579140423}">
      <dgm:prSet/>
      <dgm:spPr/>
      <dgm:t>
        <a:bodyPr/>
        <a:lstStyle/>
        <a:p>
          <a:endParaRPr lang="en-IN" sz="1600"/>
        </a:p>
      </dgm:t>
    </dgm:pt>
    <dgm:pt modelId="{F3765822-2ED1-454E-B2D6-81B587DF43C3}" type="sibTrans" cxnId="{E93D7DA0-B81B-48C7-87EE-28A579140423}">
      <dgm:prSet/>
      <dgm:spPr/>
      <dgm:t>
        <a:bodyPr/>
        <a:lstStyle/>
        <a:p>
          <a:endParaRPr lang="en-IN" sz="1600"/>
        </a:p>
      </dgm:t>
    </dgm:pt>
    <dgm:pt modelId="{1FC38A0C-5066-48BD-AC90-B0FE3D8646D4}">
      <dgm:prSet phldrT="[Text]" custT="1"/>
      <dgm:spPr/>
      <dgm:t>
        <a:bodyPr/>
        <a:lstStyle/>
        <a:p>
          <a:r>
            <a:rPr lang="en-IN" sz="1600" b="0" i="0" dirty="0"/>
            <a:t>&amp;&amp;, ||</a:t>
          </a:r>
          <a:endParaRPr lang="en-IN" sz="1600" dirty="0"/>
        </a:p>
      </dgm:t>
    </dgm:pt>
    <dgm:pt modelId="{9369AA45-847C-4CC3-9021-0EE52C68EDFB}" type="parTrans" cxnId="{D39DB091-2E79-4126-A6EF-E2BCE9ED9984}">
      <dgm:prSet/>
      <dgm:spPr/>
      <dgm:t>
        <a:bodyPr/>
        <a:lstStyle/>
        <a:p>
          <a:endParaRPr lang="en-IN" sz="1600"/>
        </a:p>
      </dgm:t>
    </dgm:pt>
    <dgm:pt modelId="{D256597E-C176-4D9B-91B2-E755CCAB1767}" type="sibTrans" cxnId="{D39DB091-2E79-4126-A6EF-E2BCE9ED9984}">
      <dgm:prSet/>
      <dgm:spPr/>
      <dgm:t>
        <a:bodyPr/>
        <a:lstStyle/>
        <a:p>
          <a:endParaRPr lang="en-IN" sz="1600"/>
        </a:p>
      </dgm:t>
    </dgm:pt>
    <dgm:pt modelId="{4E1DB309-32A2-4803-94CC-98654FC65A7B}">
      <dgm:prSet phldrT="[Text]" custT="1"/>
      <dgm:spPr/>
      <dgm:t>
        <a:bodyPr/>
        <a:lstStyle/>
        <a:p>
          <a:r>
            <a:rPr lang="en-IN" sz="1600" b="0" i="0" dirty="0"/>
            <a:t>+, -, *, /</a:t>
          </a:r>
          <a:endParaRPr lang="en-IN" sz="1600" dirty="0"/>
        </a:p>
      </dgm:t>
    </dgm:pt>
    <dgm:pt modelId="{A60C3ED8-1843-4776-A7C0-4CF2C3EDC7D7}" type="parTrans" cxnId="{745F2C53-3DE3-4DA7-8CD0-48A70CC07EE5}">
      <dgm:prSet/>
      <dgm:spPr/>
      <dgm:t>
        <a:bodyPr/>
        <a:lstStyle/>
        <a:p>
          <a:endParaRPr lang="en-IN" sz="1600"/>
        </a:p>
      </dgm:t>
    </dgm:pt>
    <dgm:pt modelId="{2BD5DDB2-25C3-4E8A-8699-34D37CF6529E}" type="sibTrans" cxnId="{745F2C53-3DE3-4DA7-8CD0-48A70CC07EE5}">
      <dgm:prSet/>
      <dgm:spPr/>
      <dgm:t>
        <a:bodyPr/>
        <a:lstStyle/>
        <a:p>
          <a:endParaRPr lang="en-IN" sz="1600"/>
        </a:p>
      </dgm:t>
    </dgm:pt>
    <dgm:pt modelId="{B32AF5EC-6DA1-42E6-9336-E3B7EE57F014}">
      <dgm:prSet phldrT="[Text]" custT="1"/>
      <dgm:spPr/>
      <dgm:t>
        <a:bodyPr/>
        <a:lstStyle/>
        <a:p>
          <a:r>
            <a:rPr lang="en-US" sz="1600" dirty="0" err="1"/>
            <a:t>indexOf</a:t>
          </a:r>
          <a:endParaRPr lang="en-IN" sz="1600" dirty="0"/>
        </a:p>
      </dgm:t>
    </dgm:pt>
    <dgm:pt modelId="{0F2B3EE1-0629-4CA8-8015-7C628830DD46}" type="parTrans" cxnId="{879B63AB-0570-4798-B509-DD0EF3204FE7}">
      <dgm:prSet/>
      <dgm:spPr/>
      <dgm:t>
        <a:bodyPr/>
        <a:lstStyle/>
        <a:p>
          <a:endParaRPr lang="en-IN" sz="1600"/>
        </a:p>
      </dgm:t>
    </dgm:pt>
    <dgm:pt modelId="{CD95170A-9F63-43C7-9B1B-8A6D2EC34969}" type="sibTrans" cxnId="{879B63AB-0570-4798-B509-DD0EF3204FE7}">
      <dgm:prSet/>
      <dgm:spPr/>
      <dgm:t>
        <a:bodyPr/>
        <a:lstStyle/>
        <a:p>
          <a:endParaRPr lang="en-IN" sz="1600"/>
        </a:p>
      </dgm:t>
    </dgm:pt>
    <dgm:pt modelId="{B9340CF7-5DF0-4705-8A2C-1B39214827CF}">
      <dgm:prSet phldrT="[Text]" custT="1"/>
      <dgm:spPr/>
      <dgm:t>
        <a:bodyPr/>
        <a:lstStyle/>
        <a:p>
          <a:r>
            <a:rPr lang="en-US" sz="1600" dirty="0"/>
            <a:t>substring</a:t>
          </a:r>
          <a:endParaRPr lang="en-IN" sz="1600" dirty="0"/>
        </a:p>
      </dgm:t>
    </dgm:pt>
    <dgm:pt modelId="{3C936E38-BFFC-43F3-A6A5-802B63C7883B}" type="parTrans" cxnId="{8DB999D0-379E-4E21-856D-36244B3E527B}">
      <dgm:prSet/>
      <dgm:spPr/>
      <dgm:t>
        <a:bodyPr/>
        <a:lstStyle/>
        <a:p>
          <a:endParaRPr lang="en-IN" sz="1600"/>
        </a:p>
      </dgm:t>
    </dgm:pt>
    <dgm:pt modelId="{E4DB99A3-2CE9-438D-95E4-238004CDF16C}" type="sibTrans" cxnId="{8DB999D0-379E-4E21-856D-36244B3E527B}">
      <dgm:prSet/>
      <dgm:spPr/>
      <dgm:t>
        <a:bodyPr/>
        <a:lstStyle/>
        <a:p>
          <a:endParaRPr lang="en-IN" sz="1600"/>
        </a:p>
      </dgm:t>
    </dgm:pt>
    <dgm:pt modelId="{A2182A99-E02D-4E25-9D5D-5BB97F064A20}">
      <dgm:prSet phldrT="[Text]" custT="1"/>
      <dgm:spPr/>
      <dgm:t>
        <a:bodyPr/>
        <a:lstStyle/>
        <a:p>
          <a:r>
            <a:rPr lang="en-US" sz="1600" dirty="0"/>
            <a:t>sort</a:t>
          </a:r>
          <a:endParaRPr lang="en-IN" sz="1600" dirty="0"/>
        </a:p>
      </dgm:t>
    </dgm:pt>
    <dgm:pt modelId="{D9A46E91-5F0D-40E2-BE23-505DADB0C44E}" type="parTrans" cxnId="{BEF03122-F840-497A-85E8-00D393009761}">
      <dgm:prSet/>
      <dgm:spPr/>
      <dgm:t>
        <a:bodyPr/>
        <a:lstStyle/>
        <a:p>
          <a:endParaRPr lang="en-IN" sz="1600"/>
        </a:p>
      </dgm:t>
    </dgm:pt>
    <dgm:pt modelId="{47DCDE89-1BB1-4CC9-AA9B-A4BE9B1C521E}" type="sibTrans" cxnId="{BEF03122-F840-497A-85E8-00D393009761}">
      <dgm:prSet/>
      <dgm:spPr/>
      <dgm:t>
        <a:bodyPr/>
        <a:lstStyle/>
        <a:p>
          <a:endParaRPr lang="en-IN" sz="1600"/>
        </a:p>
      </dgm:t>
    </dgm:pt>
    <dgm:pt modelId="{4B0E9569-FA56-41EA-8A12-9A8B380841CF}">
      <dgm:prSet phldrT="[Text]" custT="1"/>
      <dgm:spPr/>
      <dgm:t>
        <a:bodyPr/>
        <a:lstStyle/>
        <a:p>
          <a:r>
            <a:rPr lang="en-US" sz="1600" dirty="0" err="1"/>
            <a:t>charAt</a:t>
          </a:r>
          <a:endParaRPr lang="en-IN" sz="1600" dirty="0"/>
        </a:p>
      </dgm:t>
    </dgm:pt>
    <dgm:pt modelId="{E6037AA9-406C-4833-93C3-2A0177DC59C4}" type="parTrans" cxnId="{5FD6012D-7ED7-426B-B408-86D2C08AD4AB}">
      <dgm:prSet/>
      <dgm:spPr/>
      <dgm:t>
        <a:bodyPr/>
        <a:lstStyle/>
        <a:p>
          <a:endParaRPr lang="en-IN" sz="1600"/>
        </a:p>
      </dgm:t>
    </dgm:pt>
    <dgm:pt modelId="{9765FB15-B5E5-4353-9F5E-91020943AAB1}" type="sibTrans" cxnId="{5FD6012D-7ED7-426B-B408-86D2C08AD4AB}">
      <dgm:prSet/>
      <dgm:spPr/>
      <dgm:t>
        <a:bodyPr/>
        <a:lstStyle/>
        <a:p>
          <a:endParaRPr lang="en-IN" sz="1600"/>
        </a:p>
      </dgm:t>
    </dgm:pt>
    <dgm:pt modelId="{DDB09869-F1A4-4FFC-BED5-BB3DF6E09222}">
      <dgm:prSet phldrT="[Text]" custT="1"/>
      <dgm:spPr/>
      <dgm:t>
        <a:bodyPr/>
        <a:lstStyle/>
        <a:p>
          <a:r>
            <a:rPr lang="en-US" sz="1600" dirty="0"/>
            <a:t>replace</a:t>
          </a:r>
          <a:endParaRPr lang="en-IN" sz="1600" dirty="0"/>
        </a:p>
      </dgm:t>
    </dgm:pt>
    <dgm:pt modelId="{ED9A7EA9-7DB5-43F0-8296-3688A20C9930}" type="parTrans" cxnId="{5F6D185B-5BD2-47AA-B439-BAF853091134}">
      <dgm:prSet/>
      <dgm:spPr/>
      <dgm:t>
        <a:bodyPr/>
        <a:lstStyle/>
        <a:p>
          <a:endParaRPr lang="en-IN" sz="1600"/>
        </a:p>
      </dgm:t>
    </dgm:pt>
    <dgm:pt modelId="{5FCC95FA-A7B7-4403-9720-2961813A0A95}" type="sibTrans" cxnId="{5F6D185B-5BD2-47AA-B439-BAF853091134}">
      <dgm:prSet/>
      <dgm:spPr/>
      <dgm:t>
        <a:bodyPr/>
        <a:lstStyle/>
        <a:p>
          <a:endParaRPr lang="en-IN" sz="1600"/>
        </a:p>
      </dgm:t>
    </dgm:pt>
    <dgm:pt modelId="{A6CDB34B-B9DC-4557-8EB1-B9CAFB213830}">
      <dgm:prSet phldrT="[Text]" custT="1"/>
      <dgm:spPr/>
      <dgm:t>
        <a:bodyPr/>
        <a:lstStyle/>
        <a:p>
          <a:r>
            <a:rPr lang="en-US" sz="1600" dirty="0"/>
            <a:t>trim</a:t>
          </a:r>
          <a:endParaRPr lang="en-IN" sz="1600" dirty="0"/>
        </a:p>
      </dgm:t>
    </dgm:pt>
    <dgm:pt modelId="{C16737FF-898B-451D-9E39-0C653C855368}" type="parTrans" cxnId="{2038F6B5-5369-42B3-91F1-1CB129E6393A}">
      <dgm:prSet/>
      <dgm:spPr/>
      <dgm:t>
        <a:bodyPr/>
        <a:lstStyle/>
        <a:p>
          <a:endParaRPr lang="en-IN" sz="1600"/>
        </a:p>
      </dgm:t>
    </dgm:pt>
    <dgm:pt modelId="{DE657C97-17EA-4BEC-AA50-EEAA94497162}" type="sibTrans" cxnId="{2038F6B5-5369-42B3-91F1-1CB129E6393A}">
      <dgm:prSet/>
      <dgm:spPr/>
      <dgm:t>
        <a:bodyPr/>
        <a:lstStyle/>
        <a:p>
          <a:endParaRPr lang="en-IN" sz="1600"/>
        </a:p>
      </dgm:t>
    </dgm:pt>
    <dgm:pt modelId="{5C5A3850-0F41-4FE1-874D-ED4D5D3F0F78}">
      <dgm:prSet phldrT="[Text]" custT="1"/>
      <dgm:spPr/>
      <dgm:t>
        <a:bodyPr/>
        <a:lstStyle/>
        <a:p>
          <a:r>
            <a:rPr lang="en-IN" sz="1600" b="0" i="0"/>
            <a:t>++, </a:t>
          </a:r>
          <a:r>
            <a:rPr lang="en-IN" sz="1600" b="0" i="0" dirty="0"/>
            <a:t>--</a:t>
          </a:r>
          <a:endParaRPr lang="en-IN" sz="1600" dirty="0"/>
        </a:p>
      </dgm:t>
    </dgm:pt>
    <dgm:pt modelId="{4B3D24D5-D627-42FD-A0DD-AC6A7A0E29EF}" type="parTrans" cxnId="{0540C6C6-1E67-4300-BFA0-6547EDB20146}">
      <dgm:prSet/>
      <dgm:spPr/>
      <dgm:t>
        <a:bodyPr/>
        <a:lstStyle/>
        <a:p>
          <a:endParaRPr lang="en-IN" sz="1600"/>
        </a:p>
      </dgm:t>
    </dgm:pt>
    <dgm:pt modelId="{D919BBE8-37DC-4382-991A-9700ABD3833D}" type="sibTrans" cxnId="{0540C6C6-1E67-4300-BFA0-6547EDB20146}">
      <dgm:prSet/>
      <dgm:spPr/>
      <dgm:t>
        <a:bodyPr/>
        <a:lstStyle/>
        <a:p>
          <a:endParaRPr lang="en-IN" sz="1600"/>
        </a:p>
      </dgm:t>
    </dgm:pt>
    <dgm:pt modelId="{E2C8F183-D40F-4120-A74A-F654CAFA91F3}">
      <dgm:prSet phldrT="[Text]" custT="1"/>
      <dgm:spPr/>
      <dgm:t>
        <a:bodyPr/>
        <a:lstStyle/>
        <a:p>
          <a:r>
            <a:rPr lang="en-US" sz="1600" dirty="0"/>
            <a:t>split</a:t>
          </a:r>
          <a:endParaRPr lang="en-IN" sz="1600" dirty="0"/>
        </a:p>
      </dgm:t>
    </dgm:pt>
    <dgm:pt modelId="{0B67863F-49F6-4C96-9593-6A89E66EC4C3}" type="parTrans" cxnId="{5665227A-7AD1-4609-B7DA-C6F8A9E8B0E7}">
      <dgm:prSet/>
      <dgm:spPr/>
      <dgm:t>
        <a:bodyPr/>
        <a:lstStyle/>
        <a:p>
          <a:endParaRPr lang="en-IN"/>
        </a:p>
      </dgm:t>
    </dgm:pt>
    <dgm:pt modelId="{240C1BB1-4481-482F-A253-0DE54790E8EA}" type="sibTrans" cxnId="{5665227A-7AD1-4609-B7DA-C6F8A9E8B0E7}">
      <dgm:prSet/>
      <dgm:spPr/>
      <dgm:t>
        <a:bodyPr/>
        <a:lstStyle/>
        <a:p>
          <a:endParaRPr lang="en-IN"/>
        </a:p>
      </dgm:t>
    </dgm:pt>
    <dgm:pt modelId="{892B56F8-93BF-4DC6-A933-482ADD9AED3A}">
      <dgm:prSet phldrT="[Text]" custT="1"/>
      <dgm:spPr/>
      <dgm:t>
        <a:bodyPr/>
        <a:lstStyle/>
        <a:p>
          <a:r>
            <a:rPr lang="en-US" sz="1600" dirty="0"/>
            <a:t>while loop</a:t>
          </a:r>
          <a:endParaRPr lang="en-IN" sz="1600" dirty="0"/>
        </a:p>
      </dgm:t>
    </dgm:pt>
    <dgm:pt modelId="{1D7B45C1-22AE-49B0-A153-00EBD704B2C3}" type="parTrans" cxnId="{BF9B9912-F767-4649-B785-2B79A1C50B16}">
      <dgm:prSet/>
      <dgm:spPr/>
      <dgm:t>
        <a:bodyPr/>
        <a:lstStyle/>
        <a:p>
          <a:endParaRPr lang="en-IN"/>
        </a:p>
      </dgm:t>
    </dgm:pt>
    <dgm:pt modelId="{5FF7E19D-1708-4844-94EC-FF6CFBBBA8E9}" type="sibTrans" cxnId="{BF9B9912-F767-4649-B785-2B79A1C50B16}">
      <dgm:prSet/>
      <dgm:spPr/>
      <dgm:t>
        <a:bodyPr/>
        <a:lstStyle/>
        <a:p>
          <a:endParaRPr lang="en-IN"/>
        </a:p>
      </dgm:t>
    </dgm:pt>
    <dgm:pt modelId="{717E80DF-DE05-4C86-A602-6AF9B9B988E6}">
      <dgm:prSet phldrT="[Text]" custT="1"/>
      <dgm:spPr/>
      <dgm:t>
        <a:bodyPr/>
        <a:lstStyle/>
        <a:p>
          <a:r>
            <a:rPr lang="en-US" sz="1600" dirty="0"/>
            <a:t>String</a:t>
          </a:r>
          <a:endParaRPr lang="en-IN" sz="1600" dirty="0"/>
        </a:p>
      </dgm:t>
    </dgm:pt>
    <dgm:pt modelId="{59ADCFBE-9583-4EBC-87E7-0E00978D98C3}" type="parTrans" cxnId="{C822A8D0-87C4-46A6-9279-4B040B429E66}">
      <dgm:prSet/>
      <dgm:spPr/>
      <dgm:t>
        <a:bodyPr/>
        <a:lstStyle/>
        <a:p>
          <a:endParaRPr lang="en-IN"/>
        </a:p>
      </dgm:t>
    </dgm:pt>
    <dgm:pt modelId="{5FA9E37B-D27E-4143-83A8-06E50C09C1F4}" type="sibTrans" cxnId="{C822A8D0-87C4-46A6-9279-4B040B429E66}">
      <dgm:prSet/>
      <dgm:spPr/>
      <dgm:t>
        <a:bodyPr/>
        <a:lstStyle/>
        <a:p>
          <a:endParaRPr lang="en-IN"/>
        </a:p>
      </dgm:t>
    </dgm:pt>
    <dgm:pt modelId="{15CA54D9-79E3-446B-9A51-B12BBCC8E3D9}">
      <dgm:prSet phldrT="[Text]" custT="1"/>
      <dgm:spPr/>
      <dgm:t>
        <a:bodyPr/>
        <a:lstStyle/>
        <a:p>
          <a:r>
            <a:rPr lang="en-US" sz="1600" dirty="0"/>
            <a:t>Array</a:t>
          </a:r>
          <a:endParaRPr lang="en-IN" sz="1600" dirty="0"/>
        </a:p>
      </dgm:t>
    </dgm:pt>
    <dgm:pt modelId="{9D98A265-9775-4DDD-9221-E646CA84D5AB}" type="parTrans" cxnId="{80D8FD3E-2C2E-459F-AB6A-D26F1C37AD20}">
      <dgm:prSet/>
      <dgm:spPr/>
      <dgm:t>
        <a:bodyPr/>
        <a:lstStyle/>
        <a:p>
          <a:endParaRPr lang="en-IN"/>
        </a:p>
      </dgm:t>
    </dgm:pt>
    <dgm:pt modelId="{B37BE441-96C3-4C34-AC6E-42FFA677F10E}" type="sibTrans" cxnId="{80D8FD3E-2C2E-459F-AB6A-D26F1C37AD20}">
      <dgm:prSet/>
      <dgm:spPr/>
      <dgm:t>
        <a:bodyPr/>
        <a:lstStyle/>
        <a:p>
          <a:endParaRPr lang="en-IN"/>
        </a:p>
      </dgm:t>
    </dgm:pt>
    <dgm:pt modelId="{E6A7065E-36F7-424A-9D72-532240288138}">
      <dgm:prSet phldrT="[Text]" custT="1"/>
      <dgm:spPr/>
      <dgm:t>
        <a:bodyPr/>
        <a:lstStyle/>
        <a:p>
          <a:r>
            <a:rPr lang="en-US" sz="1600" dirty="0"/>
            <a:t>foreach loop</a:t>
          </a:r>
          <a:endParaRPr lang="en-IN" sz="1600" dirty="0"/>
        </a:p>
      </dgm:t>
    </dgm:pt>
    <dgm:pt modelId="{3AF0B89B-077C-4D50-BD68-4BFD6A590B98}" type="parTrans" cxnId="{FF4B5359-850B-429F-A22C-F441BAAB83C7}">
      <dgm:prSet/>
      <dgm:spPr/>
      <dgm:t>
        <a:bodyPr/>
        <a:lstStyle/>
        <a:p>
          <a:endParaRPr lang="en-IN"/>
        </a:p>
      </dgm:t>
    </dgm:pt>
    <dgm:pt modelId="{EADFFEF4-5C6A-4355-8E32-21036301C9AF}" type="sibTrans" cxnId="{FF4B5359-850B-429F-A22C-F441BAAB83C7}">
      <dgm:prSet/>
      <dgm:spPr/>
      <dgm:t>
        <a:bodyPr/>
        <a:lstStyle/>
        <a:p>
          <a:endParaRPr lang="en-IN"/>
        </a:p>
      </dgm:t>
    </dgm:pt>
    <dgm:pt modelId="{79401B5F-7C40-4FEB-8B76-54AB30C734DA}" type="pres">
      <dgm:prSet presAssocID="{97AA4125-7044-4D80-B4E2-D4B37FD6DE35}" presName="linearFlow" presStyleCnt="0">
        <dgm:presLayoutVars>
          <dgm:dir/>
          <dgm:animLvl val="lvl"/>
          <dgm:resizeHandles val="exact"/>
        </dgm:presLayoutVars>
      </dgm:prSet>
      <dgm:spPr/>
    </dgm:pt>
    <dgm:pt modelId="{B964AB54-2647-4611-BAC7-71DCCAFC9AE0}" type="pres">
      <dgm:prSet presAssocID="{FEFD482C-1919-4364-BF28-B4F64E8D6B9B}" presName="composite" presStyleCnt="0"/>
      <dgm:spPr/>
    </dgm:pt>
    <dgm:pt modelId="{D6464C9E-2E24-415B-B7D2-CD09FCEFDFDF}" type="pres">
      <dgm:prSet presAssocID="{FEFD482C-1919-4364-BF28-B4F64E8D6B9B}" presName="parTx" presStyleLbl="node1" presStyleIdx="0" presStyleCnt="5">
        <dgm:presLayoutVars>
          <dgm:chMax val="0"/>
          <dgm:chPref val="0"/>
          <dgm:bulletEnabled val="1"/>
        </dgm:presLayoutVars>
      </dgm:prSet>
      <dgm:spPr/>
    </dgm:pt>
    <dgm:pt modelId="{F090D640-C156-407B-948A-533856B96610}" type="pres">
      <dgm:prSet presAssocID="{FEFD482C-1919-4364-BF28-B4F64E8D6B9B}" presName="parSh" presStyleLbl="node1" presStyleIdx="0" presStyleCnt="5" custScaleX="136301" custLinFactNeighborX="6408"/>
      <dgm:spPr/>
    </dgm:pt>
    <dgm:pt modelId="{C24FBE50-61EE-4A52-8086-EB926C0D117B}" type="pres">
      <dgm:prSet presAssocID="{FEFD482C-1919-4364-BF28-B4F64E8D6B9B}" presName="desTx" presStyleLbl="fgAcc1" presStyleIdx="0" presStyleCnt="5" custScaleX="119003" custLinFactNeighborY="7442">
        <dgm:presLayoutVars>
          <dgm:bulletEnabled val="1"/>
        </dgm:presLayoutVars>
      </dgm:prSet>
      <dgm:spPr/>
    </dgm:pt>
    <dgm:pt modelId="{9C9D207E-A06A-4C67-8637-AF959EBBF34A}" type="pres">
      <dgm:prSet presAssocID="{76A903CA-FE19-400A-BA35-6A4FCE1B969B}" presName="sibTrans" presStyleLbl="sibTrans2D1" presStyleIdx="0" presStyleCnt="4"/>
      <dgm:spPr/>
    </dgm:pt>
    <dgm:pt modelId="{6C3C7BB5-9B83-4B35-8307-172E1F1B70FA}" type="pres">
      <dgm:prSet presAssocID="{76A903CA-FE19-400A-BA35-6A4FCE1B969B}" presName="connTx" presStyleLbl="sibTrans2D1" presStyleIdx="0" presStyleCnt="4"/>
      <dgm:spPr/>
    </dgm:pt>
    <dgm:pt modelId="{14A13434-1EA2-4A8D-936B-39621D02B05F}" type="pres">
      <dgm:prSet presAssocID="{4E18E330-25BA-43E1-B0CF-F583227EDF27}" presName="composite" presStyleCnt="0"/>
      <dgm:spPr/>
    </dgm:pt>
    <dgm:pt modelId="{D72A489B-832B-4746-9ABB-D5D824743A3C}" type="pres">
      <dgm:prSet presAssocID="{4E18E330-25BA-43E1-B0CF-F583227EDF27}" presName="parTx" presStyleLbl="node1" presStyleIdx="0" presStyleCnt="5">
        <dgm:presLayoutVars>
          <dgm:chMax val="0"/>
          <dgm:chPref val="0"/>
          <dgm:bulletEnabled val="1"/>
        </dgm:presLayoutVars>
      </dgm:prSet>
      <dgm:spPr/>
    </dgm:pt>
    <dgm:pt modelId="{C6D12E62-22D0-4A68-9A04-927CAC4B8710}" type="pres">
      <dgm:prSet presAssocID="{4E18E330-25BA-43E1-B0CF-F583227EDF27}" presName="parSh" presStyleLbl="node1" presStyleIdx="1" presStyleCnt="5" custScaleX="136301" custLinFactNeighborX="6408"/>
      <dgm:spPr/>
    </dgm:pt>
    <dgm:pt modelId="{64CD8015-7742-466E-B0D8-E48292E1FB09}" type="pres">
      <dgm:prSet presAssocID="{4E18E330-25BA-43E1-B0CF-F583227EDF27}" presName="desTx" presStyleLbl="fgAcc1" presStyleIdx="1" presStyleCnt="5" custScaleX="119003" custLinFactNeighborY="7442">
        <dgm:presLayoutVars>
          <dgm:bulletEnabled val="1"/>
        </dgm:presLayoutVars>
      </dgm:prSet>
      <dgm:spPr/>
    </dgm:pt>
    <dgm:pt modelId="{DC4F7964-48DD-4B79-9D55-385C3D02EEC4}" type="pres">
      <dgm:prSet presAssocID="{7F3C7BF7-65A2-405D-B0D0-4BF322452BD9}" presName="sibTrans" presStyleLbl="sibTrans2D1" presStyleIdx="1" presStyleCnt="4"/>
      <dgm:spPr/>
    </dgm:pt>
    <dgm:pt modelId="{1A349405-8A9D-4934-A31B-38F5AC65103A}" type="pres">
      <dgm:prSet presAssocID="{7F3C7BF7-65A2-405D-B0D0-4BF322452BD9}" presName="connTx" presStyleLbl="sibTrans2D1" presStyleIdx="1" presStyleCnt="4"/>
      <dgm:spPr/>
    </dgm:pt>
    <dgm:pt modelId="{8E4C4DE5-4296-4863-A16C-00A02E8C6E7F}" type="pres">
      <dgm:prSet presAssocID="{6D1CAD4B-2BCD-49DB-8B22-A208D9119059}" presName="composite" presStyleCnt="0"/>
      <dgm:spPr/>
    </dgm:pt>
    <dgm:pt modelId="{B8C61633-082F-4AAF-8D82-EAC455663005}" type="pres">
      <dgm:prSet presAssocID="{6D1CAD4B-2BCD-49DB-8B22-A208D9119059}" presName="parTx" presStyleLbl="node1" presStyleIdx="1" presStyleCnt="5">
        <dgm:presLayoutVars>
          <dgm:chMax val="0"/>
          <dgm:chPref val="0"/>
          <dgm:bulletEnabled val="1"/>
        </dgm:presLayoutVars>
      </dgm:prSet>
      <dgm:spPr/>
    </dgm:pt>
    <dgm:pt modelId="{DB4B9966-CF4B-4FC3-99AA-FB5D93B44D6B}" type="pres">
      <dgm:prSet presAssocID="{6D1CAD4B-2BCD-49DB-8B22-A208D9119059}" presName="parSh" presStyleLbl="node1" presStyleIdx="2" presStyleCnt="5" custScaleX="136301" custLinFactNeighborX="6408"/>
      <dgm:spPr/>
    </dgm:pt>
    <dgm:pt modelId="{D2209AAF-DFAD-4F32-997F-3D535F4D84A5}" type="pres">
      <dgm:prSet presAssocID="{6D1CAD4B-2BCD-49DB-8B22-A208D9119059}" presName="desTx" presStyleLbl="fgAcc1" presStyleIdx="2" presStyleCnt="5" custScaleX="119003" custLinFactNeighborY="7442">
        <dgm:presLayoutVars>
          <dgm:bulletEnabled val="1"/>
        </dgm:presLayoutVars>
      </dgm:prSet>
      <dgm:spPr/>
    </dgm:pt>
    <dgm:pt modelId="{9EA8FA13-F41D-4575-8EBF-6B88D2C109B7}" type="pres">
      <dgm:prSet presAssocID="{B274A5C6-E291-4170-90D5-2F34318CFD48}" presName="sibTrans" presStyleLbl="sibTrans2D1" presStyleIdx="2" presStyleCnt="4"/>
      <dgm:spPr/>
    </dgm:pt>
    <dgm:pt modelId="{1A543809-50B5-4F77-BF2F-4547A5D83339}" type="pres">
      <dgm:prSet presAssocID="{B274A5C6-E291-4170-90D5-2F34318CFD48}" presName="connTx" presStyleLbl="sibTrans2D1" presStyleIdx="2" presStyleCnt="4"/>
      <dgm:spPr/>
    </dgm:pt>
    <dgm:pt modelId="{8BB799D8-B84A-4CB6-AF5A-A5754DB4A3AB}" type="pres">
      <dgm:prSet presAssocID="{E1940E7A-6948-4F42-992B-ADC1D69A24B2}" presName="composite" presStyleCnt="0"/>
      <dgm:spPr/>
    </dgm:pt>
    <dgm:pt modelId="{BD1FD628-A56D-454E-8B77-DEED7B533BD8}" type="pres">
      <dgm:prSet presAssocID="{E1940E7A-6948-4F42-992B-ADC1D69A24B2}" presName="parTx" presStyleLbl="node1" presStyleIdx="2" presStyleCnt="5">
        <dgm:presLayoutVars>
          <dgm:chMax val="0"/>
          <dgm:chPref val="0"/>
          <dgm:bulletEnabled val="1"/>
        </dgm:presLayoutVars>
      </dgm:prSet>
      <dgm:spPr/>
    </dgm:pt>
    <dgm:pt modelId="{55E5BEDF-6B5B-4E99-B91D-660FF1DCF0CB}" type="pres">
      <dgm:prSet presAssocID="{E1940E7A-6948-4F42-992B-ADC1D69A24B2}" presName="parSh" presStyleLbl="node1" presStyleIdx="3" presStyleCnt="5" custScaleX="136301" custLinFactNeighborX="6408"/>
      <dgm:spPr/>
    </dgm:pt>
    <dgm:pt modelId="{6B821A99-A003-4279-AF05-9C0D234ABEC8}" type="pres">
      <dgm:prSet presAssocID="{E1940E7A-6948-4F42-992B-ADC1D69A24B2}" presName="desTx" presStyleLbl="fgAcc1" presStyleIdx="3" presStyleCnt="5" custScaleX="125178" custLinFactNeighborY="7442">
        <dgm:presLayoutVars>
          <dgm:bulletEnabled val="1"/>
        </dgm:presLayoutVars>
      </dgm:prSet>
      <dgm:spPr/>
    </dgm:pt>
    <dgm:pt modelId="{2A928E2A-D8B8-4AC1-B1BE-A464164E584A}" type="pres">
      <dgm:prSet presAssocID="{79DB6227-BE47-4BE9-BECA-0579200B8375}" presName="sibTrans" presStyleLbl="sibTrans2D1" presStyleIdx="3" presStyleCnt="4"/>
      <dgm:spPr/>
    </dgm:pt>
    <dgm:pt modelId="{25DE6752-D825-425C-B19D-953514AD3F44}" type="pres">
      <dgm:prSet presAssocID="{79DB6227-BE47-4BE9-BECA-0579200B8375}" presName="connTx" presStyleLbl="sibTrans2D1" presStyleIdx="3" presStyleCnt="4"/>
      <dgm:spPr/>
    </dgm:pt>
    <dgm:pt modelId="{2377BDA2-63B0-437E-BDCB-8DE8998C298F}" type="pres">
      <dgm:prSet presAssocID="{32CC254C-9F61-4EB1-9E1B-097A6486BFAE}" presName="composite" presStyleCnt="0"/>
      <dgm:spPr/>
    </dgm:pt>
    <dgm:pt modelId="{5F20F09F-F556-4EF5-86EB-508A89DF3C44}" type="pres">
      <dgm:prSet presAssocID="{32CC254C-9F61-4EB1-9E1B-097A6486BFAE}" presName="parTx" presStyleLbl="node1" presStyleIdx="3" presStyleCnt="5">
        <dgm:presLayoutVars>
          <dgm:chMax val="0"/>
          <dgm:chPref val="0"/>
          <dgm:bulletEnabled val="1"/>
        </dgm:presLayoutVars>
      </dgm:prSet>
      <dgm:spPr/>
    </dgm:pt>
    <dgm:pt modelId="{4DEAA134-5C0D-4E16-A3E5-F45F0CD3E2DC}" type="pres">
      <dgm:prSet presAssocID="{32CC254C-9F61-4EB1-9E1B-097A6486BFAE}" presName="parSh" presStyleLbl="node1" presStyleIdx="4" presStyleCnt="5" custScaleX="150894" custLinFactNeighborX="6408"/>
      <dgm:spPr/>
    </dgm:pt>
    <dgm:pt modelId="{50706CFD-C55E-428A-92C2-606516F76568}" type="pres">
      <dgm:prSet presAssocID="{32CC254C-9F61-4EB1-9E1B-097A6486BFAE}" presName="desTx" presStyleLbl="fgAcc1" presStyleIdx="4" presStyleCnt="5" custScaleX="119003" custLinFactNeighborY="7442">
        <dgm:presLayoutVars>
          <dgm:bulletEnabled val="1"/>
        </dgm:presLayoutVars>
      </dgm:prSet>
      <dgm:spPr/>
    </dgm:pt>
  </dgm:ptLst>
  <dgm:cxnLst>
    <dgm:cxn modelId="{FD7D0301-714A-45B9-91F9-376D273AD018}" type="presOf" srcId="{9E24BB4C-3A59-4A3E-A449-5C4A37E39C61}" destId="{C24FBE50-61EE-4A52-8086-EB926C0D117B}" srcOrd="0" destOrd="0" presId="urn:microsoft.com/office/officeart/2005/8/layout/process3"/>
    <dgm:cxn modelId="{9FD8AD03-AA3C-4745-867A-97570A423E81}" type="presOf" srcId="{DDB09869-F1A4-4FFC-BED5-BB3DF6E09222}" destId="{50706CFD-C55E-428A-92C2-606516F76568}" srcOrd="0" destOrd="5" presId="urn:microsoft.com/office/officeart/2005/8/layout/process3"/>
    <dgm:cxn modelId="{21603905-F3E9-40D5-A174-9FCAE1EF928E}" srcId="{32CC254C-9F61-4EB1-9E1B-097A6486BFAE}" destId="{F3B1C39D-0C09-4378-A03B-9AA47643857E}" srcOrd="0" destOrd="0" parTransId="{A17D9BB9-6C35-4C06-B065-B694CAA87F1D}" sibTransId="{3B6C540F-769C-4C44-BDF5-EAF854604E9E}"/>
    <dgm:cxn modelId="{7ED5BD05-DC83-417E-A4C0-F4E212A89C2D}" type="presOf" srcId="{49534BA5-34D3-4C8E-8774-D9A09245B12F}" destId="{64CD8015-7742-466E-B0D8-E48292E1FB09}" srcOrd="0" destOrd="0" presId="urn:microsoft.com/office/officeart/2005/8/layout/process3"/>
    <dgm:cxn modelId="{7B0D6008-BF54-4B7D-821B-5631F63593BE}" srcId="{E1940E7A-6948-4F42-992B-ADC1D69A24B2}" destId="{A4C0DB3B-7FB0-4BE3-852A-0FC64123DC3B}" srcOrd="0" destOrd="0" parTransId="{617DA105-3AE7-4B53-B44C-A1E7836C3569}" sibTransId="{3CA4503D-1BB2-4E1A-97D4-ADD540C8495F}"/>
    <dgm:cxn modelId="{F06E9F0C-2C3E-4B11-AD36-33E1C2B4CA4F}" type="presOf" srcId="{A2182A99-E02D-4E25-9D5D-5BB97F064A20}" destId="{50706CFD-C55E-428A-92C2-606516F76568}" srcOrd="0" destOrd="3" presId="urn:microsoft.com/office/officeart/2005/8/layout/process3"/>
    <dgm:cxn modelId="{6BC52311-CB8A-4E0E-AE9A-33CA843F06CC}" srcId="{E1940E7A-6948-4F42-992B-ADC1D69A24B2}" destId="{42CF79DD-6729-48B9-8C5B-27D3E3C1E065}" srcOrd="1" destOrd="0" parTransId="{2EFB5978-756B-4DA3-B7C4-AF30FB8CF414}" sibTransId="{470FE63A-5884-4CA9-A50E-51F50F5EB094}"/>
    <dgm:cxn modelId="{07768A11-77D4-421F-9A0C-00AF08332876}" type="presOf" srcId="{7F3C7BF7-65A2-405D-B0D0-4BF322452BD9}" destId="{1A349405-8A9D-4934-A31B-38F5AC65103A}" srcOrd="1" destOrd="0" presId="urn:microsoft.com/office/officeart/2005/8/layout/process3"/>
    <dgm:cxn modelId="{197C6212-F69A-4924-88F7-34D2AAB23332}" type="presOf" srcId="{48605A0F-B72A-4214-9177-B9014AEC4D9B}" destId="{D2209AAF-DFAD-4F32-997F-3D535F4D84A5}" srcOrd="0" destOrd="2" presId="urn:microsoft.com/office/officeart/2005/8/layout/process3"/>
    <dgm:cxn modelId="{BF9B9912-F767-4649-B785-2B79A1C50B16}" srcId="{E1940E7A-6948-4F42-992B-ADC1D69A24B2}" destId="{892B56F8-93BF-4DC6-A933-482ADD9AED3A}" srcOrd="2" destOrd="0" parTransId="{1D7B45C1-22AE-49B0-A153-00EBD704B2C3}" sibTransId="{5FF7E19D-1708-4844-94EC-FF6CFBBBA8E9}"/>
    <dgm:cxn modelId="{4916B818-64D8-45AE-82F5-FE100663FC5B}" type="presOf" srcId="{15CA54D9-79E3-446B-9A51-B12BBCC8E3D9}" destId="{C24FBE50-61EE-4A52-8086-EB926C0D117B}" srcOrd="0" destOrd="4" presId="urn:microsoft.com/office/officeart/2005/8/layout/process3"/>
    <dgm:cxn modelId="{4337E21A-378D-49B9-9C84-56105B2B1968}" type="presOf" srcId="{5C5A3850-0F41-4FE1-874D-ED4D5D3F0F78}" destId="{D2209AAF-DFAD-4F32-997F-3D535F4D84A5}" srcOrd="0" destOrd="1" presId="urn:microsoft.com/office/officeart/2005/8/layout/process3"/>
    <dgm:cxn modelId="{BEF03122-F840-497A-85E8-00D393009761}" srcId="{32CC254C-9F61-4EB1-9E1B-097A6486BFAE}" destId="{A2182A99-E02D-4E25-9D5D-5BB97F064A20}" srcOrd="3" destOrd="0" parTransId="{D9A46E91-5F0D-40E2-BE23-505DADB0C44E}" sibTransId="{47DCDE89-1BB1-4CC9-AA9B-A4BE9B1C521E}"/>
    <dgm:cxn modelId="{217F7E28-637B-45D2-BD01-438DF8F2369A}" type="presOf" srcId="{6D1CAD4B-2BCD-49DB-8B22-A208D9119059}" destId="{B8C61633-082F-4AAF-8D82-EAC455663005}" srcOrd="0" destOrd="0" presId="urn:microsoft.com/office/officeart/2005/8/layout/process3"/>
    <dgm:cxn modelId="{5FD6012D-7ED7-426B-B408-86D2C08AD4AB}" srcId="{32CC254C-9F61-4EB1-9E1B-097A6486BFAE}" destId="{4B0E9569-FA56-41EA-8A12-9A8B380841CF}" srcOrd="4" destOrd="0" parTransId="{E6037AA9-406C-4833-93C3-2A0177DC59C4}" sibTransId="{9765FB15-B5E5-4353-9F5E-91020943AAB1}"/>
    <dgm:cxn modelId="{9393EC2D-1A99-406D-910B-2C58A9B1FCC9}" srcId="{97AA4125-7044-4D80-B4E2-D4B37FD6DE35}" destId="{4E18E330-25BA-43E1-B0CF-F583227EDF27}" srcOrd="1" destOrd="0" parTransId="{3BB39611-0413-4D88-812D-18E059154338}" sibTransId="{7F3C7BF7-65A2-405D-B0D0-4BF322452BD9}"/>
    <dgm:cxn modelId="{B48F302E-36F2-43D2-8538-A6B34225069C}" srcId="{97AA4125-7044-4D80-B4E2-D4B37FD6DE35}" destId="{FEFD482C-1919-4364-BF28-B4F64E8D6B9B}" srcOrd="0" destOrd="0" parTransId="{CF326A1C-85BE-42B1-9C5E-3D3E9DCF42A5}" sibTransId="{76A903CA-FE19-400A-BA35-6A4FCE1B969B}"/>
    <dgm:cxn modelId="{34011F31-AE25-48E9-8283-2B1ADD25B882}" type="presOf" srcId="{1FC38A0C-5066-48BD-AC90-B0FE3D8646D4}" destId="{D2209AAF-DFAD-4F32-997F-3D535F4D84A5}" srcOrd="0" destOrd="3" presId="urn:microsoft.com/office/officeart/2005/8/layout/process3"/>
    <dgm:cxn modelId="{7A2FB033-5229-49A9-B3CF-42B384060E91}" type="presOf" srcId="{B274A5C6-E291-4170-90D5-2F34318CFD48}" destId="{1A543809-50B5-4F77-BF2F-4547A5D83339}" srcOrd="1" destOrd="0" presId="urn:microsoft.com/office/officeart/2005/8/layout/process3"/>
    <dgm:cxn modelId="{6C6A6534-3791-4A53-BF73-80200C82FC7C}" type="presOf" srcId="{FEFD482C-1919-4364-BF28-B4F64E8D6B9B}" destId="{F090D640-C156-407B-948A-533856B96610}" srcOrd="1" destOrd="0" presId="urn:microsoft.com/office/officeart/2005/8/layout/process3"/>
    <dgm:cxn modelId="{E7FCB835-330D-46F1-99E7-555F166D8A06}" type="presOf" srcId="{4E1DB309-32A2-4803-94CC-98654FC65A7B}" destId="{D2209AAF-DFAD-4F32-997F-3D535F4D84A5}" srcOrd="0" destOrd="0" presId="urn:microsoft.com/office/officeart/2005/8/layout/process3"/>
    <dgm:cxn modelId="{AA91843B-2FAB-4053-A1A7-31FE3472D740}" srcId="{E1940E7A-6948-4F42-992B-ADC1D69A24B2}" destId="{49209EF6-1635-4714-8887-B47CBF591C82}" srcOrd="5" destOrd="0" parTransId="{C75DC636-15ED-41F2-BE04-8910CA300493}" sibTransId="{313CF97C-1D6C-494D-A0D1-E79BB088FF43}"/>
    <dgm:cxn modelId="{9B35383C-619C-43CC-884B-ED4E4FA32C25}" type="presOf" srcId="{C665085B-33C2-4E5B-B9EE-6C6A1AC9337A}" destId="{64CD8015-7742-466E-B0D8-E48292E1FB09}" srcOrd="0" destOrd="1" presId="urn:microsoft.com/office/officeart/2005/8/layout/process3"/>
    <dgm:cxn modelId="{80D8FD3E-2C2E-459F-AB6A-D26F1C37AD20}" srcId="{FEFD482C-1919-4364-BF28-B4F64E8D6B9B}" destId="{15CA54D9-79E3-446B-9A51-B12BBCC8E3D9}" srcOrd="4" destOrd="0" parTransId="{9D98A265-9775-4DDD-9221-E646CA84D5AB}" sibTransId="{B37BE441-96C3-4C34-AC6E-42FFA677F10E}"/>
    <dgm:cxn modelId="{5F6D185B-5BD2-47AA-B439-BAF853091134}" srcId="{32CC254C-9F61-4EB1-9E1B-097A6486BFAE}" destId="{DDB09869-F1A4-4FFC-BED5-BB3DF6E09222}" srcOrd="5" destOrd="0" parTransId="{ED9A7EA9-7DB5-43F0-8296-3688A20C9930}" sibTransId="{5FCC95FA-A7B7-4403-9720-2961813A0A95}"/>
    <dgm:cxn modelId="{9901935F-6F72-4BB8-8703-097FB9498F7B}" type="presOf" srcId="{B32AF5EC-6DA1-42E6-9336-E3B7EE57F014}" destId="{50706CFD-C55E-428A-92C2-606516F76568}" srcOrd="0" destOrd="1" presId="urn:microsoft.com/office/officeart/2005/8/layout/process3"/>
    <dgm:cxn modelId="{34D60C65-95ED-445B-902A-D12273F65C5D}" type="presOf" srcId="{7F3C7BF7-65A2-405D-B0D0-4BF322452BD9}" destId="{DC4F7964-48DD-4B79-9D55-385C3D02EEC4}" srcOrd="0" destOrd="0" presId="urn:microsoft.com/office/officeart/2005/8/layout/process3"/>
    <dgm:cxn modelId="{A9ACBC46-93E0-418B-B49C-BA3E305022A7}" srcId="{FEFD482C-1919-4364-BF28-B4F64E8D6B9B}" destId="{5242925C-5570-448A-9E06-210560CCA45B}" srcOrd="1" destOrd="0" parTransId="{508B9D9C-83A9-4DBC-B9F0-3DB5377115FB}" sibTransId="{6F7D7E90-AD42-4CB2-87EB-61DC03F81B77}"/>
    <dgm:cxn modelId="{DE9D1A69-E522-4E47-BA57-040991221A90}" type="presOf" srcId="{1559FD76-1088-43C9-B55B-320843D064C0}" destId="{C24FBE50-61EE-4A52-8086-EB926C0D117B}" srcOrd="0" destOrd="2" presId="urn:microsoft.com/office/officeart/2005/8/layout/process3"/>
    <dgm:cxn modelId="{53F6274B-370F-4017-9246-AA0B2933B218}" type="presOf" srcId="{32CC254C-9F61-4EB1-9E1B-097A6486BFAE}" destId="{4DEAA134-5C0D-4E16-A3E5-F45F0CD3E2DC}" srcOrd="1" destOrd="0" presId="urn:microsoft.com/office/officeart/2005/8/layout/process3"/>
    <dgm:cxn modelId="{A3B1734B-12A2-4232-AC18-BD4DAFB9003D}" type="presOf" srcId="{E6A7065E-36F7-424A-9D72-532240288138}" destId="{6B821A99-A003-4279-AF05-9C0D234ABEC8}" srcOrd="0" destOrd="3" presId="urn:microsoft.com/office/officeart/2005/8/layout/process3"/>
    <dgm:cxn modelId="{75C2526E-16F6-4C47-8DD5-C813AB03CC85}" type="presOf" srcId="{42CF79DD-6729-48B9-8C5B-27D3E3C1E065}" destId="{6B821A99-A003-4279-AF05-9C0D234ABEC8}" srcOrd="0" destOrd="1" presId="urn:microsoft.com/office/officeart/2005/8/layout/process3"/>
    <dgm:cxn modelId="{4C86DE4E-D385-4E75-9CCC-70024C96BD04}" type="presOf" srcId="{A6CDB34B-B9DC-4557-8EB1-B9CAFB213830}" destId="{50706CFD-C55E-428A-92C2-606516F76568}" srcOrd="0" destOrd="6" presId="urn:microsoft.com/office/officeart/2005/8/layout/process3"/>
    <dgm:cxn modelId="{0FFC4E50-7181-4051-B367-56E165194D2A}" type="presOf" srcId="{49209EF6-1635-4714-8887-B47CBF591C82}" destId="{6B821A99-A003-4279-AF05-9C0D234ABEC8}" srcOrd="0" destOrd="5" presId="urn:microsoft.com/office/officeart/2005/8/layout/process3"/>
    <dgm:cxn modelId="{E3E5F350-A127-448C-BA7E-D1B4DBB83C3F}" srcId="{4E18E330-25BA-43E1-B0CF-F583227EDF27}" destId="{C665085B-33C2-4E5B-B9EE-6C6A1AC9337A}" srcOrd="1" destOrd="0" parTransId="{94D069EF-D1BA-4875-BD20-4435EBD474DE}" sibTransId="{C92C9F73-A3A2-41A6-81DE-4E8BEFA4EAFE}"/>
    <dgm:cxn modelId="{9CD35F51-65A5-47F2-8E53-0F3CCAEC425B}" type="presOf" srcId="{892B56F8-93BF-4DC6-A933-482ADD9AED3A}" destId="{6B821A99-A003-4279-AF05-9C0D234ABEC8}" srcOrd="0" destOrd="2" presId="urn:microsoft.com/office/officeart/2005/8/layout/process3"/>
    <dgm:cxn modelId="{2614D072-1AD4-4B67-8F4C-DBCBECC7E69B}" type="presOf" srcId="{4E18E330-25BA-43E1-B0CF-F583227EDF27}" destId="{C6D12E62-22D0-4A68-9A04-927CAC4B8710}" srcOrd="1" destOrd="0" presId="urn:microsoft.com/office/officeart/2005/8/layout/process3"/>
    <dgm:cxn modelId="{745F2C53-3DE3-4DA7-8CD0-48A70CC07EE5}" srcId="{6D1CAD4B-2BCD-49DB-8B22-A208D9119059}" destId="{4E1DB309-32A2-4803-94CC-98654FC65A7B}" srcOrd="0" destOrd="0" parTransId="{A60C3ED8-1843-4776-A7C0-4CF2C3EDC7D7}" sibTransId="{2BD5DDB2-25C3-4E8A-8699-34D37CF6529E}"/>
    <dgm:cxn modelId="{8CAB1E77-4E07-47F8-9A40-8ED845FC537C}" srcId="{97AA4125-7044-4D80-B4E2-D4B37FD6DE35}" destId="{6D1CAD4B-2BCD-49DB-8B22-A208D9119059}" srcOrd="2" destOrd="0" parTransId="{23AC69E3-3D13-465A-A27E-49EE8A176F0F}" sibTransId="{B274A5C6-E291-4170-90D5-2F34318CFD48}"/>
    <dgm:cxn modelId="{D4C51358-E59B-47D7-B53C-9AF3AF69EC2E}" srcId="{4E18E330-25BA-43E1-B0CF-F583227EDF27}" destId="{1F666141-E3FE-4343-BCD8-ECD6EE734315}" srcOrd="2" destOrd="0" parTransId="{413C411C-85FF-4D11-BE1D-03F47D7F02E2}" sibTransId="{484F45AB-43ED-462D-B229-2DFD38B23F94}"/>
    <dgm:cxn modelId="{FF4B5359-850B-429F-A22C-F441BAAB83C7}" srcId="{E1940E7A-6948-4F42-992B-ADC1D69A24B2}" destId="{E6A7065E-36F7-424A-9D72-532240288138}" srcOrd="3" destOrd="0" parTransId="{3AF0B89B-077C-4D50-BD68-4BFD6A590B98}" sibTransId="{EADFFEF4-5C6A-4355-8E32-21036301C9AF}"/>
    <dgm:cxn modelId="{5665227A-7AD1-4609-B7DA-C6F8A9E8B0E7}" srcId="{32CC254C-9F61-4EB1-9E1B-097A6486BFAE}" destId="{E2C8F183-D40F-4120-A74A-F654CAFA91F3}" srcOrd="7" destOrd="0" parTransId="{0B67863F-49F6-4C96-9593-6A89E66EC4C3}" sibTransId="{240C1BB1-4481-482F-A253-0DE54790E8EA}"/>
    <dgm:cxn modelId="{9271615A-E5C8-45FD-90FD-DE55240195E7}" type="presOf" srcId="{F3B1C39D-0C09-4378-A03B-9AA47643857E}" destId="{50706CFD-C55E-428A-92C2-606516F76568}" srcOrd="0" destOrd="0" presId="urn:microsoft.com/office/officeart/2005/8/layout/process3"/>
    <dgm:cxn modelId="{A1F4D582-16AD-426D-8B62-C1AED6B2CFC5}" type="presOf" srcId="{1F666141-E3FE-4343-BCD8-ECD6EE734315}" destId="{64CD8015-7742-466E-B0D8-E48292E1FB09}" srcOrd="0" destOrd="2" presId="urn:microsoft.com/office/officeart/2005/8/layout/process3"/>
    <dgm:cxn modelId="{3FA9D188-0BE5-4406-B3EA-A313C90B7C2A}" type="presOf" srcId="{717E80DF-DE05-4C86-A602-6AF9B9B988E6}" destId="{C24FBE50-61EE-4A52-8086-EB926C0D117B}" srcOrd="0" destOrd="3" presId="urn:microsoft.com/office/officeart/2005/8/layout/process3"/>
    <dgm:cxn modelId="{CEBC9F8C-09E1-41DB-B239-FE3352847660}" type="presOf" srcId="{97AA4125-7044-4D80-B4E2-D4B37FD6DE35}" destId="{79401B5F-7C40-4FEB-8B76-54AB30C734DA}" srcOrd="0" destOrd="0" presId="urn:microsoft.com/office/officeart/2005/8/layout/process3"/>
    <dgm:cxn modelId="{ADAAAF8C-A6D7-4F2A-9FF6-092F9D1C7288}" srcId="{FEFD482C-1919-4364-BF28-B4F64E8D6B9B}" destId="{9E24BB4C-3A59-4A3E-A449-5C4A37E39C61}" srcOrd="0" destOrd="0" parTransId="{C1EF50E9-AC77-4243-A5BD-CFEC0E51B2C8}" sibTransId="{E337D475-94B4-4E21-9ED6-3D81EE720795}"/>
    <dgm:cxn modelId="{4D2BD68E-9173-4551-8819-878D62F4819B}" srcId="{97AA4125-7044-4D80-B4E2-D4B37FD6DE35}" destId="{E1940E7A-6948-4F42-992B-ADC1D69A24B2}" srcOrd="3" destOrd="0" parTransId="{BA9949E6-6841-4B29-956B-2A6EF1A51504}" sibTransId="{79DB6227-BE47-4BE9-BECA-0579200B8375}"/>
    <dgm:cxn modelId="{D39DB091-2E79-4126-A6EF-E2BCE9ED9984}" srcId="{6D1CAD4B-2BCD-49DB-8B22-A208D9119059}" destId="{1FC38A0C-5066-48BD-AC90-B0FE3D8646D4}" srcOrd="3" destOrd="0" parTransId="{9369AA45-847C-4CC3-9021-0EE52C68EDFB}" sibTransId="{D256597E-C176-4D9B-91B2-E755CCAB1767}"/>
    <dgm:cxn modelId="{EDD5CF99-2264-4514-86A5-E492A9A963F5}" srcId="{4E18E330-25BA-43E1-B0CF-F583227EDF27}" destId="{49534BA5-34D3-4C8E-8774-D9A09245B12F}" srcOrd="0" destOrd="0" parTransId="{94999832-C583-4FAA-B5C9-42B8472386C0}" sibTransId="{F2846193-6273-486D-947F-23480F06906D}"/>
    <dgm:cxn modelId="{B5675A9D-A1B0-4706-9853-62EDB4F256CD}" type="presOf" srcId="{E1940E7A-6948-4F42-992B-ADC1D69A24B2}" destId="{55E5BEDF-6B5B-4E99-B91D-660FF1DCF0CB}" srcOrd="1" destOrd="0" presId="urn:microsoft.com/office/officeart/2005/8/layout/process3"/>
    <dgm:cxn modelId="{E93D7DA0-B81B-48C7-87EE-28A579140423}" srcId="{6D1CAD4B-2BCD-49DB-8B22-A208D9119059}" destId="{48605A0F-B72A-4214-9177-B9014AEC4D9B}" srcOrd="2" destOrd="0" parTransId="{8B2ED7BC-6DB3-4FCA-9C6C-DA8B80D24948}" sibTransId="{F3765822-2ED1-454E-B2D6-81B587DF43C3}"/>
    <dgm:cxn modelId="{BBF621A5-B826-42C6-84F3-A87149E1BF6F}" type="presOf" srcId="{76A903CA-FE19-400A-BA35-6A4FCE1B969B}" destId="{9C9D207E-A06A-4C67-8637-AF959EBBF34A}" srcOrd="0" destOrd="0" presId="urn:microsoft.com/office/officeart/2005/8/layout/process3"/>
    <dgm:cxn modelId="{879B63AB-0570-4798-B509-DD0EF3204FE7}" srcId="{32CC254C-9F61-4EB1-9E1B-097A6486BFAE}" destId="{B32AF5EC-6DA1-42E6-9336-E3B7EE57F014}" srcOrd="1" destOrd="0" parTransId="{0F2B3EE1-0629-4CA8-8015-7C628830DD46}" sibTransId="{CD95170A-9F63-43C7-9B1B-8A6D2EC34969}"/>
    <dgm:cxn modelId="{CCBBF4AC-D9B6-4D16-BDCB-D78F45E0CFC4}" srcId="{97AA4125-7044-4D80-B4E2-D4B37FD6DE35}" destId="{32CC254C-9F61-4EB1-9E1B-097A6486BFAE}" srcOrd="4" destOrd="0" parTransId="{B5647DA7-D521-421F-8CD6-C61B101F4F81}" sibTransId="{68260517-7323-4E32-88AE-66ACB2161C51}"/>
    <dgm:cxn modelId="{DC8F53AE-F523-4D76-AC87-65DA0AFC8070}" type="presOf" srcId="{32756206-492B-45D1-B65C-95D6308928DF}" destId="{6B821A99-A003-4279-AF05-9C0D234ABEC8}" srcOrd="0" destOrd="4" presId="urn:microsoft.com/office/officeart/2005/8/layout/process3"/>
    <dgm:cxn modelId="{756EFCB1-FE4B-407B-815E-9ADC40B4586A}" type="presOf" srcId="{4B0E9569-FA56-41EA-8A12-9A8B380841CF}" destId="{50706CFD-C55E-428A-92C2-606516F76568}" srcOrd="0" destOrd="4" presId="urn:microsoft.com/office/officeart/2005/8/layout/process3"/>
    <dgm:cxn modelId="{2038F6B5-5369-42B3-91F1-1CB129E6393A}" srcId="{32CC254C-9F61-4EB1-9E1B-097A6486BFAE}" destId="{A6CDB34B-B9DC-4557-8EB1-B9CAFB213830}" srcOrd="6" destOrd="0" parTransId="{C16737FF-898B-451D-9E39-0C653C855368}" sibTransId="{DE657C97-17EA-4BEC-AA50-EEAA94497162}"/>
    <dgm:cxn modelId="{492C04B8-FEA3-42FD-9DE4-47ECA1FDF920}" type="presOf" srcId="{79DB6227-BE47-4BE9-BECA-0579200B8375}" destId="{25DE6752-D825-425C-B19D-953514AD3F44}" srcOrd="1" destOrd="0" presId="urn:microsoft.com/office/officeart/2005/8/layout/process3"/>
    <dgm:cxn modelId="{D0D9D7BA-AC41-4398-BDD3-F1DBEA7DA0C1}" srcId="{E1940E7A-6948-4F42-992B-ADC1D69A24B2}" destId="{32756206-492B-45D1-B65C-95D6308928DF}" srcOrd="4" destOrd="0" parTransId="{B3E1146E-015A-4AA0-B202-339E5BBAA74E}" sibTransId="{08767D99-6B8A-420D-B946-C14E7D438BEE}"/>
    <dgm:cxn modelId="{0540C6C6-1E67-4300-BFA0-6547EDB20146}" srcId="{6D1CAD4B-2BCD-49DB-8B22-A208D9119059}" destId="{5C5A3850-0F41-4FE1-874D-ED4D5D3F0F78}" srcOrd="1" destOrd="0" parTransId="{4B3D24D5-D627-42FD-A0DD-AC6A7A0E29EF}" sibTransId="{D919BBE8-37DC-4382-991A-9700ABD3833D}"/>
    <dgm:cxn modelId="{A905BACB-EA82-4B76-A5DE-92FB73B44E1D}" srcId="{FEFD482C-1919-4364-BF28-B4F64E8D6B9B}" destId="{1559FD76-1088-43C9-B55B-320843D064C0}" srcOrd="2" destOrd="0" parTransId="{2438FD8F-43A3-4BDF-8024-8FAE8BAB6AAE}" sibTransId="{225B4140-6A24-40E0-93B0-9DCFE5023B59}"/>
    <dgm:cxn modelId="{2452DECB-C2E0-4B16-B982-D1F1A191AC8F}" type="presOf" srcId="{79DB6227-BE47-4BE9-BECA-0579200B8375}" destId="{2A928E2A-D8B8-4AC1-B1BE-A464164E584A}" srcOrd="0" destOrd="0" presId="urn:microsoft.com/office/officeart/2005/8/layout/process3"/>
    <dgm:cxn modelId="{8DB999D0-379E-4E21-856D-36244B3E527B}" srcId="{32CC254C-9F61-4EB1-9E1B-097A6486BFAE}" destId="{B9340CF7-5DF0-4705-8A2C-1B39214827CF}" srcOrd="2" destOrd="0" parTransId="{3C936E38-BFFC-43F3-A6A5-802B63C7883B}" sibTransId="{E4DB99A3-2CE9-438D-95E4-238004CDF16C}"/>
    <dgm:cxn modelId="{C822A8D0-87C4-46A6-9279-4B040B429E66}" srcId="{FEFD482C-1919-4364-BF28-B4F64E8D6B9B}" destId="{717E80DF-DE05-4C86-A602-6AF9B9B988E6}" srcOrd="3" destOrd="0" parTransId="{59ADCFBE-9583-4EBC-87E7-0E00978D98C3}" sibTransId="{5FA9E37B-D27E-4143-83A8-06E50C09C1F4}"/>
    <dgm:cxn modelId="{9BD03ED1-0687-443F-88FB-89BD70BDE634}" type="presOf" srcId="{B274A5C6-E291-4170-90D5-2F34318CFD48}" destId="{9EA8FA13-F41D-4575-8EBF-6B88D2C109B7}" srcOrd="0" destOrd="0" presId="urn:microsoft.com/office/officeart/2005/8/layout/process3"/>
    <dgm:cxn modelId="{0B9532DD-43D5-43CF-B34F-A8DB412A07EB}" type="presOf" srcId="{4E18E330-25BA-43E1-B0CF-F583227EDF27}" destId="{D72A489B-832B-4746-9ABB-D5D824743A3C}" srcOrd="0" destOrd="0" presId="urn:microsoft.com/office/officeart/2005/8/layout/process3"/>
    <dgm:cxn modelId="{8A1928E5-1A4C-4449-9CC7-A167CD9DBC9C}" type="presOf" srcId="{5242925C-5570-448A-9E06-210560CCA45B}" destId="{C24FBE50-61EE-4A52-8086-EB926C0D117B}" srcOrd="0" destOrd="1" presId="urn:microsoft.com/office/officeart/2005/8/layout/process3"/>
    <dgm:cxn modelId="{23B995E5-4D0B-4679-9CE9-9C83C76E504F}" type="presOf" srcId="{A4C0DB3B-7FB0-4BE3-852A-0FC64123DC3B}" destId="{6B821A99-A003-4279-AF05-9C0D234ABEC8}" srcOrd="0" destOrd="0" presId="urn:microsoft.com/office/officeart/2005/8/layout/process3"/>
    <dgm:cxn modelId="{1D226FE7-7B96-4E0A-A105-DEEB46D79C0F}" type="presOf" srcId="{B9340CF7-5DF0-4705-8A2C-1B39214827CF}" destId="{50706CFD-C55E-428A-92C2-606516F76568}" srcOrd="0" destOrd="2" presId="urn:microsoft.com/office/officeart/2005/8/layout/process3"/>
    <dgm:cxn modelId="{EDD5F5E7-2A8B-4AB2-9B56-20243A635378}" type="presOf" srcId="{E2C8F183-D40F-4120-A74A-F654CAFA91F3}" destId="{50706CFD-C55E-428A-92C2-606516F76568}" srcOrd="0" destOrd="7" presId="urn:microsoft.com/office/officeart/2005/8/layout/process3"/>
    <dgm:cxn modelId="{BB8EC6EE-E71A-4D32-AE1B-E9432A31108F}" type="presOf" srcId="{E1940E7A-6948-4F42-992B-ADC1D69A24B2}" destId="{BD1FD628-A56D-454E-8B77-DEED7B533BD8}" srcOrd="0" destOrd="0" presId="urn:microsoft.com/office/officeart/2005/8/layout/process3"/>
    <dgm:cxn modelId="{CE4FC0EF-16D6-487F-815B-27D1B29B70B7}" type="presOf" srcId="{FEFD482C-1919-4364-BF28-B4F64E8D6B9B}" destId="{D6464C9E-2E24-415B-B7D2-CD09FCEFDFDF}" srcOrd="0" destOrd="0" presId="urn:microsoft.com/office/officeart/2005/8/layout/process3"/>
    <dgm:cxn modelId="{E86F76F7-AFAB-4F48-8C71-91128201EB89}" type="presOf" srcId="{6D1CAD4B-2BCD-49DB-8B22-A208D9119059}" destId="{DB4B9966-CF4B-4FC3-99AA-FB5D93B44D6B}" srcOrd="1" destOrd="0" presId="urn:microsoft.com/office/officeart/2005/8/layout/process3"/>
    <dgm:cxn modelId="{36B1DEFA-4B12-4676-AAF3-BCEB13CB999D}" type="presOf" srcId="{32CC254C-9F61-4EB1-9E1B-097A6486BFAE}" destId="{5F20F09F-F556-4EF5-86EB-508A89DF3C44}" srcOrd="0" destOrd="0" presId="urn:microsoft.com/office/officeart/2005/8/layout/process3"/>
    <dgm:cxn modelId="{6EB481FC-7DAE-4717-A7F9-FE9C8E914079}" type="presOf" srcId="{76A903CA-FE19-400A-BA35-6A4FCE1B969B}" destId="{6C3C7BB5-9B83-4B35-8307-172E1F1B70FA}" srcOrd="1" destOrd="0" presId="urn:microsoft.com/office/officeart/2005/8/layout/process3"/>
    <dgm:cxn modelId="{6C2B1D9D-89A1-4F67-86F4-3A88E0B72721}" type="presParOf" srcId="{79401B5F-7C40-4FEB-8B76-54AB30C734DA}" destId="{B964AB54-2647-4611-BAC7-71DCCAFC9AE0}" srcOrd="0" destOrd="0" presId="urn:microsoft.com/office/officeart/2005/8/layout/process3"/>
    <dgm:cxn modelId="{8AF2F369-CCB1-41F8-8FB9-5C5079BE1420}" type="presParOf" srcId="{B964AB54-2647-4611-BAC7-71DCCAFC9AE0}" destId="{D6464C9E-2E24-415B-B7D2-CD09FCEFDFDF}" srcOrd="0" destOrd="0" presId="urn:microsoft.com/office/officeart/2005/8/layout/process3"/>
    <dgm:cxn modelId="{CDF4114F-E558-429B-A27E-03A2B97F5347}" type="presParOf" srcId="{B964AB54-2647-4611-BAC7-71DCCAFC9AE0}" destId="{F090D640-C156-407B-948A-533856B96610}" srcOrd="1" destOrd="0" presId="urn:microsoft.com/office/officeart/2005/8/layout/process3"/>
    <dgm:cxn modelId="{A8AC62E9-AD49-4B46-B0DB-436E2F5BFEC2}" type="presParOf" srcId="{B964AB54-2647-4611-BAC7-71DCCAFC9AE0}" destId="{C24FBE50-61EE-4A52-8086-EB926C0D117B}" srcOrd="2" destOrd="0" presId="urn:microsoft.com/office/officeart/2005/8/layout/process3"/>
    <dgm:cxn modelId="{9A06D14A-9699-465A-918D-C72EEB4B04E1}" type="presParOf" srcId="{79401B5F-7C40-4FEB-8B76-54AB30C734DA}" destId="{9C9D207E-A06A-4C67-8637-AF959EBBF34A}" srcOrd="1" destOrd="0" presId="urn:microsoft.com/office/officeart/2005/8/layout/process3"/>
    <dgm:cxn modelId="{8348EDC9-C5B7-47A9-87E9-AB9EBE7CF925}" type="presParOf" srcId="{9C9D207E-A06A-4C67-8637-AF959EBBF34A}" destId="{6C3C7BB5-9B83-4B35-8307-172E1F1B70FA}" srcOrd="0" destOrd="0" presId="urn:microsoft.com/office/officeart/2005/8/layout/process3"/>
    <dgm:cxn modelId="{A7F193F5-734C-44B5-A2B0-A4717A977C04}" type="presParOf" srcId="{79401B5F-7C40-4FEB-8B76-54AB30C734DA}" destId="{14A13434-1EA2-4A8D-936B-39621D02B05F}" srcOrd="2" destOrd="0" presId="urn:microsoft.com/office/officeart/2005/8/layout/process3"/>
    <dgm:cxn modelId="{2C6D1611-D30A-4D65-A64F-4ED2386D98E5}" type="presParOf" srcId="{14A13434-1EA2-4A8D-936B-39621D02B05F}" destId="{D72A489B-832B-4746-9ABB-D5D824743A3C}" srcOrd="0" destOrd="0" presId="urn:microsoft.com/office/officeart/2005/8/layout/process3"/>
    <dgm:cxn modelId="{27391528-FAE2-4157-BF90-C8D79712DEB0}" type="presParOf" srcId="{14A13434-1EA2-4A8D-936B-39621D02B05F}" destId="{C6D12E62-22D0-4A68-9A04-927CAC4B8710}" srcOrd="1" destOrd="0" presId="urn:microsoft.com/office/officeart/2005/8/layout/process3"/>
    <dgm:cxn modelId="{92886DF0-C844-4991-BFC0-34D0D4E9EE2C}" type="presParOf" srcId="{14A13434-1EA2-4A8D-936B-39621D02B05F}" destId="{64CD8015-7742-466E-B0D8-E48292E1FB09}" srcOrd="2" destOrd="0" presId="urn:microsoft.com/office/officeart/2005/8/layout/process3"/>
    <dgm:cxn modelId="{C152BAF9-9628-4661-9148-982B212D6E3F}" type="presParOf" srcId="{79401B5F-7C40-4FEB-8B76-54AB30C734DA}" destId="{DC4F7964-48DD-4B79-9D55-385C3D02EEC4}" srcOrd="3" destOrd="0" presId="urn:microsoft.com/office/officeart/2005/8/layout/process3"/>
    <dgm:cxn modelId="{FD0502B1-F117-47AE-9B60-B0B588436B02}" type="presParOf" srcId="{DC4F7964-48DD-4B79-9D55-385C3D02EEC4}" destId="{1A349405-8A9D-4934-A31B-38F5AC65103A}" srcOrd="0" destOrd="0" presId="urn:microsoft.com/office/officeart/2005/8/layout/process3"/>
    <dgm:cxn modelId="{958BB371-21FD-49C5-A000-096F2156E461}" type="presParOf" srcId="{79401B5F-7C40-4FEB-8B76-54AB30C734DA}" destId="{8E4C4DE5-4296-4863-A16C-00A02E8C6E7F}" srcOrd="4" destOrd="0" presId="urn:microsoft.com/office/officeart/2005/8/layout/process3"/>
    <dgm:cxn modelId="{FE5713C6-67AA-4A89-9F9D-0B5CD08C9E3C}" type="presParOf" srcId="{8E4C4DE5-4296-4863-A16C-00A02E8C6E7F}" destId="{B8C61633-082F-4AAF-8D82-EAC455663005}" srcOrd="0" destOrd="0" presId="urn:microsoft.com/office/officeart/2005/8/layout/process3"/>
    <dgm:cxn modelId="{22125330-2B24-4476-8D12-199660D69201}" type="presParOf" srcId="{8E4C4DE5-4296-4863-A16C-00A02E8C6E7F}" destId="{DB4B9966-CF4B-4FC3-99AA-FB5D93B44D6B}" srcOrd="1" destOrd="0" presId="urn:microsoft.com/office/officeart/2005/8/layout/process3"/>
    <dgm:cxn modelId="{6BA1AB41-BE54-4D03-98E6-671B5284FA9E}" type="presParOf" srcId="{8E4C4DE5-4296-4863-A16C-00A02E8C6E7F}" destId="{D2209AAF-DFAD-4F32-997F-3D535F4D84A5}" srcOrd="2" destOrd="0" presId="urn:microsoft.com/office/officeart/2005/8/layout/process3"/>
    <dgm:cxn modelId="{6F6D3201-F672-4C08-9738-C6F4E8489735}" type="presParOf" srcId="{79401B5F-7C40-4FEB-8B76-54AB30C734DA}" destId="{9EA8FA13-F41D-4575-8EBF-6B88D2C109B7}" srcOrd="5" destOrd="0" presId="urn:microsoft.com/office/officeart/2005/8/layout/process3"/>
    <dgm:cxn modelId="{6AB18E66-0DD0-42FF-81A7-2ABE2D014798}" type="presParOf" srcId="{9EA8FA13-F41D-4575-8EBF-6B88D2C109B7}" destId="{1A543809-50B5-4F77-BF2F-4547A5D83339}" srcOrd="0" destOrd="0" presId="urn:microsoft.com/office/officeart/2005/8/layout/process3"/>
    <dgm:cxn modelId="{9C8AF8BB-FE33-4C1F-9F16-0612F8FE8F4C}" type="presParOf" srcId="{79401B5F-7C40-4FEB-8B76-54AB30C734DA}" destId="{8BB799D8-B84A-4CB6-AF5A-A5754DB4A3AB}" srcOrd="6" destOrd="0" presId="urn:microsoft.com/office/officeart/2005/8/layout/process3"/>
    <dgm:cxn modelId="{64A987CD-FBF7-4151-BBCF-E0E6F47E5653}" type="presParOf" srcId="{8BB799D8-B84A-4CB6-AF5A-A5754DB4A3AB}" destId="{BD1FD628-A56D-454E-8B77-DEED7B533BD8}" srcOrd="0" destOrd="0" presId="urn:microsoft.com/office/officeart/2005/8/layout/process3"/>
    <dgm:cxn modelId="{F63DC550-3DD2-4B52-8C53-709493ABD008}" type="presParOf" srcId="{8BB799D8-B84A-4CB6-AF5A-A5754DB4A3AB}" destId="{55E5BEDF-6B5B-4E99-B91D-660FF1DCF0CB}" srcOrd="1" destOrd="0" presId="urn:microsoft.com/office/officeart/2005/8/layout/process3"/>
    <dgm:cxn modelId="{A70EC3CF-9013-4B17-9E15-18C2FF7B0844}" type="presParOf" srcId="{8BB799D8-B84A-4CB6-AF5A-A5754DB4A3AB}" destId="{6B821A99-A003-4279-AF05-9C0D234ABEC8}" srcOrd="2" destOrd="0" presId="urn:microsoft.com/office/officeart/2005/8/layout/process3"/>
    <dgm:cxn modelId="{B7E5DEF1-9F46-4484-B82C-D16102010D6B}" type="presParOf" srcId="{79401B5F-7C40-4FEB-8B76-54AB30C734DA}" destId="{2A928E2A-D8B8-4AC1-B1BE-A464164E584A}" srcOrd="7" destOrd="0" presId="urn:microsoft.com/office/officeart/2005/8/layout/process3"/>
    <dgm:cxn modelId="{CD600B9E-538E-49F7-ADC4-E0FF7DC61F8D}" type="presParOf" srcId="{2A928E2A-D8B8-4AC1-B1BE-A464164E584A}" destId="{25DE6752-D825-425C-B19D-953514AD3F44}" srcOrd="0" destOrd="0" presId="urn:microsoft.com/office/officeart/2005/8/layout/process3"/>
    <dgm:cxn modelId="{714CFFEA-BD35-4EBD-AA7F-E143554B2061}" type="presParOf" srcId="{79401B5F-7C40-4FEB-8B76-54AB30C734DA}" destId="{2377BDA2-63B0-437E-BDCB-8DE8998C298F}" srcOrd="8" destOrd="0" presId="urn:microsoft.com/office/officeart/2005/8/layout/process3"/>
    <dgm:cxn modelId="{28C3CCDC-34A8-4D98-9CC4-373E813D83E6}" type="presParOf" srcId="{2377BDA2-63B0-437E-BDCB-8DE8998C298F}" destId="{5F20F09F-F556-4EF5-86EB-508A89DF3C44}" srcOrd="0" destOrd="0" presId="urn:microsoft.com/office/officeart/2005/8/layout/process3"/>
    <dgm:cxn modelId="{B9D87ED8-3B0F-42CA-95AE-A43C2744BAF3}" type="presParOf" srcId="{2377BDA2-63B0-437E-BDCB-8DE8998C298F}" destId="{4DEAA134-5C0D-4E16-A3E5-F45F0CD3E2DC}" srcOrd="1" destOrd="0" presId="urn:microsoft.com/office/officeart/2005/8/layout/process3"/>
    <dgm:cxn modelId="{65DF531B-87C3-48FD-831C-C6A0B5E304C3}" type="presParOf" srcId="{2377BDA2-63B0-437E-BDCB-8DE8998C298F}" destId="{50706CFD-C55E-428A-92C2-606516F76568}" srcOrd="2" destOrd="0" presId="urn:microsoft.com/office/officeart/2005/8/layout/process3"/>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55.xml><?xml version="1.0" encoding="utf-8"?>
<dgm:dataModel xmlns:dgm="http://schemas.openxmlformats.org/drawingml/2006/diagram" xmlns:a="http://schemas.openxmlformats.org/drawingml/2006/main">
  <dgm:ptLst>
    <dgm:pt modelId="{CD0730A4-CCE3-49F6-91AA-4E2E0ADA009F}" type="doc">
      <dgm:prSet loTypeId="urn:microsoft.com/office/officeart/2005/8/layout/process4" loCatId="process" qsTypeId="urn:microsoft.com/office/officeart/2005/8/quickstyle/simple3" qsCatId="simple" csTypeId="urn:microsoft.com/office/officeart/2005/8/colors/colorful1" csCatId="colorful" phldr="1"/>
      <dgm:spPr/>
    </dgm:pt>
    <dgm:pt modelId="{9EE66AD5-69D5-4500-ADE3-18C076DC3639}">
      <dgm:prSet phldrT="[Text]" custT="1"/>
      <dgm:spPr/>
      <dgm:t>
        <a:bodyPr/>
        <a:lstStyle/>
        <a:p>
          <a:pPr algn="l"/>
          <a:r>
            <a:rPr lang="en-US" sz="1800" dirty="0"/>
            <a:t>1. Read and understand the problem</a:t>
          </a:r>
          <a:endParaRPr lang="en-IN" sz="1800" dirty="0"/>
        </a:p>
      </dgm:t>
    </dgm:pt>
    <dgm:pt modelId="{E956C178-37DF-43F9-9976-670FE9D85707}" type="parTrans" cxnId="{3EEA84A4-19C4-463A-9A2C-B8750EF8B186}">
      <dgm:prSet/>
      <dgm:spPr/>
      <dgm:t>
        <a:bodyPr/>
        <a:lstStyle/>
        <a:p>
          <a:pPr algn="l"/>
          <a:endParaRPr lang="en-IN" sz="1800"/>
        </a:p>
      </dgm:t>
    </dgm:pt>
    <dgm:pt modelId="{14677B8F-049F-4308-A28B-31BC68C630C7}" type="sibTrans" cxnId="{3EEA84A4-19C4-463A-9A2C-B8750EF8B186}">
      <dgm:prSet custT="1"/>
      <dgm:spPr/>
      <dgm:t>
        <a:bodyPr/>
        <a:lstStyle/>
        <a:p>
          <a:pPr algn="l"/>
          <a:endParaRPr lang="en-IN" sz="1800"/>
        </a:p>
      </dgm:t>
    </dgm:pt>
    <dgm:pt modelId="{D60DB141-4927-47F5-943B-7D09AF42C8CA}">
      <dgm:prSet custT="1"/>
      <dgm:spPr/>
      <dgm:t>
        <a:bodyPr/>
        <a:lstStyle/>
        <a:p>
          <a:pPr algn="l"/>
          <a:r>
            <a:rPr lang="en-IN" sz="1800" dirty="0"/>
            <a:t>2. Set the input &amp; imagine the output.</a:t>
          </a:r>
        </a:p>
      </dgm:t>
    </dgm:pt>
    <dgm:pt modelId="{BF2A8FBE-C88D-4E61-83CA-F6A0DB1426FD}" type="parTrans" cxnId="{99EC3091-824E-45A4-96C0-7FFC7B3F974E}">
      <dgm:prSet/>
      <dgm:spPr/>
      <dgm:t>
        <a:bodyPr/>
        <a:lstStyle/>
        <a:p>
          <a:pPr algn="l"/>
          <a:endParaRPr lang="en-IN" sz="1800"/>
        </a:p>
      </dgm:t>
    </dgm:pt>
    <dgm:pt modelId="{2EB9CC60-F2CC-4322-837A-36C08CC19E47}" type="sibTrans" cxnId="{99EC3091-824E-45A4-96C0-7FFC7B3F974E}">
      <dgm:prSet custT="1"/>
      <dgm:spPr/>
      <dgm:t>
        <a:bodyPr/>
        <a:lstStyle/>
        <a:p>
          <a:pPr algn="l"/>
          <a:endParaRPr lang="en-IN" sz="1800"/>
        </a:p>
      </dgm:t>
    </dgm:pt>
    <dgm:pt modelId="{0276A761-61D0-4A4B-A9B8-069D1E0943BD}">
      <dgm:prSet custT="1"/>
      <dgm:spPr/>
      <dgm:t>
        <a:bodyPr/>
        <a:lstStyle/>
        <a:p>
          <a:pPr algn="l"/>
          <a:r>
            <a:rPr lang="en-IN" sz="1800" dirty="0"/>
            <a:t>3. Define variable to receive the output from a function.</a:t>
          </a:r>
        </a:p>
      </dgm:t>
    </dgm:pt>
    <dgm:pt modelId="{394F2B1E-15EC-493B-B8D9-C3D980C4F6B7}" type="parTrans" cxnId="{BBDC24F8-8802-45EF-A5A8-538CB952382D}">
      <dgm:prSet/>
      <dgm:spPr/>
      <dgm:t>
        <a:bodyPr/>
        <a:lstStyle/>
        <a:p>
          <a:endParaRPr lang="en-IN" sz="1800"/>
        </a:p>
      </dgm:t>
    </dgm:pt>
    <dgm:pt modelId="{A36C5FF9-1283-4016-8EC7-B6B70583CC5D}" type="sibTrans" cxnId="{BBDC24F8-8802-45EF-A5A8-538CB952382D}">
      <dgm:prSet/>
      <dgm:spPr/>
      <dgm:t>
        <a:bodyPr/>
        <a:lstStyle/>
        <a:p>
          <a:endParaRPr lang="en-IN" sz="1800"/>
        </a:p>
      </dgm:t>
    </dgm:pt>
    <dgm:pt modelId="{131F984C-763C-4513-887F-051AE107DBCF}">
      <dgm:prSet custT="1"/>
      <dgm:spPr/>
      <dgm:t>
        <a:bodyPr/>
        <a:lstStyle/>
        <a:p>
          <a:pPr algn="l"/>
          <a:r>
            <a:rPr lang="en-US" sz="1800" dirty="0"/>
            <a:t>4. Print the output.</a:t>
          </a:r>
          <a:endParaRPr lang="en-IN" sz="1800" dirty="0"/>
        </a:p>
      </dgm:t>
    </dgm:pt>
    <dgm:pt modelId="{F0DC1015-C703-4732-8A2F-85C176A4ED41}" type="parTrans" cxnId="{D0FAFAA9-4B72-4F80-9C6A-05B302E534B1}">
      <dgm:prSet/>
      <dgm:spPr/>
      <dgm:t>
        <a:bodyPr/>
        <a:lstStyle/>
        <a:p>
          <a:endParaRPr lang="en-IN" sz="1800"/>
        </a:p>
      </dgm:t>
    </dgm:pt>
    <dgm:pt modelId="{13B74D3B-2444-4406-99FF-2040B6B604D2}" type="sibTrans" cxnId="{D0FAFAA9-4B72-4F80-9C6A-05B302E534B1}">
      <dgm:prSet/>
      <dgm:spPr/>
      <dgm:t>
        <a:bodyPr/>
        <a:lstStyle/>
        <a:p>
          <a:endParaRPr lang="en-IN" sz="1800"/>
        </a:p>
      </dgm:t>
    </dgm:pt>
    <dgm:pt modelId="{5DFD6EED-13A1-49D7-BDC5-EF87F701ADAD}">
      <dgm:prSet custT="1"/>
      <dgm:spPr/>
      <dgm:t>
        <a:bodyPr/>
        <a:lstStyle/>
        <a:p>
          <a:pPr algn="l"/>
          <a:r>
            <a:rPr lang="en-US" sz="1800" dirty="0"/>
            <a:t>5. Write function logic and return result.       </a:t>
          </a:r>
          <a:endParaRPr lang="en-IN" sz="1800" dirty="0"/>
        </a:p>
      </dgm:t>
    </dgm:pt>
    <dgm:pt modelId="{EE0A2FD3-5070-4D17-B5CB-2DA8E8325D16}" type="parTrans" cxnId="{24C1A5BD-8FFD-42EA-936E-85639B86A931}">
      <dgm:prSet/>
      <dgm:spPr/>
      <dgm:t>
        <a:bodyPr/>
        <a:lstStyle/>
        <a:p>
          <a:endParaRPr lang="en-IN" sz="1800"/>
        </a:p>
      </dgm:t>
    </dgm:pt>
    <dgm:pt modelId="{FD710EE4-06DE-42CA-8B9E-F02B5D0D13CF}" type="sibTrans" cxnId="{24C1A5BD-8FFD-42EA-936E-85639B86A931}">
      <dgm:prSet/>
      <dgm:spPr/>
      <dgm:t>
        <a:bodyPr/>
        <a:lstStyle/>
        <a:p>
          <a:endParaRPr lang="en-IN" sz="1800"/>
        </a:p>
      </dgm:t>
    </dgm:pt>
    <dgm:pt modelId="{AF0C0218-CC33-423A-8623-F2FD2F2AC873}">
      <dgm:prSet phldrT="[Text]" custT="1"/>
      <dgm:spPr/>
      <dgm:t>
        <a:bodyPr/>
        <a:lstStyle/>
        <a:p>
          <a:pPr algn="l"/>
          <a:r>
            <a:rPr lang="en-IN" sz="1800" dirty="0"/>
            <a:t>6. Test the code for success result.</a:t>
          </a:r>
        </a:p>
      </dgm:t>
    </dgm:pt>
    <dgm:pt modelId="{4EE6F2CA-0726-46D1-AB5A-5805840ACC67}" type="parTrans" cxnId="{E7BFF081-BA8C-4193-9A03-494CD7C630E5}">
      <dgm:prSet/>
      <dgm:spPr/>
      <dgm:t>
        <a:bodyPr/>
        <a:lstStyle/>
        <a:p>
          <a:endParaRPr lang="en-IN" sz="1800"/>
        </a:p>
      </dgm:t>
    </dgm:pt>
    <dgm:pt modelId="{C607F2B2-95CA-45E8-A10F-44D53028AB81}" type="sibTrans" cxnId="{E7BFF081-BA8C-4193-9A03-494CD7C630E5}">
      <dgm:prSet/>
      <dgm:spPr/>
      <dgm:t>
        <a:bodyPr/>
        <a:lstStyle/>
        <a:p>
          <a:endParaRPr lang="en-IN" sz="1800"/>
        </a:p>
      </dgm:t>
    </dgm:pt>
    <dgm:pt modelId="{5239FDB6-9DF9-4DBD-A6B9-C45A53C8FE45}">
      <dgm:prSet phldrT="[Text]" custT="1"/>
      <dgm:spPr/>
      <dgm:t>
        <a:bodyPr/>
        <a:lstStyle/>
        <a:p>
          <a:pPr algn="l"/>
          <a:r>
            <a:rPr lang="en-US" sz="1800" dirty="0"/>
            <a:t>7. At last check edge cases constraints.</a:t>
          </a:r>
          <a:endParaRPr lang="en-IN" sz="1800" dirty="0"/>
        </a:p>
      </dgm:t>
    </dgm:pt>
    <dgm:pt modelId="{955E7D8A-E659-4539-92A9-ED0F9782BA4A}" type="parTrans" cxnId="{E0B5754A-49A1-4771-8B71-8AB492D2DB1A}">
      <dgm:prSet/>
      <dgm:spPr/>
      <dgm:t>
        <a:bodyPr/>
        <a:lstStyle/>
        <a:p>
          <a:endParaRPr lang="en-IN" sz="1800"/>
        </a:p>
      </dgm:t>
    </dgm:pt>
    <dgm:pt modelId="{026F7F3D-B87D-4290-B5C6-7F1C7B68D35C}" type="sibTrans" cxnId="{E0B5754A-49A1-4771-8B71-8AB492D2DB1A}">
      <dgm:prSet/>
      <dgm:spPr/>
      <dgm:t>
        <a:bodyPr/>
        <a:lstStyle/>
        <a:p>
          <a:endParaRPr lang="en-IN" sz="1800"/>
        </a:p>
      </dgm:t>
    </dgm:pt>
    <dgm:pt modelId="{0CAD3A0B-CF6F-438D-83BC-F32F7208C74F}" type="pres">
      <dgm:prSet presAssocID="{CD0730A4-CCE3-49F6-91AA-4E2E0ADA009F}" presName="Name0" presStyleCnt="0">
        <dgm:presLayoutVars>
          <dgm:dir/>
          <dgm:animLvl val="lvl"/>
          <dgm:resizeHandles val="exact"/>
        </dgm:presLayoutVars>
      </dgm:prSet>
      <dgm:spPr/>
    </dgm:pt>
    <dgm:pt modelId="{182A9337-0E05-458E-92C3-23E56CAD9540}" type="pres">
      <dgm:prSet presAssocID="{5239FDB6-9DF9-4DBD-A6B9-C45A53C8FE45}" presName="boxAndChildren" presStyleCnt="0"/>
      <dgm:spPr/>
    </dgm:pt>
    <dgm:pt modelId="{AAD22584-8466-4DD3-A800-8FF09FEDB050}" type="pres">
      <dgm:prSet presAssocID="{5239FDB6-9DF9-4DBD-A6B9-C45A53C8FE45}" presName="parentTextBox" presStyleLbl="node1" presStyleIdx="0" presStyleCnt="7"/>
      <dgm:spPr/>
    </dgm:pt>
    <dgm:pt modelId="{2AFE1655-941F-4766-8694-6AF3ED0DD09D}" type="pres">
      <dgm:prSet presAssocID="{C607F2B2-95CA-45E8-A10F-44D53028AB81}" presName="sp" presStyleCnt="0"/>
      <dgm:spPr/>
    </dgm:pt>
    <dgm:pt modelId="{CB73BDAE-9E95-464A-A638-8B7CD2EDF82D}" type="pres">
      <dgm:prSet presAssocID="{AF0C0218-CC33-423A-8623-F2FD2F2AC873}" presName="arrowAndChildren" presStyleCnt="0"/>
      <dgm:spPr/>
    </dgm:pt>
    <dgm:pt modelId="{A14E174F-6061-42D1-8B9A-8F05F7BA525C}" type="pres">
      <dgm:prSet presAssocID="{AF0C0218-CC33-423A-8623-F2FD2F2AC873}" presName="parentTextArrow" presStyleLbl="node1" presStyleIdx="1" presStyleCnt="7"/>
      <dgm:spPr/>
    </dgm:pt>
    <dgm:pt modelId="{C908DECE-31BE-46F2-8D40-AF00142F2CF2}" type="pres">
      <dgm:prSet presAssocID="{FD710EE4-06DE-42CA-8B9E-F02B5D0D13CF}" presName="sp" presStyleCnt="0"/>
      <dgm:spPr/>
    </dgm:pt>
    <dgm:pt modelId="{E06E065D-A2EF-496C-A464-47CE8685888B}" type="pres">
      <dgm:prSet presAssocID="{5DFD6EED-13A1-49D7-BDC5-EF87F701ADAD}" presName="arrowAndChildren" presStyleCnt="0"/>
      <dgm:spPr/>
    </dgm:pt>
    <dgm:pt modelId="{96AC0903-7736-4BE7-9EAA-252D37C64D4D}" type="pres">
      <dgm:prSet presAssocID="{5DFD6EED-13A1-49D7-BDC5-EF87F701ADAD}" presName="parentTextArrow" presStyleLbl="node1" presStyleIdx="2" presStyleCnt="7"/>
      <dgm:spPr/>
    </dgm:pt>
    <dgm:pt modelId="{8A403F7C-0AAC-48A6-8379-80B5C2A46E37}" type="pres">
      <dgm:prSet presAssocID="{13B74D3B-2444-4406-99FF-2040B6B604D2}" presName="sp" presStyleCnt="0"/>
      <dgm:spPr/>
    </dgm:pt>
    <dgm:pt modelId="{A8C42244-FC3C-4774-B824-0D0E4FDB241E}" type="pres">
      <dgm:prSet presAssocID="{131F984C-763C-4513-887F-051AE107DBCF}" presName="arrowAndChildren" presStyleCnt="0"/>
      <dgm:spPr/>
    </dgm:pt>
    <dgm:pt modelId="{C3C0B808-DB9A-409C-843C-DF0DFF5D3CC2}" type="pres">
      <dgm:prSet presAssocID="{131F984C-763C-4513-887F-051AE107DBCF}" presName="parentTextArrow" presStyleLbl="node1" presStyleIdx="3" presStyleCnt="7"/>
      <dgm:spPr/>
    </dgm:pt>
    <dgm:pt modelId="{3B413A96-23B5-4551-8D74-7D23E7DC6FA7}" type="pres">
      <dgm:prSet presAssocID="{A36C5FF9-1283-4016-8EC7-B6B70583CC5D}" presName="sp" presStyleCnt="0"/>
      <dgm:spPr/>
    </dgm:pt>
    <dgm:pt modelId="{AE0911FF-978F-43A4-BF18-4886C25EA013}" type="pres">
      <dgm:prSet presAssocID="{0276A761-61D0-4A4B-A9B8-069D1E0943BD}" presName="arrowAndChildren" presStyleCnt="0"/>
      <dgm:spPr/>
    </dgm:pt>
    <dgm:pt modelId="{D5FFB21B-D960-42B9-BB8B-5DAF3632977B}" type="pres">
      <dgm:prSet presAssocID="{0276A761-61D0-4A4B-A9B8-069D1E0943BD}" presName="parentTextArrow" presStyleLbl="node1" presStyleIdx="4" presStyleCnt="7"/>
      <dgm:spPr/>
    </dgm:pt>
    <dgm:pt modelId="{7267A70D-6701-4F47-8EE3-D65358234C47}" type="pres">
      <dgm:prSet presAssocID="{2EB9CC60-F2CC-4322-837A-36C08CC19E47}" presName="sp" presStyleCnt="0"/>
      <dgm:spPr/>
    </dgm:pt>
    <dgm:pt modelId="{E645E8E8-983F-48A0-B0E3-1A5FAFF70E41}" type="pres">
      <dgm:prSet presAssocID="{D60DB141-4927-47F5-943B-7D09AF42C8CA}" presName="arrowAndChildren" presStyleCnt="0"/>
      <dgm:spPr/>
    </dgm:pt>
    <dgm:pt modelId="{ECF48458-6E95-4835-A6F6-D818937A0C7A}" type="pres">
      <dgm:prSet presAssocID="{D60DB141-4927-47F5-943B-7D09AF42C8CA}" presName="parentTextArrow" presStyleLbl="node1" presStyleIdx="5" presStyleCnt="7"/>
      <dgm:spPr/>
    </dgm:pt>
    <dgm:pt modelId="{A1BC82B1-09BE-4DFE-98EF-516259AF75DA}" type="pres">
      <dgm:prSet presAssocID="{14677B8F-049F-4308-A28B-31BC68C630C7}" presName="sp" presStyleCnt="0"/>
      <dgm:spPr/>
    </dgm:pt>
    <dgm:pt modelId="{487DDCFC-7688-4ACE-ACCF-63D12AFBA4D0}" type="pres">
      <dgm:prSet presAssocID="{9EE66AD5-69D5-4500-ADE3-18C076DC3639}" presName="arrowAndChildren" presStyleCnt="0"/>
      <dgm:spPr/>
    </dgm:pt>
    <dgm:pt modelId="{53B3D189-8313-4F99-8DC8-B1A15CA4502A}" type="pres">
      <dgm:prSet presAssocID="{9EE66AD5-69D5-4500-ADE3-18C076DC3639}" presName="parentTextArrow" presStyleLbl="node1" presStyleIdx="6" presStyleCnt="7"/>
      <dgm:spPr/>
    </dgm:pt>
  </dgm:ptLst>
  <dgm:cxnLst>
    <dgm:cxn modelId="{CE976B2D-7BE9-44C3-83C7-46E3456AC5F1}" type="presOf" srcId="{AF0C0218-CC33-423A-8623-F2FD2F2AC873}" destId="{A14E174F-6061-42D1-8B9A-8F05F7BA525C}" srcOrd="0" destOrd="0" presId="urn:microsoft.com/office/officeart/2005/8/layout/process4"/>
    <dgm:cxn modelId="{608EDC36-216A-4282-B00F-5C6CF468A998}" type="presOf" srcId="{131F984C-763C-4513-887F-051AE107DBCF}" destId="{C3C0B808-DB9A-409C-843C-DF0DFF5D3CC2}" srcOrd="0" destOrd="0" presId="urn:microsoft.com/office/officeart/2005/8/layout/process4"/>
    <dgm:cxn modelId="{E0B5754A-49A1-4771-8B71-8AB492D2DB1A}" srcId="{CD0730A4-CCE3-49F6-91AA-4E2E0ADA009F}" destId="{5239FDB6-9DF9-4DBD-A6B9-C45A53C8FE45}" srcOrd="6" destOrd="0" parTransId="{955E7D8A-E659-4539-92A9-ED0F9782BA4A}" sibTransId="{026F7F3D-B87D-4290-B5C6-7F1C7B68D35C}"/>
    <dgm:cxn modelId="{9E53167C-AB4A-4EE9-8478-EFFF501EF55C}" type="presOf" srcId="{5239FDB6-9DF9-4DBD-A6B9-C45A53C8FE45}" destId="{AAD22584-8466-4DD3-A800-8FF09FEDB050}" srcOrd="0" destOrd="0" presId="urn:microsoft.com/office/officeart/2005/8/layout/process4"/>
    <dgm:cxn modelId="{E7BFF081-BA8C-4193-9A03-494CD7C630E5}" srcId="{CD0730A4-CCE3-49F6-91AA-4E2E0ADA009F}" destId="{AF0C0218-CC33-423A-8623-F2FD2F2AC873}" srcOrd="5" destOrd="0" parTransId="{4EE6F2CA-0726-46D1-AB5A-5805840ACC67}" sibTransId="{C607F2B2-95CA-45E8-A10F-44D53028AB81}"/>
    <dgm:cxn modelId="{F9EE6E87-9533-47DC-AF13-64588D88BD41}" type="presOf" srcId="{0276A761-61D0-4A4B-A9B8-069D1E0943BD}" destId="{D5FFB21B-D960-42B9-BB8B-5DAF3632977B}" srcOrd="0" destOrd="0" presId="urn:microsoft.com/office/officeart/2005/8/layout/process4"/>
    <dgm:cxn modelId="{A4260A91-3C34-4CA9-A897-7ED8DC5A4A3C}" type="presOf" srcId="{5DFD6EED-13A1-49D7-BDC5-EF87F701ADAD}" destId="{96AC0903-7736-4BE7-9EAA-252D37C64D4D}" srcOrd="0" destOrd="0" presId="urn:microsoft.com/office/officeart/2005/8/layout/process4"/>
    <dgm:cxn modelId="{99EC3091-824E-45A4-96C0-7FFC7B3F974E}" srcId="{CD0730A4-CCE3-49F6-91AA-4E2E0ADA009F}" destId="{D60DB141-4927-47F5-943B-7D09AF42C8CA}" srcOrd="1" destOrd="0" parTransId="{BF2A8FBE-C88D-4E61-83CA-F6A0DB1426FD}" sibTransId="{2EB9CC60-F2CC-4322-837A-36C08CC19E47}"/>
    <dgm:cxn modelId="{90C5B29A-7C51-401E-B246-BC8C60B40278}" type="presOf" srcId="{9EE66AD5-69D5-4500-ADE3-18C076DC3639}" destId="{53B3D189-8313-4F99-8DC8-B1A15CA4502A}" srcOrd="0" destOrd="0" presId="urn:microsoft.com/office/officeart/2005/8/layout/process4"/>
    <dgm:cxn modelId="{3EEA84A4-19C4-463A-9A2C-B8750EF8B186}" srcId="{CD0730A4-CCE3-49F6-91AA-4E2E0ADA009F}" destId="{9EE66AD5-69D5-4500-ADE3-18C076DC3639}" srcOrd="0" destOrd="0" parTransId="{E956C178-37DF-43F9-9976-670FE9D85707}" sibTransId="{14677B8F-049F-4308-A28B-31BC68C630C7}"/>
    <dgm:cxn modelId="{D0FAFAA9-4B72-4F80-9C6A-05B302E534B1}" srcId="{CD0730A4-CCE3-49F6-91AA-4E2E0ADA009F}" destId="{131F984C-763C-4513-887F-051AE107DBCF}" srcOrd="3" destOrd="0" parTransId="{F0DC1015-C703-4732-8A2F-85C176A4ED41}" sibTransId="{13B74D3B-2444-4406-99FF-2040B6B604D2}"/>
    <dgm:cxn modelId="{24C1A5BD-8FFD-42EA-936E-85639B86A931}" srcId="{CD0730A4-CCE3-49F6-91AA-4E2E0ADA009F}" destId="{5DFD6EED-13A1-49D7-BDC5-EF87F701ADAD}" srcOrd="4" destOrd="0" parTransId="{EE0A2FD3-5070-4D17-B5CB-2DA8E8325D16}" sibTransId="{FD710EE4-06DE-42CA-8B9E-F02B5D0D13CF}"/>
    <dgm:cxn modelId="{DC93F2BE-1F39-4FF7-B29A-BF093C1803D7}" type="presOf" srcId="{D60DB141-4927-47F5-943B-7D09AF42C8CA}" destId="{ECF48458-6E95-4835-A6F6-D818937A0C7A}" srcOrd="0" destOrd="0" presId="urn:microsoft.com/office/officeart/2005/8/layout/process4"/>
    <dgm:cxn modelId="{70B64BEC-FB5F-4667-B3D6-A57F00B7330E}" type="presOf" srcId="{CD0730A4-CCE3-49F6-91AA-4E2E0ADA009F}" destId="{0CAD3A0B-CF6F-438D-83BC-F32F7208C74F}" srcOrd="0" destOrd="0" presId="urn:microsoft.com/office/officeart/2005/8/layout/process4"/>
    <dgm:cxn modelId="{BBDC24F8-8802-45EF-A5A8-538CB952382D}" srcId="{CD0730A4-CCE3-49F6-91AA-4E2E0ADA009F}" destId="{0276A761-61D0-4A4B-A9B8-069D1E0943BD}" srcOrd="2" destOrd="0" parTransId="{394F2B1E-15EC-493B-B8D9-C3D980C4F6B7}" sibTransId="{A36C5FF9-1283-4016-8EC7-B6B70583CC5D}"/>
    <dgm:cxn modelId="{0B6D7FB8-E7AE-4E35-A7EC-36A082D841D7}" type="presParOf" srcId="{0CAD3A0B-CF6F-438D-83BC-F32F7208C74F}" destId="{182A9337-0E05-458E-92C3-23E56CAD9540}" srcOrd="0" destOrd="0" presId="urn:microsoft.com/office/officeart/2005/8/layout/process4"/>
    <dgm:cxn modelId="{01BCB719-A6C6-46A2-87EB-5377472A3524}" type="presParOf" srcId="{182A9337-0E05-458E-92C3-23E56CAD9540}" destId="{AAD22584-8466-4DD3-A800-8FF09FEDB050}" srcOrd="0" destOrd="0" presId="urn:microsoft.com/office/officeart/2005/8/layout/process4"/>
    <dgm:cxn modelId="{C6EA9F0F-6E0F-4EE9-A672-F77F0052C102}" type="presParOf" srcId="{0CAD3A0B-CF6F-438D-83BC-F32F7208C74F}" destId="{2AFE1655-941F-4766-8694-6AF3ED0DD09D}" srcOrd="1" destOrd="0" presId="urn:microsoft.com/office/officeart/2005/8/layout/process4"/>
    <dgm:cxn modelId="{5F073702-93F6-44B9-92CC-B021B9CF4F25}" type="presParOf" srcId="{0CAD3A0B-CF6F-438D-83BC-F32F7208C74F}" destId="{CB73BDAE-9E95-464A-A638-8B7CD2EDF82D}" srcOrd="2" destOrd="0" presId="urn:microsoft.com/office/officeart/2005/8/layout/process4"/>
    <dgm:cxn modelId="{BFF84C99-2611-41B1-AAB8-8092EA19A57A}" type="presParOf" srcId="{CB73BDAE-9E95-464A-A638-8B7CD2EDF82D}" destId="{A14E174F-6061-42D1-8B9A-8F05F7BA525C}" srcOrd="0" destOrd="0" presId="urn:microsoft.com/office/officeart/2005/8/layout/process4"/>
    <dgm:cxn modelId="{5118D5AF-A185-464C-BAA4-EE84BB8C0B11}" type="presParOf" srcId="{0CAD3A0B-CF6F-438D-83BC-F32F7208C74F}" destId="{C908DECE-31BE-46F2-8D40-AF00142F2CF2}" srcOrd="3" destOrd="0" presId="urn:microsoft.com/office/officeart/2005/8/layout/process4"/>
    <dgm:cxn modelId="{317145AB-0DF3-4A7E-AEB2-DBF3240BA317}" type="presParOf" srcId="{0CAD3A0B-CF6F-438D-83BC-F32F7208C74F}" destId="{E06E065D-A2EF-496C-A464-47CE8685888B}" srcOrd="4" destOrd="0" presId="urn:microsoft.com/office/officeart/2005/8/layout/process4"/>
    <dgm:cxn modelId="{FCFBAC9F-6DAA-41D6-A2A1-FF0F519712D9}" type="presParOf" srcId="{E06E065D-A2EF-496C-A464-47CE8685888B}" destId="{96AC0903-7736-4BE7-9EAA-252D37C64D4D}" srcOrd="0" destOrd="0" presId="urn:microsoft.com/office/officeart/2005/8/layout/process4"/>
    <dgm:cxn modelId="{D6461F63-E0F7-4424-ADC6-5AE84E113714}" type="presParOf" srcId="{0CAD3A0B-CF6F-438D-83BC-F32F7208C74F}" destId="{8A403F7C-0AAC-48A6-8379-80B5C2A46E37}" srcOrd="5" destOrd="0" presId="urn:microsoft.com/office/officeart/2005/8/layout/process4"/>
    <dgm:cxn modelId="{D6676209-311C-46B5-9277-4FBF8C4641A4}" type="presParOf" srcId="{0CAD3A0B-CF6F-438D-83BC-F32F7208C74F}" destId="{A8C42244-FC3C-4774-B824-0D0E4FDB241E}" srcOrd="6" destOrd="0" presId="urn:microsoft.com/office/officeart/2005/8/layout/process4"/>
    <dgm:cxn modelId="{706B9DBA-6131-43A2-8294-371473D539D4}" type="presParOf" srcId="{A8C42244-FC3C-4774-B824-0D0E4FDB241E}" destId="{C3C0B808-DB9A-409C-843C-DF0DFF5D3CC2}" srcOrd="0" destOrd="0" presId="urn:microsoft.com/office/officeart/2005/8/layout/process4"/>
    <dgm:cxn modelId="{A3BECC82-0817-4922-9088-23B51D686DA4}" type="presParOf" srcId="{0CAD3A0B-CF6F-438D-83BC-F32F7208C74F}" destId="{3B413A96-23B5-4551-8D74-7D23E7DC6FA7}" srcOrd="7" destOrd="0" presId="urn:microsoft.com/office/officeart/2005/8/layout/process4"/>
    <dgm:cxn modelId="{31D10213-8177-4D5C-8E10-A53D03C67625}" type="presParOf" srcId="{0CAD3A0B-CF6F-438D-83BC-F32F7208C74F}" destId="{AE0911FF-978F-43A4-BF18-4886C25EA013}" srcOrd="8" destOrd="0" presId="urn:microsoft.com/office/officeart/2005/8/layout/process4"/>
    <dgm:cxn modelId="{B1A6FC96-7AC0-423D-871C-EB3C576606CD}" type="presParOf" srcId="{AE0911FF-978F-43A4-BF18-4886C25EA013}" destId="{D5FFB21B-D960-42B9-BB8B-5DAF3632977B}" srcOrd="0" destOrd="0" presId="urn:microsoft.com/office/officeart/2005/8/layout/process4"/>
    <dgm:cxn modelId="{810394EF-A1B9-452A-B45F-EA33D411B796}" type="presParOf" srcId="{0CAD3A0B-CF6F-438D-83BC-F32F7208C74F}" destId="{7267A70D-6701-4F47-8EE3-D65358234C47}" srcOrd="9" destOrd="0" presId="urn:microsoft.com/office/officeart/2005/8/layout/process4"/>
    <dgm:cxn modelId="{A76E73AB-9F28-41B0-B3D3-2995C6E9459A}" type="presParOf" srcId="{0CAD3A0B-CF6F-438D-83BC-F32F7208C74F}" destId="{E645E8E8-983F-48A0-B0E3-1A5FAFF70E41}" srcOrd="10" destOrd="0" presId="urn:microsoft.com/office/officeart/2005/8/layout/process4"/>
    <dgm:cxn modelId="{18091BD5-AA26-47C0-AD16-FBDD4C76FBE9}" type="presParOf" srcId="{E645E8E8-983F-48A0-B0E3-1A5FAFF70E41}" destId="{ECF48458-6E95-4835-A6F6-D818937A0C7A}" srcOrd="0" destOrd="0" presId="urn:microsoft.com/office/officeart/2005/8/layout/process4"/>
    <dgm:cxn modelId="{BFD67A06-918A-4472-ABCC-7004B90867B0}" type="presParOf" srcId="{0CAD3A0B-CF6F-438D-83BC-F32F7208C74F}" destId="{A1BC82B1-09BE-4DFE-98EF-516259AF75DA}" srcOrd="11" destOrd="0" presId="urn:microsoft.com/office/officeart/2005/8/layout/process4"/>
    <dgm:cxn modelId="{65280484-CD5F-47AF-BC28-A1179D95CAA6}" type="presParOf" srcId="{0CAD3A0B-CF6F-438D-83BC-F32F7208C74F}" destId="{487DDCFC-7688-4ACE-ACCF-63D12AFBA4D0}" srcOrd="12" destOrd="0" presId="urn:microsoft.com/office/officeart/2005/8/layout/process4"/>
    <dgm:cxn modelId="{9DA457E9-1FDB-44B5-B513-89FADFD32869}" type="presParOf" srcId="{487DDCFC-7688-4ACE-ACCF-63D12AFBA4D0}" destId="{53B3D189-8313-4F99-8DC8-B1A15CA4502A}" srcOrd="0" destOrd="0" presId="urn:microsoft.com/office/officeart/2005/8/layout/process4"/>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56.xml><?xml version="1.0" encoding="utf-8"?>
<dgm:dataModel xmlns:dgm="http://schemas.openxmlformats.org/drawingml/2006/diagram" xmlns:a="http://schemas.openxmlformats.org/drawingml/2006/main">
  <dgm:ptLst>
    <dgm:pt modelId="{9BD12617-0278-4B17-B64A-DFF882F2B145}" type="doc">
      <dgm:prSet loTypeId="urn:microsoft.com/office/officeart/2005/8/layout/hierarchy3" loCatId="hierarchy" qsTypeId="urn:microsoft.com/office/officeart/2005/8/quickstyle/simple3" qsCatId="simple" csTypeId="urn:microsoft.com/office/officeart/2005/8/colors/colorful4" csCatId="colorful" phldr="1"/>
      <dgm:spPr/>
      <dgm:t>
        <a:bodyPr/>
        <a:lstStyle/>
        <a:p>
          <a:endParaRPr lang="en-IN"/>
        </a:p>
      </dgm:t>
    </dgm:pt>
    <dgm:pt modelId="{F0830EDE-E6F3-42AA-8226-D6ED53CB8C0C}">
      <dgm:prSet phldrT="[Text]" custT="1"/>
      <dgm:spPr/>
      <dgm:t>
        <a:bodyPr/>
        <a:lstStyle/>
        <a:p>
          <a:r>
            <a:rPr lang="en-US" sz="1800" b="1" dirty="0"/>
            <a:t>Array class important methods</a:t>
          </a:r>
          <a:endParaRPr lang="en-IN" sz="1800" b="1" dirty="0"/>
        </a:p>
      </dgm:t>
    </dgm:pt>
    <dgm:pt modelId="{C9B820E1-8F62-48AA-A848-3795B580782D}" type="parTrans" cxnId="{B9080F2A-7349-4C13-BDDB-56B7FEAA8795}">
      <dgm:prSet/>
      <dgm:spPr/>
      <dgm:t>
        <a:bodyPr/>
        <a:lstStyle/>
        <a:p>
          <a:endParaRPr lang="en-IN" sz="1800"/>
        </a:p>
      </dgm:t>
    </dgm:pt>
    <dgm:pt modelId="{1CC3038E-F285-4E7D-827E-463D839AD5A2}" type="sibTrans" cxnId="{B9080F2A-7349-4C13-BDDB-56B7FEAA8795}">
      <dgm:prSet/>
      <dgm:spPr/>
      <dgm:t>
        <a:bodyPr/>
        <a:lstStyle/>
        <a:p>
          <a:endParaRPr lang="en-IN" sz="1800"/>
        </a:p>
      </dgm:t>
    </dgm:pt>
    <dgm:pt modelId="{E0802104-5A7F-46AB-AA28-C1A2146D3017}">
      <dgm:prSet phldrT="[Text]" custT="1"/>
      <dgm:spPr/>
      <dgm:t>
        <a:bodyPr/>
        <a:lstStyle/>
        <a:p>
          <a:r>
            <a:rPr lang="en-US" sz="1800" dirty="0" err="1"/>
            <a:t>toString</a:t>
          </a:r>
          <a:r>
            <a:rPr lang="en-US" sz="1800" dirty="0"/>
            <a:t>(array)</a:t>
          </a:r>
          <a:endParaRPr lang="en-IN" sz="1800" dirty="0"/>
        </a:p>
      </dgm:t>
    </dgm:pt>
    <dgm:pt modelId="{9EB0E0B9-72BF-4C7C-ADF6-C6056BCA7618}" type="parTrans" cxnId="{AF37970F-6CF2-4906-8F6F-2926A9246F8D}">
      <dgm:prSet/>
      <dgm:spPr/>
      <dgm:t>
        <a:bodyPr/>
        <a:lstStyle/>
        <a:p>
          <a:endParaRPr lang="en-IN" sz="1800"/>
        </a:p>
      </dgm:t>
    </dgm:pt>
    <dgm:pt modelId="{C97F93B1-DF47-479D-8F44-A33DE8B83532}" type="sibTrans" cxnId="{AF37970F-6CF2-4906-8F6F-2926A9246F8D}">
      <dgm:prSet/>
      <dgm:spPr/>
      <dgm:t>
        <a:bodyPr/>
        <a:lstStyle/>
        <a:p>
          <a:endParaRPr lang="en-IN" sz="1800"/>
        </a:p>
      </dgm:t>
    </dgm:pt>
    <dgm:pt modelId="{342F812F-7E16-4D31-896D-5541C3E87A71}">
      <dgm:prSet phldrT="[Text]" custT="1"/>
      <dgm:spPr/>
      <dgm:t>
        <a:bodyPr/>
        <a:lstStyle/>
        <a:p>
          <a:r>
            <a:rPr lang="en-US" sz="1800" dirty="0"/>
            <a:t>sort(array)</a:t>
          </a:r>
          <a:endParaRPr lang="en-IN" sz="1800" dirty="0"/>
        </a:p>
      </dgm:t>
    </dgm:pt>
    <dgm:pt modelId="{FA1D9C7A-FE2B-46D2-96F6-816402D6A030}" type="parTrans" cxnId="{238B9AA7-7E28-483C-82F6-FB95D8312D1F}">
      <dgm:prSet/>
      <dgm:spPr/>
      <dgm:t>
        <a:bodyPr/>
        <a:lstStyle/>
        <a:p>
          <a:endParaRPr lang="en-IN" sz="1800"/>
        </a:p>
      </dgm:t>
    </dgm:pt>
    <dgm:pt modelId="{7BC80237-E67C-422A-AD96-FDF0F85CB81C}" type="sibTrans" cxnId="{238B9AA7-7E28-483C-82F6-FB95D8312D1F}">
      <dgm:prSet/>
      <dgm:spPr/>
      <dgm:t>
        <a:bodyPr/>
        <a:lstStyle/>
        <a:p>
          <a:endParaRPr lang="en-IN" sz="1800"/>
        </a:p>
      </dgm:t>
    </dgm:pt>
    <dgm:pt modelId="{5D05378B-1613-44F0-92E8-0D6046802734}">
      <dgm:prSet phldrT="[Text]" custT="1"/>
      <dgm:spPr/>
      <dgm:t>
        <a:bodyPr/>
        <a:lstStyle/>
        <a:p>
          <a:r>
            <a:rPr lang="en-US" sz="1800" dirty="0"/>
            <a:t>fill(array)</a:t>
          </a:r>
          <a:endParaRPr lang="en-IN" sz="1800" dirty="0"/>
        </a:p>
      </dgm:t>
    </dgm:pt>
    <dgm:pt modelId="{9FB0A6BA-169A-4C79-A8B5-7DCE8814C60E}" type="parTrans" cxnId="{BF71EB99-14CB-4D9C-B58E-B97DAB834616}">
      <dgm:prSet/>
      <dgm:spPr/>
      <dgm:t>
        <a:bodyPr/>
        <a:lstStyle/>
        <a:p>
          <a:endParaRPr lang="en-IN" sz="1800"/>
        </a:p>
      </dgm:t>
    </dgm:pt>
    <dgm:pt modelId="{6DDA69DC-2547-4A89-A3CB-28450BACB845}" type="sibTrans" cxnId="{BF71EB99-14CB-4D9C-B58E-B97DAB834616}">
      <dgm:prSet/>
      <dgm:spPr/>
      <dgm:t>
        <a:bodyPr/>
        <a:lstStyle/>
        <a:p>
          <a:endParaRPr lang="en-IN" sz="1800"/>
        </a:p>
      </dgm:t>
    </dgm:pt>
    <dgm:pt modelId="{0F657BE3-2776-4B6B-9A36-C400CDB42206}">
      <dgm:prSet phldrT="[Text]" custT="1"/>
      <dgm:spPr/>
      <dgm:t>
        <a:bodyPr/>
        <a:lstStyle/>
        <a:p>
          <a:r>
            <a:rPr lang="en-US" sz="1800" dirty="0" err="1"/>
            <a:t>copyOf</a:t>
          </a:r>
          <a:r>
            <a:rPr lang="en-US" sz="1800" dirty="0"/>
            <a:t>(array, length)</a:t>
          </a:r>
          <a:endParaRPr lang="en-IN" sz="1800" dirty="0"/>
        </a:p>
      </dgm:t>
    </dgm:pt>
    <dgm:pt modelId="{FF2DD54E-717A-4054-8154-C3C4FF56763F}" type="parTrans" cxnId="{11A03028-0FBD-4EE5-BC5F-AAF3A460C3BC}">
      <dgm:prSet/>
      <dgm:spPr/>
      <dgm:t>
        <a:bodyPr/>
        <a:lstStyle/>
        <a:p>
          <a:endParaRPr lang="en-IN" sz="1800"/>
        </a:p>
      </dgm:t>
    </dgm:pt>
    <dgm:pt modelId="{61D964C4-B031-4F6A-84F3-6AE4F47AC7ED}" type="sibTrans" cxnId="{11A03028-0FBD-4EE5-BC5F-AAF3A460C3BC}">
      <dgm:prSet/>
      <dgm:spPr/>
      <dgm:t>
        <a:bodyPr/>
        <a:lstStyle/>
        <a:p>
          <a:endParaRPr lang="en-IN" sz="1800"/>
        </a:p>
      </dgm:t>
    </dgm:pt>
    <dgm:pt modelId="{D9303A77-E1AC-46A3-B827-627298295AFF}">
      <dgm:prSet phldrT="[Text]" custT="1"/>
      <dgm:spPr/>
      <dgm:t>
        <a:bodyPr/>
        <a:lstStyle/>
        <a:p>
          <a:r>
            <a:rPr lang="en-US" sz="1800" dirty="0"/>
            <a:t>equals(array1, array2)</a:t>
          </a:r>
          <a:endParaRPr lang="en-IN" sz="1800" dirty="0"/>
        </a:p>
      </dgm:t>
    </dgm:pt>
    <dgm:pt modelId="{22D90A3D-B170-4442-859D-75A560CC280A}" type="parTrans" cxnId="{B4E682F3-74A7-42A3-B85F-568A898B58DD}">
      <dgm:prSet/>
      <dgm:spPr/>
      <dgm:t>
        <a:bodyPr/>
        <a:lstStyle/>
        <a:p>
          <a:endParaRPr lang="en-IN"/>
        </a:p>
      </dgm:t>
    </dgm:pt>
    <dgm:pt modelId="{822FF9E2-9D14-4D81-9449-87959333C17D}" type="sibTrans" cxnId="{B4E682F3-74A7-42A3-B85F-568A898B58DD}">
      <dgm:prSet/>
      <dgm:spPr/>
      <dgm:t>
        <a:bodyPr/>
        <a:lstStyle/>
        <a:p>
          <a:endParaRPr lang="en-IN"/>
        </a:p>
      </dgm:t>
    </dgm:pt>
    <dgm:pt modelId="{C4A1DF73-4C52-4DF5-AAD0-FAF4FC44D976}" type="pres">
      <dgm:prSet presAssocID="{9BD12617-0278-4B17-B64A-DFF882F2B145}" presName="diagram" presStyleCnt="0">
        <dgm:presLayoutVars>
          <dgm:chPref val="1"/>
          <dgm:dir/>
          <dgm:animOne val="branch"/>
          <dgm:animLvl val="lvl"/>
          <dgm:resizeHandles/>
        </dgm:presLayoutVars>
      </dgm:prSet>
      <dgm:spPr/>
    </dgm:pt>
    <dgm:pt modelId="{E6522804-954E-4DB1-87C0-5F0A34E9EA85}" type="pres">
      <dgm:prSet presAssocID="{F0830EDE-E6F3-42AA-8226-D6ED53CB8C0C}" presName="root" presStyleCnt="0"/>
      <dgm:spPr/>
    </dgm:pt>
    <dgm:pt modelId="{EBFF5F53-EED2-4F96-B8B1-59C2CE7BB660}" type="pres">
      <dgm:prSet presAssocID="{F0830EDE-E6F3-42AA-8226-D6ED53CB8C0C}" presName="rootComposite" presStyleCnt="0"/>
      <dgm:spPr/>
    </dgm:pt>
    <dgm:pt modelId="{BFC8F2DD-60CE-4BE5-BC52-2C2AE0A4EA3E}" type="pres">
      <dgm:prSet presAssocID="{F0830EDE-E6F3-42AA-8226-D6ED53CB8C0C}" presName="rootText" presStyleLbl="node1" presStyleIdx="0" presStyleCnt="1" custScaleX="175257"/>
      <dgm:spPr/>
    </dgm:pt>
    <dgm:pt modelId="{8419FEE7-0D6C-4EC2-A621-92C5640AAD60}" type="pres">
      <dgm:prSet presAssocID="{F0830EDE-E6F3-42AA-8226-D6ED53CB8C0C}" presName="rootConnector" presStyleLbl="node1" presStyleIdx="0" presStyleCnt="1"/>
      <dgm:spPr/>
    </dgm:pt>
    <dgm:pt modelId="{2198923C-7B81-422E-8632-F38907C32412}" type="pres">
      <dgm:prSet presAssocID="{F0830EDE-E6F3-42AA-8226-D6ED53CB8C0C}" presName="childShape" presStyleCnt="0"/>
      <dgm:spPr/>
    </dgm:pt>
    <dgm:pt modelId="{E1EF4FD1-E1C8-4442-8EE7-6876C7533DF8}" type="pres">
      <dgm:prSet presAssocID="{9EB0E0B9-72BF-4C7C-ADF6-C6056BCA7618}" presName="Name13" presStyleLbl="parChTrans1D2" presStyleIdx="0" presStyleCnt="5"/>
      <dgm:spPr/>
    </dgm:pt>
    <dgm:pt modelId="{FD6ACB2E-F670-47E7-8E96-6922BABE1715}" type="pres">
      <dgm:prSet presAssocID="{E0802104-5A7F-46AB-AA28-C1A2146D3017}" presName="childText" presStyleLbl="bgAcc1" presStyleIdx="0" presStyleCnt="5" custScaleX="174131">
        <dgm:presLayoutVars>
          <dgm:bulletEnabled val="1"/>
        </dgm:presLayoutVars>
      </dgm:prSet>
      <dgm:spPr/>
    </dgm:pt>
    <dgm:pt modelId="{B8B19DA7-A665-4EAC-B0B8-6ED5D2E77E64}" type="pres">
      <dgm:prSet presAssocID="{FA1D9C7A-FE2B-46D2-96F6-816402D6A030}" presName="Name13" presStyleLbl="parChTrans1D2" presStyleIdx="1" presStyleCnt="5"/>
      <dgm:spPr/>
    </dgm:pt>
    <dgm:pt modelId="{26F21886-153D-43F2-A892-73FE9BEFC469}" type="pres">
      <dgm:prSet presAssocID="{342F812F-7E16-4D31-896D-5541C3E87A71}" presName="childText" presStyleLbl="bgAcc1" presStyleIdx="1" presStyleCnt="5" custScaleX="174131">
        <dgm:presLayoutVars>
          <dgm:bulletEnabled val="1"/>
        </dgm:presLayoutVars>
      </dgm:prSet>
      <dgm:spPr/>
    </dgm:pt>
    <dgm:pt modelId="{7B426B96-DCD1-4057-B8C4-54DAE0DC89C1}" type="pres">
      <dgm:prSet presAssocID="{9FB0A6BA-169A-4C79-A8B5-7DCE8814C60E}" presName="Name13" presStyleLbl="parChTrans1D2" presStyleIdx="2" presStyleCnt="5"/>
      <dgm:spPr/>
    </dgm:pt>
    <dgm:pt modelId="{0A54BE19-A1E5-44B7-B54F-870FD3F27A7B}" type="pres">
      <dgm:prSet presAssocID="{5D05378B-1613-44F0-92E8-0D6046802734}" presName="childText" presStyleLbl="bgAcc1" presStyleIdx="2" presStyleCnt="5" custScaleX="174131">
        <dgm:presLayoutVars>
          <dgm:bulletEnabled val="1"/>
        </dgm:presLayoutVars>
      </dgm:prSet>
      <dgm:spPr/>
    </dgm:pt>
    <dgm:pt modelId="{CA804251-9496-4A7E-858F-2EC6E4A17F08}" type="pres">
      <dgm:prSet presAssocID="{FF2DD54E-717A-4054-8154-C3C4FF56763F}" presName="Name13" presStyleLbl="parChTrans1D2" presStyleIdx="3" presStyleCnt="5"/>
      <dgm:spPr/>
    </dgm:pt>
    <dgm:pt modelId="{C4EFC405-03DF-4DBD-BF65-33A0DBCB41C9}" type="pres">
      <dgm:prSet presAssocID="{0F657BE3-2776-4B6B-9A36-C400CDB42206}" presName="childText" presStyleLbl="bgAcc1" presStyleIdx="3" presStyleCnt="5" custScaleX="174131">
        <dgm:presLayoutVars>
          <dgm:bulletEnabled val="1"/>
        </dgm:presLayoutVars>
      </dgm:prSet>
      <dgm:spPr/>
    </dgm:pt>
    <dgm:pt modelId="{7184CEEA-01E5-40E8-A07C-81DB7044B03E}" type="pres">
      <dgm:prSet presAssocID="{22D90A3D-B170-4442-859D-75A560CC280A}" presName="Name13" presStyleLbl="parChTrans1D2" presStyleIdx="4" presStyleCnt="5"/>
      <dgm:spPr/>
    </dgm:pt>
    <dgm:pt modelId="{12C89E04-0561-4645-AEC4-8611E92B4213}" type="pres">
      <dgm:prSet presAssocID="{D9303A77-E1AC-46A3-B827-627298295AFF}" presName="childText" presStyleLbl="bgAcc1" presStyleIdx="4" presStyleCnt="5" custScaleX="173414">
        <dgm:presLayoutVars>
          <dgm:bulletEnabled val="1"/>
        </dgm:presLayoutVars>
      </dgm:prSet>
      <dgm:spPr/>
    </dgm:pt>
  </dgm:ptLst>
  <dgm:cxnLst>
    <dgm:cxn modelId="{AF37970F-6CF2-4906-8F6F-2926A9246F8D}" srcId="{F0830EDE-E6F3-42AA-8226-D6ED53CB8C0C}" destId="{E0802104-5A7F-46AB-AA28-C1A2146D3017}" srcOrd="0" destOrd="0" parTransId="{9EB0E0B9-72BF-4C7C-ADF6-C6056BCA7618}" sibTransId="{C97F93B1-DF47-479D-8F44-A33DE8B83532}"/>
    <dgm:cxn modelId="{EEE2A817-BBA8-4FD3-A1FE-BF83876827F8}" type="presOf" srcId="{9FB0A6BA-169A-4C79-A8B5-7DCE8814C60E}" destId="{7B426B96-DCD1-4057-B8C4-54DAE0DC89C1}" srcOrd="0" destOrd="0" presId="urn:microsoft.com/office/officeart/2005/8/layout/hierarchy3"/>
    <dgm:cxn modelId="{11A03028-0FBD-4EE5-BC5F-AAF3A460C3BC}" srcId="{F0830EDE-E6F3-42AA-8226-D6ED53CB8C0C}" destId="{0F657BE3-2776-4B6B-9A36-C400CDB42206}" srcOrd="3" destOrd="0" parTransId="{FF2DD54E-717A-4054-8154-C3C4FF56763F}" sibTransId="{61D964C4-B031-4F6A-84F3-6AE4F47AC7ED}"/>
    <dgm:cxn modelId="{B9080F2A-7349-4C13-BDDB-56B7FEAA8795}" srcId="{9BD12617-0278-4B17-B64A-DFF882F2B145}" destId="{F0830EDE-E6F3-42AA-8226-D6ED53CB8C0C}" srcOrd="0" destOrd="0" parTransId="{C9B820E1-8F62-48AA-A848-3795B580782D}" sibTransId="{1CC3038E-F285-4E7D-827E-463D839AD5A2}"/>
    <dgm:cxn modelId="{529CCB31-80E2-4727-8E7D-FC2E9D5B4136}" type="presOf" srcId="{22D90A3D-B170-4442-859D-75A560CC280A}" destId="{7184CEEA-01E5-40E8-A07C-81DB7044B03E}" srcOrd="0" destOrd="0" presId="urn:microsoft.com/office/officeart/2005/8/layout/hierarchy3"/>
    <dgm:cxn modelId="{CB3DDB69-F450-4A70-A5B0-D99764FAAE12}" type="presOf" srcId="{FF2DD54E-717A-4054-8154-C3C4FF56763F}" destId="{CA804251-9496-4A7E-858F-2EC6E4A17F08}" srcOrd="0" destOrd="0" presId="urn:microsoft.com/office/officeart/2005/8/layout/hierarchy3"/>
    <dgm:cxn modelId="{D9A6EF69-F90B-4F32-A74B-71D04E7F23BD}" type="presOf" srcId="{9BD12617-0278-4B17-B64A-DFF882F2B145}" destId="{C4A1DF73-4C52-4DF5-AAD0-FAF4FC44D976}" srcOrd="0" destOrd="0" presId="urn:microsoft.com/office/officeart/2005/8/layout/hierarchy3"/>
    <dgm:cxn modelId="{8E8C1A77-FA93-4B17-8B87-2046F3A1299E}" type="presOf" srcId="{D9303A77-E1AC-46A3-B827-627298295AFF}" destId="{12C89E04-0561-4645-AEC4-8611E92B4213}" srcOrd="0" destOrd="0" presId="urn:microsoft.com/office/officeart/2005/8/layout/hierarchy3"/>
    <dgm:cxn modelId="{76FAEA85-F2C9-4574-9AF7-9872FBDF5BC8}" type="presOf" srcId="{0F657BE3-2776-4B6B-9A36-C400CDB42206}" destId="{C4EFC405-03DF-4DBD-BF65-33A0DBCB41C9}" srcOrd="0" destOrd="0" presId="urn:microsoft.com/office/officeart/2005/8/layout/hierarchy3"/>
    <dgm:cxn modelId="{BF71EB99-14CB-4D9C-B58E-B97DAB834616}" srcId="{F0830EDE-E6F3-42AA-8226-D6ED53CB8C0C}" destId="{5D05378B-1613-44F0-92E8-0D6046802734}" srcOrd="2" destOrd="0" parTransId="{9FB0A6BA-169A-4C79-A8B5-7DCE8814C60E}" sibTransId="{6DDA69DC-2547-4A89-A3CB-28450BACB845}"/>
    <dgm:cxn modelId="{F446B8A6-CD85-4DEC-A75A-379977618018}" type="presOf" srcId="{F0830EDE-E6F3-42AA-8226-D6ED53CB8C0C}" destId="{8419FEE7-0D6C-4EC2-A621-92C5640AAD60}" srcOrd="1" destOrd="0" presId="urn:microsoft.com/office/officeart/2005/8/layout/hierarchy3"/>
    <dgm:cxn modelId="{FB99F3A6-D28D-4B60-8E59-B52FC878BB2C}" type="presOf" srcId="{FA1D9C7A-FE2B-46D2-96F6-816402D6A030}" destId="{B8B19DA7-A665-4EAC-B0B8-6ED5D2E77E64}" srcOrd="0" destOrd="0" presId="urn:microsoft.com/office/officeart/2005/8/layout/hierarchy3"/>
    <dgm:cxn modelId="{238B9AA7-7E28-483C-82F6-FB95D8312D1F}" srcId="{F0830EDE-E6F3-42AA-8226-D6ED53CB8C0C}" destId="{342F812F-7E16-4D31-896D-5541C3E87A71}" srcOrd="1" destOrd="0" parTransId="{FA1D9C7A-FE2B-46D2-96F6-816402D6A030}" sibTransId="{7BC80237-E67C-422A-AD96-FDF0F85CB81C}"/>
    <dgm:cxn modelId="{56B6B7AC-9D9F-4851-A03A-24E7CF9E2D67}" type="presOf" srcId="{E0802104-5A7F-46AB-AA28-C1A2146D3017}" destId="{FD6ACB2E-F670-47E7-8E96-6922BABE1715}" srcOrd="0" destOrd="0" presId="urn:microsoft.com/office/officeart/2005/8/layout/hierarchy3"/>
    <dgm:cxn modelId="{E5C714BB-3EF8-445F-ACED-90F8781B8D8F}" type="presOf" srcId="{5D05378B-1613-44F0-92E8-0D6046802734}" destId="{0A54BE19-A1E5-44B7-B54F-870FD3F27A7B}" srcOrd="0" destOrd="0" presId="urn:microsoft.com/office/officeart/2005/8/layout/hierarchy3"/>
    <dgm:cxn modelId="{C2F39CC7-4935-4490-9BBD-1B99A6D644DA}" type="presOf" srcId="{F0830EDE-E6F3-42AA-8226-D6ED53CB8C0C}" destId="{BFC8F2DD-60CE-4BE5-BC52-2C2AE0A4EA3E}" srcOrd="0" destOrd="0" presId="urn:microsoft.com/office/officeart/2005/8/layout/hierarchy3"/>
    <dgm:cxn modelId="{D7FA8BDB-8094-4961-AECB-397CF4C47962}" type="presOf" srcId="{342F812F-7E16-4D31-896D-5541C3E87A71}" destId="{26F21886-153D-43F2-A892-73FE9BEFC469}" srcOrd="0" destOrd="0" presId="urn:microsoft.com/office/officeart/2005/8/layout/hierarchy3"/>
    <dgm:cxn modelId="{87237EE2-107D-46CB-BF7F-A41332B06989}" type="presOf" srcId="{9EB0E0B9-72BF-4C7C-ADF6-C6056BCA7618}" destId="{E1EF4FD1-E1C8-4442-8EE7-6876C7533DF8}" srcOrd="0" destOrd="0" presId="urn:microsoft.com/office/officeart/2005/8/layout/hierarchy3"/>
    <dgm:cxn modelId="{B4E682F3-74A7-42A3-B85F-568A898B58DD}" srcId="{F0830EDE-E6F3-42AA-8226-D6ED53CB8C0C}" destId="{D9303A77-E1AC-46A3-B827-627298295AFF}" srcOrd="4" destOrd="0" parTransId="{22D90A3D-B170-4442-859D-75A560CC280A}" sibTransId="{822FF9E2-9D14-4D81-9449-87959333C17D}"/>
    <dgm:cxn modelId="{8F231534-5FEF-4543-9BF8-0A00DA811097}" type="presParOf" srcId="{C4A1DF73-4C52-4DF5-AAD0-FAF4FC44D976}" destId="{E6522804-954E-4DB1-87C0-5F0A34E9EA85}" srcOrd="0" destOrd="0" presId="urn:microsoft.com/office/officeart/2005/8/layout/hierarchy3"/>
    <dgm:cxn modelId="{1ECE4821-2784-491A-8103-0EDE4EF2D850}" type="presParOf" srcId="{E6522804-954E-4DB1-87C0-5F0A34E9EA85}" destId="{EBFF5F53-EED2-4F96-B8B1-59C2CE7BB660}" srcOrd="0" destOrd="0" presId="urn:microsoft.com/office/officeart/2005/8/layout/hierarchy3"/>
    <dgm:cxn modelId="{41BAD721-2C27-4D5D-A2ED-4EF8E83197A4}" type="presParOf" srcId="{EBFF5F53-EED2-4F96-B8B1-59C2CE7BB660}" destId="{BFC8F2DD-60CE-4BE5-BC52-2C2AE0A4EA3E}" srcOrd="0" destOrd="0" presId="urn:microsoft.com/office/officeart/2005/8/layout/hierarchy3"/>
    <dgm:cxn modelId="{28E307DA-594C-48F6-A101-D067C7FDE2C8}" type="presParOf" srcId="{EBFF5F53-EED2-4F96-B8B1-59C2CE7BB660}" destId="{8419FEE7-0D6C-4EC2-A621-92C5640AAD60}" srcOrd="1" destOrd="0" presId="urn:microsoft.com/office/officeart/2005/8/layout/hierarchy3"/>
    <dgm:cxn modelId="{3CD69709-9A89-4ECC-909D-FC33113DD6A7}" type="presParOf" srcId="{E6522804-954E-4DB1-87C0-5F0A34E9EA85}" destId="{2198923C-7B81-422E-8632-F38907C32412}" srcOrd="1" destOrd="0" presId="urn:microsoft.com/office/officeart/2005/8/layout/hierarchy3"/>
    <dgm:cxn modelId="{4CC06580-5F17-4DCD-B027-A088F9EE2E04}" type="presParOf" srcId="{2198923C-7B81-422E-8632-F38907C32412}" destId="{E1EF4FD1-E1C8-4442-8EE7-6876C7533DF8}" srcOrd="0" destOrd="0" presId="urn:microsoft.com/office/officeart/2005/8/layout/hierarchy3"/>
    <dgm:cxn modelId="{330E425F-0AA7-4522-9627-D1570DDCE979}" type="presParOf" srcId="{2198923C-7B81-422E-8632-F38907C32412}" destId="{FD6ACB2E-F670-47E7-8E96-6922BABE1715}" srcOrd="1" destOrd="0" presId="urn:microsoft.com/office/officeart/2005/8/layout/hierarchy3"/>
    <dgm:cxn modelId="{00D0A9CE-38CD-4C3C-85CF-D07E6628728F}" type="presParOf" srcId="{2198923C-7B81-422E-8632-F38907C32412}" destId="{B8B19DA7-A665-4EAC-B0B8-6ED5D2E77E64}" srcOrd="2" destOrd="0" presId="urn:microsoft.com/office/officeart/2005/8/layout/hierarchy3"/>
    <dgm:cxn modelId="{72DAE54E-CA1B-49A6-A77E-157F8C12C37B}" type="presParOf" srcId="{2198923C-7B81-422E-8632-F38907C32412}" destId="{26F21886-153D-43F2-A892-73FE9BEFC469}" srcOrd="3" destOrd="0" presId="urn:microsoft.com/office/officeart/2005/8/layout/hierarchy3"/>
    <dgm:cxn modelId="{ED18CDED-9B5E-450F-9614-03788DB7180D}" type="presParOf" srcId="{2198923C-7B81-422E-8632-F38907C32412}" destId="{7B426B96-DCD1-4057-B8C4-54DAE0DC89C1}" srcOrd="4" destOrd="0" presId="urn:microsoft.com/office/officeart/2005/8/layout/hierarchy3"/>
    <dgm:cxn modelId="{690A7945-ACBB-413E-822C-35A8D1D91296}" type="presParOf" srcId="{2198923C-7B81-422E-8632-F38907C32412}" destId="{0A54BE19-A1E5-44B7-B54F-870FD3F27A7B}" srcOrd="5" destOrd="0" presId="urn:microsoft.com/office/officeart/2005/8/layout/hierarchy3"/>
    <dgm:cxn modelId="{B1B26829-D4E1-4726-975C-565964C6C421}" type="presParOf" srcId="{2198923C-7B81-422E-8632-F38907C32412}" destId="{CA804251-9496-4A7E-858F-2EC6E4A17F08}" srcOrd="6" destOrd="0" presId="urn:microsoft.com/office/officeart/2005/8/layout/hierarchy3"/>
    <dgm:cxn modelId="{39884DC3-562C-4EB5-999F-1472B5B25726}" type="presParOf" srcId="{2198923C-7B81-422E-8632-F38907C32412}" destId="{C4EFC405-03DF-4DBD-BF65-33A0DBCB41C9}" srcOrd="7" destOrd="0" presId="urn:microsoft.com/office/officeart/2005/8/layout/hierarchy3"/>
    <dgm:cxn modelId="{4E8A8EEC-9C87-40A1-BE43-D8539D5EAA13}" type="presParOf" srcId="{2198923C-7B81-422E-8632-F38907C32412}" destId="{7184CEEA-01E5-40E8-A07C-81DB7044B03E}" srcOrd="8" destOrd="0" presId="urn:microsoft.com/office/officeart/2005/8/layout/hierarchy3"/>
    <dgm:cxn modelId="{D4BE92C4-7546-4A09-BAD1-2B34C41B6AAF}" type="presParOf" srcId="{2198923C-7B81-422E-8632-F38907C32412}" destId="{12C89E04-0561-4645-AEC4-8611E92B4213}" srcOrd="9" destOrd="0" presId="urn:microsoft.com/office/officeart/2005/8/layout/hierarchy3"/>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57.xml><?xml version="1.0" encoding="utf-8"?>
<dgm:dataModel xmlns:dgm="http://schemas.openxmlformats.org/drawingml/2006/diagram" xmlns:a="http://schemas.openxmlformats.org/drawingml/2006/main">
  <dgm:ptLst>
    <dgm:pt modelId="{CD0730A4-CCE3-49F6-91AA-4E2E0ADA009F}" type="doc">
      <dgm:prSet loTypeId="urn:microsoft.com/office/officeart/2005/8/layout/process4" loCatId="process" qsTypeId="urn:microsoft.com/office/officeart/2005/8/quickstyle/simple3" qsCatId="simple" csTypeId="urn:microsoft.com/office/officeart/2005/8/colors/colorful1" csCatId="colorful" phldr="1"/>
      <dgm:spPr/>
    </dgm:pt>
    <dgm:pt modelId="{9EE66AD5-69D5-4500-ADE3-18C076DC3639}">
      <dgm:prSet phldrT="[Text]" custT="1"/>
      <dgm:spPr/>
      <dgm:t>
        <a:bodyPr/>
        <a:lstStyle/>
        <a:p>
          <a:pPr algn="l"/>
          <a:r>
            <a:rPr lang="en-US" sz="1800" dirty="0"/>
            <a:t>1. Read and understand the problem</a:t>
          </a:r>
          <a:endParaRPr lang="en-IN" sz="1800" dirty="0"/>
        </a:p>
      </dgm:t>
    </dgm:pt>
    <dgm:pt modelId="{E956C178-37DF-43F9-9976-670FE9D85707}" type="parTrans" cxnId="{3EEA84A4-19C4-463A-9A2C-B8750EF8B186}">
      <dgm:prSet/>
      <dgm:spPr/>
      <dgm:t>
        <a:bodyPr/>
        <a:lstStyle/>
        <a:p>
          <a:pPr algn="l"/>
          <a:endParaRPr lang="en-IN" sz="1800"/>
        </a:p>
      </dgm:t>
    </dgm:pt>
    <dgm:pt modelId="{14677B8F-049F-4308-A28B-31BC68C630C7}" type="sibTrans" cxnId="{3EEA84A4-19C4-463A-9A2C-B8750EF8B186}">
      <dgm:prSet custT="1"/>
      <dgm:spPr/>
      <dgm:t>
        <a:bodyPr/>
        <a:lstStyle/>
        <a:p>
          <a:pPr algn="l"/>
          <a:endParaRPr lang="en-IN" sz="1800"/>
        </a:p>
      </dgm:t>
    </dgm:pt>
    <dgm:pt modelId="{D60DB141-4927-47F5-943B-7D09AF42C8CA}">
      <dgm:prSet custT="1"/>
      <dgm:spPr/>
      <dgm:t>
        <a:bodyPr/>
        <a:lstStyle/>
        <a:p>
          <a:pPr algn="l"/>
          <a:r>
            <a:rPr lang="en-IN" sz="1800" dirty="0"/>
            <a:t>2. Set the input &amp; imagine the output.</a:t>
          </a:r>
        </a:p>
      </dgm:t>
    </dgm:pt>
    <dgm:pt modelId="{BF2A8FBE-C88D-4E61-83CA-F6A0DB1426FD}" type="parTrans" cxnId="{99EC3091-824E-45A4-96C0-7FFC7B3F974E}">
      <dgm:prSet/>
      <dgm:spPr/>
      <dgm:t>
        <a:bodyPr/>
        <a:lstStyle/>
        <a:p>
          <a:pPr algn="l"/>
          <a:endParaRPr lang="en-IN" sz="1800"/>
        </a:p>
      </dgm:t>
    </dgm:pt>
    <dgm:pt modelId="{2EB9CC60-F2CC-4322-837A-36C08CC19E47}" type="sibTrans" cxnId="{99EC3091-824E-45A4-96C0-7FFC7B3F974E}">
      <dgm:prSet custT="1"/>
      <dgm:spPr/>
      <dgm:t>
        <a:bodyPr/>
        <a:lstStyle/>
        <a:p>
          <a:pPr algn="l"/>
          <a:endParaRPr lang="en-IN" sz="1800"/>
        </a:p>
      </dgm:t>
    </dgm:pt>
    <dgm:pt modelId="{0276A761-61D0-4A4B-A9B8-069D1E0943BD}">
      <dgm:prSet custT="1"/>
      <dgm:spPr/>
      <dgm:t>
        <a:bodyPr/>
        <a:lstStyle/>
        <a:p>
          <a:pPr algn="l"/>
          <a:r>
            <a:rPr lang="en-IN" sz="1800" dirty="0"/>
            <a:t>3. Define variable to receive the output from a function.</a:t>
          </a:r>
        </a:p>
      </dgm:t>
    </dgm:pt>
    <dgm:pt modelId="{394F2B1E-15EC-493B-B8D9-C3D980C4F6B7}" type="parTrans" cxnId="{BBDC24F8-8802-45EF-A5A8-538CB952382D}">
      <dgm:prSet/>
      <dgm:spPr/>
      <dgm:t>
        <a:bodyPr/>
        <a:lstStyle/>
        <a:p>
          <a:endParaRPr lang="en-IN" sz="1800"/>
        </a:p>
      </dgm:t>
    </dgm:pt>
    <dgm:pt modelId="{A36C5FF9-1283-4016-8EC7-B6B70583CC5D}" type="sibTrans" cxnId="{BBDC24F8-8802-45EF-A5A8-538CB952382D}">
      <dgm:prSet/>
      <dgm:spPr/>
      <dgm:t>
        <a:bodyPr/>
        <a:lstStyle/>
        <a:p>
          <a:endParaRPr lang="en-IN" sz="1800"/>
        </a:p>
      </dgm:t>
    </dgm:pt>
    <dgm:pt modelId="{131F984C-763C-4513-887F-051AE107DBCF}">
      <dgm:prSet custT="1"/>
      <dgm:spPr/>
      <dgm:t>
        <a:bodyPr/>
        <a:lstStyle/>
        <a:p>
          <a:pPr algn="l"/>
          <a:r>
            <a:rPr lang="en-US" sz="1800" dirty="0"/>
            <a:t>4. Print the output.</a:t>
          </a:r>
          <a:endParaRPr lang="en-IN" sz="1800" dirty="0"/>
        </a:p>
      </dgm:t>
    </dgm:pt>
    <dgm:pt modelId="{F0DC1015-C703-4732-8A2F-85C176A4ED41}" type="parTrans" cxnId="{D0FAFAA9-4B72-4F80-9C6A-05B302E534B1}">
      <dgm:prSet/>
      <dgm:spPr/>
      <dgm:t>
        <a:bodyPr/>
        <a:lstStyle/>
        <a:p>
          <a:endParaRPr lang="en-IN" sz="1800"/>
        </a:p>
      </dgm:t>
    </dgm:pt>
    <dgm:pt modelId="{13B74D3B-2444-4406-99FF-2040B6B604D2}" type="sibTrans" cxnId="{D0FAFAA9-4B72-4F80-9C6A-05B302E534B1}">
      <dgm:prSet/>
      <dgm:spPr/>
      <dgm:t>
        <a:bodyPr/>
        <a:lstStyle/>
        <a:p>
          <a:endParaRPr lang="en-IN" sz="1800"/>
        </a:p>
      </dgm:t>
    </dgm:pt>
    <dgm:pt modelId="{5DFD6EED-13A1-49D7-BDC5-EF87F701ADAD}">
      <dgm:prSet custT="1"/>
      <dgm:spPr/>
      <dgm:t>
        <a:bodyPr/>
        <a:lstStyle/>
        <a:p>
          <a:pPr algn="l"/>
          <a:r>
            <a:rPr lang="en-US" sz="1800" dirty="0"/>
            <a:t>5. Write function logic and return       (First comments and then code).</a:t>
          </a:r>
          <a:endParaRPr lang="en-IN" sz="1800" dirty="0"/>
        </a:p>
      </dgm:t>
    </dgm:pt>
    <dgm:pt modelId="{EE0A2FD3-5070-4D17-B5CB-2DA8E8325D16}" type="parTrans" cxnId="{24C1A5BD-8FFD-42EA-936E-85639B86A931}">
      <dgm:prSet/>
      <dgm:spPr/>
      <dgm:t>
        <a:bodyPr/>
        <a:lstStyle/>
        <a:p>
          <a:endParaRPr lang="en-IN" sz="1800"/>
        </a:p>
      </dgm:t>
    </dgm:pt>
    <dgm:pt modelId="{FD710EE4-06DE-42CA-8B9E-F02B5D0D13CF}" type="sibTrans" cxnId="{24C1A5BD-8FFD-42EA-936E-85639B86A931}">
      <dgm:prSet/>
      <dgm:spPr/>
      <dgm:t>
        <a:bodyPr/>
        <a:lstStyle/>
        <a:p>
          <a:endParaRPr lang="en-IN" sz="1800"/>
        </a:p>
      </dgm:t>
    </dgm:pt>
    <dgm:pt modelId="{AF0C0218-CC33-423A-8623-F2FD2F2AC873}">
      <dgm:prSet phldrT="[Text]" custT="1"/>
      <dgm:spPr/>
      <dgm:t>
        <a:bodyPr/>
        <a:lstStyle/>
        <a:p>
          <a:pPr algn="l"/>
          <a:r>
            <a:rPr lang="en-IN" sz="1800" dirty="0"/>
            <a:t>6. Test the code for success result.</a:t>
          </a:r>
        </a:p>
      </dgm:t>
    </dgm:pt>
    <dgm:pt modelId="{4EE6F2CA-0726-46D1-AB5A-5805840ACC67}" type="parTrans" cxnId="{E7BFF081-BA8C-4193-9A03-494CD7C630E5}">
      <dgm:prSet/>
      <dgm:spPr/>
      <dgm:t>
        <a:bodyPr/>
        <a:lstStyle/>
        <a:p>
          <a:endParaRPr lang="en-IN" sz="1800"/>
        </a:p>
      </dgm:t>
    </dgm:pt>
    <dgm:pt modelId="{C607F2B2-95CA-45E8-A10F-44D53028AB81}" type="sibTrans" cxnId="{E7BFF081-BA8C-4193-9A03-494CD7C630E5}">
      <dgm:prSet/>
      <dgm:spPr/>
      <dgm:t>
        <a:bodyPr/>
        <a:lstStyle/>
        <a:p>
          <a:endParaRPr lang="en-IN" sz="1800"/>
        </a:p>
      </dgm:t>
    </dgm:pt>
    <dgm:pt modelId="{5239FDB6-9DF9-4DBD-A6B9-C45A53C8FE45}">
      <dgm:prSet phldrT="[Text]" custT="1"/>
      <dgm:spPr/>
      <dgm:t>
        <a:bodyPr/>
        <a:lstStyle/>
        <a:p>
          <a:pPr algn="l"/>
          <a:r>
            <a:rPr lang="en-US" sz="1800" dirty="0"/>
            <a:t>7. Check edge cases and constraints.</a:t>
          </a:r>
          <a:endParaRPr lang="en-IN" sz="1800" dirty="0"/>
        </a:p>
      </dgm:t>
    </dgm:pt>
    <dgm:pt modelId="{955E7D8A-E659-4539-92A9-ED0F9782BA4A}" type="parTrans" cxnId="{E0B5754A-49A1-4771-8B71-8AB492D2DB1A}">
      <dgm:prSet/>
      <dgm:spPr/>
      <dgm:t>
        <a:bodyPr/>
        <a:lstStyle/>
        <a:p>
          <a:endParaRPr lang="en-IN" sz="1800"/>
        </a:p>
      </dgm:t>
    </dgm:pt>
    <dgm:pt modelId="{026F7F3D-B87D-4290-B5C6-7F1C7B68D35C}" type="sibTrans" cxnId="{E0B5754A-49A1-4771-8B71-8AB492D2DB1A}">
      <dgm:prSet/>
      <dgm:spPr/>
      <dgm:t>
        <a:bodyPr/>
        <a:lstStyle/>
        <a:p>
          <a:endParaRPr lang="en-IN" sz="1800"/>
        </a:p>
      </dgm:t>
    </dgm:pt>
    <dgm:pt modelId="{9E860E98-C895-4416-BCD4-DA329AAACEF9}" type="pres">
      <dgm:prSet presAssocID="{CD0730A4-CCE3-49F6-91AA-4E2E0ADA009F}" presName="Name0" presStyleCnt="0">
        <dgm:presLayoutVars>
          <dgm:dir/>
          <dgm:animLvl val="lvl"/>
          <dgm:resizeHandles val="exact"/>
        </dgm:presLayoutVars>
      </dgm:prSet>
      <dgm:spPr/>
    </dgm:pt>
    <dgm:pt modelId="{1CCAA985-41F4-464E-8A19-912AF8AB15E1}" type="pres">
      <dgm:prSet presAssocID="{5239FDB6-9DF9-4DBD-A6B9-C45A53C8FE45}" presName="boxAndChildren" presStyleCnt="0"/>
      <dgm:spPr/>
    </dgm:pt>
    <dgm:pt modelId="{04386C60-597F-4ECA-81AD-0ACD761F34C8}" type="pres">
      <dgm:prSet presAssocID="{5239FDB6-9DF9-4DBD-A6B9-C45A53C8FE45}" presName="parentTextBox" presStyleLbl="node1" presStyleIdx="0" presStyleCnt="7"/>
      <dgm:spPr/>
    </dgm:pt>
    <dgm:pt modelId="{956C4FBF-1522-4B9C-AC6B-252F5855EADC}" type="pres">
      <dgm:prSet presAssocID="{C607F2B2-95CA-45E8-A10F-44D53028AB81}" presName="sp" presStyleCnt="0"/>
      <dgm:spPr/>
    </dgm:pt>
    <dgm:pt modelId="{70501C9C-E847-48CF-902F-C7D8EA008120}" type="pres">
      <dgm:prSet presAssocID="{AF0C0218-CC33-423A-8623-F2FD2F2AC873}" presName="arrowAndChildren" presStyleCnt="0"/>
      <dgm:spPr/>
    </dgm:pt>
    <dgm:pt modelId="{E7B9AB25-3866-4D0B-BEFF-B07565C16236}" type="pres">
      <dgm:prSet presAssocID="{AF0C0218-CC33-423A-8623-F2FD2F2AC873}" presName="parentTextArrow" presStyleLbl="node1" presStyleIdx="1" presStyleCnt="7"/>
      <dgm:spPr/>
    </dgm:pt>
    <dgm:pt modelId="{3B76BD10-E713-43F3-9874-628979C08DAB}" type="pres">
      <dgm:prSet presAssocID="{FD710EE4-06DE-42CA-8B9E-F02B5D0D13CF}" presName="sp" presStyleCnt="0"/>
      <dgm:spPr/>
    </dgm:pt>
    <dgm:pt modelId="{5776D508-5CF9-43BB-BA60-9D995425E52E}" type="pres">
      <dgm:prSet presAssocID="{5DFD6EED-13A1-49D7-BDC5-EF87F701ADAD}" presName="arrowAndChildren" presStyleCnt="0"/>
      <dgm:spPr/>
    </dgm:pt>
    <dgm:pt modelId="{0FD75064-7975-4743-AC3B-387A2F5AE4D1}" type="pres">
      <dgm:prSet presAssocID="{5DFD6EED-13A1-49D7-BDC5-EF87F701ADAD}" presName="parentTextArrow" presStyleLbl="node1" presStyleIdx="2" presStyleCnt="7" custScaleY="143718"/>
      <dgm:spPr/>
    </dgm:pt>
    <dgm:pt modelId="{F900D1E0-B163-41FF-8840-6E4FD241409E}" type="pres">
      <dgm:prSet presAssocID="{13B74D3B-2444-4406-99FF-2040B6B604D2}" presName="sp" presStyleCnt="0"/>
      <dgm:spPr/>
    </dgm:pt>
    <dgm:pt modelId="{A0BEDA86-1DAB-47C5-A392-E49808312020}" type="pres">
      <dgm:prSet presAssocID="{131F984C-763C-4513-887F-051AE107DBCF}" presName="arrowAndChildren" presStyleCnt="0"/>
      <dgm:spPr/>
    </dgm:pt>
    <dgm:pt modelId="{36990201-60B3-44B7-B073-376E7E6A8B9B}" type="pres">
      <dgm:prSet presAssocID="{131F984C-763C-4513-887F-051AE107DBCF}" presName="parentTextArrow" presStyleLbl="node1" presStyleIdx="3" presStyleCnt="7"/>
      <dgm:spPr/>
    </dgm:pt>
    <dgm:pt modelId="{953B8398-E07B-4594-A871-DC5A538D3434}" type="pres">
      <dgm:prSet presAssocID="{A36C5FF9-1283-4016-8EC7-B6B70583CC5D}" presName="sp" presStyleCnt="0"/>
      <dgm:spPr/>
    </dgm:pt>
    <dgm:pt modelId="{A5E52A4E-1EFD-4C6F-98EC-A81C55D2F900}" type="pres">
      <dgm:prSet presAssocID="{0276A761-61D0-4A4B-A9B8-069D1E0943BD}" presName="arrowAndChildren" presStyleCnt="0"/>
      <dgm:spPr/>
    </dgm:pt>
    <dgm:pt modelId="{D1F64EBD-2C25-44AC-9A54-68DD339798C9}" type="pres">
      <dgm:prSet presAssocID="{0276A761-61D0-4A4B-A9B8-069D1E0943BD}" presName="parentTextArrow" presStyleLbl="node1" presStyleIdx="4" presStyleCnt="7" custScaleY="140556"/>
      <dgm:spPr/>
    </dgm:pt>
    <dgm:pt modelId="{B336C9C4-327D-4E4F-8033-34E3432BF30E}" type="pres">
      <dgm:prSet presAssocID="{2EB9CC60-F2CC-4322-837A-36C08CC19E47}" presName="sp" presStyleCnt="0"/>
      <dgm:spPr/>
    </dgm:pt>
    <dgm:pt modelId="{8FB548C1-3BF7-4C85-AF2D-2DED85D0E665}" type="pres">
      <dgm:prSet presAssocID="{D60DB141-4927-47F5-943B-7D09AF42C8CA}" presName="arrowAndChildren" presStyleCnt="0"/>
      <dgm:spPr/>
    </dgm:pt>
    <dgm:pt modelId="{D1F26277-7E37-4E60-A65B-21B61EA5C155}" type="pres">
      <dgm:prSet presAssocID="{D60DB141-4927-47F5-943B-7D09AF42C8CA}" presName="parentTextArrow" presStyleLbl="node1" presStyleIdx="5" presStyleCnt="7"/>
      <dgm:spPr/>
    </dgm:pt>
    <dgm:pt modelId="{09D01607-C557-45D1-95F1-0AE4774EA007}" type="pres">
      <dgm:prSet presAssocID="{14677B8F-049F-4308-A28B-31BC68C630C7}" presName="sp" presStyleCnt="0"/>
      <dgm:spPr/>
    </dgm:pt>
    <dgm:pt modelId="{4190B213-4892-448D-946A-B05290C76214}" type="pres">
      <dgm:prSet presAssocID="{9EE66AD5-69D5-4500-ADE3-18C076DC3639}" presName="arrowAndChildren" presStyleCnt="0"/>
      <dgm:spPr/>
    </dgm:pt>
    <dgm:pt modelId="{6640EE6F-BB9B-4F9A-B03C-6823411D7233}" type="pres">
      <dgm:prSet presAssocID="{9EE66AD5-69D5-4500-ADE3-18C076DC3639}" presName="parentTextArrow" presStyleLbl="node1" presStyleIdx="6" presStyleCnt="7"/>
      <dgm:spPr/>
    </dgm:pt>
  </dgm:ptLst>
  <dgm:cxnLst>
    <dgm:cxn modelId="{8EB63367-48A4-48C3-9026-3CD6C27CEB95}" type="presOf" srcId="{131F984C-763C-4513-887F-051AE107DBCF}" destId="{36990201-60B3-44B7-B073-376E7E6A8B9B}" srcOrd="0" destOrd="0" presId="urn:microsoft.com/office/officeart/2005/8/layout/process4"/>
    <dgm:cxn modelId="{E0B5754A-49A1-4771-8B71-8AB492D2DB1A}" srcId="{CD0730A4-CCE3-49F6-91AA-4E2E0ADA009F}" destId="{5239FDB6-9DF9-4DBD-A6B9-C45A53C8FE45}" srcOrd="6" destOrd="0" parTransId="{955E7D8A-E659-4539-92A9-ED0F9782BA4A}" sibTransId="{026F7F3D-B87D-4290-B5C6-7F1C7B68D35C}"/>
    <dgm:cxn modelId="{7C5F966F-5109-4A43-A467-F186BBD59B5D}" type="presOf" srcId="{AF0C0218-CC33-423A-8623-F2FD2F2AC873}" destId="{E7B9AB25-3866-4D0B-BEFF-B07565C16236}" srcOrd="0" destOrd="0" presId="urn:microsoft.com/office/officeart/2005/8/layout/process4"/>
    <dgm:cxn modelId="{E7BFF081-BA8C-4193-9A03-494CD7C630E5}" srcId="{CD0730A4-CCE3-49F6-91AA-4E2E0ADA009F}" destId="{AF0C0218-CC33-423A-8623-F2FD2F2AC873}" srcOrd="5" destOrd="0" parTransId="{4EE6F2CA-0726-46D1-AB5A-5805840ACC67}" sibTransId="{C607F2B2-95CA-45E8-A10F-44D53028AB81}"/>
    <dgm:cxn modelId="{99EC3091-824E-45A4-96C0-7FFC7B3F974E}" srcId="{CD0730A4-CCE3-49F6-91AA-4E2E0ADA009F}" destId="{D60DB141-4927-47F5-943B-7D09AF42C8CA}" srcOrd="1" destOrd="0" parTransId="{BF2A8FBE-C88D-4E61-83CA-F6A0DB1426FD}" sibTransId="{2EB9CC60-F2CC-4322-837A-36C08CC19E47}"/>
    <dgm:cxn modelId="{3EEA84A4-19C4-463A-9A2C-B8750EF8B186}" srcId="{CD0730A4-CCE3-49F6-91AA-4E2E0ADA009F}" destId="{9EE66AD5-69D5-4500-ADE3-18C076DC3639}" srcOrd="0" destOrd="0" parTransId="{E956C178-37DF-43F9-9976-670FE9D85707}" sibTransId="{14677B8F-049F-4308-A28B-31BC68C630C7}"/>
    <dgm:cxn modelId="{AF2DA8A6-E1A2-4674-8DAE-663C11AE84B9}" type="presOf" srcId="{D60DB141-4927-47F5-943B-7D09AF42C8CA}" destId="{D1F26277-7E37-4E60-A65B-21B61EA5C155}" srcOrd="0" destOrd="0" presId="urn:microsoft.com/office/officeart/2005/8/layout/process4"/>
    <dgm:cxn modelId="{D0FAFAA9-4B72-4F80-9C6A-05B302E534B1}" srcId="{CD0730A4-CCE3-49F6-91AA-4E2E0ADA009F}" destId="{131F984C-763C-4513-887F-051AE107DBCF}" srcOrd="3" destOrd="0" parTransId="{F0DC1015-C703-4732-8A2F-85C176A4ED41}" sibTransId="{13B74D3B-2444-4406-99FF-2040B6B604D2}"/>
    <dgm:cxn modelId="{DA314DB4-F404-4DBB-92F8-161883137E04}" type="presOf" srcId="{5DFD6EED-13A1-49D7-BDC5-EF87F701ADAD}" destId="{0FD75064-7975-4743-AC3B-387A2F5AE4D1}" srcOrd="0" destOrd="0" presId="urn:microsoft.com/office/officeart/2005/8/layout/process4"/>
    <dgm:cxn modelId="{F3CEEAB4-0F67-452A-9617-6B7129382FEB}" type="presOf" srcId="{9EE66AD5-69D5-4500-ADE3-18C076DC3639}" destId="{6640EE6F-BB9B-4F9A-B03C-6823411D7233}" srcOrd="0" destOrd="0" presId="urn:microsoft.com/office/officeart/2005/8/layout/process4"/>
    <dgm:cxn modelId="{24C1A5BD-8FFD-42EA-936E-85639B86A931}" srcId="{CD0730A4-CCE3-49F6-91AA-4E2E0ADA009F}" destId="{5DFD6EED-13A1-49D7-BDC5-EF87F701ADAD}" srcOrd="4" destOrd="0" parTransId="{EE0A2FD3-5070-4D17-B5CB-2DA8E8325D16}" sibTransId="{FD710EE4-06DE-42CA-8B9E-F02B5D0D13CF}"/>
    <dgm:cxn modelId="{54621CDA-CE5B-4153-B7AA-5FBF51A804FF}" type="presOf" srcId="{0276A761-61D0-4A4B-A9B8-069D1E0943BD}" destId="{D1F64EBD-2C25-44AC-9A54-68DD339798C9}" srcOrd="0" destOrd="0" presId="urn:microsoft.com/office/officeart/2005/8/layout/process4"/>
    <dgm:cxn modelId="{FB68A3EF-832A-49EA-8B6E-6CD6C3C324A0}" type="presOf" srcId="{5239FDB6-9DF9-4DBD-A6B9-C45A53C8FE45}" destId="{04386C60-597F-4ECA-81AD-0ACD761F34C8}" srcOrd="0" destOrd="0" presId="urn:microsoft.com/office/officeart/2005/8/layout/process4"/>
    <dgm:cxn modelId="{E50343F3-E350-4A19-AF34-7D3C0D37685F}" type="presOf" srcId="{CD0730A4-CCE3-49F6-91AA-4E2E0ADA009F}" destId="{9E860E98-C895-4416-BCD4-DA329AAACEF9}" srcOrd="0" destOrd="0" presId="urn:microsoft.com/office/officeart/2005/8/layout/process4"/>
    <dgm:cxn modelId="{BBDC24F8-8802-45EF-A5A8-538CB952382D}" srcId="{CD0730A4-CCE3-49F6-91AA-4E2E0ADA009F}" destId="{0276A761-61D0-4A4B-A9B8-069D1E0943BD}" srcOrd="2" destOrd="0" parTransId="{394F2B1E-15EC-493B-B8D9-C3D980C4F6B7}" sibTransId="{A36C5FF9-1283-4016-8EC7-B6B70583CC5D}"/>
    <dgm:cxn modelId="{E6A343C5-7374-446E-B35D-6B51DCC5C28E}" type="presParOf" srcId="{9E860E98-C895-4416-BCD4-DA329AAACEF9}" destId="{1CCAA985-41F4-464E-8A19-912AF8AB15E1}" srcOrd="0" destOrd="0" presId="urn:microsoft.com/office/officeart/2005/8/layout/process4"/>
    <dgm:cxn modelId="{798323D3-D686-4089-A656-4EE50D469EFD}" type="presParOf" srcId="{1CCAA985-41F4-464E-8A19-912AF8AB15E1}" destId="{04386C60-597F-4ECA-81AD-0ACD761F34C8}" srcOrd="0" destOrd="0" presId="urn:microsoft.com/office/officeart/2005/8/layout/process4"/>
    <dgm:cxn modelId="{E4A02DB6-91B2-4245-B5E5-B499F1A0A88A}" type="presParOf" srcId="{9E860E98-C895-4416-BCD4-DA329AAACEF9}" destId="{956C4FBF-1522-4B9C-AC6B-252F5855EADC}" srcOrd="1" destOrd="0" presId="urn:microsoft.com/office/officeart/2005/8/layout/process4"/>
    <dgm:cxn modelId="{0ACE37E2-0204-4C75-B8B3-C6290D40D8D4}" type="presParOf" srcId="{9E860E98-C895-4416-BCD4-DA329AAACEF9}" destId="{70501C9C-E847-48CF-902F-C7D8EA008120}" srcOrd="2" destOrd="0" presId="urn:microsoft.com/office/officeart/2005/8/layout/process4"/>
    <dgm:cxn modelId="{A6ACC178-BEE6-4E02-9C85-27EB995AF8FE}" type="presParOf" srcId="{70501C9C-E847-48CF-902F-C7D8EA008120}" destId="{E7B9AB25-3866-4D0B-BEFF-B07565C16236}" srcOrd="0" destOrd="0" presId="urn:microsoft.com/office/officeart/2005/8/layout/process4"/>
    <dgm:cxn modelId="{51960E62-E3CE-469D-930A-B49A7DEDF2BA}" type="presParOf" srcId="{9E860E98-C895-4416-BCD4-DA329AAACEF9}" destId="{3B76BD10-E713-43F3-9874-628979C08DAB}" srcOrd="3" destOrd="0" presId="urn:microsoft.com/office/officeart/2005/8/layout/process4"/>
    <dgm:cxn modelId="{702FA240-7429-4C2A-892E-7EC111784C9E}" type="presParOf" srcId="{9E860E98-C895-4416-BCD4-DA329AAACEF9}" destId="{5776D508-5CF9-43BB-BA60-9D995425E52E}" srcOrd="4" destOrd="0" presId="urn:microsoft.com/office/officeart/2005/8/layout/process4"/>
    <dgm:cxn modelId="{2DBBAFFA-AB50-46FA-B16C-F86CEFDE40C7}" type="presParOf" srcId="{5776D508-5CF9-43BB-BA60-9D995425E52E}" destId="{0FD75064-7975-4743-AC3B-387A2F5AE4D1}" srcOrd="0" destOrd="0" presId="urn:microsoft.com/office/officeart/2005/8/layout/process4"/>
    <dgm:cxn modelId="{5C04A347-6F3B-434A-9001-C5E587C232AE}" type="presParOf" srcId="{9E860E98-C895-4416-BCD4-DA329AAACEF9}" destId="{F900D1E0-B163-41FF-8840-6E4FD241409E}" srcOrd="5" destOrd="0" presId="urn:microsoft.com/office/officeart/2005/8/layout/process4"/>
    <dgm:cxn modelId="{7519AE0F-5F6B-410C-B1D2-99DEB1FB930F}" type="presParOf" srcId="{9E860E98-C895-4416-BCD4-DA329AAACEF9}" destId="{A0BEDA86-1DAB-47C5-A392-E49808312020}" srcOrd="6" destOrd="0" presId="urn:microsoft.com/office/officeart/2005/8/layout/process4"/>
    <dgm:cxn modelId="{0E428BC8-C5E0-4FDC-9EB2-757D11EECA14}" type="presParOf" srcId="{A0BEDA86-1DAB-47C5-A392-E49808312020}" destId="{36990201-60B3-44B7-B073-376E7E6A8B9B}" srcOrd="0" destOrd="0" presId="urn:microsoft.com/office/officeart/2005/8/layout/process4"/>
    <dgm:cxn modelId="{B52FF643-BB61-48BA-B883-8DB49FF0DFD1}" type="presParOf" srcId="{9E860E98-C895-4416-BCD4-DA329AAACEF9}" destId="{953B8398-E07B-4594-A871-DC5A538D3434}" srcOrd="7" destOrd="0" presId="urn:microsoft.com/office/officeart/2005/8/layout/process4"/>
    <dgm:cxn modelId="{66773FA8-C03F-40BC-B507-C6B91804DB17}" type="presParOf" srcId="{9E860E98-C895-4416-BCD4-DA329AAACEF9}" destId="{A5E52A4E-1EFD-4C6F-98EC-A81C55D2F900}" srcOrd="8" destOrd="0" presId="urn:microsoft.com/office/officeart/2005/8/layout/process4"/>
    <dgm:cxn modelId="{6A4A9185-E92B-4A83-ABA0-B20D4C5BC2DB}" type="presParOf" srcId="{A5E52A4E-1EFD-4C6F-98EC-A81C55D2F900}" destId="{D1F64EBD-2C25-44AC-9A54-68DD339798C9}" srcOrd="0" destOrd="0" presId="urn:microsoft.com/office/officeart/2005/8/layout/process4"/>
    <dgm:cxn modelId="{2929357B-3CF2-4505-A6CF-CA4BFC33E7F4}" type="presParOf" srcId="{9E860E98-C895-4416-BCD4-DA329AAACEF9}" destId="{B336C9C4-327D-4E4F-8033-34E3432BF30E}" srcOrd="9" destOrd="0" presId="urn:microsoft.com/office/officeart/2005/8/layout/process4"/>
    <dgm:cxn modelId="{0C1183EF-0277-4A8D-9A2B-4EBAD8FAA205}" type="presParOf" srcId="{9E860E98-C895-4416-BCD4-DA329AAACEF9}" destId="{8FB548C1-3BF7-4C85-AF2D-2DED85D0E665}" srcOrd="10" destOrd="0" presId="urn:microsoft.com/office/officeart/2005/8/layout/process4"/>
    <dgm:cxn modelId="{0E8F2A5D-EC83-4423-BE70-63B5A11F6BE5}" type="presParOf" srcId="{8FB548C1-3BF7-4C85-AF2D-2DED85D0E665}" destId="{D1F26277-7E37-4E60-A65B-21B61EA5C155}" srcOrd="0" destOrd="0" presId="urn:microsoft.com/office/officeart/2005/8/layout/process4"/>
    <dgm:cxn modelId="{489A00F8-FC4B-4D95-ACD9-3F8223059FCE}" type="presParOf" srcId="{9E860E98-C895-4416-BCD4-DA329AAACEF9}" destId="{09D01607-C557-45D1-95F1-0AE4774EA007}" srcOrd="11" destOrd="0" presId="urn:microsoft.com/office/officeart/2005/8/layout/process4"/>
    <dgm:cxn modelId="{B9B41BAA-D530-4866-8384-B88B64783C23}" type="presParOf" srcId="{9E860E98-C895-4416-BCD4-DA329AAACEF9}" destId="{4190B213-4892-448D-946A-B05290C76214}" srcOrd="12" destOrd="0" presId="urn:microsoft.com/office/officeart/2005/8/layout/process4"/>
    <dgm:cxn modelId="{91A8CFB2-6B6D-475D-8566-01BC5C636681}" type="presParOf" srcId="{4190B213-4892-448D-946A-B05290C76214}" destId="{6640EE6F-BB9B-4F9A-B03C-6823411D7233}" srcOrd="0" destOrd="0" presId="urn:microsoft.com/office/officeart/2005/8/layout/process4"/>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58.xml><?xml version="1.0" encoding="utf-8"?>
<dgm:dataModel xmlns:dgm="http://schemas.openxmlformats.org/drawingml/2006/diagram" xmlns:a="http://schemas.openxmlformats.org/drawingml/2006/main">
  <dgm:ptLst>
    <dgm:pt modelId="{842EA54F-199E-463A-A8BF-14408FACBC40}" type="doc">
      <dgm:prSet loTypeId="urn:microsoft.com/office/officeart/2005/8/layout/chevron2" loCatId="process" qsTypeId="urn:microsoft.com/office/officeart/2005/8/quickstyle/simple3" qsCatId="simple" csTypeId="urn:microsoft.com/office/officeart/2005/8/colors/colorful1" csCatId="colorful" phldr="1"/>
      <dgm:spPr/>
      <dgm:t>
        <a:bodyPr/>
        <a:lstStyle/>
        <a:p>
          <a:endParaRPr lang="en-IN"/>
        </a:p>
      </dgm:t>
    </dgm:pt>
    <dgm:pt modelId="{E100F19A-C21C-4108-BB69-99C5A3F33B9D}">
      <dgm:prSet custT="1"/>
      <dgm:spPr/>
      <dgm:t>
        <a:bodyPr/>
        <a:lstStyle/>
        <a:p>
          <a:r>
            <a:rPr lang="en-US" sz="1800" dirty="0"/>
            <a:t>1.</a:t>
          </a:r>
          <a:endParaRPr lang="en-IN" sz="1800" dirty="0"/>
        </a:p>
      </dgm:t>
    </dgm:pt>
    <dgm:pt modelId="{98B6D793-5AC4-45D5-ACC4-22A04A924202}" type="parTrans" cxnId="{BA8B976F-C96D-47A1-AC6A-50EE74C97313}">
      <dgm:prSet/>
      <dgm:spPr/>
      <dgm:t>
        <a:bodyPr/>
        <a:lstStyle/>
        <a:p>
          <a:endParaRPr lang="en-IN" sz="1800"/>
        </a:p>
      </dgm:t>
    </dgm:pt>
    <dgm:pt modelId="{2B0E0D3A-10DD-4B8F-A1F7-546022D483D5}" type="sibTrans" cxnId="{BA8B976F-C96D-47A1-AC6A-50EE74C97313}">
      <dgm:prSet custT="1"/>
      <dgm:spPr/>
      <dgm:t>
        <a:bodyPr/>
        <a:lstStyle/>
        <a:p>
          <a:endParaRPr lang="en-IN" sz="1800"/>
        </a:p>
      </dgm:t>
    </dgm:pt>
    <dgm:pt modelId="{BB13543E-2310-48FE-BC06-5DF3D48C0AC5}">
      <dgm:prSet custT="1"/>
      <dgm:spPr/>
      <dgm:t>
        <a:bodyPr/>
        <a:lstStyle/>
        <a:p>
          <a:r>
            <a:rPr lang="en-US" sz="1800" dirty="0"/>
            <a:t>2.</a:t>
          </a:r>
          <a:endParaRPr lang="en-IN" sz="1800" dirty="0"/>
        </a:p>
      </dgm:t>
    </dgm:pt>
    <dgm:pt modelId="{23E778E9-1020-4E21-A8F5-FEA7DBD01F36}" type="parTrans" cxnId="{BE55AD6B-E59E-4ED7-9418-F212D417346A}">
      <dgm:prSet/>
      <dgm:spPr/>
      <dgm:t>
        <a:bodyPr/>
        <a:lstStyle/>
        <a:p>
          <a:endParaRPr lang="en-IN" sz="1800"/>
        </a:p>
      </dgm:t>
    </dgm:pt>
    <dgm:pt modelId="{80FF96A4-E10E-4E83-A52D-58F68A4F758A}" type="sibTrans" cxnId="{BE55AD6B-E59E-4ED7-9418-F212D417346A}">
      <dgm:prSet custT="1"/>
      <dgm:spPr/>
      <dgm:t>
        <a:bodyPr/>
        <a:lstStyle/>
        <a:p>
          <a:endParaRPr lang="en-IN" sz="1800"/>
        </a:p>
      </dgm:t>
    </dgm:pt>
    <dgm:pt modelId="{DC436C4B-1251-4019-9348-3B4D22E450F5}">
      <dgm:prSet custT="1"/>
      <dgm:spPr/>
      <dgm:t>
        <a:bodyPr/>
        <a:lstStyle/>
        <a:p>
          <a:r>
            <a:rPr lang="en-US" sz="1800" dirty="0"/>
            <a:t>3.</a:t>
          </a:r>
          <a:endParaRPr lang="en-IN" sz="1800" dirty="0"/>
        </a:p>
      </dgm:t>
    </dgm:pt>
    <dgm:pt modelId="{DFACF44A-FBAF-4641-8431-85EB0308191D}" type="parTrans" cxnId="{0EED78F3-E30D-4539-AED0-DE53BCF34ACC}">
      <dgm:prSet/>
      <dgm:spPr/>
      <dgm:t>
        <a:bodyPr/>
        <a:lstStyle/>
        <a:p>
          <a:endParaRPr lang="en-IN" sz="1800"/>
        </a:p>
      </dgm:t>
    </dgm:pt>
    <dgm:pt modelId="{63FCA730-6BC8-44B9-A2AD-C688F9FCBD35}" type="sibTrans" cxnId="{0EED78F3-E30D-4539-AED0-DE53BCF34ACC}">
      <dgm:prSet/>
      <dgm:spPr/>
      <dgm:t>
        <a:bodyPr/>
        <a:lstStyle/>
        <a:p>
          <a:endParaRPr lang="en-IN" sz="1800"/>
        </a:p>
      </dgm:t>
    </dgm:pt>
    <dgm:pt modelId="{7338C47B-6DFE-497E-BC3C-040D4E3E4136}">
      <dgm:prSet custT="1"/>
      <dgm:spPr/>
      <dgm:t>
        <a:bodyPr/>
        <a:lstStyle/>
        <a:p>
          <a:r>
            <a:rPr lang="en-US" sz="1800" dirty="0"/>
            <a:t>Repeatedly divide the sorted array in half.</a:t>
          </a:r>
          <a:endParaRPr lang="en-IN" sz="1800" dirty="0"/>
        </a:p>
      </dgm:t>
    </dgm:pt>
    <dgm:pt modelId="{E3FE83CA-3064-4CF9-88D4-93A1C91B1A1F}" type="parTrans" cxnId="{982BCA25-1CF2-494F-878B-C32CAFBEFB34}">
      <dgm:prSet/>
      <dgm:spPr/>
      <dgm:t>
        <a:bodyPr/>
        <a:lstStyle/>
        <a:p>
          <a:endParaRPr lang="en-IN"/>
        </a:p>
      </dgm:t>
    </dgm:pt>
    <dgm:pt modelId="{DC4A4A8B-2DE7-466B-98AB-DE6BF9B57046}" type="sibTrans" cxnId="{982BCA25-1CF2-494F-878B-C32CAFBEFB34}">
      <dgm:prSet/>
      <dgm:spPr/>
      <dgm:t>
        <a:bodyPr/>
        <a:lstStyle/>
        <a:p>
          <a:endParaRPr lang="en-IN"/>
        </a:p>
      </dgm:t>
    </dgm:pt>
    <dgm:pt modelId="{EE5CB0A9-9875-49AF-A0B7-27EB8748506E}">
      <dgm:prSet custT="1"/>
      <dgm:spPr/>
      <dgm:t>
        <a:bodyPr/>
        <a:lstStyle/>
        <a:p>
          <a:r>
            <a:rPr lang="en-US" sz="1800" dirty="0"/>
            <a:t>Compare the target to the middle element.</a:t>
          </a:r>
          <a:endParaRPr lang="en-IN" sz="1800" dirty="0"/>
        </a:p>
      </dgm:t>
    </dgm:pt>
    <dgm:pt modelId="{FD6A5B77-2BA2-4689-A809-274281074803}" type="parTrans" cxnId="{9C732CB1-57AB-4E4A-861E-2BBF85FC2E55}">
      <dgm:prSet/>
      <dgm:spPr/>
      <dgm:t>
        <a:bodyPr/>
        <a:lstStyle/>
        <a:p>
          <a:endParaRPr lang="en-IN"/>
        </a:p>
      </dgm:t>
    </dgm:pt>
    <dgm:pt modelId="{38E90AF4-B6C7-47EA-BF2A-E7BB281690A0}" type="sibTrans" cxnId="{9C732CB1-57AB-4E4A-861E-2BBF85FC2E55}">
      <dgm:prSet/>
      <dgm:spPr/>
      <dgm:t>
        <a:bodyPr/>
        <a:lstStyle/>
        <a:p>
          <a:endParaRPr lang="en-IN"/>
        </a:p>
      </dgm:t>
    </dgm:pt>
    <dgm:pt modelId="{23F53EFC-DB53-4380-BED3-D10A92016343}">
      <dgm:prSet custT="1"/>
      <dgm:spPr/>
      <dgm:t>
        <a:bodyPr/>
        <a:lstStyle/>
        <a:p>
          <a:r>
            <a:rPr lang="en-US" sz="1800"/>
            <a:t>Narrow </a:t>
          </a:r>
          <a:r>
            <a:rPr lang="en-US" sz="1800" dirty="0"/>
            <a:t>the search until the target element is found.</a:t>
          </a:r>
          <a:endParaRPr lang="en-IN" sz="1800" dirty="0"/>
        </a:p>
      </dgm:t>
    </dgm:pt>
    <dgm:pt modelId="{1606CAA2-3DD5-47C3-9629-779B90239296}" type="parTrans" cxnId="{FBB9198A-C95F-468A-AC06-1A8B8F934469}">
      <dgm:prSet/>
      <dgm:spPr/>
      <dgm:t>
        <a:bodyPr/>
        <a:lstStyle/>
        <a:p>
          <a:endParaRPr lang="en-IN"/>
        </a:p>
      </dgm:t>
    </dgm:pt>
    <dgm:pt modelId="{DB7D89C1-010A-44CF-B5FB-645282F76DAE}" type="sibTrans" cxnId="{FBB9198A-C95F-468A-AC06-1A8B8F934469}">
      <dgm:prSet/>
      <dgm:spPr/>
      <dgm:t>
        <a:bodyPr/>
        <a:lstStyle/>
        <a:p>
          <a:endParaRPr lang="en-IN"/>
        </a:p>
      </dgm:t>
    </dgm:pt>
    <dgm:pt modelId="{F05B16E1-9526-4569-B3F1-A35D2D95C7C8}" type="pres">
      <dgm:prSet presAssocID="{842EA54F-199E-463A-A8BF-14408FACBC40}" presName="linearFlow" presStyleCnt="0">
        <dgm:presLayoutVars>
          <dgm:dir/>
          <dgm:animLvl val="lvl"/>
          <dgm:resizeHandles val="exact"/>
        </dgm:presLayoutVars>
      </dgm:prSet>
      <dgm:spPr/>
    </dgm:pt>
    <dgm:pt modelId="{5988CEBC-8F97-4A08-9B83-212CC64BB812}" type="pres">
      <dgm:prSet presAssocID="{E100F19A-C21C-4108-BB69-99C5A3F33B9D}" presName="composite" presStyleCnt="0"/>
      <dgm:spPr/>
    </dgm:pt>
    <dgm:pt modelId="{59F415F8-54A0-4906-93CB-FBDA89683E49}" type="pres">
      <dgm:prSet presAssocID="{E100F19A-C21C-4108-BB69-99C5A3F33B9D}" presName="parentText" presStyleLbl="alignNode1" presStyleIdx="0" presStyleCnt="3">
        <dgm:presLayoutVars>
          <dgm:chMax val="1"/>
          <dgm:bulletEnabled val="1"/>
        </dgm:presLayoutVars>
      </dgm:prSet>
      <dgm:spPr/>
    </dgm:pt>
    <dgm:pt modelId="{3D6B6055-FC23-4561-B90E-B581667E6C7A}" type="pres">
      <dgm:prSet presAssocID="{E100F19A-C21C-4108-BB69-99C5A3F33B9D}" presName="descendantText" presStyleLbl="alignAcc1" presStyleIdx="0" presStyleCnt="3">
        <dgm:presLayoutVars>
          <dgm:bulletEnabled val="1"/>
        </dgm:presLayoutVars>
      </dgm:prSet>
      <dgm:spPr/>
    </dgm:pt>
    <dgm:pt modelId="{CF7BC674-D6ED-4703-8AAF-CEFDBE0D41A7}" type="pres">
      <dgm:prSet presAssocID="{2B0E0D3A-10DD-4B8F-A1F7-546022D483D5}" presName="sp" presStyleCnt="0"/>
      <dgm:spPr/>
    </dgm:pt>
    <dgm:pt modelId="{461AE65B-340E-4705-A1B2-DB31AB18A332}" type="pres">
      <dgm:prSet presAssocID="{BB13543E-2310-48FE-BC06-5DF3D48C0AC5}" presName="composite" presStyleCnt="0"/>
      <dgm:spPr/>
    </dgm:pt>
    <dgm:pt modelId="{A8078BC5-AF9C-43F8-BBD4-6814CC81791B}" type="pres">
      <dgm:prSet presAssocID="{BB13543E-2310-48FE-BC06-5DF3D48C0AC5}" presName="parentText" presStyleLbl="alignNode1" presStyleIdx="1" presStyleCnt="3">
        <dgm:presLayoutVars>
          <dgm:chMax val="1"/>
          <dgm:bulletEnabled val="1"/>
        </dgm:presLayoutVars>
      </dgm:prSet>
      <dgm:spPr/>
    </dgm:pt>
    <dgm:pt modelId="{73E9A525-E76A-47CA-97F7-5C8519E7B492}" type="pres">
      <dgm:prSet presAssocID="{BB13543E-2310-48FE-BC06-5DF3D48C0AC5}" presName="descendantText" presStyleLbl="alignAcc1" presStyleIdx="1" presStyleCnt="3">
        <dgm:presLayoutVars>
          <dgm:bulletEnabled val="1"/>
        </dgm:presLayoutVars>
      </dgm:prSet>
      <dgm:spPr/>
    </dgm:pt>
    <dgm:pt modelId="{E6BB8377-CC89-45C7-80EA-E1E190E73B5C}" type="pres">
      <dgm:prSet presAssocID="{80FF96A4-E10E-4E83-A52D-58F68A4F758A}" presName="sp" presStyleCnt="0"/>
      <dgm:spPr/>
    </dgm:pt>
    <dgm:pt modelId="{6A8AC9D4-CA0E-4CFF-9FE5-E03853AB780C}" type="pres">
      <dgm:prSet presAssocID="{DC436C4B-1251-4019-9348-3B4D22E450F5}" presName="composite" presStyleCnt="0"/>
      <dgm:spPr/>
    </dgm:pt>
    <dgm:pt modelId="{4512DA8D-8D1D-43B6-8296-E2B84C739CE4}" type="pres">
      <dgm:prSet presAssocID="{DC436C4B-1251-4019-9348-3B4D22E450F5}" presName="parentText" presStyleLbl="alignNode1" presStyleIdx="2" presStyleCnt="3">
        <dgm:presLayoutVars>
          <dgm:chMax val="1"/>
          <dgm:bulletEnabled val="1"/>
        </dgm:presLayoutVars>
      </dgm:prSet>
      <dgm:spPr/>
    </dgm:pt>
    <dgm:pt modelId="{8A6D1D42-18F7-40BC-9F40-AE8EC22B7CC5}" type="pres">
      <dgm:prSet presAssocID="{DC436C4B-1251-4019-9348-3B4D22E450F5}" presName="descendantText" presStyleLbl="alignAcc1" presStyleIdx="2" presStyleCnt="3">
        <dgm:presLayoutVars>
          <dgm:bulletEnabled val="1"/>
        </dgm:presLayoutVars>
      </dgm:prSet>
      <dgm:spPr/>
    </dgm:pt>
  </dgm:ptLst>
  <dgm:cxnLst>
    <dgm:cxn modelId="{982BCA25-1CF2-494F-878B-C32CAFBEFB34}" srcId="{E100F19A-C21C-4108-BB69-99C5A3F33B9D}" destId="{7338C47B-6DFE-497E-BC3C-040D4E3E4136}" srcOrd="0" destOrd="0" parTransId="{E3FE83CA-3064-4CF9-88D4-93A1C91B1A1F}" sibTransId="{DC4A4A8B-2DE7-466B-98AB-DE6BF9B57046}"/>
    <dgm:cxn modelId="{160E3942-FB62-4F42-8EFE-C36559FA1B3A}" type="presOf" srcId="{23F53EFC-DB53-4380-BED3-D10A92016343}" destId="{8A6D1D42-18F7-40BC-9F40-AE8EC22B7CC5}" srcOrd="0" destOrd="0" presId="urn:microsoft.com/office/officeart/2005/8/layout/chevron2"/>
    <dgm:cxn modelId="{3C8CE243-F1E0-495A-AEB7-7AF7F3584E26}" type="presOf" srcId="{DC436C4B-1251-4019-9348-3B4D22E450F5}" destId="{4512DA8D-8D1D-43B6-8296-E2B84C739CE4}" srcOrd="0" destOrd="0" presId="urn:microsoft.com/office/officeart/2005/8/layout/chevron2"/>
    <dgm:cxn modelId="{BE55AD6B-E59E-4ED7-9418-F212D417346A}" srcId="{842EA54F-199E-463A-A8BF-14408FACBC40}" destId="{BB13543E-2310-48FE-BC06-5DF3D48C0AC5}" srcOrd="1" destOrd="0" parTransId="{23E778E9-1020-4E21-A8F5-FEA7DBD01F36}" sibTransId="{80FF96A4-E10E-4E83-A52D-58F68A4F758A}"/>
    <dgm:cxn modelId="{533B7B4C-703A-4522-86C5-FD870B6C8D43}" type="presOf" srcId="{BB13543E-2310-48FE-BC06-5DF3D48C0AC5}" destId="{A8078BC5-AF9C-43F8-BBD4-6814CC81791B}" srcOrd="0" destOrd="0" presId="urn:microsoft.com/office/officeart/2005/8/layout/chevron2"/>
    <dgm:cxn modelId="{BA8B976F-C96D-47A1-AC6A-50EE74C97313}" srcId="{842EA54F-199E-463A-A8BF-14408FACBC40}" destId="{E100F19A-C21C-4108-BB69-99C5A3F33B9D}" srcOrd="0" destOrd="0" parTransId="{98B6D793-5AC4-45D5-ACC4-22A04A924202}" sibTransId="{2B0E0D3A-10DD-4B8F-A1F7-546022D483D5}"/>
    <dgm:cxn modelId="{DA8A9059-86EA-4C2D-A9A6-BCDAEE47B5B4}" type="presOf" srcId="{7338C47B-6DFE-497E-BC3C-040D4E3E4136}" destId="{3D6B6055-FC23-4561-B90E-B581667E6C7A}" srcOrd="0" destOrd="0" presId="urn:microsoft.com/office/officeart/2005/8/layout/chevron2"/>
    <dgm:cxn modelId="{FBB9198A-C95F-468A-AC06-1A8B8F934469}" srcId="{DC436C4B-1251-4019-9348-3B4D22E450F5}" destId="{23F53EFC-DB53-4380-BED3-D10A92016343}" srcOrd="0" destOrd="0" parTransId="{1606CAA2-3DD5-47C3-9629-779B90239296}" sibTransId="{DB7D89C1-010A-44CF-B5FB-645282F76DAE}"/>
    <dgm:cxn modelId="{29EF0D9A-55E7-41A4-9969-9AC2200971B1}" type="presOf" srcId="{EE5CB0A9-9875-49AF-A0B7-27EB8748506E}" destId="{73E9A525-E76A-47CA-97F7-5C8519E7B492}" srcOrd="0" destOrd="0" presId="urn:microsoft.com/office/officeart/2005/8/layout/chevron2"/>
    <dgm:cxn modelId="{B77E52A6-4AFA-4830-8F16-9BE4C86B3A92}" type="presOf" srcId="{842EA54F-199E-463A-A8BF-14408FACBC40}" destId="{F05B16E1-9526-4569-B3F1-A35D2D95C7C8}" srcOrd="0" destOrd="0" presId="urn:microsoft.com/office/officeart/2005/8/layout/chevron2"/>
    <dgm:cxn modelId="{9C732CB1-57AB-4E4A-861E-2BBF85FC2E55}" srcId="{BB13543E-2310-48FE-BC06-5DF3D48C0AC5}" destId="{EE5CB0A9-9875-49AF-A0B7-27EB8748506E}" srcOrd="0" destOrd="0" parTransId="{FD6A5B77-2BA2-4689-A809-274281074803}" sibTransId="{38E90AF4-B6C7-47EA-BF2A-E7BB281690A0}"/>
    <dgm:cxn modelId="{0EED78F3-E30D-4539-AED0-DE53BCF34ACC}" srcId="{842EA54F-199E-463A-A8BF-14408FACBC40}" destId="{DC436C4B-1251-4019-9348-3B4D22E450F5}" srcOrd="2" destOrd="0" parTransId="{DFACF44A-FBAF-4641-8431-85EB0308191D}" sibTransId="{63FCA730-6BC8-44B9-A2AD-C688F9FCBD35}"/>
    <dgm:cxn modelId="{A383E8FE-7D04-440C-848B-AE0823675182}" type="presOf" srcId="{E100F19A-C21C-4108-BB69-99C5A3F33B9D}" destId="{59F415F8-54A0-4906-93CB-FBDA89683E49}" srcOrd="0" destOrd="0" presId="urn:microsoft.com/office/officeart/2005/8/layout/chevron2"/>
    <dgm:cxn modelId="{40E169E0-1DB4-47B3-8BE7-071C8C2CBD27}" type="presParOf" srcId="{F05B16E1-9526-4569-B3F1-A35D2D95C7C8}" destId="{5988CEBC-8F97-4A08-9B83-212CC64BB812}" srcOrd="0" destOrd="0" presId="urn:microsoft.com/office/officeart/2005/8/layout/chevron2"/>
    <dgm:cxn modelId="{331E29C6-209D-43FE-A815-3401918A3F39}" type="presParOf" srcId="{5988CEBC-8F97-4A08-9B83-212CC64BB812}" destId="{59F415F8-54A0-4906-93CB-FBDA89683E49}" srcOrd="0" destOrd="0" presId="urn:microsoft.com/office/officeart/2005/8/layout/chevron2"/>
    <dgm:cxn modelId="{C297E334-1C78-4179-A5BD-BE718C4146C2}" type="presParOf" srcId="{5988CEBC-8F97-4A08-9B83-212CC64BB812}" destId="{3D6B6055-FC23-4561-B90E-B581667E6C7A}" srcOrd="1" destOrd="0" presId="urn:microsoft.com/office/officeart/2005/8/layout/chevron2"/>
    <dgm:cxn modelId="{F4D5A601-9977-49BF-AC66-381DBCDE088C}" type="presParOf" srcId="{F05B16E1-9526-4569-B3F1-A35D2D95C7C8}" destId="{CF7BC674-D6ED-4703-8AAF-CEFDBE0D41A7}" srcOrd="1" destOrd="0" presId="urn:microsoft.com/office/officeart/2005/8/layout/chevron2"/>
    <dgm:cxn modelId="{8AE04FFC-8DA1-4202-A0C2-5E960C7B6374}" type="presParOf" srcId="{F05B16E1-9526-4569-B3F1-A35D2D95C7C8}" destId="{461AE65B-340E-4705-A1B2-DB31AB18A332}" srcOrd="2" destOrd="0" presId="urn:microsoft.com/office/officeart/2005/8/layout/chevron2"/>
    <dgm:cxn modelId="{B54BA02E-AEDF-4F6C-8C36-6209BDDDC7AF}" type="presParOf" srcId="{461AE65B-340E-4705-A1B2-DB31AB18A332}" destId="{A8078BC5-AF9C-43F8-BBD4-6814CC81791B}" srcOrd="0" destOrd="0" presId="urn:microsoft.com/office/officeart/2005/8/layout/chevron2"/>
    <dgm:cxn modelId="{58986B86-3BE5-4F1F-8601-86369A507F05}" type="presParOf" srcId="{461AE65B-340E-4705-A1B2-DB31AB18A332}" destId="{73E9A525-E76A-47CA-97F7-5C8519E7B492}" srcOrd="1" destOrd="0" presId="urn:microsoft.com/office/officeart/2005/8/layout/chevron2"/>
    <dgm:cxn modelId="{98BC3890-2304-4C57-9794-02FEBA2B6998}" type="presParOf" srcId="{F05B16E1-9526-4569-B3F1-A35D2D95C7C8}" destId="{E6BB8377-CC89-45C7-80EA-E1E190E73B5C}" srcOrd="3" destOrd="0" presId="urn:microsoft.com/office/officeart/2005/8/layout/chevron2"/>
    <dgm:cxn modelId="{ECC863B2-D2BA-4A5D-8047-6A2EB925B7C1}" type="presParOf" srcId="{F05B16E1-9526-4569-B3F1-A35D2D95C7C8}" destId="{6A8AC9D4-CA0E-4CFF-9FE5-E03853AB780C}" srcOrd="4" destOrd="0" presId="urn:microsoft.com/office/officeart/2005/8/layout/chevron2"/>
    <dgm:cxn modelId="{2A94DE7A-FFAC-493E-AB7B-4D4F6AD4B1A6}" type="presParOf" srcId="{6A8AC9D4-CA0E-4CFF-9FE5-E03853AB780C}" destId="{4512DA8D-8D1D-43B6-8296-E2B84C739CE4}" srcOrd="0" destOrd="0" presId="urn:microsoft.com/office/officeart/2005/8/layout/chevron2"/>
    <dgm:cxn modelId="{D1887431-DD49-4E6D-99C7-8F29A2A6555A}" type="presParOf" srcId="{6A8AC9D4-CA0E-4CFF-9FE5-E03853AB780C}" destId="{8A6D1D42-18F7-40BC-9F40-AE8EC22B7CC5}" srcOrd="1" destOrd="0" presId="urn:microsoft.com/office/officeart/2005/8/layout/chevron2"/>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59.xml><?xml version="1.0" encoding="utf-8"?>
<dgm:dataModel xmlns:dgm="http://schemas.openxmlformats.org/drawingml/2006/diagram" xmlns:a="http://schemas.openxmlformats.org/drawingml/2006/main">
  <dgm:ptLst>
    <dgm:pt modelId="{B84D7EAB-C603-4C3A-B148-252F03FEBEFC}" type="doc">
      <dgm:prSet loTypeId="urn:microsoft.com/office/officeart/2005/8/layout/hList1" loCatId="list" qsTypeId="urn:microsoft.com/office/officeart/2005/8/quickstyle/simple1" qsCatId="simple" csTypeId="urn:microsoft.com/office/officeart/2005/8/colors/colorful1" csCatId="colorful" phldr="1"/>
      <dgm:spPr/>
      <dgm:t>
        <a:bodyPr/>
        <a:lstStyle/>
        <a:p>
          <a:endParaRPr lang="en-IN"/>
        </a:p>
      </dgm:t>
    </dgm:pt>
    <dgm:pt modelId="{5397FD20-6682-400D-A4AC-7B6BA021A537}">
      <dgm:prSet custT="1"/>
      <dgm:spPr/>
      <dgm:t>
        <a:bodyPr/>
        <a:lstStyle/>
        <a:p>
          <a:r>
            <a:rPr lang="en-IN" sz="2400" b="1" i="0" u="none" dirty="0"/>
            <a:t>SPRING</a:t>
          </a:r>
          <a:endParaRPr lang="en-IN" sz="2400" b="1" dirty="0"/>
        </a:p>
      </dgm:t>
    </dgm:pt>
    <dgm:pt modelId="{F8ECD2FA-197E-47BC-A506-05F003A80A48}" type="parTrans" cxnId="{E8279763-A20A-4C32-B5F8-6DFC49F088FF}">
      <dgm:prSet/>
      <dgm:spPr/>
      <dgm:t>
        <a:bodyPr/>
        <a:lstStyle/>
        <a:p>
          <a:endParaRPr lang="en-IN" sz="1800"/>
        </a:p>
      </dgm:t>
    </dgm:pt>
    <dgm:pt modelId="{E7291706-13E6-45ED-88E4-1C5EE5EADF86}" type="sibTrans" cxnId="{E8279763-A20A-4C32-B5F8-6DFC49F088FF}">
      <dgm:prSet/>
      <dgm:spPr/>
      <dgm:t>
        <a:bodyPr/>
        <a:lstStyle/>
        <a:p>
          <a:endParaRPr lang="en-IN" sz="1800"/>
        </a:p>
      </dgm:t>
    </dgm:pt>
    <dgm:pt modelId="{11438384-0CE4-40A7-8B72-A5DFCB699041}">
      <dgm:prSet custT="1"/>
      <dgm:spPr/>
      <dgm:t>
        <a:bodyPr/>
        <a:lstStyle/>
        <a:p>
          <a:pPr>
            <a:buFont typeface="+mj-lt"/>
            <a:buAutoNum type="arabicPeriod"/>
          </a:pPr>
          <a:r>
            <a:rPr lang="en-IN" sz="1800" b="0" i="0" u="none" dirty="0"/>
            <a:t>Components &amp; Beans</a:t>
          </a:r>
          <a:endParaRPr lang="en-IN" sz="1800" dirty="0"/>
        </a:p>
      </dgm:t>
    </dgm:pt>
    <dgm:pt modelId="{30A5DD67-277D-49DC-AD3E-F88491746610}" type="parTrans" cxnId="{2830B0AA-8547-4B7B-BBBF-3CB47DD08E8C}">
      <dgm:prSet/>
      <dgm:spPr/>
      <dgm:t>
        <a:bodyPr/>
        <a:lstStyle/>
        <a:p>
          <a:endParaRPr lang="en-IN" sz="1800"/>
        </a:p>
      </dgm:t>
    </dgm:pt>
    <dgm:pt modelId="{263BF5F3-E212-4742-B701-4953ECE456DB}" type="sibTrans" cxnId="{2830B0AA-8547-4B7B-BBBF-3CB47DD08E8C}">
      <dgm:prSet/>
      <dgm:spPr/>
      <dgm:t>
        <a:bodyPr/>
        <a:lstStyle/>
        <a:p>
          <a:endParaRPr lang="en-IN" sz="1800"/>
        </a:p>
      </dgm:t>
    </dgm:pt>
    <dgm:pt modelId="{FA127AA3-C62E-44DA-AB68-439A8136B0EB}">
      <dgm:prSet custT="1"/>
      <dgm:spPr/>
      <dgm:t>
        <a:bodyPr/>
        <a:lstStyle/>
        <a:p>
          <a:pPr>
            <a:buFont typeface="+mj-lt"/>
            <a:buAutoNum type="arabicPeriod"/>
          </a:pPr>
          <a:r>
            <a:rPr lang="en-IN" sz="1800" b="0" i="0" u="none" dirty="0"/>
            <a:t>Configuration &amp; Annotations</a:t>
          </a:r>
          <a:endParaRPr lang="en-IN" sz="1800" dirty="0"/>
        </a:p>
      </dgm:t>
    </dgm:pt>
    <dgm:pt modelId="{B4983866-34E2-471B-8EBF-AF28D3ECFC25}" type="parTrans" cxnId="{FB7F4DF7-A143-498B-9C93-30B408AD9581}">
      <dgm:prSet/>
      <dgm:spPr/>
      <dgm:t>
        <a:bodyPr/>
        <a:lstStyle/>
        <a:p>
          <a:endParaRPr lang="en-IN" sz="1800"/>
        </a:p>
      </dgm:t>
    </dgm:pt>
    <dgm:pt modelId="{4455EF63-0575-4607-8746-ABDD80991F08}" type="sibTrans" cxnId="{FB7F4DF7-A143-498B-9C93-30B408AD9581}">
      <dgm:prSet/>
      <dgm:spPr/>
      <dgm:t>
        <a:bodyPr/>
        <a:lstStyle/>
        <a:p>
          <a:endParaRPr lang="en-IN" sz="1800"/>
        </a:p>
      </dgm:t>
    </dgm:pt>
    <dgm:pt modelId="{CFD4D62F-A2AD-4043-9AFE-4E90A3B495C6}">
      <dgm:prSet custT="1"/>
      <dgm:spPr/>
      <dgm:t>
        <a:bodyPr/>
        <a:lstStyle/>
        <a:p>
          <a:pPr>
            <a:buFont typeface="+mj-lt"/>
            <a:buAutoNum type="arabicPeriod"/>
          </a:pPr>
          <a:r>
            <a:rPr lang="en-US" sz="1800" b="0" i="0" u="none" dirty="0"/>
            <a:t>Scopes of a bean</a:t>
          </a:r>
          <a:endParaRPr lang="en-US" sz="1800" dirty="0"/>
        </a:p>
      </dgm:t>
    </dgm:pt>
    <dgm:pt modelId="{4DEB03AE-6386-4F6F-8C0E-B4F11559D575}" type="parTrans" cxnId="{DC3A5079-A6E8-4A5D-9C04-905FD6A70E9D}">
      <dgm:prSet/>
      <dgm:spPr/>
      <dgm:t>
        <a:bodyPr/>
        <a:lstStyle/>
        <a:p>
          <a:endParaRPr lang="en-IN" sz="1800"/>
        </a:p>
      </dgm:t>
    </dgm:pt>
    <dgm:pt modelId="{99A0C1D7-784B-4E55-83F8-483B10391126}" type="sibTrans" cxnId="{DC3A5079-A6E8-4A5D-9C04-905FD6A70E9D}">
      <dgm:prSet/>
      <dgm:spPr/>
      <dgm:t>
        <a:bodyPr/>
        <a:lstStyle/>
        <a:p>
          <a:endParaRPr lang="en-IN" sz="1800"/>
        </a:p>
      </dgm:t>
    </dgm:pt>
    <dgm:pt modelId="{B4B671DC-58EB-4729-A84F-C94F2F141BBF}">
      <dgm:prSet custT="1"/>
      <dgm:spPr/>
      <dgm:t>
        <a:bodyPr/>
        <a:lstStyle/>
        <a:p>
          <a:pPr>
            <a:buFont typeface="+mj-lt"/>
            <a:buAutoNum type="arabicPeriod"/>
          </a:pPr>
          <a:r>
            <a:rPr lang="en-IN" sz="1800" b="0" i="0" u="none" dirty="0"/>
            <a:t>Others</a:t>
          </a:r>
          <a:endParaRPr lang="en-IN" sz="1800" dirty="0"/>
        </a:p>
      </dgm:t>
    </dgm:pt>
    <dgm:pt modelId="{A3C5D81F-EF52-4771-9C92-53B80E7C8EB8}" type="parTrans" cxnId="{0C0108A3-51A4-4019-A510-B90C1A575D00}">
      <dgm:prSet/>
      <dgm:spPr/>
      <dgm:t>
        <a:bodyPr/>
        <a:lstStyle/>
        <a:p>
          <a:endParaRPr lang="en-IN" sz="1800"/>
        </a:p>
      </dgm:t>
    </dgm:pt>
    <dgm:pt modelId="{313EA40D-A666-402E-B6E2-21AC7090283E}" type="sibTrans" cxnId="{0C0108A3-51A4-4019-A510-B90C1A575D00}">
      <dgm:prSet/>
      <dgm:spPr/>
      <dgm:t>
        <a:bodyPr/>
        <a:lstStyle/>
        <a:p>
          <a:endParaRPr lang="en-IN" sz="1800"/>
        </a:p>
      </dgm:t>
    </dgm:pt>
    <dgm:pt modelId="{7F31CC16-62E2-4654-8828-421AFB4552FA}">
      <dgm:prSet custT="1"/>
      <dgm:spPr/>
      <dgm:t>
        <a:bodyPr/>
        <a:lstStyle/>
        <a:p>
          <a:r>
            <a:rPr lang="en-IN" sz="2400" b="1" i="0" u="none" dirty="0"/>
            <a:t>SPRING BOOT</a:t>
          </a:r>
          <a:endParaRPr lang="en-IN" sz="2400" b="1" dirty="0"/>
        </a:p>
      </dgm:t>
    </dgm:pt>
    <dgm:pt modelId="{F176A80A-75A7-4118-9B4E-547291C75448}" type="parTrans" cxnId="{CD77503F-BD28-4372-A653-1267DE06C60D}">
      <dgm:prSet/>
      <dgm:spPr/>
      <dgm:t>
        <a:bodyPr/>
        <a:lstStyle/>
        <a:p>
          <a:endParaRPr lang="en-IN" sz="1800"/>
        </a:p>
      </dgm:t>
    </dgm:pt>
    <dgm:pt modelId="{88CA7B7E-9211-4EBA-953E-24CB33B348C3}" type="sibTrans" cxnId="{CD77503F-BD28-4372-A653-1267DE06C60D}">
      <dgm:prSet/>
      <dgm:spPr/>
      <dgm:t>
        <a:bodyPr/>
        <a:lstStyle/>
        <a:p>
          <a:endParaRPr lang="en-IN" sz="1800"/>
        </a:p>
      </dgm:t>
    </dgm:pt>
    <dgm:pt modelId="{CB5A75A6-60DC-4B44-A188-CB81908AB598}">
      <dgm:prSet custT="1"/>
      <dgm:spPr/>
      <dgm:t>
        <a:bodyPr/>
        <a:lstStyle/>
        <a:p>
          <a:pPr>
            <a:buNone/>
          </a:pPr>
          <a:r>
            <a:rPr lang="en-US" sz="1800" b="0" i="0" u="none" dirty="0"/>
            <a:t>7. Project structure, Configuration &amp; Actuator</a:t>
          </a:r>
          <a:endParaRPr lang="en-US" sz="1800" dirty="0"/>
        </a:p>
      </dgm:t>
    </dgm:pt>
    <dgm:pt modelId="{31620355-7CEF-4734-B787-BFD03F618002}" type="parTrans" cxnId="{7FDC21A8-4C24-46E5-B82A-9ABBB908AA9A}">
      <dgm:prSet/>
      <dgm:spPr/>
      <dgm:t>
        <a:bodyPr/>
        <a:lstStyle/>
        <a:p>
          <a:endParaRPr lang="en-IN" sz="1800"/>
        </a:p>
      </dgm:t>
    </dgm:pt>
    <dgm:pt modelId="{8F141180-D85A-4E61-AF28-A1A7D777E021}" type="sibTrans" cxnId="{7FDC21A8-4C24-46E5-B82A-9ABBB908AA9A}">
      <dgm:prSet/>
      <dgm:spPr/>
      <dgm:t>
        <a:bodyPr/>
        <a:lstStyle/>
        <a:p>
          <a:endParaRPr lang="en-IN" sz="1800"/>
        </a:p>
      </dgm:t>
    </dgm:pt>
    <dgm:pt modelId="{563CA143-03D6-4FB9-8CBD-337815123D88}">
      <dgm:prSet custT="1"/>
      <dgm:spPr/>
      <dgm:t>
        <a:bodyPr/>
        <a:lstStyle/>
        <a:p>
          <a:pPr>
            <a:buFont typeface="+mj-lt"/>
            <a:buAutoNum type="arabicPeriod"/>
          </a:pPr>
          <a:r>
            <a:rPr lang="en-IN" sz="1800" b="0" i="0" u="none" dirty="0"/>
            <a:t>Basics, IoC &amp; DI</a:t>
          </a:r>
          <a:endParaRPr lang="en-IN" sz="1800" dirty="0"/>
        </a:p>
      </dgm:t>
    </dgm:pt>
    <dgm:pt modelId="{748DCBD3-6932-44DC-A91F-665EAFC12BDF}" type="parTrans" cxnId="{16F6B0F1-640A-4E2E-BB3E-AD4181BBEDB7}">
      <dgm:prSet/>
      <dgm:spPr/>
      <dgm:t>
        <a:bodyPr/>
        <a:lstStyle/>
        <a:p>
          <a:endParaRPr lang="en-IN" sz="1800"/>
        </a:p>
      </dgm:t>
    </dgm:pt>
    <dgm:pt modelId="{076A045B-7B5C-4181-B4CC-992806057AB1}" type="sibTrans" cxnId="{16F6B0F1-640A-4E2E-BB3E-AD4181BBEDB7}">
      <dgm:prSet/>
      <dgm:spPr/>
      <dgm:t>
        <a:bodyPr/>
        <a:lstStyle/>
        <a:p>
          <a:endParaRPr lang="en-IN" sz="1800"/>
        </a:p>
      </dgm:t>
    </dgm:pt>
    <dgm:pt modelId="{27DC4810-17AA-4C01-B8A6-E044AA42FE22}">
      <dgm:prSet custT="1"/>
      <dgm:spPr/>
      <dgm:t>
        <a:bodyPr/>
        <a:lstStyle/>
        <a:p>
          <a:pPr>
            <a:buNone/>
          </a:pPr>
          <a:r>
            <a:rPr lang="en-IN" sz="1800" b="0" i="0" u="none" dirty="0"/>
            <a:t>6. Basics</a:t>
          </a:r>
          <a:endParaRPr lang="en-IN" sz="1800" dirty="0"/>
        </a:p>
      </dgm:t>
    </dgm:pt>
    <dgm:pt modelId="{CB1D09D8-1691-4C9D-829A-74D290C64544}" type="parTrans" cxnId="{C7E6F099-0CF2-4A59-9B78-6BCCF5B771B6}">
      <dgm:prSet/>
      <dgm:spPr/>
      <dgm:t>
        <a:bodyPr/>
        <a:lstStyle/>
        <a:p>
          <a:endParaRPr lang="en-IN" sz="1800"/>
        </a:p>
      </dgm:t>
    </dgm:pt>
    <dgm:pt modelId="{4C4B1EFC-EB09-4554-B588-DD557A3DA703}" type="sibTrans" cxnId="{C7E6F099-0CF2-4A59-9B78-6BCCF5B771B6}">
      <dgm:prSet/>
      <dgm:spPr/>
      <dgm:t>
        <a:bodyPr/>
        <a:lstStyle/>
        <a:p>
          <a:endParaRPr lang="en-IN" sz="1800"/>
        </a:p>
      </dgm:t>
    </dgm:pt>
    <dgm:pt modelId="{CED5D01C-62C0-41E1-B432-28BEB1E9126F}">
      <dgm:prSet custT="1"/>
      <dgm:spPr/>
      <dgm:t>
        <a:bodyPr/>
        <a:lstStyle/>
        <a:p>
          <a:r>
            <a:rPr lang="en-IN" sz="2400" b="1" i="0" u="none" dirty="0"/>
            <a:t>SPRING MVC</a:t>
          </a:r>
          <a:endParaRPr lang="en-IN" sz="2400" b="1" dirty="0"/>
        </a:p>
      </dgm:t>
    </dgm:pt>
    <dgm:pt modelId="{C35002CD-08E7-403A-99DF-E0D2882D66D2}" type="sibTrans" cxnId="{479F2973-AF14-4BA7-84D7-DD87594791AA}">
      <dgm:prSet/>
      <dgm:spPr/>
      <dgm:t>
        <a:bodyPr/>
        <a:lstStyle/>
        <a:p>
          <a:endParaRPr lang="en-IN" sz="1800"/>
        </a:p>
      </dgm:t>
    </dgm:pt>
    <dgm:pt modelId="{3B0EAF37-1414-4A4C-A864-D5EF3BF4F3AB}" type="parTrans" cxnId="{479F2973-AF14-4BA7-84D7-DD87594791AA}">
      <dgm:prSet/>
      <dgm:spPr/>
      <dgm:t>
        <a:bodyPr/>
        <a:lstStyle/>
        <a:p>
          <a:endParaRPr lang="en-IN" sz="1800"/>
        </a:p>
      </dgm:t>
    </dgm:pt>
    <dgm:pt modelId="{3AE2587F-F6DC-43F3-88AF-6DBDB9395CA6}">
      <dgm:prSet custT="1"/>
      <dgm:spPr/>
      <dgm:t>
        <a:bodyPr/>
        <a:lstStyle/>
        <a:p>
          <a:pPr>
            <a:buNone/>
          </a:pPr>
          <a:r>
            <a:rPr lang="en-IN" sz="1800" b="0" i="0" u="none" dirty="0"/>
            <a:t>8. Basics</a:t>
          </a:r>
          <a:endParaRPr lang="en-IN" sz="1800" dirty="0"/>
        </a:p>
      </dgm:t>
    </dgm:pt>
    <dgm:pt modelId="{9A6F4CFA-27DC-46CE-B4ED-6ED56D79C2D9}" type="sibTrans" cxnId="{96E67186-62F7-4927-ACB4-64BACF26A624}">
      <dgm:prSet/>
      <dgm:spPr/>
      <dgm:t>
        <a:bodyPr/>
        <a:lstStyle/>
        <a:p>
          <a:endParaRPr lang="en-IN" sz="1800"/>
        </a:p>
      </dgm:t>
    </dgm:pt>
    <dgm:pt modelId="{DDF21A99-223A-4502-9D6C-E5777DE16515}" type="parTrans" cxnId="{96E67186-62F7-4927-ACB4-64BACF26A624}">
      <dgm:prSet/>
      <dgm:spPr/>
      <dgm:t>
        <a:bodyPr/>
        <a:lstStyle/>
        <a:p>
          <a:endParaRPr lang="en-IN" sz="1800"/>
        </a:p>
      </dgm:t>
    </dgm:pt>
    <dgm:pt modelId="{AAFEBDE3-9BBC-47A0-A2E5-5B7482E83AA1}">
      <dgm:prSet custT="1"/>
      <dgm:spPr/>
      <dgm:t>
        <a:bodyPr/>
        <a:lstStyle/>
        <a:p>
          <a:pPr>
            <a:buNone/>
          </a:pPr>
          <a:r>
            <a:rPr lang="en-IN" sz="1800" b="0" i="0" u="none" dirty="0"/>
            <a:t>9. Important Annotations</a:t>
          </a:r>
          <a:endParaRPr lang="en-IN" sz="1800" dirty="0"/>
        </a:p>
      </dgm:t>
    </dgm:pt>
    <dgm:pt modelId="{B70B64CC-D56C-42CB-92A6-ACD09CAE431A}" type="sibTrans" cxnId="{47D1F839-C54F-4115-AEAD-A32E80FF2079}">
      <dgm:prSet/>
      <dgm:spPr/>
      <dgm:t>
        <a:bodyPr/>
        <a:lstStyle/>
        <a:p>
          <a:endParaRPr lang="en-IN" sz="1800"/>
        </a:p>
      </dgm:t>
    </dgm:pt>
    <dgm:pt modelId="{55910206-3E60-4BCA-9752-283ECCC6C963}" type="parTrans" cxnId="{47D1F839-C54F-4115-AEAD-A32E80FF2079}">
      <dgm:prSet/>
      <dgm:spPr/>
      <dgm:t>
        <a:bodyPr/>
        <a:lstStyle/>
        <a:p>
          <a:endParaRPr lang="en-IN" sz="1800"/>
        </a:p>
      </dgm:t>
    </dgm:pt>
    <dgm:pt modelId="{F33799EE-697F-4468-A8FC-2D24CFF6DF3A}" type="pres">
      <dgm:prSet presAssocID="{B84D7EAB-C603-4C3A-B148-252F03FEBEFC}" presName="Name0" presStyleCnt="0">
        <dgm:presLayoutVars>
          <dgm:dir/>
          <dgm:animLvl val="lvl"/>
          <dgm:resizeHandles val="exact"/>
        </dgm:presLayoutVars>
      </dgm:prSet>
      <dgm:spPr/>
    </dgm:pt>
    <dgm:pt modelId="{5E4C1FB5-B022-46C7-8DDD-E208ED4D21D7}" type="pres">
      <dgm:prSet presAssocID="{5397FD20-6682-400D-A4AC-7B6BA021A537}" presName="composite" presStyleCnt="0"/>
      <dgm:spPr/>
    </dgm:pt>
    <dgm:pt modelId="{73162C80-C094-4756-A954-058C83982E3F}" type="pres">
      <dgm:prSet presAssocID="{5397FD20-6682-400D-A4AC-7B6BA021A537}" presName="parTx" presStyleLbl="alignNode1" presStyleIdx="0" presStyleCnt="3">
        <dgm:presLayoutVars>
          <dgm:chMax val="0"/>
          <dgm:chPref val="0"/>
          <dgm:bulletEnabled val="1"/>
        </dgm:presLayoutVars>
      </dgm:prSet>
      <dgm:spPr/>
    </dgm:pt>
    <dgm:pt modelId="{C69CB514-3E64-4725-B3F5-63C2BA598E95}" type="pres">
      <dgm:prSet presAssocID="{5397FD20-6682-400D-A4AC-7B6BA021A537}" presName="desTx" presStyleLbl="alignAccFollowNode1" presStyleIdx="0" presStyleCnt="3">
        <dgm:presLayoutVars>
          <dgm:bulletEnabled val="1"/>
        </dgm:presLayoutVars>
      </dgm:prSet>
      <dgm:spPr/>
    </dgm:pt>
    <dgm:pt modelId="{6C0750E6-96D2-4F81-8402-90E31858E818}" type="pres">
      <dgm:prSet presAssocID="{E7291706-13E6-45ED-88E4-1C5EE5EADF86}" presName="space" presStyleCnt="0"/>
      <dgm:spPr/>
    </dgm:pt>
    <dgm:pt modelId="{B108405A-9E24-4A28-B3F3-F98BFAE82299}" type="pres">
      <dgm:prSet presAssocID="{7F31CC16-62E2-4654-8828-421AFB4552FA}" presName="composite" presStyleCnt="0"/>
      <dgm:spPr/>
    </dgm:pt>
    <dgm:pt modelId="{155597AC-9E0D-4533-A476-A58BB5E844AF}" type="pres">
      <dgm:prSet presAssocID="{7F31CC16-62E2-4654-8828-421AFB4552FA}" presName="parTx" presStyleLbl="alignNode1" presStyleIdx="1" presStyleCnt="3">
        <dgm:presLayoutVars>
          <dgm:chMax val="0"/>
          <dgm:chPref val="0"/>
          <dgm:bulletEnabled val="1"/>
        </dgm:presLayoutVars>
      </dgm:prSet>
      <dgm:spPr/>
    </dgm:pt>
    <dgm:pt modelId="{B0646888-5EB8-446E-99B5-1611106A03B6}" type="pres">
      <dgm:prSet presAssocID="{7F31CC16-62E2-4654-8828-421AFB4552FA}" presName="desTx" presStyleLbl="alignAccFollowNode1" presStyleIdx="1" presStyleCnt="3">
        <dgm:presLayoutVars>
          <dgm:bulletEnabled val="1"/>
        </dgm:presLayoutVars>
      </dgm:prSet>
      <dgm:spPr/>
    </dgm:pt>
    <dgm:pt modelId="{3C43CB42-8279-40A3-B28C-A42C55E9D248}" type="pres">
      <dgm:prSet presAssocID="{88CA7B7E-9211-4EBA-953E-24CB33B348C3}" presName="space" presStyleCnt="0"/>
      <dgm:spPr/>
    </dgm:pt>
    <dgm:pt modelId="{06D6B296-E649-4553-AF78-4D2CED9C981D}" type="pres">
      <dgm:prSet presAssocID="{CED5D01C-62C0-41E1-B432-28BEB1E9126F}" presName="composite" presStyleCnt="0"/>
      <dgm:spPr/>
    </dgm:pt>
    <dgm:pt modelId="{1279F8FC-B574-4B4F-BCF5-A043C58E8462}" type="pres">
      <dgm:prSet presAssocID="{CED5D01C-62C0-41E1-B432-28BEB1E9126F}" presName="parTx" presStyleLbl="alignNode1" presStyleIdx="2" presStyleCnt="3">
        <dgm:presLayoutVars>
          <dgm:chMax val="0"/>
          <dgm:chPref val="0"/>
          <dgm:bulletEnabled val="1"/>
        </dgm:presLayoutVars>
      </dgm:prSet>
      <dgm:spPr/>
    </dgm:pt>
    <dgm:pt modelId="{BC461368-AD65-4E7E-8B48-78D322E66CA5}" type="pres">
      <dgm:prSet presAssocID="{CED5D01C-62C0-41E1-B432-28BEB1E9126F}" presName="desTx" presStyleLbl="alignAccFollowNode1" presStyleIdx="2" presStyleCnt="3">
        <dgm:presLayoutVars>
          <dgm:bulletEnabled val="1"/>
        </dgm:presLayoutVars>
      </dgm:prSet>
      <dgm:spPr/>
    </dgm:pt>
  </dgm:ptLst>
  <dgm:cxnLst>
    <dgm:cxn modelId="{68530525-97ED-454B-B10A-7993075555B8}" type="presOf" srcId="{B4B671DC-58EB-4729-A84F-C94F2F141BBF}" destId="{C69CB514-3E64-4725-B3F5-63C2BA598E95}" srcOrd="0" destOrd="4" presId="urn:microsoft.com/office/officeart/2005/8/layout/hList1"/>
    <dgm:cxn modelId="{47D1F839-C54F-4115-AEAD-A32E80FF2079}" srcId="{CED5D01C-62C0-41E1-B432-28BEB1E9126F}" destId="{AAFEBDE3-9BBC-47A0-A2E5-5B7482E83AA1}" srcOrd="1" destOrd="0" parTransId="{55910206-3E60-4BCA-9752-283ECCC6C963}" sibTransId="{B70B64CC-D56C-42CB-92A6-ACD09CAE431A}"/>
    <dgm:cxn modelId="{CD77503F-BD28-4372-A653-1267DE06C60D}" srcId="{B84D7EAB-C603-4C3A-B148-252F03FEBEFC}" destId="{7F31CC16-62E2-4654-8828-421AFB4552FA}" srcOrd="1" destOrd="0" parTransId="{F176A80A-75A7-4118-9B4E-547291C75448}" sibTransId="{88CA7B7E-9211-4EBA-953E-24CB33B348C3}"/>
    <dgm:cxn modelId="{28018B42-080A-4CA4-86E9-9319E3936E45}" type="presOf" srcId="{CED5D01C-62C0-41E1-B432-28BEB1E9126F}" destId="{1279F8FC-B574-4B4F-BCF5-A043C58E8462}" srcOrd="0" destOrd="0" presId="urn:microsoft.com/office/officeart/2005/8/layout/hList1"/>
    <dgm:cxn modelId="{E8279763-A20A-4C32-B5F8-6DFC49F088FF}" srcId="{B84D7EAB-C603-4C3A-B148-252F03FEBEFC}" destId="{5397FD20-6682-400D-A4AC-7B6BA021A537}" srcOrd="0" destOrd="0" parTransId="{F8ECD2FA-197E-47BC-A506-05F003A80A48}" sibTransId="{E7291706-13E6-45ED-88E4-1C5EE5EADF86}"/>
    <dgm:cxn modelId="{66E3CB70-3E1B-421D-AE44-F5324740917F}" type="presOf" srcId="{563CA143-03D6-4FB9-8CBD-337815123D88}" destId="{C69CB514-3E64-4725-B3F5-63C2BA598E95}" srcOrd="0" destOrd="0" presId="urn:microsoft.com/office/officeart/2005/8/layout/hList1"/>
    <dgm:cxn modelId="{479F2973-AF14-4BA7-84D7-DD87594791AA}" srcId="{B84D7EAB-C603-4C3A-B148-252F03FEBEFC}" destId="{CED5D01C-62C0-41E1-B432-28BEB1E9126F}" srcOrd="2" destOrd="0" parTransId="{3B0EAF37-1414-4A4C-A864-D5EF3BF4F3AB}" sibTransId="{C35002CD-08E7-403A-99DF-E0D2882D66D2}"/>
    <dgm:cxn modelId="{A1FACB75-FBF7-4E8D-B1D8-07FF74E88F62}" type="presOf" srcId="{3AE2587F-F6DC-43F3-88AF-6DBDB9395CA6}" destId="{BC461368-AD65-4E7E-8B48-78D322E66CA5}" srcOrd="0" destOrd="0" presId="urn:microsoft.com/office/officeart/2005/8/layout/hList1"/>
    <dgm:cxn modelId="{54BF4C57-DE8E-4F3C-88EF-6764668F73D5}" type="presOf" srcId="{27DC4810-17AA-4C01-B8A6-E044AA42FE22}" destId="{B0646888-5EB8-446E-99B5-1611106A03B6}" srcOrd="0" destOrd="0" presId="urn:microsoft.com/office/officeart/2005/8/layout/hList1"/>
    <dgm:cxn modelId="{DC3A5079-A6E8-4A5D-9C04-905FD6A70E9D}" srcId="{5397FD20-6682-400D-A4AC-7B6BA021A537}" destId="{CFD4D62F-A2AD-4043-9AFE-4E90A3B495C6}" srcOrd="3" destOrd="0" parTransId="{4DEB03AE-6386-4F6F-8C0E-B4F11559D575}" sibTransId="{99A0C1D7-784B-4E55-83F8-483B10391126}"/>
    <dgm:cxn modelId="{E00D4480-4063-45E0-AFB8-046AA1D1DFDC}" type="presOf" srcId="{CFD4D62F-A2AD-4043-9AFE-4E90A3B495C6}" destId="{C69CB514-3E64-4725-B3F5-63C2BA598E95}" srcOrd="0" destOrd="3" presId="urn:microsoft.com/office/officeart/2005/8/layout/hList1"/>
    <dgm:cxn modelId="{96E67186-62F7-4927-ACB4-64BACF26A624}" srcId="{CED5D01C-62C0-41E1-B432-28BEB1E9126F}" destId="{3AE2587F-F6DC-43F3-88AF-6DBDB9395CA6}" srcOrd="0" destOrd="0" parTransId="{DDF21A99-223A-4502-9D6C-E5777DE16515}" sibTransId="{9A6F4CFA-27DC-46CE-B4ED-6ED56D79C2D9}"/>
    <dgm:cxn modelId="{4D07F591-62F9-49A8-A3A4-A4A0F6773321}" type="presOf" srcId="{FA127AA3-C62E-44DA-AB68-439A8136B0EB}" destId="{C69CB514-3E64-4725-B3F5-63C2BA598E95}" srcOrd="0" destOrd="2" presId="urn:microsoft.com/office/officeart/2005/8/layout/hList1"/>
    <dgm:cxn modelId="{C7E6F099-0CF2-4A59-9B78-6BCCF5B771B6}" srcId="{7F31CC16-62E2-4654-8828-421AFB4552FA}" destId="{27DC4810-17AA-4C01-B8A6-E044AA42FE22}" srcOrd="0" destOrd="0" parTransId="{CB1D09D8-1691-4C9D-829A-74D290C64544}" sibTransId="{4C4B1EFC-EB09-4554-B588-DD557A3DA703}"/>
    <dgm:cxn modelId="{F11B9F9A-2AF7-4F0C-9AF4-656F437087DF}" type="presOf" srcId="{AAFEBDE3-9BBC-47A0-A2E5-5B7482E83AA1}" destId="{BC461368-AD65-4E7E-8B48-78D322E66CA5}" srcOrd="0" destOrd="1" presId="urn:microsoft.com/office/officeart/2005/8/layout/hList1"/>
    <dgm:cxn modelId="{0C0108A3-51A4-4019-A510-B90C1A575D00}" srcId="{5397FD20-6682-400D-A4AC-7B6BA021A537}" destId="{B4B671DC-58EB-4729-A84F-C94F2F141BBF}" srcOrd="4" destOrd="0" parTransId="{A3C5D81F-EF52-4771-9C92-53B80E7C8EB8}" sibTransId="{313EA40D-A666-402E-B6E2-21AC7090283E}"/>
    <dgm:cxn modelId="{7FDC21A8-4C24-46E5-B82A-9ABBB908AA9A}" srcId="{7F31CC16-62E2-4654-8828-421AFB4552FA}" destId="{CB5A75A6-60DC-4B44-A188-CB81908AB598}" srcOrd="1" destOrd="0" parTransId="{31620355-7CEF-4734-B787-BFD03F618002}" sibTransId="{8F141180-D85A-4E61-AF28-A1A7D777E021}"/>
    <dgm:cxn modelId="{2830B0AA-8547-4B7B-BBBF-3CB47DD08E8C}" srcId="{5397FD20-6682-400D-A4AC-7B6BA021A537}" destId="{11438384-0CE4-40A7-8B72-A5DFCB699041}" srcOrd="1" destOrd="0" parTransId="{30A5DD67-277D-49DC-AD3E-F88491746610}" sibTransId="{263BF5F3-E212-4742-B701-4953ECE456DB}"/>
    <dgm:cxn modelId="{711D4FB6-3D9D-47B2-BFC4-3731D18967F7}" type="presOf" srcId="{CB5A75A6-60DC-4B44-A188-CB81908AB598}" destId="{B0646888-5EB8-446E-99B5-1611106A03B6}" srcOrd="0" destOrd="1" presId="urn:microsoft.com/office/officeart/2005/8/layout/hList1"/>
    <dgm:cxn modelId="{75CA4FBE-E8EA-4AA7-9FEC-BA8E1178FDA8}" type="presOf" srcId="{7F31CC16-62E2-4654-8828-421AFB4552FA}" destId="{155597AC-9E0D-4533-A476-A58BB5E844AF}" srcOrd="0" destOrd="0" presId="urn:microsoft.com/office/officeart/2005/8/layout/hList1"/>
    <dgm:cxn modelId="{7A337AC1-D389-4639-BCAD-4E303614F7BC}" type="presOf" srcId="{5397FD20-6682-400D-A4AC-7B6BA021A537}" destId="{73162C80-C094-4756-A954-058C83982E3F}" srcOrd="0" destOrd="0" presId="urn:microsoft.com/office/officeart/2005/8/layout/hList1"/>
    <dgm:cxn modelId="{ABFF35C7-4D48-4F37-9AFA-94B3DD3827BB}" type="presOf" srcId="{B84D7EAB-C603-4C3A-B148-252F03FEBEFC}" destId="{F33799EE-697F-4468-A8FC-2D24CFF6DF3A}" srcOrd="0" destOrd="0" presId="urn:microsoft.com/office/officeart/2005/8/layout/hList1"/>
    <dgm:cxn modelId="{52BCD3DB-CB12-46DF-895E-649367C3E3EF}" type="presOf" srcId="{11438384-0CE4-40A7-8B72-A5DFCB699041}" destId="{C69CB514-3E64-4725-B3F5-63C2BA598E95}" srcOrd="0" destOrd="1" presId="urn:microsoft.com/office/officeart/2005/8/layout/hList1"/>
    <dgm:cxn modelId="{16F6B0F1-640A-4E2E-BB3E-AD4181BBEDB7}" srcId="{5397FD20-6682-400D-A4AC-7B6BA021A537}" destId="{563CA143-03D6-4FB9-8CBD-337815123D88}" srcOrd="0" destOrd="0" parTransId="{748DCBD3-6932-44DC-A91F-665EAFC12BDF}" sibTransId="{076A045B-7B5C-4181-B4CC-992806057AB1}"/>
    <dgm:cxn modelId="{FB7F4DF7-A143-498B-9C93-30B408AD9581}" srcId="{5397FD20-6682-400D-A4AC-7B6BA021A537}" destId="{FA127AA3-C62E-44DA-AB68-439A8136B0EB}" srcOrd="2" destOrd="0" parTransId="{B4983866-34E2-471B-8EBF-AF28D3ECFC25}" sibTransId="{4455EF63-0575-4607-8746-ABDD80991F08}"/>
    <dgm:cxn modelId="{C7009D02-1D7D-4803-AC49-B6C142455DC8}" type="presParOf" srcId="{F33799EE-697F-4468-A8FC-2D24CFF6DF3A}" destId="{5E4C1FB5-B022-46C7-8DDD-E208ED4D21D7}" srcOrd="0" destOrd="0" presId="urn:microsoft.com/office/officeart/2005/8/layout/hList1"/>
    <dgm:cxn modelId="{8688858F-354A-44BD-A298-DA2603A8A092}" type="presParOf" srcId="{5E4C1FB5-B022-46C7-8DDD-E208ED4D21D7}" destId="{73162C80-C094-4756-A954-058C83982E3F}" srcOrd="0" destOrd="0" presId="urn:microsoft.com/office/officeart/2005/8/layout/hList1"/>
    <dgm:cxn modelId="{8D876164-1ABE-4DA6-89D5-5B8BB81EC388}" type="presParOf" srcId="{5E4C1FB5-B022-46C7-8DDD-E208ED4D21D7}" destId="{C69CB514-3E64-4725-B3F5-63C2BA598E95}" srcOrd="1" destOrd="0" presId="urn:microsoft.com/office/officeart/2005/8/layout/hList1"/>
    <dgm:cxn modelId="{5CB85EE7-9DCE-4B5F-88A6-3DBD995327E4}" type="presParOf" srcId="{F33799EE-697F-4468-A8FC-2D24CFF6DF3A}" destId="{6C0750E6-96D2-4F81-8402-90E31858E818}" srcOrd="1" destOrd="0" presId="urn:microsoft.com/office/officeart/2005/8/layout/hList1"/>
    <dgm:cxn modelId="{590EA1C5-793C-44BD-8C33-39AF34B14161}" type="presParOf" srcId="{F33799EE-697F-4468-A8FC-2D24CFF6DF3A}" destId="{B108405A-9E24-4A28-B3F3-F98BFAE82299}" srcOrd="2" destOrd="0" presId="urn:microsoft.com/office/officeart/2005/8/layout/hList1"/>
    <dgm:cxn modelId="{FC0D03BD-8C1C-4BD0-B724-3E4815207C26}" type="presParOf" srcId="{B108405A-9E24-4A28-B3F3-F98BFAE82299}" destId="{155597AC-9E0D-4533-A476-A58BB5E844AF}" srcOrd="0" destOrd="0" presId="urn:microsoft.com/office/officeart/2005/8/layout/hList1"/>
    <dgm:cxn modelId="{324837A1-0C5D-4AEF-A125-6683B4A2723B}" type="presParOf" srcId="{B108405A-9E24-4A28-B3F3-F98BFAE82299}" destId="{B0646888-5EB8-446E-99B5-1611106A03B6}" srcOrd="1" destOrd="0" presId="urn:microsoft.com/office/officeart/2005/8/layout/hList1"/>
    <dgm:cxn modelId="{51599270-4B58-4A16-BA65-32BCD4BA1726}" type="presParOf" srcId="{F33799EE-697F-4468-A8FC-2D24CFF6DF3A}" destId="{3C43CB42-8279-40A3-B28C-A42C55E9D248}" srcOrd="3" destOrd="0" presId="urn:microsoft.com/office/officeart/2005/8/layout/hList1"/>
    <dgm:cxn modelId="{9747AD3B-53EF-4580-9328-CD0ADBF64561}" type="presParOf" srcId="{F33799EE-697F-4468-A8FC-2D24CFF6DF3A}" destId="{06D6B296-E649-4553-AF78-4D2CED9C981D}" srcOrd="4" destOrd="0" presId="urn:microsoft.com/office/officeart/2005/8/layout/hList1"/>
    <dgm:cxn modelId="{A3049F30-451B-416A-9402-797BA5281664}" type="presParOf" srcId="{06D6B296-E649-4553-AF78-4D2CED9C981D}" destId="{1279F8FC-B574-4B4F-BCF5-A043C58E8462}" srcOrd="0" destOrd="0" presId="urn:microsoft.com/office/officeart/2005/8/layout/hList1"/>
    <dgm:cxn modelId="{FE3B4DDF-CE70-4D0E-BF94-8BE8C8170454}" type="presParOf" srcId="{06D6B296-E649-4553-AF78-4D2CED9C981D}" destId="{BC461368-AD65-4E7E-8B48-78D322E66CA5}"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0.xml><?xml version="1.0" encoding="utf-8"?>
<dgm:dataModel xmlns:dgm="http://schemas.openxmlformats.org/drawingml/2006/diagram" xmlns:a="http://schemas.openxmlformats.org/drawingml/2006/main">
  <dgm:ptLst>
    <dgm:pt modelId="{F219F37F-8047-4464-91A2-49C919BCDA3E}" type="doc">
      <dgm:prSet loTypeId="urn:microsoft.com/office/officeart/2008/layout/RadialCluster" loCatId="cycle" qsTypeId="urn:microsoft.com/office/officeart/2005/8/quickstyle/simple3" qsCatId="simple" csTypeId="urn:microsoft.com/office/officeart/2005/8/colors/colorful1" csCatId="colorful" phldr="1"/>
      <dgm:spPr/>
      <dgm:t>
        <a:bodyPr/>
        <a:lstStyle/>
        <a:p>
          <a:endParaRPr lang="en-IN"/>
        </a:p>
      </dgm:t>
    </dgm:pt>
    <dgm:pt modelId="{EDE690F9-D2F7-4ED6-BFCE-63E43BD51804}">
      <dgm:prSet custT="1"/>
      <dgm:spPr/>
      <dgm:t>
        <a:bodyPr/>
        <a:lstStyle/>
        <a:p>
          <a:pPr algn="ctr"/>
          <a:r>
            <a:rPr lang="en-US" sz="1600" b="0" dirty="0"/>
            <a:t>1. Inversion of Control (IoC)</a:t>
          </a:r>
        </a:p>
      </dgm:t>
    </dgm:pt>
    <dgm:pt modelId="{B510F1EA-CB90-4FC5-8E9A-898AD7271418}" type="parTrans" cxnId="{C39E3ABB-5386-4E08-9164-7790F12C17F6}">
      <dgm:prSet/>
      <dgm:spPr/>
      <dgm:t>
        <a:bodyPr/>
        <a:lstStyle/>
        <a:p>
          <a:pPr algn="ctr"/>
          <a:endParaRPr lang="en-IN" sz="1600" b="0"/>
        </a:p>
      </dgm:t>
    </dgm:pt>
    <dgm:pt modelId="{805C142F-74C7-4541-98C4-9C5A06782E3E}" type="sibTrans" cxnId="{C39E3ABB-5386-4E08-9164-7790F12C17F6}">
      <dgm:prSet/>
      <dgm:spPr/>
      <dgm:t>
        <a:bodyPr/>
        <a:lstStyle/>
        <a:p>
          <a:pPr algn="ctr"/>
          <a:endParaRPr lang="en-IN" sz="1600" b="0"/>
        </a:p>
      </dgm:t>
    </dgm:pt>
    <dgm:pt modelId="{1FAC7459-07EE-4469-A03A-8921DA7CBE59}">
      <dgm:prSet custT="1"/>
      <dgm:spPr/>
      <dgm:t>
        <a:bodyPr/>
        <a:lstStyle/>
        <a:p>
          <a:pPr algn="ctr"/>
          <a:r>
            <a:rPr lang="en-US" sz="1600" b="0" dirty="0"/>
            <a:t>2. Dependency Injection (DI)</a:t>
          </a:r>
        </a:p>
      </dgm:t>
    </dgm:pt>
    <dgm:pt modelId="{9765F242-2260-4BDE-9FE5-5DC3230F0730}" type="parTrans" cxnId="{2D371639-87BB-4ECF-BF15-FCAA626F11D6}">
      <dgm:prSet/>
      <dgm:spPr/>
      <dgm:t>
        <a:bodyPr/>
        <a:lstStyle/>
        <a:p>
          <a:pPr algn="ctr"/>
          <a:endParaRPr lang="en-IN" sz="1600" b="0"/>
        </a:p>
      </dgm:t>
    </dgm:pt>
    <dgm:pt modelId="{8AE6B62D-4542-4864-8F4D-ABB00F5AAAB0}" type="sibTrans" cxnId="{2D371639-87BB-4ECF-BF15-FCAA626F11D6}">
      <dgm:prSet/>
      <dgm:spPr/>
      <dgm:t>
        <a:bodyPr/>
        <a:lstStyle/>
        <a:p>
          <a:pPr algn="ctr"/>
          <a:endParaRPr lang="en-IN" sz="1600" b="0"/>
        </a:p>
      </dgm:t>
    </dgm:pt>
    <dgm:pt modelId="{0D0B7206-7B2E-4E3B-8500-D9E8C7DA0467}">
      <dgm:prSet custT="1"/>
      <dgm:spPr/>
      <dgm:t>
        <a:bodyPr/>
        <a:lstStyle/>
        <a:p>
          <a:pPr algn="ctr"/>
          <a:r>
            <a:rPr lang="en-US" sz="1600" b="0" dirty="0"/>
            <a:t>3. Spring Container</a:t>
          </a:r>
        </a:p>
      </dgm:t>
    </dgm:pt>
    <dgm:pt modelId="{515D4AB0-5A75-499E-9729-DD3ED9D63A45}" type="parTrans" cxnId="{161D50E8-483B-42B0-B550-C4A6CFA46A93}">
      <dgm:prSet/>
      <dgm:spPr/>
      <dgm:t>
        <a:bodyPr/>
        <a:lstStyle/>
        <a:p>
          <a:pPr algn="ctr"/>
          <a:endParaRPr lang="en-IN" sz="1600" b="0"/>
        </a:p>
      </dgm:t>
    </dgm:pt>
    <dgm:pt modelId="{67E60D56-F7FB-4400-836C-851187D36700}" type="sibTrans" cxnId="{161D50E8-483B-42B0-B550-C4A6CFA46A93}">
      <dgm:prSet/>
      <dgm:spPr/>
      <dgm:t>
        <a:bodyPr/>
        <a:lstStyle/>
        <a:p>
          <a:pPr algn="ctr"/>
          <a:endParaRPr lang="en-IN" sz="1600" b="0"/>
        </a:p>
      </dgm:t>
    </dgm:pt>
    <dgm:pt modelId="{725D495A-0099-400C-9BC8-ED292AE52784}">
      <dgm:prSet custT="1"/>
      <dgm:spPr/>
      <dgm:t>
        <a:bodyPr/>
        <a:lstStyle/>
        <a:p>
          <a:pPr algn="ctr"/>
          <a:r>
            <a:rPr lang="en-US" sz="1600" b="0" dirty="0"/>
            <a:t>4. Spring MVC</a:t>
          </a:r>
        </a:p>
      </dgm:t>
    </dgm:pt>
    <dgm:pt modelId="{CFB3A48D-E444-4CFD-982A-A9F4687AC86B}" type="parTrans" cxnId="{1E33E660-44EC-447B-A577-5722D60CCCA1}">
      <dgm:prSet/>
      <dgm:spPr/>
      <dgm:t>
        <a:bodyPr/>
        <a:lstStyle/>
        <a:p>
          <a:pPr algn="ctr"/>
          <a:endParaRPr lang="en-IN" sz="1600" b="0"/>
        </a:p>
      </dgm:t>
    </dgm:pt>
    <dgm:pt modelId="{1FA5FE14-13FF-4DBB-B2D7-CCC368573E83}" type="sibTrans" cxnId="{1E33E660-44EC-447B-A577-5722D60CCCA1}">
      <dgm:prSet/>
      <dgm:spPr/>
      <dgm:t>
        <a:bodyPr/>
        <a:lstStyle/>
        <a:p>
          <a:pPr algn="ctr"/>
          <a:endParaRPr lang="en-IN" sz="1600" b="0"/>
        </a:p>
      </dgm:t>
    </dgm:pt>
    <dgm:pt modelId="{E3175AFB-AF70-4E73-9662-5AB305ABD54E}">
      <dgm:prSet custT="1"/>
      <dgm:spPr/>
      <dgm:t>
        <a:bodyPr/>
        <a:lstStyle/>
        <a:p>
          <a:pPr algn="ctr"/>
          <a:r>
            <a:rPr lang="en-US" sz="1600" b="0" dirty="0"/>
            <a:t>5. Spring Data Access (ORM)</a:t>
          </a:r>
        </a:p>
      </dgm:t>
    </dgm:pt>
    <dgm:pt modelId="{BECC7847-F1F0-4551-BDF7-6F35BBC8F419}" type="parTrans" cxnId="{7FE5D957-0050-4EC3-BC84-641919F09BFD}">
      <dgm:prSet/>
      <dgm:spPr/>
      <dgm:t>
        <a:bodyPr/>
        <a:lstStyle/>
        <a:p>
          <a:pPr algn="ctr"/>
          <a:endParaRPr lang="en-IN" sz="1600" b="0"/>
        </a:p>
      </dgm:t>
    </dgm:pt>
    <dgm:pt modelId="{29B933D4-FA61-4955-B3DE-8EE89AF98E08}" type="sibTrans" cxnId="{7FE5D957-0050-4EC3-BC84-641919F09BFD}">
      <dgm:prSet/>
      <dgm:spPr/>
      <dgm:t>
        <a:bodyPr/>
        <a:lstStyle/>
        <a:p>
          <a:pPr algn="ctr"/>
          <a:endParaRPr lang="en-IN" sz="1600" b="0"/>
        </a:p>
      </dgm:t>
    </dgm:pt>
    <dgm:pt modelId="{00452A70-41E3-4402-8CE2-89064D990395}">
      <dgm:prSet custT="1"/>
      <dgm:spPr/>
      <dgm:t>
        <a:bodyPr/>
        <a:lstStyle/>
        <a:p>
          <a:pPr algn="ctr"/>
          <a:r>
            <a:rPr lang="en-US" sz="1600" b="0" dirty="0"/>
            <a:t>6. Simplified Configuration</a:t>
          </a:r>
        </a:p>
      </dgm:t>
    </dgm:pt>
    <dgm:pt modelId="{093372B9-221D-4BF7-B76A-8595B83FB7B4}" type="parTrans" cxnId="{C4209608-4BFB-452C-A181-64A7B0D00EF0}">
      <dgm:prSet/>
      <dgm:spPr/>
      <dgm:t>
        <a:bodyPr/>
        <a:lstStyle/>
        <a:p>
          <a:pPr algn="ctr"/>
          <a:endParaRPr lang="en-IN" sz="1600" b="0"/>
        </a:p>
      </dgm:t>
    </dgm:pt>
    <dgm:pt modelId="{51AAF778-2677-4A5B-9921-2B4155DC8E6E}" type="sibTrans" cxnId="{C4209608-4BFB-452C-A181-64A7B0D00EF0}">
      <dgm:prSet/>
      <dgm:spPr/>
      <dgm:t>
        <a:bodyPr/>
        <a:lstStyle/>
        <a:p>
          <a:pPr algn="ctr"/>
          <a:endParaRPr lang="en-IN" sz="1600" b="0"/>
        </a:p>
      </dgm:t>
    </dgm:pt>
    <dgm:pt modelId="{F94C8267-0B76-4D9F-B148-179F82B68825}">
      <dgm:prSet custT="1"/>
      <dgm:spPr/>
      <dgm:t>
        <a:bodyPr/>
        <a:lstStyle/>
        <a:p>
          <a:pPr algn="ctr"/>
          <a:r>
            <a:rPr lang="en-US" sz="1600" b="0" dirty="0"/>
            <a:t>7. Real-Time Capabilities</a:t>
          </a:r>
        </a:p>
      </dgm:t>
    </dgm:pt>
    <dgm:pt modelId="{2B4DB41C-5D77-43BC-BA23-BE0890EEB320}" type="parTrans" cxnId="{02592A22-D22E-4467-A78F-11C191F0630C}">
      <dgm:prSet/>
      <dgm:spPr/>
      <dgm:t>
        <a:bodyPr/>
        <a:lstStyle/>
        <a:p>
          <a:pPr algn="ctr"/>
          <a:endParaRPr lang="en-IN" sz="1600" b="0"/>
        </a:p>
      </dgm:t>
    </dgm:pt>
    <dgm:pt modelId="{B7B86943-32DD-40E8-B23D-2F33D909D9E9}" type="sibTrans" cxnId="{02592A22-D22E-4467-A78F-11C191F0630C}">
      <dgm:prSet/>
      <dgm:spPr/>
      <dgm:t>
        <a:bodyPr/>
        <a:lstStyle/>
        <a:p>
          <a:pPr algn="ctr"/>
          <a:endParaRPr lang="en-IN" sz="1600" b="0"/>
        </a:p>
      </dgm:t>
    </dgm:pt>
    <dgm:pt modelId="{2B9AC443-87BE-4E26-9C94-9F5DF686BC35}">
      <dgm:prSet custT="1"/>
      <dgm:spPr/>
      <dgm:t>
        <a:bodyPr/>
        <a:lstStyle/>
        <a:p>
          <a:pPr algn="ctr"/>
          <a:r>
            <a:rPr lang="en-US" sz="1800" b="1" dirty="0"/>
            <a:t>Spring Features</a:t>
          </a:r>
        </a:p>
      </dgm:t>
    </dgm:pt>
    <dgm:pt modelId="{73543A33-1472-4722-B80D-70444A271E84}" type="parTrans" cxnId="{26BA5924-ED73-4191-A9FB-6DBB85FDDD92}">
      <dgm:prSet/>
      <dgm:spPr/>
      <dgm:t>
        <a:bodyPr/>
        <a:lstStyle/>
        <a:p>
          <a:pPr algn="ctr"/>
          <a:endParaRPr lang="en-IN" sz="1600" b="0"/>
        </a:p>
      </dgm:t>
    </dgm:pt>
    <dgm:pt modelId="{AE5A68AB-3255-4B08-9A37-ACC6C5BD9DD7}" type="sibTrans" cxnId="{26BA5924-ED73-4191-A9FB-6DBB85FDDD92}">
      <dgm:prSet/>
      <dgm:spPr/>
      <dgm:t>
        <a:bodyPr/>
        <a:lstStyle/>
        <a:p>
          <a:pPr algn="ctr"/>
          <a:endParaRPr lang="en-IN" sz="1600" b="0"/>
        </a:p>
      </dgm:t>
    </dgm:pt>
    <dgm:pt modelId="{651CBDD2-C5F0-488A-8D1E-13EE2F12ED4D}" type="pres">
      <dgm:prSet presAssocID="{F219F37F-8047-4464-91A2-49C919BCDA3E}" presName="Name0" presStyleCnt="0">
        <dgm:presLayoutVars>
          <dgm:chMax val="1"/>
          <dgm:chPref val="1"/>
          <dgm:dir/>
          <dgm:animOne val="branch"/>
          <dgm:animLvl val="lvl"/>
        </dgm:presLayoutVars>
      </dgm:prSet>
      <dgm:spPr/>
    </dgm:pt>
    <dgm:pt modelId="{35A5F557-50C7-4E37-9D38-127CCFFFE5EC}" type="pres">
      <dgm:prSet presAssocID="{2B9AC443-87BE-4E26-9C94-9F5DF686BC35}" presName="singleCycle" presStyleCnt="0"/>
      <dgm:spPr/>
    </dgm:pt>
    <dgm:pt modelId="{CE3B438E-A3A8-4288-B660-65800AA2145E}" type="pres">
      <dgm:prSet presAssocID="{2B9AC443-87BE-4E26-9C94-9F5DF686BC35}" presName="singleCenter" presStyleLbl="node1" presStyleIdx="0" presStyleCnt="8">
        <dgm:presLayoutVars>
          <dgm:chMax val="7"/>
          <dgm:chPref val="7"/>
        </dgm:presLayoutVars>
      </dgm:prSet>
      <dgm:spPr/>
    </dgm:pt>
    <dgm:pt modelId="{2164B0DA-846D-4CEA-8D0B-9D3405431FB8}" type="pres">
      <dgm:prSet presAssocID="{B510F1EA-CB90-4FC5-8E9A-898AD7271418}" presName="Name56" presStyleLbl="parChTrans1D2" presStyleIdx="0" presStyleCnt="7"/>
      <dgm:spPr/>
    </dgm:pt>
    <dgm:pt modelId="{87CAC230-9094-40A2-ACEE-2F58C5BBDBDF}" type="pres">
      <dgm:prSet presAssocID="{EDE690F9-D2F7-4ED6-BFCE-63E43BD51804}" presName="text0" presStyleLbl="node1" presStyleIdx="1" presStyleCnt="8" custScaleX="190580" custScaleY="68165">
        <dgm:presLayoutVars>
          <dgm:bulletEnabled val="1"/>
        </dgm:presLayoutVars>
      </dgm:prSet>
      <dgm:spPr/>
    </dgm:pt>
    <dgm:pt modelId="{427934F6-B7C6-46A1-8948-A06B117EBA9F}" type="pres">
      <dgm:prSet presAssocID="{9765F242-2260-4BDE-9FE5-5DC3230F0730}" presName="Name56" presStyleLbl="parChTrans1D2" presStyleIdx="1" presStyleCnt="7"/>
      <dgm:spPr/>
    </dgm:pt>
    <dgm:pt modelId="{B0205D5C-BD25-4A2C-9605-7CF352B01094}" type="pres">
      <dgm:prSet presAssocID="{1FAC7459-07EE-4469-A03A-8921DA7CBE59}" presName="text0" presStyleLbl="node1" presStyleIdx="2" presStyleCnt="8" custScaleX="187854" custScaleY="68165" custRadScaleRad="107831" custRadScaleInc="27643">
        <dgm:presLayoutVars>
          <dgm:bulletEnabled val="1"/>
        </dgm:presLayoutVars>
      </dgm:prSet>
      <dgm:spPr/>
    </dgm:pt>
    <dgm:pt modelId="{DCF17471-CFEE-4E12-8FE0-9BF5A888132B}" type="pres">
      <dgm:prSet presAssocID="{515D4AB0-5A75-499E-9729-DD3ED9D63A45}" presName="Name56" presStyleLbl="parChTrans1D2" presStyleIdx="2" presStyleCnt="7"/>
      <dgm:spPr/>
    </dgm:pt>
    <dgm:pt modelId="{A3799860-C2AB-465A-AB87-6CEE015DDDB5}" type="pres">
      <dgm:prSet presAssocID="{0D0B7206-7B2E-4E3B-8500-D9E8C7DA0467}" presName="text0" presStyleLbl="node1" presStyleIdx="3" presStyleCnt="8" custScaleX="163537" custScaleY="68165">
        <dgm:presLayoutVars>
          <dgm:bulletEnabled val="1"/>
        </dgm:presLayoutVars>
      </dgm:prSet>
      <dgm:spPr/>
    </dgm:pt>
    <dgm:pt modelId="{A19E6E97-9F5A-4FC0-8E5B-60184F417B0A}" type="pres">
      <dgm:prSet presAssocID="{CFB3A48D-E444-4CFD-982A-A9F4687AC86B}" presName="Name56" presStyleLbl="parChTrans1D2" presStyleIdx="3" presStyleCnt="7"/>
      <dgm:spPr/>
    </dgm:pt>
    <dgm:pt modelId="{2DFDA142-5C15-4BD4-9BD3-33A3137EF22D}" type="pres">
      <dgm:prSet presAssocID="{725D495A-0099-400C-9BC8-ED292AE52784}" presName="text0" presStyleLbl="node1" presStyleIdx="4" presStyleCnt="8" custScaleX="169992" custScaleY="68165" custRadScaleRad="106992" custRadScaleInc="-26927">
        <dgm:presLayoutVars>
          <dgm:bulletEnabled val="1"/>
        </dgm:presLayoutVars>
      </dgm:prSet>
      <dgm:spPr/>
    </dgm:pt>
    <dgm:pt modelId="{44B5AD90-71EE-4E66-833B-4B2E567E8A9D}" type="pres">
      <dgm:prSet presAssocID="{BECC7847-F1F0-4551-BDF7-6F35BBC8F419}" presName="Name56" presStyleLbl="parChTrans1D2" presStyleIdx="4" presStyleCnt="7"/>
      <dgm:spPr/>
    </dgm:pt>
    <dgm:pt modelId="{8ED32520-0633-4584-93CA-554F7980819B}" type="pres">
      <dgm:prSet presAssocID="{E3175AFB-AF70-4E73-9662-5AB305ABD54E}" presName="text0" presStyleLbl="node1" presStyleIdx="5" presStyleCnt="8" custScaleX="184616" custScaleY="68165" custRadScaleRad="109282" custRadScaleInc="32049">
        <dgm:presLayoutVars>
          <dgm:bulletEnabled val="1"/>
        </dgm:presLayoutVars>
      </dgm:prSet>
      <dgm:spPr/>
    </dgm:pt>
    <dgm:pt modelId="{3EC81585-6956-4390-B83F-9E3F139903A8}" type="pres">
      <dgm:prSet presAssocID="{093372B9-221D-4BF7-B76A-8595B83FB7B4}" presName="Name56" presStyleLbl="parChTrans1D2" presStyleIdx="5" presStyleCnt="7"/>
      <dgm:spPr/>
    </dgm:pt>
    <dgm:pt modelId="{EEBB1DD7-D3C2-463A-969D-FEFC91F0E97E}" type="pres">
      <dgm:prSet presAssocID="{00452A70-41E3-4402-8CE2-89064D990395}" presName="text0" presStyleLbl="node1" presStyleIdx="6" presStyleCnt="8" custScaleX="157779" custScaleY="68165" custRadScaleRad="105924" custRadScaleInc="2841">
        <dgm:presLayoutVars>
          <dgm:bulletEnabled val="1"/>
        </dgm:presLayoutVars>
      </dgm:prSet>
      <dgm:spPr/>
    </dgm:pt>
    <dgm:pt modelId="{75D98580-F862-47D7-BB01-38F230294B16}" type="pres">
      <dgm:prSet presAssocID="{2B4DB41C-5D77-43BC-BA23-BE0890EEB320}" presName="Name56" presStyleLbl="parChTrans1D2" presStyleIdx="6" presStyleCnt="7"/>
      <dgm:spPr/>
    </dgm:pt>
    <dgm:pt modelId="{69D4EDEF-BD30-486C-9189-23567A546FCC}" type="pres">
      <dgm:prSet presAssocID="{F94C8267-0B76-4D9F-B148-179F82B68825}" presName="text0" presStyleLbl="node1" presStyleIdx="7" presStyleCnt="8" custScaleX="152234" custScaleY="68165" custRadScaleRad="121764" custRadScaleInc="-42935">
        <dgm:presLayoutVars>
          <dgm:bulletEnabled val="1"/>
        </dgm:presLayoutVars>
      </dgm:prSet>
      <dgm:spPr/>
    </dgm:pt>
  </dgm:ptLst>
  <dgm:cxnLst>
    <dgm:cxn modelId="{515ECA04-8098-4AFB-A276-348EE58BD1BD}" type="presOf" srcId="{1FAC7459-07EE-4469-A03A-8921DA7CBE59}" destId="{B0205D5C-BD25-4A2C-9605-7CF352B01094}" srcOrd="0" destOrd="0" presId="urn:microsoft.com/office/officeart/2008/layout/RadialCluster"/>
    <dgm:cxn modelId="{C4209608-4BFB-452C-A181-64A7B0D00EF0}" srcId="{2B9AC443-87BE-4E26-9C94-9F5DF686BC35}" destId="{00452A70-41E3-4402-8CE2-89064D990395}" srcOrd="5" destOrd="0" parTransId="{093372B9-221D-4BF7-B76A-8595B83FB7B4}" sibTransId="{51AAF778-2677-4A5B-9921-2B4155DC8E6E}"/>
    <dgm:cxn modelId="{02592A22-D22E-4467-A78F-11C191F0630C}" srcId="{2B9AC443-87BE-4E26-9C94-9F5DF686BC35}" destId="{F94C8267-0B76-4D9F-B148-179F82B68825}" srcOrd="6" destOrd="0" parTransId="{2B4DB41C-5D77-43BC-BA23-BE0890EEB320}" sibTransId="{B7B86943-32DD-40E8-B23D-2F33D909D9E9}"/>
    <dgm:cxn modelId="{26BA5924-ED73-4191-A9FB-6DBB85FDDD92}" srcId="{F219F37F-8047-4464-91A2-49C919BCDA3E}" destId="{2B9AC443-87BE-4E26-9C94-9F5DF686BC35}" srcOrd="0" destOrd="0" parTransId="{73543A33-1472-4722-B80D-70444A271E84}" sibTransId="{AE5A68AB-3255-4B08-9A37-ACC6C5BD9DD7}"/>
    <dgm:cxn modelId="{2495F82E-9FFE-42DA-875B-DF832F467C40}" type="presOf" srcId="{CFB3A48D-E444-4CFD-982A-A9F4687AC86B}" destId="{A19E6E97-9F5A-4FC0-8E5B-60184F417B0A}" srcOrd="0" destOrd="0" presId="urn:microsoft.com/office/officeart/2008/layout/RadialCluster"/>
    <dgm:cxn modelId="{2D371639-87BB-4ECF-BF15-FCAA626F11D6}" srcId="{2B9AC443-87BE-4E26-9C94-9F5DF686BC35}" destId="{1FAC7459-07EE-4469-A03A-8921DA7CBE59}" srcOrd="1" destOrd="0" parTransId="{9765F242-2260-4BDE-9FE5-5DC3230F0730}" sibTransId="{8AE6B62D-4542-4864-8F4D-ABB00F5AAAB0}"/>
    <dgm:cxn modelId="{F594113F-52C5-42FC-B254-63384834843C}" type="presOf" srcId="{B510F1EA-CB90-4FC5-8E9A-898AD7271418}" destId="{2164B0DA-846D-4CEA-8D0B-9D3405431FB8}" srcOrd="0" destOrd="0" presId="urn:microsoft.com/office/officeart/2008/layout/RadialCluster"/>
    <dgm:cxn modelId="{6E2D2240-9AEA-4C8F-B32E-41F9D346107A}" type="presOf" srcId="{EDE690F9-D2F7-4ED6-BFCE-63E43BD51804}" destId="{87CAC230-9094-40A2-ACEE-2F58C5BBDBDF}" srcOrd="0" destOrd="0" presId="urn:microsoft.com/office/officeart/2008/layout/RadialCluster"/>
    <dgm:cxn modelId="{62A3B15F-1C0B-4227-B802-086FEC1E51E1}" type="presOf" srcId="{0D0B7206-7B2E-4E3B-8500-D9E8C7DA0467}" destId="{A3799860-C2AB-465A-AB87-6CEE015DDDB5}" srcOrd="0" destOrd="0" presId="urn:microsoft.com/office/officeart/2008/layout/RadialCluster"/>
    <dgm:cxn modelId="{1E33E660-44EC-447B-A577-5722D60CCCA1}" srcId="{2B9AC443-87BE-4E26-9C94-9F5DF686BC35}" destId="{725D495A-0099-400C-9BC8-ED292AE52784}" srcOrd="3" destOrd="0" parTransId="{CFB3A48D-E444-4CFD-982A-A9F4687AC86B}" sibTransId="{1FA5FE14-13FF-4DBB-B2D7-CCC368573E83}"/>
    <dgm:cxn modelId="{2F769574-6C55-45C7-8AC4-A70CCD164CA6}" type="presOf" srcId="{725D495A-0099-400C-9BC8-ED292AE52784}" destId="{2DFDA142-5C15-4BD4-9BD3-33A3137EF22D}" srcOrd="0" destOrd="0" presId="urn:microsoft.com/office/officeart/2008/layout/RadialCluster"/>
    <dgm:cxn modelId="{5C56D855-30F8-4963-970B-70A6D84F8BF9}" type="presOf" srcId="{2B4DB41C-5D77-43BC-BA23-BE0890EEB320}" destId="{75D98580-F862-47D7-BB01-38F230294B16}" srcOrd="0" destOrd="0" presId="urn:microsoft.com/office/officeart/2008/layout/RadialCluster"/>
    <dgm:cxn modelId="{7FE5D957-0050-4EC3-BC84-641919F09BFD}" srcId="{2B9AC443-87BE-4E26-9C94-9F5DF686BC35}" destId="{E3175AFB-AF70-4E73-9662-5AB305ABD54E}" srcOrd="4" destOrd="0" parTransId="{BECC7847-F1F0-4551-BDF7-6F35BBC8F419}" sibTransId="{29B933D4-FA61-4955-B3DE-8EE89AF98E08}"/>
    <dgm:cxn modelId="{230CE778-7862-46ED-BB56-B545C1202904}" type="presOf" srcId="{2B9AC443-87BE-4E26-9C94-9F5DF686BC35}" destId="{CE3B438E-A3A8-4288-B660-65800AA2145E}" srcOrd="0" destOrd="0" presId="urn:microsoft.com/office/officeart/2008/layout/RadialCluster"/>
    <dgm:cxn modelId="{BFCD8293-B7DD-473B-BDCD-09E84A6CCD36}" type="presOf" srcId="{E3175AFB-AF70-4E73-9662-5AB305ABD54E}" destId="{8ED32520-0633-4584-93CA-554F7980819B}" srcOrd="0" destOrd="0" presId="urn:microsoft.com/office/officeart/2008/layout/RadialCluster"/>
    <dgm:cxn modelId="{BF383EA7-613D-4CBC-8561-60D2F56B75C8}" type="presOf" srcId="{093372B9-221D-4BF7-B76A-8595B83FB7B4}" destId="{3EC81585-6956-4390-B83F-9E3F139903A8}" srcOrd="0" destOrd="0" presId="urn:microsoft.com/office/officeart/2008/layout/RadialCluster"/>
    <dgm:cxn modelId="{8A9ECDAD-491E-4BCB-B412-603681B0CEB3}" type="presOf" srcId="{F94C8267-0B76-4D9F-B148-179F82B68825}" destId="{69D4EDEF-BD30-486C-9189-23567A546FCC}" srcOrd="0" destOrd="0" presId="urn:microsoft.com/office/officeart/2008/layout/RadialCluster"/>
    <dgm:cxn modelId="{C39E3ABB-5386-4E08-9164-7790F12C17F6}" srcId="{2B9AC443-87BE-4E26-9C94-9F5DF686BC35}" destId="{EDE690F9-D2F7-4ED6-BFCE-63E43BD51804}" srcOrd="0" destOrd="0" parTransId="{B510F1EA-CB90-4FC5-8E9A-898AD7271418}" sibTransId="{805C142F-74C7-4541-98C4-9C5A06782E3E}"/>
    <dgm:cxn modelId="{B400BBD1-3D49-45A5-A220-DDEFF8E41467}" type="presOf" srcId="{515D4AB0-5A75-499E-9729-DD3ED9D63A45}" destId="{DCF17471-CFEE-4E12-8FE0-9BF5A888132B}" srcOrd="0" destOrd="0" presId="urn:microsoft.com/office/officeart/2008/layout/RadialCluster"/>
    <dgm:cxn modelId="{C904BED5-F7FA-4154-A1E9-BA4D6F01BB43}" type="presOf" srcId="{9765F242-2260-4BDE-9FE5-5DC3230F0730}" destId="{427934F6-B7C6-46A1-8948-A06B117EBA9F}" srcOrd="0" destOrd="0" presId="urn:microsoft.com/office/officeart/2008/layout/RadialCluster"/>
    <dgm:cxn modelId="{E39CB2E5-BEF2-4D4B-BB8F-F3AA8D9E4BF9}" type="presOf" srcId="{00452A70-41E3-4402-8CE2-89064D990395}" destId="{EEBB1DD7-D3C2-463A-969D-FEFC91F0E97E}" srcOrd="0" destOrd="0" presId="urn:microsoft.com/office/officeart/2008/layout/RadialCluster"/>
    <dgm:cxn modelId="{161D50E8-483B-42B0-B550-C4A6CFA46A93}" srcId="{2B9AC443-87BE-4E26-9C94-9F5DF686BC35}" destId="{0D0B7206-7B2E-4E3B-8500-D9E8C7DA0467}" srcOrd="2" destOrd="0" parTransId="{515D4AB0-5A75-499E-9729-DD3ED9D63A45}" sibTransId="{67E60D56-F7FB-4400-836C-851187D36700}"/>
    <dgm:cxn modelId="{04CD1CEE-E378-4F94-97A3-DE96E0722CCF}" type="presOf" srcId="{BECC7847-F1F0-4551-BDF7-6F35BBC8F419}" destId="{44B5AD90-71EE-4E66-833B-4B2E567E8A9D}" srcOrd="0" destOrd="0" presId="urn:microsoft.com/office/officeart/2008/layout/RadialCluster"/>
    <dgm:cxn modelId="{0906C7F0-ECFD-4707-A946-0FE8990B1030}" type="presOf" srcId="{F219F37F-8047-4464-91A2-49C919BCDA3E}" destId="{651CBDD2-C5F0-488A-8D1E-13EE2F12ED4D}" srcOrd="0" destOrd="0" presId="urn:microsoft.com/office/officeart/2008/layout/RadialCluster"/>
    <dgm:cxn modelId="{D9078C9B-CDF8-4479-96EB-32030C613DFE}" type="presParOf" srcId="{651CBDD2-C5F0-488A-8D1E-13EE2F12ED4D}" destId="{35A5F557-50C7-4E37-9D38-127CCFFFE5EC}" srcOrd="0" destOrd="0" presId="urn:microsoft.com/office/officeart/2008/layout/RadialCluster"/>
    <dgm:cxn modelId="{387E167E-FF16-48C6-B2AE-AFBFC482A6E6}" type="presParOf" srcId="{35A5F557-50C7-4E37-9D38-127CCFFFE5EC}" destId="{CE3B438E-A3A8-4288-B660-65800AA2145E}" srcOrd="0" destOrd="0" presId="urn:microsoft.com/office/officeart/2008/layout/RadialCluster"/>
    <dgm:cxn modelId="{68E2C6D7-3E15-43A4-8EBA-26F1C9E85377}" type="presParOf" srcId="{35A5F557-50C7-4E37-9D38-127CCFFFE5EC}" destId="{2164B0DA-846D-4CEA-8D0B-9D3405431FB8}" srcOrd="1" destOrd="0" presId="urn:microsoft.com/office/officeart/2008/layout/RadialCluster"/>
    <dgm:cxn modelId="{FDE9F3AF-4BE8-416F-B668-64731EA05EBE}" type="presParOf" srcId="{35A5F557-50C7-4E37-9D38-127CCFFFE5EC}" destId="{87CAC230-9094-40A2-ACEE-2F58C5BBDBDF}" srcOrd="2" destOrd="0" presId="urn:microsoft.com/office/officeart/2008/layout/RadialCluster"/>
    <dgm:cxn modelId="{86AC273C-CADF-4E6A-A468-F89653DD451E}" type="presParOf" srcId="{35A5F557-50C7-4E37-9D38-127CCFFFE5EC}" destId="{427934F6-B7C6-46A1-8948-A06B117EBA9F}" srcOrd="3" destOrd="0" presId="urn:microsoft.com/office/officeart/2008/layout/RadialCluster"/>
    <dgm:cxn modelId="{EDC75E8D-DD44-4559-80AA-220152375099}" type="presParOf" srcId="{35A5F557-50C7-4E37-9D38-127CCFFFE5EC}" destId="{B0205D5C-BD25-4A2C-9605-7CF352B01094}" srcOrd="4" destOrd="0" presId="urn:microsoft.com/office/officeart/2008/layout/RadialCluster"/>
    <dgm:cxn modelId="{E1ECB2B4-F51D-47BD-B098-59BEE34D0326}" type="presParOf" srcId="{35A5F557-50C7-4E37-9D38-127CCFFFE5EC}" destId="{DCF17471-CFEE-4E12-8FE0-9BF5A888132B}" srcOrd="5" destOrd="0" presId="urn:microsoft.com/office/officeart/2008/layout/RadialCluster"/>
    <dgm:cxn modelId="{DFA23707-7E6F-44AD-9989-77F3A311719B}" type="presParOf" srcId="{35A5F557-50C7-4E37-9D38-127CCFFFE5EC}" destId="{A3799860-C2AB-465A-AB87-6CEE015DDDB5}" srcOrd="6" destOrd="0" presId="urn:microsoft.com/office/officeart/2008/layout/RadialCluster"/>
    <dgm:cxn modelId="{F51816AD-32A5-4353-BC80-CCF9DE5050A4}" type="presParOf" srcId="{35A5F557-50C7-4E37-9D38-127CCFFFE5EC}" destId="{A19E6E97-9F5A-4FC0-8E5B-60184F417B0A}" srcOrd="7" destOrd="0" presId="urn:microsoft.com/office/officeart/2008/layout/RadialCluster"/>
    <dgm:cxn modelId="{B828EB3F-4E7A-45D6-B483-07AC22DAA376}" type="presParOf" srcId="{35A5F557-50C7-4E37-9D38-127CCFFFE5EC}" destId="{2DFDA142-5C15-4BD4-9BD3-33A3137EF22D}" srcOrd="8" destOrd="0" presId="urn:microsoft.com/office/officeart/2008/layout/RadialCluster"/>
    <dgm:cxn modelId="{B9E0BEBD-1942-4F0B-81B3-C1E868424A45}" type="presParOf" srcId="{35A5F557-50C7-4E37-9D38-127CCFFFE5EC}" destId="{44B5AD90-71EE-4E66-833B-4B2E567E8A9D}" srcOrd="9" destOrd="0" presId="urn:microsoft.com/office/officeart/2008/layout/RadialCluster"/>
    <dgm:cxn modelId="{7DF04024-1E52-407A-B8BF-9028E9A98C6F}" type="presParOf" srcId="{35A5F557-50C7-4E37-9D38-127CCFFFE5EC}" destId="{8ED32520-0633-4584-93CA-554F7980819B}" srcOrd="10" destOrd="0" presId="urn:microsoft.com/office/officeart/2008/layout/RadialCluster"/>
    <dgm:cxn modelId="{404956DC-0AEC-4279-B257-4E5B1877DCD0}" type="presParOf" srcId="{35A5F557-50C7-4E37-9D38-127CCFFFE5EC}" destId="{3EC81585-6956-4390-B83F-9E3F139903A8}" srcOrd="11" destOrd="0" presId="urn:microsoft.com/office/officeart/2008/layout/RadialCluster"/>
    <dgm:cxn modelId="{0052F72D-FE37-4ED6-A577-98154FECBCD0}" type="presParOf" srcId="{35A5F557-50C7-4E37-9D38-127CCFFFE5EC}" destId="{EEBB1DD7-D3C2-463A-969D-FEFC91F0E97E}" srcOrd="12" destOrd="0" presId="urn:microsoft.com/office/officeart/2008/layout/RadialCluster"/>
    <dgm:cxn modelId="{896BCCA0-8CD6-4137-9141-7E395EC9FEF6}" type="presParOf" srcId="{35A5F557-50C7-4E37-9D38-127CCFFFE5EC}" destId="{75D98580-F862-47D7-BB01-38F230294B16}" srcOrd="13" destOrd="0" presId="urn:microsoft.com/office/officeart/2008/layout/RadialCluster"/>
    <dgm:cxn modelId="{21436BF8-4A9E-4230-8618-CD3E00387AAE}" type="presParOf" srcId="{35A5F557-50C7-4E37-9D38-127CCFFFE5EC}" destId="{69D4EDEF-BD30-486C-9189-23567A546FCC}" srcOrd="14" destOrd="0" presId="urn:microsoft.com/office/officeart/2008/layout/RadialCluster"/>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61.xml><?xml version="1.0" encoding="utf-8"?>
<dgm:dataModel xmlns:dgm="http://schemas.openxmlformats.org/drawingml/2006/diagram" xmlns:a="http://schemas.openxmlformats.org/drawingml/2006/main">
  <dgm:ptLst>
    <dgm:pt modelId="{994A7A64-ECA3-4293-9EBC-76EDD8E25E1D}" type="doc">
      <dgm:prSet loTypeId="urn:microsoft.com/office/officeart/2005/8/layout/chevron2" loCatId="process" qsTypeId="urn:microsoft.com/office/officeart/2005/8/quickstyle/simple3" qsCatId="simple" csTypeId="urn:microsoft.com/office/officeart/2005/8/colors/colorful1" csCatId="colorful" phldr="1"/>
      <dgm:spPr/>
      <dgm:t>
        <a:bodyPr/>
        <a:lstStyle/>
        <a:p>
          <a:endParaRPr lang="en-IN"/>
        </a:p>
      </dgm:t>
    </dgm:pt>
    <dgm:pt modelId="{12A23312-85C2-4EC8-B534-D454E2342BAB}">
      <dgm:prSet phldrT="[Text]" custT="1"/>
      <dgm:spPr/>
      <dgm:t>
        <a:bodyPr/>
        <a:lstStyle/>
        <a:p>
          <a:pPr algn="ctr"/>
          <a:r>
            <a:rPr lang="en-US" sz="1800" dirty="0"/>
            <a:t>1. </a:t>
          </a:r>
          <a:endParaRPr lang="en-IN" sz="1800" dirty="0"/>
        </a:p>
      </dgm:t>
    </dgm:pt>
    <dgm:pt modelId="{4EC1F891-4903-47B4-88A3-293FFE7C14DB}" type="parTrans" cxnId="{152D490C-7C49-41B3-ACD4-FE787E62F77D}">
      <dgm:prSet/>
      <dgm:spPr/>
      <dgm:t>
        <a:bodyPr/>
        <a:lstStyle/>
        <a:p>
          <a:pPr algn="l"/>
          <a:endParaRPr lang="en-IN" sz="1800"/>
        </a:p>
      </dgm:t>
    </dgm:pt>
    <dgm:pt modelId="{CC2A5EE7-1CB4-454B-887C-892AA9194B3E}" type="sibTrans" cxnId="{152D490C-7C49-41B3-ACD4-FE787E62F77D}">
      <dgm:prSet/>
      <dgm:spPr/>
      <dgm:t>
        <a:bodyPr/>
        <a:lstStyle/>
        <a:p>
          <a:pPr algn="l"/>
          <a:endParaRPr lang="en-IN" sz="1800"/>
        </a:p>
      </dgm:t>
    </dgm:pt>
    <dgm:pt modelId="{76CAEF74-5DEF-41C8-9DDB-3C34761201E0}">
      <dgm:prSet phldrT="[Text]" custT="1"/>
      <dgm:spPr/>
      <dgm:t>
        <a:bodyPr/>
        <a:lstStyle/>
        <a:p>
          <a:pPr algn="ctr"/>
          <a:r>
            <a:rPr lang="en-US" sz="1800" dirty="0"/>
            <a:t>2. </a:t>
          </a:r>
          <a:endParaRPr lang="en-IN" sz="1800" dirty="0"/>
        </a:p>
      </dgm:t>
    </dgm:pt>
    <dgm:pt modelId="{A6407591-6B93-42C0-ABA7-E170FA3E1666}" type="parTrans" cxnId="{DCDF0352-C7D7-465C-813F-5AC554D9430D}">
      <dgm:prSet/>
      <dgm:spPr/>
      <dgm:t>
        <a:bodyPr/>
        <a:lstStyle/>
        <a:p>
          <a:pPr algn="l"/>
          <a:endParaRPr lang="en-IN" sz="1800"/>
        </a:p>
      </dgm:t>
    </dgm:pt>
    <dgm:pt modelId="{E2091673-C61E-4A81-90BC-22DCC44C54B3}" type="sibTrans" cxnId="{DCDF0352-C7D7-465C-813F-5AC554D9430D}">
      <dgm:prSet/>
      <dgm:spPr/>
      <dgm:t>
        <a:bodyPr/>
        <a:lstStyle/>
        <a:p>
          <a:pPr algn="l"/>
          <a:endParaRPr lang="en-IN" sz="1800"/>
        </a:p>
      </dgm:t>
    </dgm:pt>
    <dgm:pt modelId="{DF69BA74-04DD-4404-9BE4-3EEBEE150D0A}">
      <dgm:prSet phldrT="[Text]" custT="1"/>
      <dgm:spPr/>
      <dgm:t>
        <a:bodyPr/>
        <a:lstStyle/>
        <a:p>
          <a:pPr algn="ctr"/>
          <a:r>
            <a:rPr lang="en-US" sz="1800" dirty="0"/>
            <a:t>3. </a:t>
          </a:r>
          <a:endParaRPr lang="en-IN" sz="1800" dirty="0"/>
        </a:p>
      </dgm:t>
    </dgm:pt>
    <dgm:pt modelId="{94F66B16-8350-4E33-84CA-9AD1A5246505}" type="parTrans" cxnId="{88B9B38C-CE2D-40DA-B47B-1F3076A6F9F5}">
      <dgm:prSet/>
      <dgm:spPr/>
      <dgm:t>
        <a:bodyPr/>
        <a:lstStyle/>
        <a:p>
          <a:pPr algn="l"/>
          <a:endParaRPr lang="en-IN" sz="1800"/>
        </a:p>
      </dgm:t>
    </dgm:pt>
    <dgm:pt modelId="{2DDBBB13-E6C4-4B09-A61F-F9CED3462817}" type="sibTrans" cxnId="{88B9B38C-CE2D-40DA-B47B-1F3076A6F9F5}">
      <dgm:prSet/>
      <dgm:spPr/>
      <dgm:t>
        <a:bodyPr/>
        <a:lstStyle/>
        <a:p>
          <a:pPr algn="l"/>
          <a:endParaRPr lang="en-IN" sz="1800"/>
        </a:p>
      </dgm:t>
    </dgm:pt>
    <dgm:pt modelId="{E6A1D905-D10B-483C-8C97-80DA84885C03}">
      <dgm:prSet phldrT="[Text]" custT="1"/>
      <dgm:spPr/>
      <dgm:t>
        <a:bodyPr/>
        <a:lstStyle/>
        <a:p>
          <a:pPr algn="ctr"/>
          <a:r>
            <a:rPr lang="en-US" sz="1800" dirty="0"/>
            <a:t>4. </a:t>
          </a:r>
          <a:endParaRPr lang="en-IN" sz="1800" dirty="0"/>
        </a:p>
      </dgm:t>
    </dgm:pt>
    <dgm:pt modelId="{D0725A7F-82E1-4D66-A728-5A3D776B7DE2}" type="parTrans" cxnId="{1381FD9D-4C7E-4857-9F9C-218F87E47557}">
      <dgm:prSet/>
      <dgm:spPr/>
      <dgm:t>
        <a:bodyPr/>
        <a:lstStyle/>
        <a:p>
          <a:pPr algn="l"/>
          <a:endParaRPr lang="en-IN" sz="1800"/>
        </a:p>
      </dgm:t>
    </dgm:pt>
    <dgm:pt modelId="{4857ADBA-1D4B-49D5-9D8F-CE2778688EE6}" type="sibTrans" cxnId="{1381FD9D-4C7E-4857-9F9C-218F87E47557}">
      <dgm:prSet/>
      <dgm:spPr/>
      <dgm:t>
        <a:bodyPr/>
        <a:lstStyle/>
        <a:p>
          <a:pPr algn="l"/>
          <a:endParaRPr lang="en-IN" sz="1800"/>
        </a:p>
      </dgm:t>
    </dgm:pt>
    <dgm:pt modelId="{74BA1595-8A14-42D5-9D32-52EE7B9B8151}">
      <dgm:prSet phldrT="[Text]" custT="1"/>
      <dgm:spPr/>
      <dgm:t>
        <a:bodyPr/>
        <a:lstStyle/>
        <a:p>
          <a:pPr algn="ctr"/>
          <a:r>
            <a:rPr lang="en-US" sz="1800" dirty="0"/>
            <a:t>5. </a:t>
          </a:r>
          <a:endParaRPr lang="en-IN" sz="1800" dirty="0"/>
        </a:p>
      </dgm:t>
    </dgm:pt>
    <dgm:pt modelId="{ABF5E488-05DD-485D-979A-2B4C98A03E82}" type="parTrans" cxnId="{836F0AB4-0B70-499B-AFD3-758B62BFD886}">
      <dgm:prSet/>
      <dgm:spPr/>
      <dgm:t>
        <a:bodyPr/>
        <a:lstStyle/>
        <a:p>
          <a:pPr algn="l"/>
          <a:endParaRPr lang="en-IN" sz="1800"/>
        </a:p>
      </dgm:t>
    </dgm:pt>
    <dgm:pt modelId="{6D63FF55-5B6C-4AF4-9DC4-623B47406C36}" type="sibTrans" cxnId="{836F0AB4-0B70-499B-AFD3-758B62BFD886}">
      <dgm:prSet/>
      <dgm:spPr/>
      <dgm:t>
        <a:bodyPr/>
        <a:lstStyle/>
        <a:p>
          <a:pPr algn="l"/>
          <a:endParaRPr lang="en-IN" sz="1800"/>
        </a:p>
      </dgm:t>
    </dgm:pt>
    <dgm:pt modelId="{624AAC36-1A20-40DB-8300-D8C5B82DF993}">
      <dgm:prSet phldrT="[Text]" custT="1"/>
      <dgm:spPr/>
      <dgm:t>
        <a:bodyPr/>
        <a:lstStyle/>
        <a:p>
          <a:pPr algn="ctr"/>
          <a:r>
            <a:rPr lang="en-US" sz="1800" dirty="0"/>
            <a:t>6. </a:t>
          </a:r>
          <a:endParaRPr lang="en-IN" sz="1800" dirty="0"/>
        </a:p>
      </dgm:t>
    </dgm:pt>
    <dgm:pt modelId="{344BF1E8-7F59-4EDA-A2E1-1BF0F352DAA1}" type="parTrans" cxnId="{E4F135D4-A439-4E66-B2D1-291BEA9E21B3}">
      <dgm:prSet/>
      <dgm:spPr/>
      <dgm:t>
        <a:bodyPr/>
        <a:lstStyle/>
        <a:p>
          <a:pPr algn="l"/>
          <a:endParaRPr lang="en-IN"/>
        </a:p>
      </dgm:t>
    </dgm:pt>
    <dgm:pt modelId="{78736C7A-51EF-4A4E-9667-299BE1150AC0}" type="sibTrans" cxnId="{E4F135D4-A439-4E66-B2D1-291BEA9E21B3}">
      <dgm:prSet/>
      <dgm:spPr/>
      <dgm:t>
        <a:bodyPr/>
        <a:lstStyle/>
        <a:p>
          <a:pPr algn="l"/>
          <a:endParaRPr lang="en-IN"/>
        </a:p>
      </dgm:t>
    </dgm:pt>
    <dgm:pt modelId="{4E357E22-D7D6-4DA9-B55A-957A5CDEC4FD}">
      <dgm:prSet phldrT="[Text]" custT="1"/>
      <dgm:spPr/>
      <dgm:t>
        <a:bodyPr/>
        <a:lstStyle/>
        <a:p>
          <a:pPr algn="l"/>
          <a:r>
            <a:rPr lang="en-US" sz="1800" dirty="0"/>
            <a:t>OOPS concepts/ Inheritance/ Polymorphism (Overriding)</a:t>
          </a:r>
          <a:endParaRPr lang="en-IN" sz="1800" dirty="0"/>
        </a:p>
      </dgm:t>
    </dgm:pt>
    <dgm:pt modelId="{EAA3BC1D-324B-4DF2-9AD5-07218C327079}" type="parTrans" cxnId="{725EA112-F0B2-484B-BCDF-8EE3E53E8D5C}">
      <dgm:prSet/>
      <dgm:spPr/>
      <dgm:t>
        <a:bodyPr/>
        <a:lstStyle/>
        <a:p>
          <a:pPr algn="l"/>
          <a:endParaRPr lang="en-IN"/>
        </a:p>
      </dgm:t>
    </dgm:pt>
    <dgm:pt modelId="{225AF2A9-C3A6-4EED-AD2D-D0D6E02650EF}" type="sibTrans" cxnId="{725EA112-F0B2-484B-BCDF-8EE3E53E8D5C}">
      <dgm:prSet/>
      <dgm:spPr/>
      <dgm:t>
        <a:bodyPr/>
        <a:lstStyle/>
        <a:p>
          <a:pPr algn="l"/>
          <a:endParaRPr lang="en-IN"/>
        </a:p>
      </dgm:t>
    </dgm:pt>
    <dgm:pt modelId="{EB670C50-3A69-4818-8D04-39792166B1F4}">
      <dgm:prSet phldrT="[Text]" custT="1"/>
      <dgm:spPr/>
      <dgm:t>
        <a:bodyPr/>
        <a:lstStyle/>
        <a:p>
          <a:pPr algn="l"/>
          <a:r>
            <a:rPr lang="en-US" sz="1800"/>
            <a:t>Interfaces </a:t>
          </a:r>
          <a:r>
            <a:rPr lang="en-US" sz="1800" dirty="0"/>
            <a:t>&amp; Abstract class</a:t>
          </a:r>
          <a:endParaRPr lang="en-IN" sz="1800" dirty="0"/>
        </a:p>
      </dgm:t>
    </dgm:pt>
    <dgm:pt modelId="{9FD7E699-BDD9-4F93-A352-007D1B09CC89}" type="parTrans" cxnId="{4D932959-62EB-4FC9-9A54-D4D0921D7FDC}">
      <dgm:prSet/>
      <dgm:spPr/>
      <dgm:t>
        <a:bodyPr/>
        <a:lstStyle/>
        <a:p>
          <a:pPr algn="l"/>
          <a:endParaRPr lang="en-IN"/>
        </a:p>
      </dgm:t>
    </dgm:pt>
    <dgm:pt modelId="{A210DB31-78B6-44E8-9D91-A47F507C32E8}" type="sibTrans" cxnId="{4D932959-62EB-4FC9-9A54-D4D0921D7FDC}">
      <dgm:prSet/>
      <dgm:spPr/>
      <dgm:t>
        <a:bodyPr/>
        <a:lstStyle/>
        <a:p>
          <a:pPr algn="l"/>
          <a:endParaRPr lang="en-IN"/>
        </a:p>
      </dgm:t>
    </dgm:pt>
    <dgm:pt modelId="{353F3479-F5EA-43A2-B47C-8AC669B767B9}">
      <dgm:prSet phldrT="[Text]" custT="1"/>
      <dgm:spPr/>
      <dgm:t>
        <a:bodyPr/>
        <a:lstStyle/>
        <a:p>
          <a:pPr algn="l"/>
          <a:r>
            <a:rPr lang="en-US" sz="1800" dirty="0"/>
            <a:t>Parameterized Constructor</a:t>
          </a:r>
          <a:endParaRPr lang="en-IN" sz="1800" dirty="0"/>
        </a:p>
      </dgm:t>
    </dgm:pt>
    <dgm:pt modelId="{688C0811-5447-4AC8-BBF5-0045BE1DDED4}" type="parTrans" cxnId="{CD79B8BA-AF0F-469F-9969-580C27B17E38}">
      <dgm:prSet/>
      <dgm:spPr/>
      <dgm:t>
        <a:bodyPr/>
        <a:lstStyle/>
        <a:p>
          <a:pPr algn="l"/>
          <a:endParaRPr lang="en-IN"/>
        </a:p>
      </dgm:t>
    </dgm:pt>
    <dgm:pt modelId="{21003232-3EB5-4CA7-A66E-16A503897EE5}" type="sibTrans" cxnId="{CD79B8BA-AF0F-469F-9969-580C27B17E38}">
      <dgm:prSet/>
      <dgm:spPr/>
      <dgm:t>
        <a:bodyPr/>
        <a:lstStyle/>
        <a:p>
          <a:pPr algn="l"/>
          <a:endParaRPr lang="en-IN"/>
        </a:p>
      </dgm:t>
    </dgm:pt>
    <dgm:pt modelId="{240808B2-3AD6-4A58-81F0-56C0AC813642}">
      <dgm:prSet phldrT="[Text]" custT="1"/>
      <dgm:spPr/>
      <dgm:t>
        <a:bodyPr/>
        <a:lstStyle/>
        <a:p>
          <a:pPr algn="l"/>
          <a:r>
            <a:rPr lang="en-US" sz="1800"/>
            <a:t>this </a:t>
          </a:r>
          <a:r>
            <a:rPr lang="en-US" sz="1800" dirty="0"/>
            <a:t>and final keyword</a:t>
          </a:r>
          <a:endParaRPr lang="en-IN" sz="1800" dirty="0"/>
        </a:p>
      </dgm:t>
    </dgm:pt>
    <dgm:pt modelId="{CAE8BC75-AB8A-481E-B9BD-9AB2354B07BB}" type="parTrans" cxnId="{E16C2649-A2AA-4CE5-8781-21B4A88D391A}">
      <dgm:prSet/>
      <dgm:spPr/>
      <dgm:t>
        <a:bodyPr/>
        <a:lstStyle/>
        <a:p>
          <a:pPr algn="l"/>
          <a:endParaRPr lang="en-IN"/>
        </a:p>
      </dgm:t>
    </dgm:pt>
    <dgm:pt modelId="{D96A5A98-8B97-4053-B5CD-9FD871328A9E}" type="sibTrans" cxnId="{E16C2649-A2AA-4CE5-8781-21B4A88D391A}">
      <dgm:prSet/>
      <dgm:spPr/>
      <dgm:t>
        <a:bodyPr/>
        <a:lstStyle/>
        <a:p>
          <a:pPr algn="l"/>
          <a:endParaRPr lang="en-IN"/>
        </a:p>
      </dgm:t>
    </dgm:pt>
    <dgm:pt modelId="{ED18DB89-35A8-4F97-8BB9-E605125E0406}">
      <dgm:prSet phldrT="[Text]" custT="1"/>
      <dgm:spPr/>
      <dgm:t>
        <a:bodyPr/>
        <a:lstStyle/>
        <a:p>
          <a:pPr algn="l"/>
          <a:r>
            <a:rPr lang="en-US" sz="1800"/>
            <a:t>Java </a:t>
          </a:r>
          <a:r>
            <a:rPr lang="en-US" sz="1800" dirty="0"/>
            <a:t>Annotations</a:t>
          </a:r>
          <a:endParaRPr lang="en-IN" sz="1800" dirty="0"/>
        </a:p>
      </dgm:t>
    </dgm:pt>
    <dgm:pt modelId="{9A095D62-B046-4132-93C2-BEFEFAEFCD12}" type="parTrans" cxnId="{6EC1D8D6-7DAA-42CC-B2BE-CF088E730B4B}">
      <dgm:prSet/>
      <dgm:spPr/>
      <dgm:t>
        <a:bodyPr/>
        <a:lstStyle/>
        <a:p>
          <a:pPr algn="l"/>
          <a:endParaRPr lang="en-IN"/>
        </a:p>
      </dgm:t>
    </dgm:pt>
    <dgm:pt modelId="{12CA7216-B01C-4B18-B924-89389FE9DAAD}" type="sibTrans" cxnId="{6EC1D8D6-7DAA-42CC-B2BE-CF088E730B4B}">
      <dgm:prSet/>
      <dgm:spPr/>
      <dgm:t>
        <a:bodyPr/>
        <a:lstStyle/>
        <a:p>
          <a:pPr algn="l"/>
          <a:endParaRPr lang="en-IN"/>
        </a:p>
      </dgm:t>
    </dgm:pt>
    <dgm:pt modelId="{1768E077-6478-4811-BAA8-E42AE7C30E3A}">
      <dgm:prSet phldrT="[Text]" custT="1"/>
      <dgm:spPr/>
      <dgm:t>
        <a:bodyPr/>
        <a:lstStyle/>
        <a:p>
          <a:pPr algn="l"/>
          <a:r>
            <a:rPr lang="en-US" sz="1800"/>
            <a:t>IoC </a:t>
          </a:r>
          <a:r>
            <a:rPr lang="en-US" sz="1800" dirty="0"/>
            <a:t>concept</a:t>
          </a:r>
          <a:endParaRPr lang="en-IN" sz="1800" dirty="0"/>
        </a:p>
      </dgm:t>
    </dgm:pt>
    <dgm:pt modelId="{27B76766-755E-482A-BBF7-FBE58A22CF6A}" type="parTrans" cxnId="{3D8F1B13-8144-4C67-ACF8-134AF4F2F2D4}">
      <dgm:prSet/>
      <dgm:spPr/>
      <dgm:t>
        <a:bodyPr/>
        <a:lstStyle/>
        <a:p>
          <a:pPr algn="l"/>
          <a:endParaRPr lang="en-IN"/>
        </a:p>
      </dgm:t>
    </dgm:pt>
    <dgm:pt modelId="{61822DB9-069E-4D01-8C1B-1182D5945293}" type="sibTrans" cxnId="{3D8F1B13-8144-4C67-ACF8-134AF4F2F2D4}">
      <dgm:prSet/>
      <dgm:spPr/>
      <dgm:t>
        <a:bodyPr/>
        <a:lstStyle/>
        <a:p>
          <a:pPr algn="l"/>
          <a:endParaRPr lang="en-IN"/>
        </a:p>
      </dgm:t>
    </dgm:pt>
    <dgm:pt modelId="{3A18ACF8-9339-4380-95B8-E3D35BC1984E}" type="pres">
      <dgm:prSet presAssocID="{994A7A64-ECA3-4293-9EBC-76EDD8E25E1D}" presName="linearFlow" presStyleCnt="0">
        <dgm:presLayoutVars>
          <dgm:dir/>
          <dgm:animLvl val="lvl"/>
          <dgm:resizeHandles val="exact"/>
        </dgm:presLayoutVars>
      </dgm:prSet>
      <dgm:spPr/>
    </dgm:pt>
    <dgm:pt modelId="{611C603D-5BFC-4B15-8F4A-8022066E426B}" type="pres">
      <dgm:prSet presAssocID="{12A23312-85C2-4EC8-B534-D454E2342BAB}" presName="composite" presStyleCnt="0"/>
      <dgm:spPr/>
    </dgm:pt>
    <dgm:pt modelId="{E0EEFA2B-96E4-474A-AE5C-225904953882}" type="pres">
      <dgm:prSet presAssocID="{12A23312-85C2-4EC8-B534-D454E2342BAB}" presName="parentText" presStyleLbl="alignNode1" presStyleIdx="0" presStyleCnt="6">
        <dgm:presLayoutVars>
          <dgm:chMax val="1"/>
          <dgm:bulletEnabled val="1"/>
        </dgm:presLayoutVars>
      </dgm:prSet>
      <dgm:spPr/>
    </dgm:pt>
    <dgm:pt modelId="{775D40B2-961A-4ECC-A7AF-9DF546156D6D}" type="pres">
      <dgm:prSet presAssocID="{12A23312-85C2-4EC8-B534-D454E2342BAB}" presName="descendantText" presStyleLbl="alignAcc1" presStyleIdx="0" presStyleCnt="6">
        <dgm:presLayoutVars>
          <dgm:bulletEnabled val="1"/>
        </dgm:presLayoutVars>
      </dgm:prSet>
      <dgm:spPr/>
    </dgm:pt>
    <dgm:pt modelId="{CF0858E3-5AF7-4723-B624-6EC408C8636A}" type="pres">
      <dgm:prSet presAssocID="{CC2A5EE7-1CB4-454B-887C-892AA9194B3E}" presName="sp" presStyleCnt="0"/>
      <dgm:spPr/>
    </dgm:pt>
    <dgm:pt modelId="{2E84870C-9889-4211-A229-9056AFAE59BC}" type="pres">
      <dgm:prSet presAssocID="{76CAEF74-5DEF-41C8-9DDB-3C34761201E0}" presName="composite" presStyleCnt="0"/>
      <dgm:spPr/>
    </dgm:pt>
    <dgm:pt modelId="{32655F29-BEAC-43A5-8004-8A9999508C73}" type="pres">
      <dgm:prSet presAssocID="{76CAEF74-5DEF-41C8-9DDB-3C34761201E0}" presName="parentText" presStyleLbl="alignNode1" presStyleIdx="1" presStyleCnt="6">
        <dgm:presLayoutVars>
          <dgm:chMax val="1"/>
          <dgm:bulletEnabled val="1"/>
        </dgm:presLayoutVars>
      </dgm:prSet>
      <dgm:spPr/>
    </dgm:pt>
    <dgm:pt modelId="{0ADB34A9-8E44-4194-8D30-66D5077C1E8E}" type="pres">
      <dgm:prSet presAssocID="{76CAEF74-5DEF-41C8-9DDB-3C34761201E0}" presName="descendantText" presStyleLbl="alignAcc1" presStyleIdx="1" presStyleCnt="6">
        <dgm:presLayoutVars>
          <dgm:bulletEnabled val="1"/>
        </dgm:presLayoutVars>
      </dgm:prSet>
      <dgm:spPr/>
    </dgm:pt>
    <dgm:pt modelId="{A94C4A56-5D2F-413D-A346-D24F25069CAA}" type="pres">
      <dgm:prSet presAssocID="{E2091673-C61E-4A81-90BC-22DCC44C54B3}" presName="sp" presStyleCnt="0"/>
      <dgm:spPr/>
    </dgm:pt>
    <dgm:pt modelId="{B9167F2F-6760-469C-814B-3F4665D41E6E}" type="pres">
      <dgm:prSet presAssocID="{DF69BA74-04DD-4404-9BE4-3EEBEE150D0A}" presName="composite" presStyleCnt="0"/>
      <dgm:spPr/>
    </dgm:pt>
    <dgm:pt modelId="{04CD909A-9210-47A9-8DD2-15D34FA548BF}" type="pres">
      <dgm:prSet presAssocID="{DF69BA74-04DD-4404-9BE4-3EEBEE150D0A}" presName="parentText" presStyleLbl="alignNode1" presStyleIdx="2" presStyleCnt="6">
        <dgm:presLayoutVars>
          <dgm:chMax val="1"/>
          <dgm:bulletEnabled val="1"/>
        </dgm:presLayoutVars>
      </dgm:prSet>
      <dgm:spPr/>
    </dgm:pt>
    <dgm:pt modelId="{9EBE4AF0-290A-4681-B1FE-506EE9AF01D7}" type="pres">
      <dgm:prSet presAssocID="{DF69BA74-04DD-4404-9BE4-3EEBEE150D0A}" presName="descendantText" presStyleLbl="alignAcc1" presStyleIdx="2" presStyleCnt="6">
        <dgm:presLayoutVars>
          <dgm:bulletEnabled val="1"/>
        </dgm:presLayoutVars>
      </dgm:prSet>
      <dgm:spPr/>
    </dgm:pt>
    <dgm:pt modelId="{B08CA00C-DA39-4AB6-8F83-AB81364627E4}" type="pres">
      <dgm:prSet presAssocID="{2DDBBB13-E6C4-4B09-A61F-F9CED3462817}" presName="sp" presStyleCnt="0"/>
      <dgm:spPr/>
    </dgm:pt>
    <dgm:pt modelId="{9C636126-002E-4A36-953D-127D596B3182}" type="pres">
      <dgm:prSet presAssocID="{E6A1D905-D10B-483C-8C97-80DA84885C03}" presName="composite" presStyleCnt="0"/>
      <dgm:spPr/>
    </dgm:pt>
    <dgm:pt modelId="{526EE7DC-3DDB-404B-8A3C-E702A945FED5}" type="pres">
      <dgm:prSet presAssocID="{E6A1D905-D10B-483C-8C97-80DA84885C03}" presName="parentText" presStyleLbl="alignNode1" presStyleIdx="3" presStyleCnt="6">
        <dgm:presLayoutVars>
          <dgm:chMax val="1"/>
          <dgm:bulletEnabled val="1"/>
        </dgm:presLayoutVars>
      </dgm:prSet>
      <dgm:spPr/>
    </dgm:pt>
    <dgm:pt modelId="{A64818E9-C3E0-4992-9E9C-E97642302C7C}" type="pres">
      <dgm:prSet presAssocID="{E6A1D905-D10B-483C-8C97-80DA84885C03}" presName="descendantText" presStyleLbl="alignAcc1" presStyleIdx="3" presStyleCnt="6">
        <dgm:presLayoutVars>
          <dgm:bulletEnabled val="1"/>
        </dgm:presLayoutVars>
      </dgm:prSet>
      <dgm:spPr/>
    </dgm:pt>
    <dgm:pt modelId="{ABA52B37-D3B5-4C50-A2F3-EC8077E54816}" type="pres">
      <dgm:prSet presAssocID="{4857ADBA-1D4B-49D5-9D8F-CE2778688EE6}" presName="sp" presStyleCnt="0"/>
      <dgm:spPr/>
    </dgm:pt>
    <dgm:pt modelId="{57884F14-4D9D-482F-B769-0A22F1D142DC}" type="pres">
      <dgm:prSet presAssocID="{74BA1595-8A14-42D5-9D32-52EE7B9B8151}" presName="composite" presStyleCnt="0"/>
      <dgm:spPr/>
    </dgm:pt>
    <dgm:pt modelId="{04883F32-F92D-4260-8317-F34FB53B3467}" type="pres">
      <dgm:prSet presAssocID="{74BA1595-8A14-42D5-9D32-52EE7B9B8151}" presName="parentText" presStyleLbl="alignNode1" presStyleIdx="4" presStyleCnt="6">
        <dgm:presLayoutVars>
          <dgm:chMax val="1"/>
          <dgm:bulletEnabled val="1"/>
        </dgm:presLayoutVars>
      </dgm:prSet>
      <dgm:spPr/>
    </dgm:pt>
    <dgm:pt modelId="{F44EC20B-443E-448C-B613-EA59C066E3EB}" type="pres">
      <dgm:prSet presAssocID="{74BA1595-8A14-42D5-9D32-52EE7B9B8151}" presName="descendantText" presStyleLbl="alignAcc1" presStyleIdx="4" presStyleCnt="6">
        <dgm:presLayoutVars>
          <dgm:bulletEnabled val="1"/>
        </dgm:presLayoutVars>
      </dgm:prSet>
      <dgm:spPr/>
    </dgm:pt>
    <dgm:pt modelId="{3A2A496F-0758-441B-A67A-256DCC49829F}" type="pres">
      <dgm:prSet presAssocID="{6D63FF55-5B6C-4AF4-9DC4-623B47406C36}" presName="sp" presStyleCnt="0"/>
      <dgm:spPr/>
    </dgm:pt>
    <dgm:pt modelId="{BC4AD862-EB82-4866-949F-454051076AA2}" type="pres">
      <dgm:prSet presAssocID="{624AAC36-1A20-40DB-8300-D8C5B82DF993}" presName="composite" presStyleCnt="0"/>
      <dgm:spPr/>
    </dgm:pt>
    <dgm:pt modelId="{84BA96C7-3BD1-4B2D-B0FA-48D56A55FFA1}" type="pres">
      <dgm:prSet presAssocID="{624AAC36-1A20-40DB-8300-D8C5B82DF993}" presName="parentText" presStyleLbl="alignNode1" presStyleIdx="5" presStyleCnt="6">
        <dgm:presLayoutVars>
          <dgm:chMax val="1"/>
          <dgm:bulletEnabled val="1"/>
        </dgm:presLayoutVars>
      </dgm:prSet>
      <dgm:spPr/>
    </dgm:pt>
    <dgm:pt modelId="{7EEC41BD-EEF2-477D-9820-9CADDA454B63}" type="pres">
      <dgm:prSet presAssocID="{624AAC36-1A20-40DB-8300-D8C5B82DF993}" presName="descendantText" presStyleLbl="alignAcc1" presStyleIdx="5" presStyleCnt="6">
        <dgm:presLayoutVars>
          <dgm:bulletEnabled val="1"/>
        </dgm:presLayoutVars>
      </dgm:prSet>
      <dgm:spPr/>
    </dgm:pt>
  </dgm:ptLst>
  <dgm:cxnLst>
    <dgm:cxn modelId="{152D490C-7C49-41B3-ACD4-FE787E62F77D}" srcId="{994A7A64-ECA3-4293-9EBC-76EDD8E25E1D}" destId="{12A23312-85C2-4EC8-B534-D454E2342BAB}" srcOrd="0" destOrd="0" parTransId="{4EC1F891-4903-47B4-88A3-293FFE7C14DB}" sibTransId="{CC2A5EE7-1CB4-454B-887C-892AA9194B3E}"/>
    <dgm:cxn modelId="{725EA112-F0B2-484B-BCDF-8EE3E53E8D5C}" srcId="{12A23312-85C2-4EC8-B534-D454E2342BAB}" destId="{4E357E22-D7D6-4DA9-B55A-957A5CDEC4FD}" srcOrd="0" destOrd="0" parTransId="{EAA3BC1D-324B-4DF2-9AD5-07218C327079}" sibTransId="{225AF2A9-C3A6-4EED-AD2D-D0D6E02650EF}"/>
    <dgm:cxn modelId="{3D8F1B13-8144-4C67-ACF8-134AF4F2F2D4}" srcId="{624AAC36-1A20-40DB-8300-D8C5B82DF993}" destId="{1768E077-6478-4811-BAA8-E42AE7C30E3A}" srcOrd="0" destOrd="0" parTransId="{27B76766-755E-482A-BBF7-FBE58A22CF6A}" sibTransId="{61822DB9-069E-4D01-8C1B-1182D5945293}"/>
    <dgm:cxn modelId="{BE995964-0193-4FF0-8738-C446969F0994}" type="presOf" srcId="{994A7A64-ECA3-4293-9EBC-76EDD8E25E1D}" destId="{3A18ACF8-9339-4380-95B8-E3D35BC1984E}" srcOrd="0" destOrd="0" presId="urn:microsoft.com/office/officeart/2005/8/layout/chevron2"/>
    <dgm:cxn modelId="{A2DEAA48-1117-4528-AE8B-54626B8CADD5}" type="presOf" srcId="{EB670C50-3A69-4818-8D04-39792166B1F4}" destId="{0ADB34A9-8E44-4194-8D30-66D5077C1E8E}" srcOrd="0" destOrd="0" presId="urn:microsoft.com/office/officeart/2005/8/layout/chevron2"/>
    <dgm:cxn modelId="{E16C2649-A2AA-4CE5-8781-21B4A88D391A}" srcId="{E6A1D905-D10B-483C-8C97-80DA84885C03}" destId="{240808B2-3AD6-4A58-81F0-56C0AC813642}" srcOrd="0" destOrd="0" parTransId="{CAE8BC75-AB8A-481E-B9BD-9AB2354B07BB}" sibTransId="{D96A5A98-8B97-4053-B5CD-9FD871328A9E}"/>
    <dgm:cxn modelId="{55D9346A-C6AA-4134-8F95-B730F371BC8B}" type="presOf" srcId="{74BA1595-8A14-42D5-9D32-52EE7B9B8151}" destId="{04883F32-F92D-4260-8317-F34FB53B3467}" srcOrd="0" destOrd="0" presId="urn:microsoft.com/office/officeart/2005/8/layout/chevron2"/>
    <dgm:cxn modelId="{DCDF0352-C7D7-465C-813F-5AC554D9430D}" srcId="{994A7A64-ECA3-4293-9EBC-76EDD8E25E1D}" destId="{76CAEF74-5DEF-41C8-9DDB-3C34761201E0}" srcOrd="1" destOrd="0" parTransId="{A6407591-6B93-42C0-ABA7-E170FA3E1666}" sibTransId="{E2091673-C61E-4A81-90BC-22DCC44C54B3}"/>
    <dgm:cxn modelId="{27E58C73-2311-479E-93EC-CDD08BD40500}" type="presOf" srcId="{4E357E22-D7D6-4DA9-B55A-957A5CDEC4FD}" destId="{775D40B2-961A-4ECC-A7AF-9DF546156D6D}" srcOrd="0" destOrd="0" presId="urn:microsoft.com/office/officeart/2005/8/layout/chevron2"/>
    <dgm:cxn modelId="{9A8E2F56-4086-4002-BCE2-33CB6557600A}" type="presOf" srcId="{1768E077-6478-4811-BAA8-E42AE7C30E3A}" destId="{7EEC41BD-EEF2-477D-9820-9CADDA454B63}" srcOrd="0" destOrd="0" presId="urn:microsoft.com/office/officeart/2005/8/layout/chevron2"/>
    <dgm:cxn modelId="{82862557-7A09-4797-BAAA-EFE3FFA99FDD}" type="presOf" srcId="{624AAC36-1A20-40DB-8300-D8C5B82DF993}" destId="{84BA96C7-3BD1-4B2D-B0FA-48D56A55FFA1}" srcOrd="0" destOrd="0" presId="urn:microsoft.com/office/officeart/2005/8/layout/chevron2"/>
    <dgm:cxn modelId="{4D932959-62EB-4FC9-9A54-D4D0921D7FDC}" srcId="{76CAEF74-5DEF-41C8-9DDB-3C34761201E0}" destId="{EB670C50-3A69-4818-8D04-39792166B1F4}" srcOrd="0" destOrd="0" parTransId="{9FD7E699-BDD9-4F93-A352-007D1B09CC89}" sibTransId="{A210DB31-78B6-44E8-9D91-A47F507C32E8}"/>
    <dgm:cxn modelId="{4A68977B-79F4-4E5D-A775-AD6927918750}" type="presOf" srcId="{DF69BA74-04DD-4404-9BE4-3EEBEE150D0A}" destId="{04CD909A-9210-47A9-8DD2-15D34FA548BF}" srcOrd="0" destOrd="0" presId="urn:microsoft.com/office/officeart/2005/8/layout/chevron2"/>
    <dgm:cxn modelId="{6554D288-840C-4D2F-B74B-36B43366100E}" type="presOf" srcId="{12A23312-85C2-4EC8-B534-D454E2342BAB}" destId="{E0EEFA2B-96E4-474A-AE5C-225904953882}" srcOrd="0" destOrd="0" presId="urn:microsoft.com/office/officeart/2005/8/layout/chevron2"/>
    <dgm:cxn modelId="{88B9B38C-CE2D-40DA-B47B-1F3076A6F9F5}" srcId="{994A7A64-ECA3-4293-9EBC-76EDD8E25E1D}" destId="{DF69BA74-04DD-4404-9BE4-3EEBEE150D0A}" srcOrd="2" destOrd="0" parTransId="{94F66B16-8350-4E33-84CA-9AD1A5246505}" sibTransId="{2DDBBB13-E6C4-4B09-A61F-F9CED3462817}"/>
    <dgm:cxn modelId="{5EC4B096-2DDA-49A7-92D8-F5CABF716592}" type="presOf" srcId="{240808B2-3AD6-4A58-81F0-56C0AC813642}" destId="{A64818E9-C3E0-4992-9E9C-E97642302C7C}" srcOrd="0" destOrd="0" presId="urn:microsoft.com/office/officeart/2005/8/layout/chevron2"/>
    <dgm:cxn modelId="{1381FD9D-4C7E-4857-9F9C-218F87E47557}" srcId="{994A7A64-ECA3-4293-9EBC-76EDD8E25E1D}" destId="{E6A1D905-D10B-483C-8C97-80DA84885C03}" srcOrd="3" destOrd="0" parTransId="{D0725A7F-82E1-4D66-A728-5A3D776B7DE2}" sibTransId="{4857ADBA-1D4B-49D5-9D8F-CE2778688EE6}"/>
    <dgm:cxn modelId="{82D047A7-C7D9-43BA-AE64-40EA4A8C5F8B}" type="presOf" srcId="{E6A1D905-D10B-483C-8C97-80DA84885C03}" destId="{526EE7DC-3DDB-404B-8A3C-E702A945FED5}" srcOrd="0" destOrd="0" presId="urn:microsoft.com/office/officeart/2005/8/layout/chevron2"/>
    <dgm:cxn modelId="{836F0AB4-0B70-499B-AFD3-758B62BFD886}" srcId="{994A7A64-ECA3-4293-9EBC-76EDD8E25E1D}" destId="{74BA1595-8A14-42D5-9D32-52EE7B9B8151}" srcOrd="4" destOrd="0" parTransId="{ABF5E488-05DD-485D-979A-2B4C98A03E82}" sibTransId="{6D63FF55-5B6C-4AF4-9DC4-623B47406C36}"/>
    <dgm:cxn modelId="{CD79B8BA-AF0F-469F-9969-580C27B17E38}" srcId="{DF69BA74-04DD-4404-9BE4-3EEBEE150D0A}" destId="{353F3479-F5EA-43A2-B47C-8AC669B767B9}" srcOrd="0" destOrd="0" parTransId="{688C0811-5447-4AC8-BBF5-0045BE1DDED4}" sibTransId="{21003232-3EB5-4CA7-A66E-16A503897EE5}"/>
    <dgm:cxn modelId="{0E6AEFBB-8AF1-4CFE-A82A-4A4F9155039B}" type="presOf" srcId="{ED18DB89-35A8-4F97-8BB9-E605125E0406}" destId="{F44EC20B-443E-448C-B613-EA59C066E3EB}" srcOrd="0" destOrd="0" presId="urn:microsoft.com/office/officeart/2005/8/layout/chevron2"/>
    <dgm:cxn modelId="{2A9D2BCA-7E86-4DB8-968E-EC0B5D5211C5}" type="presOf" srcId="{353F3479-F5EA-43A2-B47C-8AC669B767B9}" destId="{9EBE4AF0-290A-4681-B1FE-506EE9AF01D7}" srcOrd="0" destOrd="0" presId="urn:microsoft.com/office/officeart/2005/8/layout/chevron2"/>
    <dgm:cxn modelId="{E4F135D4-A439-4E66-B2D1-291BEA9E21B3}" srcId="{994A7A64-ECA3-4293-9EBC-76EDD8E25E1D}" destId="{624AAC36-1A20-40DB-8300-D8C5B82DF993}" srcOrd="5" destOrd="0" parTransId="{344BF1E8-7F59-4EDA-A2E1-1BF0F352DAA1}" sibTransId="{78736C7A-51EF-4A4E-9667-299BE1150AC0}"/>
    <dgm:cxn modelId="{6EC1D8D6-7DAA-42CC-B2BE-CF088E730B4B}" srcId="{74BA1595-8A14-42D5-9D32-52EE7B9B8151}" destId="{ED18DB89-35A8-4F97-8BB9-E605125E0406}" srcOrd="0" destOrd="0" parTransId="{9A095D62-B046-4132-93C2-BEFEFAEFCD12}" sibTransId="{12CA7216-B01C-4B18-B924-89389FE9DAAD}"/>
    <dgm:cxn modelId="{87F088EA-CC09-4FD9-9545-3049AFDCF50B}" type="presOf" srcId="{76CAEF74-5DEF-41C8-9DDB-3C34761201E0}" destId="{32655F29-BEAC-43A5-8004-8A9999508C73}" srcOrd="0" destOrd="0" presId="urn:microsoft.com/office/officeart/2005/8/layout/chevron2"/>
    <dgm:cxn modelId="{7F786860-9E9A-4775-9BE7-93A89B4464A7}" type="presParOf" srcId="{3A18ACF8-9339-4380-95B8-E3D35BC1984E}" destId="{611C603D-5BFC-4B15-8F4A-8022066E426B}" srcOrd="0" destOrd="0" presId="urn:microsoft.com/office/officeart/2005/8/layout/chevron2"/>
    <dgm:cxn modelId="{AA87499F-BADC-4BC1-9FBC-2888F52325F5}" type="presParOf" srcId="{611C603D-5BFC-4B15-8F4A-8022066E426B}" destId="{E0EEFA2B-96E4-474A-AE5C-225904953882}" srcOrd="0" destOrd="0" presId="urn:microsoft.com/office/officeart/2005/8/layout/chevron2"/>
    <dgm:cxn modelId="{67ECB23C-9E71-4015-9CC1-0C7BC2CCA84A}" type="presParOf" srcId="{611C603D-5BFC-4B15-8F4A-8022066E426B}" destId="{775D40B2-961A-4ECC-A7AF-9DF546156D6D}" srcOrd="1" destOrd="0" presId="urn:microsoft.com/office/officeart/2005/8/layout/chevron2"/>
    <dgm:cxn modelId="{FFF4D9FD-716D-43EA-84EF-858239D29374}" type="presParOf" srcId="{3A18ACF8-9339-4380-95B8-E3D35BC1984E}" destId="{CF0858E3-5AF7-4723-B624-6EC408C8636A}" srcOrd="1" destOrd="0" presId="urn:microsoft.com/office/officeart/2005/8/layout/chevron2"/>
    <dgm:cxn modelId="{627519C5-D6CD-465E-8919-2DB81D0C3DE6}" type="presParOf" srcId="{3A18ACF8-9339-4380-95B8-E3D35BC1984E}" destId="{2E84870C-9889-4211-A229-9056AFAE59BC}" srcOrd="2" destOrd="0" presId="urn:microsoft.com/office/officeart/2005/8/layout/chevron2"/>
    <dgm:cxn modelId="{5EF741F4-8DE6-4F2B-81FB-51E50C5BA303}" type="presParOf" srcId="{2E84870C-9889-4211-A229-9056AFAE59BC}" destId="{32655F29-BEAC-43A5-8004-8A9999508C73}" srcOrd="0" destOrd="0" presId="urn:microsoft.com/office/officeart/2005/8/layout/chevron2"/>
    <dgm:cxn modelId="{C961603C-A387-441F-ABFF-FC50E12FD148}" type="presParOf" srcId="{2E84870C-9889-4211-A229-9056AFAE59BC}" destId="{0ADB34A9-8E44-4194-8D30-66D5077C1E8E}" srcOrd="1" destOrd="0" presId="urn:microsoft.com/office/officeart/2005/8/layout/chevron2"/>
    <dgm:cxn modelId="{BFE53E3B-5692-44C0-A51C-A7693E79A4D7}" type="presParOf" srcId="{3A18ACF8-9339-4380-95B8-E3D35BC1984E}" destId="{A94C4A56-5D2F-413D-A346-D24F25069CAA}" srcOrd="3" destOrd="0" presId="urn:microsoft.com/office/officeart/2005/8/layout/chevron2"/>
    <dgm:cxn modelId="{B8C071DA-DFA4-4849-B26E-552E0B96A0C7}" type="presParOf" srcId="{3A18ACF8-9339-4380-95B8-E3D35BC1984E}" destId="{B9167F2F-6760-469C-814B-3F4665D41E6E}" srcOrd="4" destOrd="0" presId="urn:microsoft.com/office/officeart/2005/8/layout/chevron2"/>
    <dgm:cxn modelId="{56DDE092-623E-44A2-805B-F5E06D99F578}" type="presParOf" srcId="{B9167F2F-6760-469C-814B-3F4665D41E6E}" destId="{04CD909A-9210-47A9-8DD2-15D34FA548BF}" srcOrd="0" destOrd="0" presId="urn:microsoft.com/office/officeart/2005/8/layout/chevron2"/>
    <dgm:cxn modelId="{A1B32B91-4BC5-433F-A5A9-1BF1A441C3EF}" type="presParOf" srcId="{B9167F2F-6760-469C-814B-3F4665D41E6E}" destId="{9EBE4AF0-290A-4681-B1FE-506EE9AF01D7}" srcOrd="1" destOrd="0" presId="urn:microsoft.com/office/officeart/2005/8/layout/chevron2"/>
    <dgm:cxn modelId="{1EAD55F7-1DB3-42F5-9F9E-0A34F2EB8D11}" type="presParOf" srcId="{3A18ACF8-9339-4380-95B8-E3D35BC1984E}" destId="{B08CA00C-DA39-4AB6-8F83-AB81364627E4}" srcOrd="5" destOrd="0" presId="urn:microsoft.com/office/officeart/2005/8/layout/chevron2"/>
    <dgm:cxn modelId="{E64F30B1-A01F-4114-A384-20FD5E2F82B1}" type="presParOf" srcId="{3A18ACF8-9339-4380-95B8-E3D35BC1984E}" destId="{9C636126-002E-4A36-953D-127D596B3182}" srcOrd="6" destOrd="0" presId="urn:microsoft.com/office/officeart/2005/8/layout/chevron2"/>
    <dgm:cxn modelId="{2B9D33F0-F1DA-44A2-B3AB-4312A7BB7434}" type="presParOf" srcId="{9C636126-002E-4A36-953D-127D596B3182}" destId="{526EE7DC-3DDB-404B-8A3C-E702A945FED5}" srcOrd="0" destOrd="0" presId="urn:microsoft.com/office/officeart/2005/8/layout/chevron2"/>
    <dgm:cxn modelId="{CB2B0A61-ED91-4ED7-9A0C-54C6261D04B1}" type="presParOf" srcId="{9C636126-002E-4A36-953D-127D596B3182}" destId="{A64818E9-C3E0-4992-9E9C-E97642302C7C}" srcOrd="1" destOrd="0" presId="urn:microsoft.com/office/officeart/2005/8/layout/chevron2"/>
    <dgm:cxn modelId="{4F9D5C33-67B7-4E39-B67F-90BAE4FB4D3B}" type="presParOf" srcId="{3A18ACF8-9339-4380-95B8-E3D35BC1984E}" destId="{ABA52B37-D3B5-4C50-A2F3-EC8077E54816}" srcOrd="7" destOrd="0" presId="urn:microsoft.com/office/officeart/2005/8/layout/chevron2"/>
    <dgm:cxn modelId="{3FDD353A-6783-4881-9D4C-A46EDB01B13F}" type="presParOf" srcId="{3A18ACF8-9339-4380-95B8-E3D35BC1984E}" destId="{57884F14-4D9D-482F-B769-0A22F1D142DC}" srcOrd="8" destOrd="0" presId="urn:microsoft.com/office/officeart/2005/8/layout/chevron2"/>
    <dgm:cxn modelId="{77CD9180-4042-4FF5-9D8B-8CEA6CCABA93}" type="presParOf" srcId="{57884F14-4D9D-482F-B769-0A22F1D142DC}" destId="{04883F32-F92D-4260-8317-F34FB53B3467}" srcOrd="0" destOrd="0" presId="urn:microsoft.com/office/officeart/2005/8/layout/chevron2"/>
    <dgm:cxn modelId="{BD5A0966-5C52-4A45-BA56-D4574A047E61}" type="presParOf" srcId="{57884F14-4D9D-482F-B769-0A22F1D142DC}" destId="{F44EC20B-443E-448C-B613-EA59C066E3EB}" srcOrd="1" destOrd="0" presId="urn:microsoft.com/office/officeart/2005/8/layout/chevron2"/>
    <dgm:cxn modelId="{B90D98D2-EE22-40AF-9B9C-A9A6BF399E17}" type="presParOf" srcId="{3A18ACF8-9339-4380-95B8-E3D35BC1984E}" destId="{3A2A496F-0758-441B-A67A-256DCC49829F}" srcOrd="9" destOrd="0" presId="urn:microsoft.com/office/officeart/2005/8/layout/chevron2"/>
    <dgm:cxn modelId="{E7DC0A3A-FF6A-4048-AAD9-E53B847C1C1E}" type="presParOf" srcId="{3A18ACF8-9339-4380-95B8-E3D35BC1984E}" destId="{BC4AD862-EB82-4866-949F-454051076AA2}" srcOrd="10" destOrd="0" presId="urn:microsoft.com/office/officeart/2005/8/layout/chevron2"/>
    <dgm:cxn modelId="{BB89ABF4-306B-43F6-8AA9-E60B339DCF7C}" type="presParOf" srcId="{BC4AD862-EB82-4866-949F-454051076AA2}" destId="{84BA96C7-3BD1-4B2D-B0FA-48D56A55FFA1}" srcOrd="0" destOrd="0" presId="urn:microsoft.com/office/officeart/2005/8/layout/chevron2"/>
    <dgm:cxn modelId="{72454A72-B36A-4677-A809-19465D820F5C}" type="presParOf" srcId="{BC4AD862-EB82-4866-949F-454051076AA2}" destId="{7EEC41BD-EEF2-477D-9820-9CADDA454B63}" srcOrd="1" destOrd="0" presId="urn:microsoft.com/office/officeart/2005/8/layout/chevron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62.xml><?xml version="1.0" encoding="utf-8"?>
<dgm:dataModel xmlns:dgm="http://schemas.openxmlformats.org/drawingml/2006/diagram" xmlns:a="http://schemas.openxmlformats.org/drawingml/2006/main">
  <dgm:ptLst>
    <dgm:pt modelId="{72B30F05-72C6-4590-947F-C2EB0624037B}" type="doc">
      <dgm:prSet loTypeId="urn:microsoft.com/office/officeart/2005/8/layout/list1" loCatId="list" qsTypeId="urn:microsoft.com/office/officeart/2005/8/quickstyle/simple3" qsCatId="simple" csTypeId="urn:microsoft.com/office/officeart/2005/8/colors/colorful1" csCatId="colorful" phldr="1"/>
      <dgm:spPr/>
      <dgm:t>
        <a:bodyPr/>
        <a:lstStyle/>
        <a:p>
          <a:endParaRPr lang="en-IN"/>
        </a:p>
      </dgm:t>
    </dgm:pt>
    <dgm:pt modelId="{B704E71C-32D4-4FB2-BDAC-6421F4C4B2E7}">
      <dgm:prSet custT="1"/>
      <dgm:spPr/>
      <dgm:t>
        <a:bodyPr/>
        <a:lstStyle/>
        <a:p>
          <a:r>
            <a:rPr lang="en-US" sz="1800" dirty="0"/>
            <a:t>1. Constructor Injection</a:t>
          </a:r>
          <a:endParaRPr lang="en-IN" sz="1800" dirty="0"/>
        </a:p>
      </dgm:t>
    </dgm:pt>
    <dgm:pt modelId="{80113FC3-EE81-4D76-BD96-6B4EB5CF93B6}" type="parTrans" cxnId="{18D9AB9C-A414-45CA-8A2D-27D276C9F5E0}">
      <dgm:prSet/>
      <dgm:spPr/>
      <dgm:t>
        <a:bodyPr/>
        <a:lstStyle/>
        <a:p>
          <a:endParaRPr lang="en-IN" sz="1800"/>
        </a:p>
      </dgm:t>
    </dgm:pt>
    <dgm:pt modelId="{50BBB4D2-2786-4879-B69E-CA5EA379C15D}" type="sibTrans" cxnId="{18D9AB9C-A414-45CA-8A2D-27D276C9F5E0}">
      <dgm:prSet/>
      <dgm:spPr/>
      <dgm:t>
        <a:bodyPr/>
        <a:lstStyle/>
        <a:p>
          <a:endParaRPr lang="en-IN" sz="1800"/>
        </a:p>
      </dgm:t>
    </dgm:pt>
    <dgm:pt modelId="{7FE9B4E3-60B1-4CEF-8E7F-964EB91677C3}">
      <dgm:prSet custT="1"/>
      <dgm:spPr/>
      <dgm:t>
        <a:bodyPr/>
        <a:lstStyle/>
        <a:p>
          <a:r>
            <a:rPr lang="en-US" sz="1800" dirty="0"/>
            <a:t>2. Setter Injection</a:t>
          </a:r>
          <a:endParaRPr lang="en-IN" sz="1800" dirty="0"/>
        </a:p>
      </dgm:t>
    </dgm:pt>
    <dgm:pt modelId="{2699E3B2-E10B-475F-AD92-79E9AD87BFBB}" type="parTrans" cxnId="{EBDE510B-D8FB-4611-BCC1-177A031CAA43}">
      <dgm:prSet/>
      <dgm:spPr/>
      <dgm:t>
        <a:bodyPr/>
        <a:lstStyle/>
        <a:p>
          <a:endParaRPr lang="en-IN" sz="1800"/>
        </a:p>
      </dgm:t>
    </dgm:pt>
    <dgm:pt modelId="{1D4AA9AD-8910-4182-AB71-C97DBDDCBAD7}" type="sibTrans" cxnId="{EBDE510B-D8FB-4611-BCC1-177A031CAA43}">
      <dgm:prSet/>
      <dgm:spPr/>
      <dgm:t>
        <a:bodyPr/>
        <a:lstStyle/>
        <a:p>
          <a:endParaRPr lang="en-IN" sz="1800"/>
        </a:p>
      </dgm:t>
    </dgm:pt>
    <dgm:pt modelId="{8069D821-DD0F-4BE4-80B6-5E88A634D817}">
      <dgm:prSet custT="1"/>
      <dgm:spPr/>
      <dgm:t>
        <a:bodyPr/>
        <a:lstStyle/>
        <a:p>
          <a:r>
            <a:rPr lang="en-US" sz="1800" dirty="0"/>
            <a:t>3. Field Injection</a:t>
          </a:r>
          <a:endParaRPr lang="en-IN" sz="1800" dirty="0"/>
        </a:p>
      </dgm:t>
    </dgm:pt>
    <dgm:pt modelId="{ACEADE66-1F68-4ED4-B506-5CFAB1BE58D9}" type="parTrans" cxnId="{E62DCB87-E9D6-4524-AA1C-F1DF92D0A305}">
      <dgm:prSet/>
      <dgm:spPr/>
      <dgm:t>
        <a:bodyPr/>
        <a:lstStyle/>
        <a:p>
          <a:endParaRPr lang="en-IN" sz="1800"/>
        </a:p>
      </dgm:t>
    </dgm:pt>
    <dgm:pt modelId="{FA6CE334-6E61-41CE-91A5-26C7A61ED452}" type="sibTrans" cxnId="{E62DCB87-E9D6-4524-AA1C-F1DF92D0A305}">
      <dgm:prSet/>
      <dgm:spPr/>
      <dgm:t>
        <a:bodyPr/>
        <a:lstStyle/>
        <a:p>
          <a:endParaRPr lang="en-IN" sz="1800"/>
        </a:p>
      </dgm:t>
    </dgm:pt>
    <dgm:pt modelId="{BF754000-BD36-420E-8539-E628B5F9CACD}">
      <dgm:prSet custT="1"/>
      <dgm:spPr/>
      <dgm:t>
        <a:bodyPr/>
        <a:lstStyle/>
        <a:p>
          <a:r>
            <a:rPr lang="en-US" sz="1800" dirty="0"/>
            <a:t>4. Method Injection</a:t>
          </a:r>
          <a:endParaRPr lang="en-IN" sz="1800" dirty="0"/>
        </a:p>
      </dgm:t>
    </dgm:pt>
    <dgm:pt modelId="{73E012B7-013A-445B-A77C-F61383BAD1B9}" type="parTrans" cxnId="{FF3B62EF-DA1A-4E81-B07F-C705BCB74B25}">
      <dgm:prSet/>
      <dgm:spPr/>
      <dgm:t>
        <a:bodyPr/>
        <a:lstStyle/>
        <a:p>
          <a:endParaRPr lang="en-IN" sz="1800"/>
        </a:p>
      </dgm:t>
    </dgm:pt>
    <dgm:pt modelId="{2270B635-762A-4480-9D9C-167782182919}" type="sibTrans" cxnId="{FF3B62EF-DA1A-4E81-B07F-C705BCB74B25}">
      <dgm:prSet/>
      <dgm:spPr/>
      <dgm:t>
        <a:bodyPr/>
        <a:lstStyle/>
        <a:p>
          <a:endParaRPr lang="en-IN" sz="1800"/>
        </a:p>
      </dgm:t>
    </dgm:pt>
    <dgm:pt modelId="{D378B834-9FF5-4D33-B822-B48E85482779}" type="pres">
      <dgm:prSet presAssocID="{72B30F05-72C6-4590-947F-C2EB0624037B}" presName="linear" presStyleCnt="0">
        <dgm:presLayoutVars>
          <dgm:dir/>
          <dgm:animLvl val="lvl"/>
          <dgm:resizeHandles val="exact"/>
        </dgm:presLayoutVars>
      </dgm:prSet>
      <dgm:spPr/>
    </dgm:pt>
    <dgm:pt modelId="{C13A8D20-2003-408F-BE75-8CBE95315BD8}" type="pres">
      <dgm:prSet presAssocID="{B704E71C-32D4-4FB2-BDAC-6421F4C4B2E7}" presName="parentLin" presStyleCnt="0"/>
      <dgm:spPr/>
    </dgm:pt>
    <dgm:pt modelId="{EF7F8604-5383-452F-84FE-BB6D746124B7}" type="pres">
      <dgm:prSet presAssocID="{B704E71C-32D4-4FB2-BDAC-6421F4C4B2E7}" presName="parentLeftMargin" presStyleLbl="node1" presStyleIdx="0" presStyleCnt="4"/>
      <dgm:spPr/>
    </dgm:pt>
    <dgm:pt modelId="{13A8BE9E-CE4D-46F3-A2EF-5AE55809A1E2}" type="pres">
      <dgm:prSet presAssocID="{B704E71C-32D4-4FB2-BDAC-6421F4C4B2E7}" presName="parentText" presStyleLbl="node1" presStyleIdx="0" presStyleCnt="4">
        <dgm:presLayoutVars>
          <dgm:chMax val="0"/>
          <dgm:bulletEnabled val="1"/>
        </dgm:presLayoutVars>
      </dgm:prSet>
      <dgm:spPr/>
    </dgm:pt>
    <dgm:pt modelId="{1D9C1390-006C-4B9B-ABA1-BEF10C3035DB}" type="pres">
      <dgm:prSet presAssocID="{B704E71C-32D4-4FB2-BDAC-6421F4C4B2E7}" presName="negativeSpace" presStyleCnt="0"/>
      <dgm:spPr/>
    </dgm:pt>
    <dgm:pt modelId="{2B7DCC9F-C3B7-467E-94FE-98744ADF8B07}" type="pres">
      <dgm:prSet presAssocID="{B704E71C-32D4-4FB2-BDAC-6421F4C4B2E7}" presName="childText" presStyleLbl="conFgAcc1" presStyleIdx="0" presStyleCnt="4">
        <dgm:presLayoutVars>
          <dgm:bulletEnabled val="1"/>
        </dgm:presLayoutVars>
      </dgm:prSet>
      <dgm:spPr/>
    </dgm:pt>
    <dgm:pt modelId="{065322AB-0638-443B-A3D2-67ED12C7650A}" type="pres">
      <dgm:prSet presAssocID="{50BBB4D2-2786-4879-B69E-CA5EA379C15D}" presName="spaceBetweenRectangles" presStyleCnt="0"/>
      <dgm:spPr/>
    </dgm:pt>
    <dgm:pt modelId="{10CC8022-B37E-4A05-8903-D8ADDE7ED72E}" type="pres">
      <dgm:prSet presAssocID="{7FE9B4E3-60B1-4CEF-8E7F-964EB91677C3}" presName="parentLin" presStyleCnt="0"/>
      <dgm:spPr/>
    </dgm:pt>
    <dgm:pt modelId="{852D618C-EBB8-48AA-BB66-4B6F7DD4AC96}" type="pres">
      <dgm:prSet presAssocID="{7FE9B4E3-60B1-4CEF-8E7F-964EB91677C3}" presName="parentLeftMargin" presStyleLbl="node1" presStyleIdx="0" presStyleCnt="4"/>
      <dgm:spPr/>
    </dgm:pt>
    <dgm:pt modelId="{EACD5658-B5D1-4DB2-A01B-C8F670BA8211}" type="pres">
      <dgm:prSet presAssocID="{7FE9B4E3-60B1-4CEF-8E7F-964EB91677C3}" presName="parentText" presStyleLbl="node1" presStyleIdx="1" presStyleCnt="4">
        <dgm:presLayoutVars>
          <dgm:chMax val="0"/>
          <dgm:bulletEnabled val="1"/>
        </dgm:presLayoutVars>
      </dgm:prSet>
      <dgm:spPr/>
    </dgm:pt>
    <dgm:pt modelId="{131502CE-6FA0-459B-8D01-EB6B16FD0075}" type="pres">
      <dgm:prSet presAssocID="{7FE9B4E3-60B1-4CEF-8E7F-964EB91677C3}" presName="negativeSpace" presStyleCnt="0"/>
      <dgm:spPr/>
    </dgm:pt>
    <dgm:pt modelId="{169F0292-85A2-4CE5-9FAF-0211704D1D75}" type="pres">
      <dgm:prSet presAssocID="{7FE9B4E3-60B1-4CEF-8E7F-964EB91677C3}" presName="childText" presStyleLbl="conFgAcc1" presStyleIdx="1" presStyleCnt="4">
        <dgm:presLayoutVars>
          <dgm:bulletEnabled val="1"/>
        </dgm:presLayoutVars>
      </dgm:prSet>
      <dgm:spPr/>
    </dgm:pt>
    <dgm:pt modelId="{489431EB-C42E-4E24-953E-0DF1826761D2}" type="pres">
      <dgm:prSet presAssocID="{1D4AA9AD-8910-4182-AB71-C97DBDDCBAD7}" presName="spaceBetweenRectangles" presStyleCnt="0"/>
      <dgm:spPr/>
    </dgm:pt>
    <dgm:pt modelId="{6DE72108-4186-4F43-A131-D05945151DCA}" type="pres">
      <dgm:prSet presAssocID="{8069D821-DD0F-4BE4-80B6-5E88A634D817}" presName="parentLin" presStyleCnt="0"/>
      <dgm:spPr/>
    </dgm:pt>
    <dgm:pt modelId="{7D5FA55F-39AE-43CE-A559-2B22F086EB24}" type="pres">
      <dgm:prSet presAssocID="{8069D821-DD0F-4BE4-80B6-5E88A634D817}" presName="parentLeftMargin" presStyleLbl="node1" presStyleIdx="1" presStyleCnt="4"/>
      <dgm:spPr/>
    </dgm:pt>
    <dgm:pt modelId="{F10F8C43-BA64-4917-A9C6-3FDE43D09987}" type="pres">
      <dgm:prSet presAssocID="{8069D821-DD0F-4BE4-80B6-5E88A634D817}" presName="parentText" presStyleLbl="node1" presStyleIdx="2" presStyleCnt="4">
        <dgm:presLayoutVars>
          <dgm:chMax val="0"/>
          <dgm:bulletEnabled val="1"/>
        </dgm:presLayoutVars>
      </dgm:prSet>
      <dgm:spPr/>
    </dgm:pt>
    <dgm:pt modelId="{2283D0AF-61CF-428F-860B-1847C0C6ABAA}" type="pres">
      <dgm:prSet presAssocID="{8069D821-DD0F-4BE4-80B6-5E88A634D817}" presName="negativeSpace" presStyleCnt="0"/>
      <dgm:spPr/>
    </dgm:pt>
    <dgm:pt modelId="{F3B28A47-051F-428C-A685-A62A4C953377}" type="pres">
      <dgm:prSet presAssocID="{8069D821-DD0F-4BE4-80B6-5E88A634D817}" presName="childText" presStyleLbl="conFgAcc1" presStyleIdx="2" presStyleCnt="4">
        <dgm:presLayoutVars>
          <dgm:bulletEnabled val="1"/>
        </dgm:presLayoutVars>
      </dgm:prSet>
      <dgm:spPr/>
    </dgm:pt>
    <dgm:pt modelId="{9C8195C8-234B-4D4E-9EF4-C41B9A81195B}" type="pres">
      <dgm:prSet presAssocID="{FA6CE334-6E61-41CE-91A5-26C7A61ED452}" presName="spaceBetweenRectangles" presStyleCnt="0"/>
      <dgm:spPr/>
    </dgm:pt>
    <dgm:pt modelId="{EF9AFD5E-9E1E-44B0-AF73-7D7E8A2BB0AC}" type="pres">
      <dgm:prSet presAssocID="{BF754000-BD36-420E-8539-E628B5F9CACD}" presName="parentLin" presStyleCnt="0"/>
      <dgm:spPr/>
    </dgm:pt>
    <dgm:pt modelId="{30BEE313-84B3-4E5E-A8E4-8AA1842C6E46}" type="pres">
      <dgm:prSet presAssocID="{BF754000-BD36-420E-8539-E628B5F9CACD}" presName="parentLeftMargin" presStyleLbl="node1" presStyleIdx="2" presStyleCnt="4"/>
      <dgm:spPr/>
    </dgm:pt>
    <dgm:pt modelId="{912F4AC1-A5B3-4BD3-8283-DA2CDF5B365A}" type="pres">
      <dgm:prSet presAssocID="{BF754000-BD36-420E-8539-E628B5F9CACD}" presName="parentText" presStyleLbl="node1" presStyleIdx="3" presStyleCnt="4">
        <dgm:presLayoutVars>
          <dgm:chMax val="0"/>
          <dgm:bulletEnabled val="1"/>
        </dgm:presLayoutVars>
      </dgm:prSet>
      <dgm:spPr/>
    </dgm:pt>
    <dgm:pt modelId="{53CDE229-794B-49A7-876D-EEF52618BD05}" type="pres">
      <dgm:prSet presAssocID="{BF754000-BD36-420E-8539-E628B5F9CACD}" presName="negativeSpace" presStyleCnt="0"/>
      <dgm:spPr/>
    </dgm:pt>
    <dgm:pt modelId="{68F52505-0923-4D27-A5E0-D902E35119FF}" type="pres">
      <dgm:prSet presAssocID="{BF754000-BD36-420E-8539-E628B5F9CACD}" presName="childText" presStyleLbl="conFgAcc1" presStyleIdx="3" presStyleCnt="4">
        <dgm:presLayoutVars>
          <dgm:bulletEnabled val="1"/>
        </dgm:presLayoutVars>
      </dgm:prSet>
      <dgm:spPr/>
    </dgm:pt>
  </dgm:ptLst>
  <dgm:cxnLst>
    <dgm:cxn modelId="{EBDE510B-D8FB-4611-BCC1-177A031CAA43}" srcId="{72B30F05-72C6-4590-947F-C2EB0624037B}" destId="{7FE9B4E3-60B1-4CEF-8E7F-964EB91677C3}" srcOrd="1" destOrd="0" parTransId="{2699E3B2-E10B-475F-AD92-79E9AD87BFBB}" sibTransId="{1D4AA9AD-8910-4182-AB71-C97DBDDCBAD7}"/>
    <dgm:cxn modelId="{32A7A346-DBF9-4EFD-B660-DB5AF700AD79}" type="presOf" srcId="{BF754000-BD36-420E-8539-E628B5F9CACD}" destId="{912F4AC1-A5B3-4BD3-8283-DA2CDF5B365A}" srcOrd="1" destOrd="0" presId="urn:microsoft.com/office/officeart/2005/8/layout/list1"/>
    <dgm:cxn modelId="{6007294B-5A18-4E5C-84C9-2BADD18C79FA}" type="presOf" srcId="{8069D821-DD0F-4BE4-80B6-5E88A634D817}" destId="{7D5FA55F-39AE-43CE-A559-2B22F086EB24}" srcOrd="0" destOrd="0" presId="urn:microsoft.com/office/officeart/2005/8/layout/list1"/>
    <dgm:cxn modelId="{3D61FB53-364E-497E-A54E-BA17DA468CC6}" type="presOf" srcId="{7FE9B4E3-60B1-4CEF-8E7F-964EB91677C3}" destId="{852D618C-EBB8-48AA-BB66-4B6F7DD4AC96}" srcOrd="0" destOrd="0" presId="urn:microsoft.com/office/officeart/2005/8/layout/list1"/>
    <dgm:cxn modelId="{88BF2279-A0DD-4939-9428-D47AE50601A5}" type="presOf" srcId="{BF754000-BD36-420E-8539-E628B5F9CACD}" destId="{30BEE313-84B3-4E5E-A8E4-8AA1842C6E46}" srcOrd="0" destOrd="0" presId="urn:microsoft.com/office/officeart/2005/8/layout/list1"/>
    <dgm:cxn modelId="{EA657485-F162-4567-8321-95B5C33D985A}" type="presOf" srcId="{7FE9B4E3-60B1-4CEF-8E7F-964EB91677C3}" destId="{EACD5658-B5D1-4DB2-A01B-C8F670BA8211}" srcOrd="1" destOrd="0" presId="urn:microsoft.com/office/officeart/2005/8/layout/list1"/>
    <dgm:cxn modelId="{E62DCB87-E9D6-4524-AA1C-F1DF92D0A305}" srcId="{72B30F05-72C6-4590-947F-C2EB0624037B}" destId="{8069D821-DD0F-4BE4-80B6-5E88A634D817}" srcOrd="2" destOrd="0" parTransId="{ACEADE66-1F68-4ED4-B506-5CFAB1BE58D9}" sibTransId="{FA6CE334-6E61-41CE-91A5-26C7A61ED452}"/>
    <dgm:cxn modelId="{B796408E-D8C6-4CA5-91EF-1E49F7FA8C28}" type="presOf" srcId="{8069D821-DD0F-4BE4-80B6-5E88A634D817}" destId="{F10F8C43-BA64-4917-A9C6-3FDE43D09987}" srcOrd="1" destOrd="0" presId="urn:microsoft.com/office/officeart/2005/8/layout/list1"/>
    <dgm:cxn modelId="{ECE9B592-081B-40B7-BE89-D37AE98BAE37}" type="presOf" srcId="{B704E71C-32D4-4FB2-BDAC-6421F4C4B2E7}" destId="{EF7F8604-5383-452F-84FE-BB6D746124B7}" srcOrd="0" destOrd="0" presId="urn:microsoft.com/office/officeart/2005/8/layout/list1"/>
    <dgm:cxn modelId="{18D9AB9C-A414-45CA-8A2D-27D276C9F5E0}" srcId="{72B30F05-72C6-4590-947F-C2EB0624037B}" destId="{B704E71C-32D4-4FB2-BDAC-6421F4C4B2E7}" srcOrd="0" destOrd="0" parTransId="{80113FC3-EE81-4D76-BD96-6B4EB5CF93B6}" sibTransId="{50BBB4D2-2786-4879-B69E-CA5EA379C15D}"/>
    <dgm:cxn modelId="{8EFBC2C7-E340-45FF-9761-C971CBD17ED1}" type="presOf" srcId="{72B30F05-72C6-4590-947F-C2EB0624037B}" destId="{D378B834-9FF5-4D33-B822-B48E85482779}" srcOrd="0" destOrd="0" presId="urn:microsoft.com/office/officeart/2005/8/layout/list1"/>
    <dgm:cxn modelId="{CD7A0CDA-D0BB-4332-BAA3-5C75A6F64C0C}" type="presOf" srcId="{B704E71C-32D4-4FB2-BDAC-6421F4C4B2E7}" destId="{13A8BE9E-CE4D-46F3-A2EF-5AE55809A1E2}" srcOrd="1" destOrd="0" presId="urn:microsoft.com/office/officeart/2005/8/layout/list1"/>
    <dgm:cxn modelId="{FF3B62EF-DA1A-4E81-B07F-C705BCB74B25}" srcId="{72B30F05-72C6-4590-947F-C2EB0624037B}" destId="{BF754000-BD36-420E-8539-E628B5F9CACD}" srcOrd="3" destOrd="0" parTransId="{73E012B7-013A-445B-A77C-F61383BAD1B9}" sibTransId="{2270B635-762A-4480-9D9C-167782182919}"/>
    <dgm:cxn modelId="{D38866EA-A46D-461A-838D-B890F3B107FC}" type="presParOf" srcId="{D378B834-9FF5-4D33-B822-B48E85482779}" destId="{C13A8D20-2003-408F-BE75-8CBE95315BD8}" srcOrd="0" destOrd="0" presId="urn:microsoft.com/office/officeart/2005/8/layout/list1"/>
    <dgm:cxn modelId="{11CD8F57-691B-4B07-B7FD-0F8A83951780}" type="presParOf" srcId="{C13A8D20-2003-408F-BE75-8CBE95315BD8}" destId="{EF7F8604-5383-452F-84FE-BB6D746124B7}" srcOrd="0" destOrd="0" presId="urn:microsoft.com/office/officeart/2005/8/layout/list1"/>
    <dgm:cxn modelId="{C060F321-7F72-484D-8B14-F6FC6EF9E6A5}" type="presParOf" srcId="{C13A8D20-2003-408F-BE75-8CBE95315BD8}" destId="{13A8BE9E-CE4D-46F3-A2EF-5AE55809A1E2}" srcOrd="1" destOrd="0" presId="urn:microsoft.com/office/officeart/2005/8/layout/list1"/>
    <dgm:cxn modelId="{AF80372B-9BE1-4C67-B05C-989905AF6DFE}" type="presParOf" srcId="{D378B834-9FF5-4D33-B822-B48E85482779}" destId="{1D9C1390-006C-4B9B-ABA1-BEF10C3035DB}" srcOrd="1" destOrd="0" presId="urn:microsoft.com/office/officeart/2005/8/layout/list1"/>
    <dgm:cxn modelId="{4FD466B3-9F30-4FCF-A931-2062463C0E64}" type="presParOf" srcId="{D378B834-9FF5-4D33-B822-B48E85482779}" destId="{2B7DCC9F-C3B7-467E-94FE-98744ADF8B07}" srcOrd="2" destOrd="0" presId="urn:microsoft.com/office/officeart/2005/8/layout/list1"/>
    <dgm:cxn modelId="{A0608F35-13DC-43F4-9ABE-8C44600E64D4}" type="presParOf" srcId="{D378B834-9FF5-4D33-B822-B48E85482779}" destId="{065322AB-0638-443B-A3D2-67ED12C7650A}" srcOrd="3" destOrd="0" presId="urn:microsoft.com/office/officeart/2005/8/layout/list1"/>
    <dgm:cxn modelId="{C7BA3762-3C08-49B0-9446-723EB1E8BD92}" type="presParOf" srcId="{D378B834-9FF5-4D33-B822-B48E85482779}" destId="{10CC8022-B37E-4A05-8903-D8ADDE7ED72E}" srcOrd="4" destOrd="0" presId="urn:microsoft.com/office/officeart/2005/8/layout/list1"/>
    <dgm:cxn modelId="{278E786A-8F75-48F6-81FF-3829F875E95B}" type="presParOf" srcId="{10CC8022-B37E-4A05-8903-D8ADDE7ED72E}" destId="{852D618C-EBB8-48AA-BB66-4B6F7DD4AC96}" srcOrd="0" destOrd="0" presId="urn:microsoft.com/office/officeart/2005/8/layout/list1"/>
    <dgm:cxn modelId="{27C50CCA-C175-4CAC-9AE7-B161B3A0EB3A}" type="presParOf" srcId="{10CC8022-B37E-4A05-8903-D8ADDE7ED72E}" destId="{EACD5658-B5D1-4DB2-A01B-C8F670BA8211}" srcOrd="1" destOrd="0" presId="urn:microsoft.com/office/officeart/2005/8/layout/list1"/>
    <dgm:cxn modelId="{28842FE1-B235-4F9B-86D1-201AFE22E0CD}" type="presParOf" srcId="{D378B834-9FF5-4D33-B822-B48E85482779}" destId="{131502CE-6FA0-459B-8D01-EB6B16FD0075}" srcOrd="5" destOrd="0" presId="urn:microsoft.com/office/officeart/2005/8/layout/list1"/>
    <dgm:cxn modelId="{E789B1F2-F4CA-4F2D-BAC1-E5A60FA23DF4}" type="presParOf" srcId="{D378B834-9FF5-4D33-B822-B48E85482779}" destId="{169F0292-85A2-4CE5-9FAF-0211704D1D75}" srcOrd="6" destOrd="0" presId="urn:microsoft.com/office/officeart/2005/8/layout/list1"/>
    <dgm:cxn modelId="{8FC5B3AB-880B-4B93-A93B-06257A618753}" type="presParOf" srcId="{D378B834-9FF5-4D33-B822-B48E85482779}" destId="{489431EB-C42E-4E24-953E-0DF1826761D2}" srcOrd="7" destOrd="0" presId="urn:microsoft.com/office/officeart/2005/8/layout/list1"/>
    <dgm:cxn modelId="{8162F0F7-E3C3-447F-883F-153C5E1BB100}" type="presParOf" srcId="{D378B834-9FF5-4D33-B822-B48E85482779}" destId="{6DE72108-4186-4F43-A131-D05945151DCA}" srcOrd="8" destOrd="0" presId="urn:microsoft.com/office/officeart/2005/8/layout/list1"/>
    <dgm:cxn modelId="{06796122-05F3-4802-9201-64CEF871D921}" type="presParOf" srcId="{6DE72108-4186-4F43-A131-D05945151DCA}" destId="{7D5FA55F-39AE-43CE-A559-2B22F086EB24}" srcOrd="0" destOrd="0" presId="urn:microsoft.com/office/officeart/2005/8/layout/list1"/>
    <dgm:cxn modelId="{B98C3E45-332E-4301-90C6-F8A0D648A3D5}" type="presParOf" srcId="{6DE72108-4186-4F43-A131-D05945151DCA}" destId="{F10F8C43-BA64-4917-A9C6-3FDE43D09987}" srcOrd="1" destOrd="0" presId="urn:microsoft.com/office/officeart/2005/8/layout/list1"/>
    <dgm:cxn modelId="{2ECDCE5B-3323-478C-8F39-6F36B6EE4742}" type="presParOf" srcId="{D378B834-9FF5-4D33-B822-B48E85482779}" destId="{2283D0AF-61CF-428F-860B-1847C0C6ABAA}" srcOrd="9" destOrd="0" presId="urn:microsoft.com/office/officeart/2005/8/layout/list1"/>
    <dgm:cxn modelId="{B2D96287-2C5D-4C0C-BD12-1A66327703AD}" type="presParOf" srcId="{D378B834-9FF5-4D33-B822-B48E85482779}" destId="{F3B28A47-051F-428C-A685-A62A4C953377}" srcOrd="10" destOrd="0" presId="urn:microsoft.com/office/officeart/2005/8/layout/list1"/>
    <dgm:cxn modelId="{1DD4B303-5437-49DA-B5E6-681D9E435F3C}" type="presParOf" srcId="{D378B834-9FF5-4D33-B822-B48E85482779}" destId="{9C8195C8-234B-4D4E-9EF4-C41B9A81195B}" srcOrd="11" destOrd="0" presId="urn:microsoft.com/office/officeart/2005/8/layout/list1"/>
    <dgm:cxn modelId="{B5A16B3C-4E40-475E-B29A-B9147FC02787}" type="presParOf" srcId="{D378B834-9FF5-4D33-B822-B48E85482779}" destId="{EF9AFD5E-9E1E-44B0-AF73-7D7E8A2BB0AC}" srcOrd="12" destOrd="0" presId="urn:microsoft.com/office/officeart/2005/8/layout/list1"/>
    <dgm:cxn modelId="{7E1D28F6-AE55-495B-9ED1-F02DCC24E07E}" type="presParOf" srcId="{EF9AFD5E-9E1E-44B0-AF73-7D7E8A2BB0AC}" destId="{30BEE313-84B3-4E5E-A8E4-8AA1842C6E46}" srcOrd="0" destOrd="0" presId="urn:microsoft.com/office/officeart/2005/8/layout/list1"/>
    <dgm:cxn modelId="{68A9B56D-330D-44BB-9BCA-E59F2CC389D2}" type="presParOf" srcId="{EF9AFD5E-9E1E-44B0-AF73-7D7E8A2BB0AC}" destId="{912F4AC1-A5B3-4BD3-8283-DA2CDF5B365A}" srcOrd="1" destOrd="0" presId="urn:microsoft.com/office/officeart/2005/8/layout/list1"/>
    <dgm:cxn modelId="{9B560B6C-C388-4349-86FF-7FCD8AADA35D}" type="presParOf" srcId="{D378B834-9FF5-4D33-B822-B48E85482779}" destId="{53CDE229-794B-49A7-876D-EEF52618BD05}" srcOrd="13" destOrd="0" presId="urn:microsoft.com/office/officeart/2005/8/layout/list1"/>
    <dgm:cxn modelId="{2B330735-92AD-4ACD-B807-7F58D409AD92}" type="presParOf" srcId="{D378B834-9FF5-4D33-B822-B48E85482779}" destId="{68F52505-0923-4D27-A5E0-D902E35119FF}" srcOrd="14" destOrd="0" presId="urn:microsoft.com/office/officeart/2005/8/layout/lis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63.xml><?xml version="1.0" encoding="utf-8"?>
<dgm:dataModel xmlns:dgm="http://schemas.openxmlformats.org/drawingml/2006/diagram" xmlns:a="http://schemas.openxmlformats.org/drawingml/2006/main">
  <dgm:ptLst>
    <dgm:pt modelId="{72B30F05-72C6-4590-947F-C2EB0624037B}" type="doc">
      <dgm:prSet loTypeId="urn:microsoft.com/office/officeart/2011/layout/TabList" loCatId="list" qsTypeId="urn:microsoft.com/office/officeart/2005/8/quickstyle/simple3" qsCatId="simple" csTypeId="urn:microsoft.com/office/officeart/2005/8/colors/colorful1" csCatId="colorful" phldr="1"/>
      <dgm:spPr/>
      <dgm:t>
        <a:bodyPr/>
        <a:lstStyle/>
        <a:p>
          <a:endParaRPr lang="en-IN"/>
        </a:p>
      </dgm:t>
    </dgm:pt>
    <dgm:pt modelId="{B704E71C-32D4-4FB2-BDAC-6421F4C4B2E7}">
      <dgm:prSet custT="1"/>
      <dgm:spPr/>
      <dgm:t>
        <a:bodyPr/>
        <a:lstStyle/>
        <a:p>
          <a:pPr algn="l"/>
          <a:r>
            <a:rPr lang="en-US" sz="1800" b="1" dirty="0"/>
            <a:t>1. Constructor Injection</a:t>
          </a:r>
          <a:endParaRPr lang="en-IN" sz="1800" b="1" dirty="0"/>
        </a:p>
      </dgm:t>
    </dgm:pt>
    <dgm:pt modelId="{80113FC3-EE81-4D76-BD96-6B4EB5CF93B6}" type="parTrans" cxnId="{18D9AB9C-A414-45CA-8A2D-27D276C9F5E0}">
      <dgm:prSet/>
      <dgm:spPr/>
      <dgm:t>
        <a:bodyPr/>
        <a:lstStyle/>
        <a:p>
          <a:endParaRPr lang="en-IN" sz="1800"/>
        </a:p>
      </dgm:t>
    </dgm:pt>
    <dgm:pt modelId="{50BBB4D2-2786-4879-B69E-CA5EA379C15D}" type="sibTrans" cxnId="{18D9AB9C-A414-45CA-8A2D-27D276C9F5E0}">
      <dgm:prSet/>
      <dgm:spPr/>
      <dgm:t>
        <a:bodyPr/>
        <a:lstStyle/>
        <a:p>
          <a:endParaRPr lang="en-IN" sz="1800"/>
        </a:p>
      </dgm:t>
    </dgm:pt>
    <dgm:pt modelId="{7FE9B4E3-60B1-4CEF-8E7F-964EB91677C3}">
      <dgm:prSet custT="1"/>
      <dgm:spPr/>
      <dgm:t>
        <a:bodyPr/>
        <a:lstStyle/>
        <a:p>
          <a:pPr algn="l"/>
          <a:r>
            <a:rPr lang="en-US" sz="1800" b="1" dirty="0"/>
            <a:t>2. Setter Injection</a:t>
          </a:r>
          <a:endParaRPr lang="en-IN" sz="1800" b="1" dirty="0"/>
        </a:p>
      </dgm:t>
    </dgm:pt>
    <dgm:pt modelId="{2699E3B2-E10B-475F-AD92-79E9AD87BFBB}" type="parTrans" cxnId="{EBDE510B-D8FB-4611-BCC1-177A031CAA43}">
      <dgm:prSet/>
      <dgm:spPr/>
      <dgm:t>
        <a:bodyPr/>
        <a:lstStyle/>
        <a:p>
          <a:endParaRPr lang="en-IN" sz="1800"/>
        </a:p>
      </dgm:t>
    </dgm:pt>
    <dgm:pt modelId="{1D4AA9AD-8910-4182-AB71-C97DBDDCBAD7}" type="sibTrans" cxnId="{EBDE510B-D8FB-4611-BCC1-177A031CAA43}">
      <dgm:prSet/>
      <dgm:spPr/>
      <dgm:t>
        <a:bodyPr/>
        <a:lstStyle/>
        <a:p>
          <a:endParaRPr lang="en-IN" sz="1800"/>
        </a:p>
      </dgm:t>
    </dgm:pt>
    <dgm:pt modelId="{8069D821-DD0F-4BE4-80B6-5E88A634D817}">
      <dgm:prSet custT="1"/>
      <dgm:spPr/>
      <dgm:t>
        <a:bodyPr/>
        <a:lstStyle/>
        <a:p>
          <a:pPr algn="l"/>
          <a:r>
            <a:rPr lang="en-US" sz="1800" b="1" dirty="0"/>
            <a:t>3. Field Injection</a:t>
          </a:r>
          <a:endParaRPr lang="en-IN" sz="1800" b="1" dirty="0"/>
        </a:p>
      </dgm:t>
    </dgm:pt>
    <dgm:pt modelId="{ACEADE66-1F68-4ED4-B506-5CFAB1BE58D9}" type="parTrans" cxnId="{E62DCB87-E9D6-4524-AA1C-F1DF92D0A305}">
      <dgm:prSet/>
      <dgm:spPr/>
      <dgm:t>
        <a:bodyPr/>
        <a:lstStyle/>
        <a:p>
          <a:endParaRPr lang="en-IN" sz="1800"/>
        </a:p>
      </dgm:t>
    </dgm:pt>
    <dgm:pt modelId="{FA6CE334-6E61-41CE-91A5-26C7A61ED452}" type="sibTrans" cxnId="{E62DCB87-E9D6-4524-AA1C-F1DF92D0A305}">
      <dgm:prSet/>
      <dgm:spPr/>
      <dgm:t>
        <a:bodyPr/>
        <a:lstStyle/>
        <a:p>
          <a:endParaRPr lang="en-IN" sz="1800"/>
        </a:p>
      </dgm:t>
    </dgm:pt>
    <dgm:pt modelId="{BF754000-BD36-420E-8539-E628B5F9CACD}">
      <dgm:prSet custT="1"/>
      <dgm:spPr/>
      <dgm:t>
        <a:bodyPr/>
        <a:lstStyle/>
        <a:p>
          <a:pPr algn="l"/>
          <a:r>
            <a:rPr lang="en-US" sz="1800" b="1" dirty="0"/>
            <a:t>4. Method Injection</a:t>
          </a:r>
          <a:endParaRPr lang="en-IN" sz="1800" b="1" dirty="0"/>
        </a:p>
      </dgm:t>
    </dgm:pt>
    <dgm:pt modelId="{73E012B7-013A-445B-A77C-F61383BAD1B9}" type="parTrans" cxnId="{FF3B62EF-DA1A-4E81-B07F-C705BCB74B25}">
      <dgm:prSet/>
      <dgm:spPr/>
      <dgm:t>
        <a:bodyPr/>
        <a:lstStyle/>
        <a:p>
          <a:endParaRPr lang="en-IN" sz="1800"/>
        </a:p>
      </dgm:t>
    </dgm:pt>
    <dgm:pt modelId="{2270B635-762A-4480-9D9C-167782182919}" type="sibTrans" cxnId="{FF3B62EF-DA1A-4E81-B07F-C705BCB74B25}">
      <dgm:prSet/>
      <dgm:spPr/>
      <dgm:t>
        <a:bodyPr/>
        <a:lstStyle/>
        <a:p>
          <a:endParaRPr lang="en-IN" sz="1800"/>
        </a:p>
      </dgm:t>
    </dgm:pt>
    <dgm:pt modelId="{CDCE24C8-EDBC-44FD-922A-764D3D1C7845}">
      <dgm:prSet custT="1"/>
      <dgm:spPr/>
      <dgm:t>
        <a:bodyPr/>
        <a:lstStyle/>
        <a:p>
          <a:r>
            <a:rPr lang="en-US" sz="1800" dirty="0"/>
            <a:t>Use for </a:t>
          </a:r>
          <a:r>
            <a:rPr lang="en-US" sz="1800" b="1" dirty="0"/>
            <a:t>mandatory dependencies </a:t>
          </a:r>
          <a:r>
            <a:rPr lang="en-US" sz="1800" dirty="0"/>
            <a:t>and should be provided at object creation time.</a:t>
          </a:r>
          <a:endParaRPr lang="en-IN" sz="1800" dirty="0"/>
        </a:p>
      </dgm:t>
    </dgm:pt>
    <dgm:pt modelId="{49150DCE-7C3A-447D-A2E0-EFD68674E9C9}" type="parTrans" cxnId="{554FDBA0-D455-4326-A25D-B431672129D9}">
      <dgm:prSet/>
      <dgm:spPr/>
      <dgm:t>
        <a:bodyPr/>
        <a:lstStyle/>
        <a:p>
          <a:endParaRPr lang="en-IN" sz="1800"/>
        </a:p>
      </dgm:t>
    </dgm:pt>
    <dgm:pt modelId="{2D6CEF9A-FE8C-4665-959F-D1C9365FFDAC}" type="sibTrans" cxnId="{554FDBA0-D455-4326-A25D-B431672129D9}">
      <dgm:prSet/>
      <dgm:spPr/>
      <dgm:t>
        <a:bodyPr/>
        <a:lstStyle/>
        <a:p>
          <a:endParaRPr lang="en-IN" sz="1800"/>
        </a:p>
      </dgm:t>
    </dgm:pt>
    <dgm:pt modelId="{33C00A68-7D5D-4772-BB41-FEBB24DB4BB1}">
      <dgm:prSet custT="1"/>
      <dgm:spPr/>
      <dgm:t>
        <a:bodyPr/>
        <a:lstStyle/>
        <a:p>
          <a:r>
            <a:rPr lang="en-US" sz="1800" dirty="0"/>
            <a:t>Use for </a:t>
          </a:r>
          <a:r>
            <a:rPr lang="en-US" sz="1800" b="1" dirty="0"/>
            <a:t>optional dependencies</a:t>
          </a:r>
          <a:r>
            <a:rPr lang="en-US" sz="1800" dirty="0"/>
            <a:t> or when dependencies can change after object creation, allowing flexibility in re-injecting dependencies.</a:t>
          </a:r>
          <a:endParaRPr lang="en-IN" sz="1800" dirty="0"/>
        </a:p>
      </dgm:t>
    </dgm:pt>
    <dgm:pt modelId="{2FFAEA40-EDDC-4007-9D61-7A38ED00D7BA}" type="parTrans" cxnId="{FDB2B9B1-A805-4F42-86B6-D90B1A5B546E}">
      <dgm:prSet/>
      <dgm:spPr/>
      <dgm:t>
        <a:bodyPr/>
        <a:lstStyle/>
        <a:p>
          <a:endParaRPr lang="en-IN" sz="1800"/>
        </a:p>
      </dgm:t>
    </dgm:pt>
    <dgm:pt modelId="{5F24ABC6-EBA4-4F4B-99F7-39587FE821B5}" type="sibTrans" cxnId="{FDB2B9B1-A805-4F42-86B6-D90B1A5B546E}">
      <dgm:prSet/>
      <dgm:spPr/>
      <dgm:t>
        <a:bodyPr/>
        <a:lstStyle/>
        <a:p>
          <a:endParaRPr lang="en-IN" sz="1800"/>
        </a:p>
      </dgm:t>
    </dgm:pt>
    <dgm:pt modelId="{C4D1DC95-EFE9-4527-A354-E7213AB150C7}">
      <dgm:prSet custT="1"/>
      <dgm:spPr/>
      <dgm:t>
        <a:bodyPr/>
        <a:lstStyle/>
        <a:p>
          <a:r>
            <a:rPr lang="en-US" sz="1800" dirty="0"/>
            <a:t>Generally, avoid due to </a:t>
          </a:r>
          <a:r>
            <a:rPr lang="en-US" sz="1800" b="1" dirty="0"/>
            <a:t>limitations in testability</a:t>
          </a:r>
          <a:r>
            <a:rPr lang="en-US" sz="1800" dirty="0"/>
            <a:t> and visibility of dependencies.</a:t>
          </a:r>
          <a:endParaRPr lang="en-IN" sz="1800" dirty="0"/>
        </a:p>
      </dgm:t>
    </dgm:pt>
    <dgm:pt modelId="{FFB58CE0-DA3B-4C54-BFE2-4A6278D21604}" type="parTrans" cxnId="{3A6F01C7-6A19-48D6-BA56-3C1BFEE66320}">
      <dgm:prSet/>
      <dgm:spPr/>
      <dgm:t>
        <a:bodyPr/>
        <a:lstStyle/>
        <a:p>
          <a:endParaRPr lang="en-IN" sz="1800"/>
        </a:p>
      </dgm:t>
    </dgm:pt>
    <dgm:pt modelId="{F4CAAF8D-BB2D-4E0B-8C1E-1A8BB705E074}" type="sibTrans" cxnId="{3A6F01C7-6A19-48D6-BA56-3C1BFEE66320}">
      <dgm:prSet/>
      <dgm:spPr/>
      <dgm:t>
        <a:bodyPr/>
        <a:lstStyle/>
        <a:p>
          <a:endParaRPr lang="en-IN" sz="1800"/>
        </a:p>
      </dgm:t>
    </dgm:pt>
    <dgm:pt modelId="{77B3D258-9B46-4007-9525-1565C40D1729}">
      <dgm:prSet custT="1"/>
      <dgm:spPr/>
      <dgm:t>
        <a:bodyPr/>
        <a:lstStyle/>
        <a:p>
          <a:r>
            <a:rPr lang="en-US" sz="1800" dirty="0"/>
            <a:t>Use for </a:t>
          </a:r>
          <a:r>
            <a:rPr lang="en-US" sz="1800" b="1" dirty="0"/>
            <a:t>injecting dependencies dynamically</a:t>
          </a:r>
          <a:r>
            <a:rPr lang="en-US" sz="1800" dirty="0"/>
            <a:t> or conditionally, providing more flexibility compared to constructor or setter injection.</a:t>
          </a:r>
          <a:endParaRPr lang="en-IN" sz="1800" dirty="0"/>
        </a:p>
      </dgm:t>
    </dgm:pt>
    <dgm:pt modelId="{3C75D78D-BFBB-46F0-BF41-3C3768445066}" type="parTrans" cxnId="{DA2FED33-693F-4B18-BA6E-9DEED29BF26F}">
      <dgm:prSet/>
      <dgm:spPr/>
      <dgm:t>
        <a:bodyPr/>
        <a:lstStyle/>
        <a:p>
          <a:endParaRPr lang="en-IN" sz="1800"/>
        </a:p>
      </dgm:t>
    </dgm:pt>
    <dgm:pt modelId="{E895C080-B155-4ED3-94B8-64309B6A3F0E}" type="sibTrans" cxnId="{DA2FED33-693F-4B18-BA6E-9DEED29BF26F}">
      <dgm:prSet/>
      <dgm:spPr/>
      <dgm:t>
        <a:bodyPr/>
        <a:lstStyle/>
        <a:p>
          <a:endParaRPr lang="en-IN" sz="1800"/>
        </a:p>
      </dgm:t>
    </dgm:pt>
    <dgm:pt modelId="{2419A906-344B-4CA2-AAAC-18D9386CC7AC}" type="pres">
      <dgm:prSet presAssocID="{72B30F05-72C6-4590-947F-C2EB0624037B}" presName="Name0" presStyleCnt="0">
        <dgm:presLayoutVars>
          <dgm:chMax/>
          <dgm:chPref val="3"/>
          <dgm:dir/>
          <dgm:animOne val="branch"/>
          <dgm:animLvl val="lvl"/>
        </dgm:presLayoutVars>
      </dgm:prSet>
      <dgm:spPr/>
    </dgm:pt>
    <dgm:pt modelId="{FC426A4B-2876-400F-A43F-1A7550BE86BD}" type="pres">
      <dgm:prSet presAssocID="{B704E71C-32D4-4FB2-BDAC-6421F4C4B2E7}" presName="composite" presStyleCnt="0"/>
      <dgm:spPr/>
    </dgm:pt>
    <dgm:pt modelId="{1FC49024-6CDE-4004-95B4-8238FBE3CA23}" type="pres">
      <dgm:prSet presAssocID="{B704E71C-32D4-4FB2-BDAC-6421F4C4B2E7}" presName="FirstChild" presStyleLbl="revTx" presStyleIdx="0" presStyleCnt="4" custScaleX="95945">
        <dgm:presLayoutVars>
          <dgm:chMax val="0"/>
          <dgm:chPref val="0"/>
          <dgm:bulletEnabled val="1"/>
        </dgm:presLayoutVars>
      </dgm:prSet>
      <dgm:spPr/>
    </dgm:pt>
    <dgm:pt modelId="{A5385733-2175-444D-947A-22F11A27EF8C}" type="pres">
      <dgm:prSet presAssocID="{B704E71C-32D4-4FB2-BDAC-6421F4C4B2E7}" presName="Parent" presStyleLbl="alignNode1" presStyleIdx="0" presStyleCnt="4">
        <dgm:presLayoutVars>
          <dgm:chMax val="3"/>
          <dgm:chPref val="3"/>
          <dgm:bulletEnabled val="1"/>
        </dgm:presLayoutVars>
      </dgm:prSet>
      <dgm:spPr/>
    </dgm:pt>
    <dgm:pt modelId="{1C2B8D7F-F405-4EF2-885B-2BC9530F3307}" type="pres">
      <dgm:prSet presAssocID="{B704E71C-32D4-4FB2-BDAC-6421F4C4B2E7}" presName="Accent" presStyleLbl="parChTrans1D1" presStyleIdx="0" presStyleCnt="4"/>
      <dgm:spPr/>
    </dgm:pt>
    <dgm:pt modelId="{1A2CB4D0-E2FA-4764-BE59-630FA069F791}" type="pres">
      <dgm:prSet presAssocID="{50BBB4D2-2786-4879-B69E-CA5EA379C15D}" presName="sibTrans" presStyleCnt="0"/>
      <dgm:spPr/>
    </dgm:pt>
    <dgm:pt modelId="{5F82AC12-B597-489E-ACE8-06071CB54211}" type="pres">
      <dgm:prSet presAssocID="{7FE9B4E3-60B1-4CEF-8E7F-964EB91677C3}" presName="composite" presStyleCnt="0"/>
      <dgm:spPr/>
    </dgm:pt>
    <dgm:pt modelId="{952A24D4-55F9-4CC2-9316-BDD4CC6102CE}" type="pres">
      <dgm:prSet presAssocID="{7FE9B4E3-60B1-4CEF-8E7F-964EB91677C3}" presName="FirstChild" presStyleLbl="revTx" presStyleIdx="1" presStyleCnt="4" custScaleX="95945">
        <dgm:presLayoutVars>
          <dgm:chMax val="0"/>
          <dgm:chPref val="0"/>
          <dgm:bulletEnabled val="1"/>
        </dgm:presLayoutVars>
      </dgm:prSet>
      <dgm:spPr/>
    </dgm:pt>
    <dgm:pt modelId="{1352E2C7-DFCD-43B5-9EAE-3C81F71BD82C}" type="pres">
      <dgm:prSet presAssocID="{7FE9B4E3-60B1-4CEF-8E7F-964EB91677C3}" presName="Parent" presStyleLbl="alignNode1" presStyleIdx="1" presStyleCnt="4">
        <dgm:presLayoutVars>
          <dgm:chMax val="3"/>
          <dgm:chPref val="3"/>
          <dgm:bulletEnabled val="1"/>
        </dgm:presLayoutVars>
      </dgm:prSet>
      <dgm:spPr/>
    </dgm:pt>
    <dgm:pt modelId="{5047AC73-B4E1-4DBA-B693-F2986C206DE0}" type="pres">
      <dgm:prSet presAssocID="{7FE9B4E3-60B1-4CEF-8E7F-964EB91677C3}" presName="Accent" presStyleLbl="parChTrans1D1" presStyleIdx="1" presStyleCnt="4"/>
      <dgm:spPr/>
    </dgm:pt>
    <dgm:pt modelId="{098CF9BF-F823-487F-BEFE-CDDFBD0AF98D}" type="pres">
      <dgm:prSet presAssocID="{1D4AA9AD-8910-4182-AB71-C97DBDDCBAD7}" presName="sibTrans" presStyleCnt="0"/>
      <dgm:spPr/>
    </dgm:pt>
    <dgm:pt modelId="{D6082E8A-5E9A-4853-AB47-27BDAAC2E34A}" type="pres">
      <dgm:prSet presAssocID="{8069D821-DD0F-4BE4-80B6-5E88A634D817}" presName="composite" presStyleCnt="0"/>
      <dgm:spPr/>
    </dgm:pt>
    <dgm:pt modelId="{25287710-860A-4757-8D08-C17E6E7F36FE}" type="pres">
      <dgm:prSet presAssocID="{8069D821-DD0F-4BE4-80B6-5E88A634D817}" presName="FirstChild" presStyleLbl="revTx" presStyleIdx="2" presStyleCnt="4" custScaleX="95945">
        <dgm:presLayoutVars>
          <dgm:chMax val="0"/>
          <dgm:chPref val="0"/>
          <dgm:bulletEnabled val="1"/>
        </dgm:presLayoutVars>
      </dgm:prSet>
      <dgm:spPr/>
    </dgm:pt>
    <dgm:pt modelId="{1FD3B4CD-1FFA-42DE-AB68-B7C3FA66F067}" type="pres">
      <dgm:prSet presAssocID="{8069D821-DD0F-4BE4-80B6-5E88A634D817}" presName="Parent" presStyleLbl="alignNode1" presStyleIdx="2" presStyleCnt="4">
        <dgm:presLayoutVars>
          <dgm:chMax val="3"/>
          <dgm:chPref val="3"/>
          <dgm:bulletEnabled val="1"/>
        </dgm:presLayoutVars>
      </dgm:prSet>
      <dgm:spPr/>
    </dgm:pt>
    <dgm:pt modelId="{4FA44286-D392-4B0C-B56E-C48E1939A341}" type="pres">
      <dgm:prSet presAssocID="{8069D821-DD0F-4BE4-80B6-5E88A634D817}" presName="Accent" presStyleLbl="parChTrans1D1" presStyleIdx="2" presStyleCnt="4"/>
      <dgm:spPr/>
    </dgm:pt>
    <dgm:pt modelId="{C9135BA6-8CFD-41AB-B247-9C3003178B88}" type="pres">
      <dgm:prSet presAssocID="{FA6CE334-6E61-41CE-91A5-26C7A61ED452}" presName="sibTrans" presStyleCnt="0"/>
      <dgm:spPr/>
    </dgm:pt>
    <dgm:pt modelId="{FA33DA85-735B-4B9A-95C5-C11D2487C674}" type="pres">
      <dgm:prSet presAssocID="{BF754000-BD36-420E-8539-E628B5F9CACD}" presName="composite" presStyleCnt="0"/>
      <dgm:spPr/>
    </dgm:pt>
    <dgm:pt modelId="{D57CF437-4AEC-490E-8C4C-73770F28617D}" type="pres">
      <dgm:prSet presAssocID="{BF754000-BD36-420E-8539-E628B5F9CACD}" presName="FirstChild" presStyleLbl="revTx" presStyleIdx="3" presStyleCnt="4" custScaleX="95945">
        <dgm:presLayoutVars>
          <dgm:chMax val="0"/>
          <dgm:chPref val="0"/>
          <dgm:bulletEnabled val="1"/>
        </dgm:presLayoutVars>
      </dgm:prSet>
      <dgm:spPr/>
    </dgm:pt>
    <dgm:pt modelId="{AF9A221D-530B-45E8-88BE-B00BD8C78677}" type="pres">
      <dgm:prSet presAssocID="{BF754000-BD36-420E-8539-E628B5F9CACD}" presName="Parent" presStyleLbl="alignNode1" presStyleIdx="3" presStyleCnt="4">
        <dgm:presLayoutVars>
          <dgm:chMax val="3"/>
          <dgm:chPref val="3"/>
          <dgm:bulletEnabled val="1"/>
        </dgm:presLayoutVars>
      </dgm:prSet>
      <dgm:spPr/>
    </dgm:pt>
    <dgm:pt modelId="{CBDEFD78-D2A4-49C3-8A8B-869A2334193D}" type="pres">
      <dgm:prSet presAssocID="{BF754000-BD36-420E-8539-E628B5F9CACD}" presName="Accent" presStyleLbl="parChTrans1D1" presStyleIdx="3" presStyleCnt="4"/>
      <dgm:spPr/>
    </dgm:pt>
  </dgm:ptLst>
  <dgm:cxnLst>
    <dgm:cxn modelId="{EBDE510B-D8FB-4611-BCC1-177A031CAA43}" srcId="{72B30F05-72C6-4590-947F-C2EB0624037B}" destId="{7FE9B4E3-60B1-4CEF-8E7F-964EB91677C3}" srcOrd="1" destOrd="0" parTransId="{2699E3B2-E10B-475F-AD92-79E9AD87BFBB}" sibTransId="{1D4AA9AD-8910-4182-AB71-C97DBDDCBAD7}"/>
    <dgm:cxn modelId="{2B6D0811-300A-4116-9236-40F95D5D346D}" type="presOf" srcId="{77B3D258-9B46-4007-9525-1565C40D1729}" destId="{D57CF437-4AEC-490E-8C4C-73770F28617D}" srcOrd="0" destOrd="0" presId="urn:microsoft.com/office/officeart/2011/layout/TabList"/>
    <dgm:cxn modelId="{C5445715-42C3-4E05-869E-B061B2F3EC7F}" type="presOf" srcId="{BF754000-BD36-420E-8539-E628B5F9CACD}" destId="{AF9A221D-530B-45E8-88BE-B00BD8C78677}" srcOrd="0" destOrd="0" presId="urn:microsoft.com/office/officeart/2011/layout/TabList"/>
    <dgm:cxn modelId="{B6034118-BED4-4D51-9769-30CB7D405888}" type="presOf" srcId="{B704E71C-32D4-4FB2-BDAC-6421F4C4B2E7}" destId="{A5385733-2175-444D-947A-22F11A27EF8C}" srcOrd="0" destOrd="0" presId="urn:microsoft.com/office/officeart/2011/layout/TabList"/>
    <dgm:cxn modelId="{DA2FED33-693F-4B18-BA6E-9DEED29BF26F}" srcId="{BF754000-BD36-420E-8539-E628B5F9CACD}" destId="{77B3D258-9B46-4007-9525-1565C40D1729}" srcOrd="0" destOrd="0" parTransId="{3C75D78D-BFBB-46F0-BF41-3C3768445066}" sibTransId="{E895C080-B155-4ED3-94B8-64309B6A3F0E}"/>
    <dgm:cxn modelId="{295B0962-E00B-4904-9D76-28C596AFD4F7}" type="presOf" srcId="{CDCE24C8-EDBC-44FD-922A-764D3D1C7845}" destId="{1FC49024-6CDE-4004-95B4-8238FBE3CA23}" srcOrd="0" destOrd="0" presId="urn:microsoft.com/office/officeart/2011/layout/TabList"/>
    <dgm:cxn modelId="{796A807A-06B2-43F7-A571-A50C8FE8CEF5}" type="presOf" srcId="{8069D821-DD0F-4BE4-80B6-5E88A634D817}" destId="{1FD3B4CD-1FFA-42DE-AB68-B7C3FA66F067}" srcOrd="0" destOrd="0" presId="urn:microsoft.com/office/officeart/2011/layout/TabList"/>
    <dgm:cxn modelId="{BD101283-0676-4E26-A4A5-B44D5EDD5DA1}" type="presOf" srcId="{C4D1DC95-EFE9-4527-A354-E7213AB150C7}" destId="{25287710-860A-4757-8D08-C17E6E7F36FE}" srcOrd="0" destOrd="0" presId="urn:microsoft.com/office/officeart/2011/layout/TabList"/>
    <dgm:cxn modelId="{E62DCB87-E9D6-4524-AA1C-F1DF92D0A305}" srcId="{72B30F05-72C6-4590-947F-C2EB0624037B}" destId="{8069D821-DD0F-4BE4-80B6-5E88A634D817}" srcOrd="2" destOrd="0" parTransId="{ACEADE66-1F68-4ED4-B506-5CFAB1BE58D9}" sibTransId="{FA6CE334-6E61-41CE-91A5-26C7A61ED452}"/>
    <dgm:cxn modelId="{18D9AB9C-A414-45CA-8A2D-27D276C9F5E0}" srcId="{72B30F05-72C6-4590-947F-C2EB0624037B}" destId="{B704E71C-32D4-4FB2-BDAC-6421F4C4B2E7}" srcOrd="0" destOrd="0" parTransId="{80113FC3-EE81-4D76-BD96-6B4EB5CF93B6}" sibTransId="{50BBB4D2-2786-4879-B69E-CA5EA379C15D}"/>
    <dgm:cxn modelId="{554FDBA0-D455-4326-A25D-B431672129D9}" srcId="{B704E71C-32D4-4FB2-BDAC-6421F4C4B2E7}" destId="{CDCE24C8-EDBC-44FD-922A-764D3D1C7845}" srcOrd="0" destOrd="0" parTransId="{49150DCE-7C3A-447D-A2E0-EFD68674E9C9}" sibTransId="{2D6CEF9A-FE8C-4665-959F-D1C9365FFDAC}"/>
    <dgm:cxn modelId="{FDB2B9B1-A805-4F42-86B6-D90B1A5B546E}" srcId="{7FE9B4E3-60B1-4CEF-8E7F-964EB91677C3}" destId="{33C00A68-7D5D-4772-BB41-FEBB24DB4BB1}" srcOrd="0" destOrd="0" parTransId="{2FFAEA40-EDDC-4007-9D61-7A38ED00D7BA}" sibTransId="{5F24ABC6-EBA4-4F4B-99F7-39587FE821B5}"/>
    <dgm:cxn modelId="{3A6F01C7-6A19-48D6-BA56-3C1BFEE66320}" srcId="{8069D821-DD0F-4BE4-80B6-5E88A634D817}" destId="{C4D1DC95-EFE9-4527-A354-E7213AB150C7}" srcOrd="0" destOrd="0" parTransId="{FFB58CE0-DA3B-4C54-BFE2-4A6278D21604}" sibTransId="{F4CAAF8D-BB2D-4E0B-8C1E-1A8BB705E074}"/>
    <dgm:cxn modelId="{AF9B58D1-DEEB-4E80-845F-883C1A08C944}" type="presOf" srcId="{7FE9B4E3-60B1-4CEF-8E7F-964EB91677C3}" destId="{1352E2C7-DFCD-43B5-9EAE-3C81F71BD82C}" srcOrd="0" destOrd="0" presId="urn:microsoft.com/office/officeart/2011/layout/TabList"/>
    <dgm:cxn modelId="{E64293EC-7C7A-437E-A143-BE68E3C38366}" type="presOf" srcId="{33C00A68-7D5D-4772-BB41-FEBB24DB4BB1}" destId="{952A24D4-55F9-4CC2-9316-BDD4CC6102CE}" srcOrd="0" destOrd="0" presId="urn:microsoft.com/office/officeart/2011/layout/TabList"/>
    <dgm:cxn modelId="{FF3B62EF-DA1A-4E81-B07F-C705BCB74B25}" srcId="{72B30F05-72C6-4590-947F-C2EB0624037B}" destId="{BF754000-BD36-420E-8539-E628B5F9CACD}" srcOrd="3" destOrd="0" parTransId="{73E012B7-013A-445B-A77C-F61383BAD1B9}" sibTransId="{2270B635-762A-4480-9D9C-167782182919}"/>
    <dgm:cxn modelId="{82F1FAF0-3B0B-4FD5-B34B-83B90687DC25}" type="presOf" srcId="{72B30F05-72C6-4590-947F-C2EB0624037B}" destId="{2419A906-344B-4CA2-AAAC-18D9386CC7AC}" srcOrd="0" destOrd="0" presId="urn:microsoft.com/office/officeart/2011/layout/TabList"/>
    <dgm:cxn modelId="{B6455900-2EAA-4BBA-B148-161D53C06F32}" type="presParOf" srcId="{2419A906-344B-4CA2-AAAC-18D9386CC7AC}" destId="{FC426A4B-2876-400F-A43F-1A7550BE86BD}" srcOrd="0" destOrd="0" presId="urn:microsoft.com/office/officeart/2011/layout/TabList"/>
    <dgm:cxn modelId="{0B0CA77A-F675-4A42-9853-BFB37AF6DEF0}" type="presParOf" srcId="{FC426A4B-2876-400F-A43F-1A7550BE86BD}" destId="{1FC49024-6CDE-4004-95B4-8238FBE3CA23}" srcOrd="0" destOrd="0" presId="urn:microsoft.com/office/officeart/2011/layout/TabList"/>
    <dgm:cxn modelId="{E2BE86D7-5D68-4999-AD49-FD90B541E710}" type="presParOf" srcId="{FC426A4B-2876-400F-A43F-1A7550BE86BD}" destId="{A5385733-2175-444D-947A-22F11A27EF8C}" srcOrd="1" destOrd="0" presId="urn:microsoft.com/office/officeart/2011/layout/TabList"/>
    <dgm:cxn modelId="{F6C29F66-9D42-4C58-A174-AF6EF4684934}" type="presParOf" srcId="{FC426A4B-2876-400F-A43F-1A7550BE86BD}" destId="{1C2B8D7F-F405-4EF2-885B-2BC9530F3307}" srcOrd="2" destOrd="0" presId="urn:microsoft.com/office/officeart/2011/layout/TabList"/>
    <dgm:cxn modelId="{179CA3B9-3D2F-40D4-AD34-82D048D55B22}" type="presParOf" srcId="{2419A906-344B-4CA2-AAAC-18D9386CC7AC}" destId="{1A2CB4D0-E2FA-4764-BE59-630FA069F791}" srcOrd="1" destOrd="0" presId="urn:microsoft.com/office/officeart/2011/layout/TabList"/>
    <dgm:cxn modelId="{59713D6F-D48E-4707-8E11-454332CFCFA6}" type="presParOf" srcId="{2419A906-344B-4CA2-AAAC-18D9386CC7AC}" destId="{5F82AC12-B597-489E-ACE8-06071CB54211}" srcOrd="2" destOrd="0" presId="urn:microsoft.com/office/officeart/2011/layout/TabList"/>
    <dgm:cxn modelId="{1BB940BD-7DF9-49E3-8F08-3895C45CD474}" type="presParOf" srcId="{5F82AC12-B597-489E-ACE8-06071CB54211}" destId="{952A24D4-55F9-4CC2-9316-BDD4CC6102CE}" srcOrd="0" destOrd="0" presId="urn:microsoft.com/office/officeart/2011/layout/TabList"/>
    <dgm:cxn modelId="{C00064A6-1ABB-428D-9B84-2D56A0ADDAD2}" type="presParOf" srcId="{5F82AC12-B597-489E-ACE8-06071CB54211}" destId="{1352E2C7-DFCD-43B5-9EAE-3C81F71BD82C}" srcOrd="1" destOrd="0" presId="urn:microsoft.com/office/officeart/2011/layout/TabList"/>
    <dgm:cxn modelId="{36EFDBB5-AD00-4D5C-9346-DA2622FD124E}" type="presParOf" srcId="{5F82AC12-B597-489E-ACE8-06071CB54211}" destId="{5047AC73-B4E1-4DBA-B693-F2986C206DE0}" srcOrd="2" destOrd="0" presId="urn:microsoft.com/office/officeart/2011/layout/TabList"/>
    <dgm:cxn modelId="{95DF7778-6D16-4469-A1D1-E3EB860C9F89}" type="presParOf" srcId="{2419A906-344B-4CA2-AAAC-18D9386CC7AC}" destId="{098CF9BF-F823-487F-BEFE-CDDFBD0AF98D}" srcOrd="3" destOrd="0" presId="urn:microsoft.com/office/officeart/2011/layout/TabList"/>
    <dgm:cxn modelId="{56F5C81A-D389-4E1A-A292-49A45FD8E088}" type="presParOf" srcId="{2419A906-344B-4CA2-AAAC-18D9386CC7AC}" destId="{D6082E8A-5E9A-4853-AB47-27BDAAC2E34A}" srcOrd="4" destOrd="0" presId="urn:microsoft.com/office/officeart/2011/layout/TabList"/>
    <dgm:cxn modelId="{55D619CD-8A8F-4DFF-823A-40A3FD2300F4}" type="presParOf" srcId="{D6082E8A-5E9A-4853-AB47-27BDAAC2E34A}" destId="{25287710-860A-4757-8D08-C17E6E7F36FE}" srcOrd="0" destOrd="0" presId="urn:microsoft.com/office/officeart/2011/layout/TabList"/>
    <dgm:cxn modelId="{DF6D57A4-384C-44BC-8C8C-1883DD0297EB}" type="presParOf" srcId="{D6082E8A-5E9A-4853-AB47-27BDAAC2E34A}" destId="{1FD3B4CD-1FFA-42DE-AB68-B7C3FA66F067}" srcOrd="1" destOrd="0" presId="urn:microsoft.com/office/officeart/2011/layout/TabList"/>
    <dgm:cxn modelId="{19469745-0EA4-46DD-8956-42C33047CE4B}" type="presParOf" srcId="{D6082E8A-5E9A-4853-AB47-27BDAAC2E34A}" destId="{4FA44286-D392-4B0C-B56E-C48E1939A341}" srcOrd="2" destOrd="0" presId="urn:microsoft.com/office/officeart/2011/layout/TabList"/>
    <dgm:cxn modelId="{0DC1550F-1C1C-4AC8-96AB-04441241ADC5}" type="presParOf" srcId="{2419A906-344B-4CA2-AAAC-18D9386CC7AC}" destId="{C9135BA6-8CFD-41AB-B247-9C3003178B88}" srcOrd="5" destOrd="0" presId="urn:microsoft.com/office/officeart/2011/layout/TabList"/>
    <dgm:cxn modelId="{D021C750-E67B-4A38-8724-11217808DBAF}" type="presParOf" srcId="{2419A906-344B-4CA2-AAAC-18D9386CC7AC}" destId="{FA33DA85-735B-4B9A-95C5-C11D2487C674}" srcOrd="6" destOrd="0" presId="urn:microsoft.com/office/officeart/2011/layout/TabList"/>
    <dgm:cxn modelId="{CEA50BE8-119C-4E08-8E45-D475B1788267}" type="presParOf" srcId="{FA33DA85-735B-4B9A-95C5-C11D2487C674}" destId="{D57CF437-4AEC-490E-8C4C-73770F28617D}" srcOrd="0" destOrd="0" presId="urn:microsoft.com/office/officeart/2011/layout/TabList"/>
    <dgm:cxn modelId="{FB28CF6E-E7E6-4E5E-AC99-6E63FDAF985B}" type="presParOf" srcId="{FA33DA85-735B-4B9A-95C5-C11D2487C674}" destId="{AF9A221D-530B-45E8-88BE-B00BD8C78677}" srcOrd="1" destOrd="0" presId="urn:microsoft.com/office/officeart/2011/layout/TabList"/>
    <dgm:cxn modelId="{E4DEDB11-0BE3-4F8A-A0EC-E1C6656CE69D}" type="presParOf" srcId="{FA33DA85-735B-4B9A-95C5-C11D2487C674}" destId="{CBDEFD78-D2A4-49C3-8A8B-869A2334193D}" srcOrd="2" destOrd="0" presId="urn:microsoft.com/office/officeart/2011/layout/Tab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64.xml><?xml version="1.0" encoding="utf-8"?>
<dgm:dataModel xmlns:dgm="http://schemas.openxmlformats.org/drawingml/2006/diagram" xmlns:a="http://schemas.openxmlformats.org/drawingml/2006/main">
  <dgm:ptLst>
    <dgm:pt modelId="{31741775-B6A3-4A24-9085-10272495EC3B}" type="doc">
      <dgm:prSet loTypeId="urn:microsoft.com/office/officeart/2008/layout/LinedList" loCatId="list" qsTypeId="urn:microsoft.com/office/officeart/2005/8/quickstyle/simple3" qsCatId="simple" csTypeId="urn:microsoft.com/office/officeart/2005/8/colors/colorful4" csCatId="colorful" phldr="1"/>
      <dgm:spPr/>
      <dgm:t>
        <a:bodyPr/>
        <a:lstStyle/>
        <a:p>
          <a:endParaRPr lang="en-IN"/>
        </a:p>
      </dgm:t>
    </dgm:pt>
    <dgm:pt modelId="{8E7A39A9-4FD9-4D45-B3D7-612272F80B77}">
      <dgm:prSet phldrT="[Text]" custT="1"/>
      <dgm:spPr/>
      <dgm:t>
        <a:bodyPr/>
        <a:lstStyle/>
        <a:p>
          <a:pPr algn="l"/>
          <a:r>
            <a:rPr lang="en-US" sz="1800" dirty="0"/>
            <a:t>1. Annotate a class with </a:t>
          </a:r>
          <a:r>
            <a:rPr lang="en-US" sz="1800" b="1" dirty="0"/>
            <a:t>@Component, @Service, @Repository, or @Controller</a:t>
          </a:r>
          <a:r>
            <a:rPr lang="en-US" sz="1800" dirty="0"/>
            <a:t>. Spring will automatically detect and register these classes as Beans through component scanning.</a:t>
          </a:r>
          <a:endParaRPr lang="en-IN" sz="1800" dirty="0"/>
        </a:p>
      </dgm:t>
    </dgm:pt>
    <dgm:pt modelId="{353E2E4C-2358-44C8-8371-244A53A8757C}" type="parTrans" cxnId="{C9B3B991-DC09-42C5-B4B6-4D4CB2A37371}">
      <dgm:prSet/>
      <dgm:spPr/>
      <dgm:t>
        <a:bodyPr/>
        <a:lstStyle/>
        <a:p>
          <a:endParaRPr lang="en-IN" sz="1800"/>
        </a:p>
      </dgm:t>
    </dgm:pt>
    <dgm:pt modelId="{A09E1D9B-7728-420F-B627-2C79212C5E2D}" type="sibTrans" cxnId="{C9B3B991-DC09-42C5-B4B6-4D4CB2A37371}">
      <dgm:prSet/>
      <dgm:spPr/>
      <dgm:t>
        <a:bodyPr/>
        <a:lstStyle/>
        <a:p>
          <a:endParaRPr lang="en-IN" sz="1800"/>
        </a:p>
      </dgm:t>
    </dgm:pt>
    <dgm:pt modelId="{5F93F7E0-D3D9-45FD-B0AF-4909D8CE0210}">
      <dgm:prSet phldrT="[Text]" custT="1"/>
      <dgm:spPr/>
      <dgm:t>
        <a:bodyPr/>
        <a:lstStyle/>
        <a:p>
          <a:pPr algn="l"/>
          <a:r>
            <a:rPr lang="en-US" sz="1800" dirty="0"/>
            <a:t>2. Using </a:t>
          </a:r>
          <a:r>
            <a:rPr lang="en-US" sz="1800" b="1" dirty="0"/>
            <a:t>@Configuration</a:t>
          </a:r>
          <a:r>
            <a:rPr lang="en-US" sz="1800" dirty="0"/>
            <a:t> and </a:t>
          </a:r>
          <a:r>
            <a:rPr lang="en-US" sz="1800" b="1" dirty="0"/>
            <a:t>@Bean Annotation </a:t>
          </a:r>
          <a:r>
            <a:rPr lang="en-US" sz="1800" b="0" dirty="0"/>
            <a:t>for defining method beans</a:t>
          </a:r>
          <a:r>
            <a:rPr lang="en-US" sz="1800" dirty="0"/>
            <a:t> in a @Configuration Class. Method Bean returns the Bean instance.</a:t>
          </a:r>
          <a:endParaRPr lang="en-IN" sz="1800" dirty="0"/>
        </a:p>
      </dgm:t>
    </dgm:pt>
    <dgm:pt modelId="{83FBA430-D8D8-4B10-81E0-FA119B677215}" type="parTrans" cxnId="{5CE3AC44-A5AE-490B-8F3B-D910B8E8C6ED}">
      <dgm:prSet/>
      <dgm:spPr/>
      <dgm:t>
        <a:bodyPr/>
        <a:lstStyle/>
        <a:p>
          <a:endParaRPr lang="en-IN" sz="1800"/>
        </a:p>
      </dgm:t>
    </dgm:pt>
    <dgm:pt modelId="{45016D15-237F-439E-BBDF-633497A652C4}" type="sibTrans" cxnId="{5CE3AC44-A5AE-490B-8F3B-D910B8E8C6ED}">
      <dgm:prSet/>
      <dgm:spPr/>
      <dgm:t>
        <a:bodyPr/>
        <a:lstStyle/>
        <a:p>
          <a:endParaRPr lang="en-IN" sz="1800"/>
        </a:p>
      </dgm:t>
    </dgm:pt>
    <dgm:pt modelId="{FD82AF11-C717-4FD0-970E-11E0BF166941}" type="pres">
      <dgm:prSet presAssocID="{31741775-B6A3-4A24-9085-10272495EC3B}" presName="vert0" presStyleCnt="0">
        <dgm:presLayoutVars>
          <dgm:dir/>
          <dgm:animOne val="branch"/>
          <dgm:animLvl val="lvl"/>
        </dgm:presLayoutVars>
      </dgm:prSet>
      <dgm:spPr/>
    </dgm:pt>
    <dgm:pt modelId="{1778B2B9-6919-4A96-9301-90B3037F008E}" type="pres">
      <dgm:prSet presAssocID="{8E7A39A9-4FD9-4D45-B3D7-612272F80B77}" presName="thickLine" presStyleLbl="alignNode1" presStyleIdx="0" presStyleCnt="2"/>
      <dgm:spPr/>
    </dgm:pt>
    <dgm:pt modelId="{CF39C27F-D119-425E-99ED-3D39BDD44230}" type="pres">
      <dgm:prSet presAssocID="{8E7A39A9-4FD9-4D45-B3D7-612272F80B77}" presName="horz1" presStyleCnt="0"/>
      <dgm:spPr/>
    </dgm:pt>
    <dgm:pt modelId="{4FFB81B6-4D8C-48E4-8EEC-5B3135E04F6E}" type="pres">
      <dgm:prSet presAssocID="{8E7A39A9-4FD9-4D45-B3D7-612272F80B77}" presName="tx1" presStyleLbl="revTx" presStyleIdx="0" presStyleCnt="2"/>
      <dgm:spPr/>
    </dgm:pt>
    <dgm:pt modelId="{80B7DD6E-3835-4138-98A6-A34E79AD299B}" type="pres">
      <dgm:prSet presAssocID="{8E7A39A9-4FD9-4D45-B3D7-612272F80B77}" presName="vert1" presStyleCnt="0"/>
      <dgm:spPr/>
    </dgm:pt>
    <dgm:pt modelId="{FC4BC4B2-49CC-4479-81A3-182C8F17EBCF}" type="pres">
      <dgm:prSet presAssocID="{5F93F7E0-D3D9-45FD-B0AF-4909D8CE0210}" presName="thickLine" presStyleLbl="alignNode1" presStyleIdx="1" presStyleCnt="2"/>
      <dgm:spPr/>
    </dgm:pt>
    <dgm:pt modelId="{2D4EDFB0-1ABF-475B-A32C-817E3EE0A3F3}" type="pres">
      <dgm:prSet presAssocID="{5F93F7E0-D3D9-45FD-B0AF-4909D8CE0210}" presName="horz1" presStyleCnt="0"/>
      <dgm:spPr/>
    </dgm:pt>
    <dgm:pt modelId="{DB754ABA-C95F-48CD-82B7-878C6429DC76}" type="pres">
      <dgm:prSet presAssocID="{5F93F7E0-D3D9-45FD-B0AF-4909D8CE0210}" presName="tx1" presStyleLbl="revTx" presStyleIdx="1" presStyleCnt="2"/>
      <dgm:spPr/>
    </dgm:pt>
    <dgm:pt modelId="{EF3A5985-1F71-4DB1-BA37-354A8A6DD12D}" type="pres">
      <dgm:prSet presAssocID="{5F93F7E0-D3D9-45FD-B0AF-4909D8CE0210}" presName="vert1" presStyleCnt="0"/>
      <dgm:spPr/>
    </dgm:pt>
  </dgm:ptLst>
  <dgm:cxnLst>
    <dgm:cxn modelId="{5CE3AC44-A5AE-490B-8F3B-D910B8E8C6ED}" srcId="{31741775-B6A3-4A24-9085-10272495EC3B}" destId="{5F93F7E0-D3D9-45FD-B0AF-4909D8CE0210}" srcOrd="1" destOrd="0" parTransId="{83FBA430-D8D8-4B10-81E0-FA119B677215}" sibTransId="{45016D15-237F-439E-BBDF-633497A652C4}"/>
    <dgm:cxn modelId="{5CF8DC6B-02F8-4DEA-BFBF-CD0B1B21270A}" type="presOf" srcId="{8E7A39A9-4FD9-4D45-B3D7-612272F80B77}" destId="{4FFB81B6-4D8C-48E4-8EEC-5B3135E04F6E}" srcOrd="0" destOrd="0" presId="urn:microsoft.com/office/officeart/2008/layout/LinedList"/>
    <dgm:cxn modelId="{26186581-55FA-4F0F-A09D-E5DA5D49D5E1}" type="presOf" srcId="{31741775-B6A3-4A24-9085-10272495EC3B}" destId="{FD82AF11-C717-4FD0-970E-11E0BF166941}" srcOrd="0" destOrd="0" presId="urn:microsoft.com/office/officeart/2008/layout/LinedList"/>
    <dgm:cxn modelId="{C9B3B991-DC09-42C5-B4B6-4D4CB2A37371}" srcId="{31741775-B6A3-4A24-9085-10272495EC3B}" destId="{8E7A39A9-4FD9-4D45-B3D7-612272F80B77}" srcOrd="0" destOrd="0" parTransId="{353E2E4C-2358-44C8-8371-244A53A8757C}" sibTransId="{A09E1D9B-7728-420F-B627-2C79212C5E2D}"/>
    <dgm:cxn modelId="{E2A15CA1-3FFA-4F2B-9B3D-5BFA0D11F14C}" type="presOf" srcId="{5F93F7E0-D3D9-45FD-B0AF-4909D8CE0210}" destId="{DB754ABA-C95F-48CD-82B7-878C6429DC76}" srcOrd="0" destOrd="0" presId="urn:microsoft.com/office/officeart/2008/layout/LinedList"/>
    <dgm:cxn modelId="{7EE6F549-2560-461A-9F96-A19D7C1AD5CD}" type="presParOf" srcId="{FD82AF11-C717-4FD0-970E-11E0BF166941}" destId="{1778B2B9-6919-4A96-9301-90B3037F008E}" srcOrd="0" destOrd="0" presId="urn:microsoft.com/office/officeart/2008/layout/LinedList"/>
    <dgm:cxn modelId="{8AE3CBA7-272B-49AC-8911-C2F682B95541}" type="presParOf" srcId="{FD82AF11-C717-4FD0-970E-11E0BF166941}" destId="{CF39C27F-D119-425E-99ED-3D39BDD44230}" srcOrd="1" destOrd="0" presId="urn:microsoft.com/office/officeart/2008/layout/LinedList"/>
    <dgm:cxn modelId="{0EF9A815-1427-4B10-BB32-9EB19A5EC8B3}" type="presParOf" srcId="{CF39C27F-D119-425E-99ED-3D39BDD44230}" destId="{4FFB81B6-4D8C-48E4-8EEC-5B3135E04F6E}" srcOrd="0" destOrd="0" presId="urn:microsoft.com/office/officeart/2008/layout/LinedList"/>
    <dgm:cxn modelId="{842D4B7D-3C50-473A-BF03-1FEE43020B8B}" type="presParOf" srcId="{CF39C27F-D119-425E-99ED-3D39BDD44230}" destId="{80B7DD6E-3835-4138-98A6-A34E79AD299B}" srcOrd="1" destOrd="0" presId="urn:microsoft.com/office/officeart/2008/layout/LinedList"/>
    <dgm:cxn modelId="{4D300A57-144A-435B-8CC0-14822884A586}" type="presParOf" srcId="{FD82AF11-C717-4FD0-970E-11E0BF166941}" destId="{FC4BC4B2-49CC-4479-81A3-182C8F17EBCF}" srcOrd="2" destOrd="0" presId="urn:microsoft.com/office/officeart/2008/layout/LinedList"/>
    <dgm:cxn modelId="{96993F80-D54B-4F0E-B6F0-1881279E9160}" type="presParOf" srcId="{FD82AF11-C717-4FD0-970E-11E0BF166941}" destId="{2D4EDFB0-1ABF-475B-A32C-817E3EE0A3F3}" srcOrd="3" destOrd="0" presId="urn:microsoft.com/office/officeart/2008/layout/LinedList"/>
    <dgm:cxn modelId="{BC4D89A4-FE51-4EAD-A45B-A62033908950}" type="presParOf" srcId="{2D4EDFB0-1ABF-475B-A32C-817E3EE0A3F3}" destId="{DB754ABA-C95F-48CD-82B7-878C6429DC76}" srcOrd="0" destOrd="0" presId="urn:microsoft.com/office/officeart/2008/layout/LinedList"/>
    <dgm:cxn modelId="{508E5C2C-DAD3-4721-9F9A-49F8988E2EE1}" type="presParOf" srcId="{2D4EDFB0-1ABF-475B-A32C-817E3EE0A3F3}" destId="{EF3A5985-1F71-4DB1-BA37-354A8A6DD12D}" srcOrd="1" destOrd="0" presId="urn:microsoft.com/office/officeart/2008/layout/Lined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65.xml><?xml version="1.0" encoding="utf-8"?>
<dgm:dataModel xmlns:dgm="http://schemas.openxmlformats.org/drawingml/2006/diagram" xmlns:a="http://schemas.openxmlformats.org/drawingml/2006/main">
  <dgm:ptLst>
    <dgm:pt modelId="{734E099B-D7AE-4FE9-B7EF-49A55D2F61BA}" type="doc">
      <dgm:prSet loTypeId="urn:microsoft.com/office/officeart/2005/8/layout/process2" loCatId="process" qsTypeId="urn:microsoft.com/office/officeart/2005/8/quickstyle/simple3" qsCatId="simple" csTypeId="urn:microsoft.com/office/officeart/2005/8/colors/colorful1" csCatId="colorful" phldr="1"/>
      <dgm:spPr/>
    </dgm:pt>
    <dgm:pt modelId="{FD4E8D77-25B8-4644-9F6D-18FAE9BD7E13}">
      <dgm:prSet phldrT="[Text]" custT="1"/>
      <dgm:spPr/>
      <dgm:t>
        <a:bodyPr/>
        <a:lstStyle/>
        <a:p>
          <a:pPr algn="l">
            <a:buClr>
              <a:schemeClr val="accent4"/>
            </a:buClr>
          </a:pPr>
          <a:r>
            <a:rPr lang="en-US" sz="1600" dirty="0"/>
            <a:t>1. Spring IoC Container(context) </a:t>
          </a:r>
          <a:r>
            <a:rPr lang="en-US" sz="1600" dirty="0" err="1"/>
            <a:t>statred</a:t>
          </a:r>
          <a:endParaRPr lang="en-IN" sz="1600" dirty="0"/>
        </a:p>
      </dgm:t>
    </dgm:pt>
    <dgm:pt modelId="{2F7F481C-B25B-4528-A643-352AF4605789}" type="parTrans" cxnId="{8B30AF1B-79E1-4C41-BFDF-1DF98689C84F}">
      <dgm:prSet/>
      <dgm:spPr/>
      <dgm:t>
        <a:bodyPr/>
        <a:lstStyle/>
        <a:p>
          <a:pPr algn="l"/>
          <a:endParaRPr lang="en-IN" sz="1600"/>
        </a:p>
      </dgm:t>
    </dgm:pt>
    <dgm:pt modelId="{D3A1A41E-F425-45A7-AA97-170FC2A26F3B}" type="sibTrans" cxnId="{8B30AF1B-79E1-4C41-BFDF-1DF98689C84F}">
      <dgm:prSet custT="1"/>
      <dgm:spPr/>
      <dgm:t>
        <a:bodyPr/>
        <a:lstStyle/>
        <a:p>
          <a:pPr algn="l"/>
          <a:endParaRPr lang="en-IN" sz="1600"/>
        </a:p>
      </dgm:t>
    </dgm:pt>
    <dgm:pt modelId="{ACB5C4BF-EF2E-4B0A-B66E-7D1D7DF9F8C5}">
      <dgm:prSet phldrT="[Text]" custT="1"/>
      <dgm:spPr/>
      <dgm:t>
        <a:bodyPr/>
        <a:lstStyle/>
        <a:p>
          <a:pPr algn="l">
            <a:buClr>
              <a:schemeClr val="accent4"/>
            </a:buClr>
          </a:pPr>
          <a:r>
            <a:rPr lang="en-US" sz="1600" dirty="0"/>
            <a:t>2. Bean instantiated</a:t>
          </a:r>
          <a:endParaRPr lang="en-IN" sz="1600" dirty="0"/>
        </a:p>
      </dgm:t>
    </dgm:pt>
    <dgm:pt modelId="{40BBA618-3B44-4773-B2AB-09DE3C6B3162}" type="parTrans" cxnId="{0BA8D24B-957A-4053-A101-B7C28F7BAF35}">
      <dgm:prSet/>
      <dgm:spPr/>
      <dgm:t>
        <a:bodyPr/>
        <a:lstStyle/>
        <a:p>
          <a:pPr algn="l"/>
          <a:endParaRPr lang="en-IN" sz="1600"/>
        </a:p>
      </dgm:t>
    </dgm:pt>
    <dgm:pt modelId="{E214D214-80CC-431C-BA48-78212FE11585}" type="sibTrans" cxnId="{0BA8D24B-957A-4053-A101-B7C28F7BAF35}">
      <dgm:prSet custT="1"/>
      <dgm:spPr/>
      <dgm:t>
        <a:bodyPr/>
        <a:lstStyle/>
        <a:p>
          <a:pPr algn="l"/>
          <a:endParaRPr lang="en-IN" sz="1600"/>
        </a:p>
      </dgm:t>
    </dgm:pt>
    <dgm:pt modelId="{2EF11398-FC88-4BD7-A61E-78B717F717F8}">
      <dgm:prSet phldrT="[Text]" custT="1"/>
      <dgm:spPr/>
      <dgm:t>
        <a:bodyPr/>
        <a:lstStyle/>
        <a:p>
          <a:pPr algn="l"/>
          <a:r>
            <a:rPr lang="en-US" sz="1600" dirty="0"/>
            <a:t>3. Dependency injected</a:t>
          </a:r>
          <a:endParaRPr lang="en-IN" sz="1600" dirty="0"/>
        </a:p>
      </dgm:t>
    </dgm:pt>
    <dgm:pt modelId="{B1170F32-0AB5-42D2-B644-71D2208B7C9D}" type="parTrans" cxnId="{559EC06B-9731-408E-8854-D41AB5EB1E29}">
      <dgm:prSet/>
      <dgm:spPr/>
      <dgm:t>
        <a:bodyPr/>
        <a:lstStyle/>
        <a:p>
          <a:pPr algn="l"/>
          <a:endParaRPr lang="en-IN" sz="1600"/>
        </a:p>
      </dgm:t>
    </dgm:pt>
    <dgm:pt modelId="{4697CDCD-F3FB-43B2-8D1B-1BC33C2B6E0E}" type="sibTrans" cxnId="{559EC06B-9731-408E-8854-D41AB5EB1E29}">
      <dgm:prSet custT="1"/>
      <dgm:spPr/>
      <dgm:t>
        <a:bodyPr/>
        <a:lstStyle/>
        <a:p>
          <a:pPr algn="l"/>
          <a:endParaRPr lang="en-IN" sz="1600"/>
        </a:p>
      </dgm:t>
    </dgm:pt>
    <dgm:pt modelId="{F6CDAA73-9E0F-4E7E-9AC6-6926F28E7CF2}">
      <dgm:prSet phldrT="[Text]" custT="1"/>
      <dgm:spPr/>
      <dgm:t>
        <a:bodyPr/>
        <a:lstStyle/>
        <a:p>
          <a:pPr algn="l">
            <a:buClr>
              <a:schemeClr val="accent4"/>
            </a:buClr>
          </a:pPr>
          <a:r>
            <a:rPr lang="en-US" sz="1600" dirty="0"/>
            <a:t>5. Bean used</a:t>
          </a:r>
          <a:endParaRPr lang="en-IN" sz="1600" dirty="0"/>
        </a:p>
      </dgm:t>
    </dgm:pt>
    <dgm:pt modelId="{232B9CD1-B4B1-419A-8C30-6B1EDA8F1CB4}" type="parTrans" cxnId="{4D9079D8-E6C1-4B06-8FD0-872A23FD5F03}">
      <dgm:prSet/>
      <dgm:spPr/>
      <dgm:t>
        <a:bodyPr/>
        <a:lstStyle/>
        <a:p>
          <a:pPr algn="l"/>
          <a:endParaRPr lang="en-IN" sz="1600"/>
        </a:p>
      </dgm:t>
    </dgm:pt>
    <dgm:pt modelId="{E46CC591-1805-4552-B8BD-B8BA609EA97E}" type="sibTrans" cxnId="{4D9079D8-E6C1-4B06-8FD0-872A23FD5F03}">
      <dgm:prSet custT="1"/>
      <dgm:spPr/>
      <dgm:t>
        <a:bodyPr/>
        <a:lstStyle/>
        <a:p>
          <a:pPr algn="l"/>
          <a:endParaRPr lang="en-IN" sz="1600"/>
        </a:p>
      </dgm:t>
    </dgm:pt>
    <dgm:pt modelId="{37715399-872B-49AE-A96A-D28A0FD8E0A2}">
      <dgm:prSet phldrT="[Text]" custT="1"/>
      <dgm:spPr/>
      <dgm:t>
        <a:bodyPr/>
        <a:lstStyle/>
        <a:p>
          <a:pPr algn="l">
            <a:spcAft>
              <a:spcPts val="0"/>
            </a:spcAft>
          </a:pPr>
          <a:r>
            <a:rPr lang="en-US" sz="1600" dirty="0"/>
            <a:t>6. Bean destroyed</a:t>
          </a:r>
        </a:p>
        <a:p>
          <a:pPr algn="l">
            <a:spcAft>
              <a:spcPts val="0"/>
            </a:spcAft>
          </a:pPr>
          <a:r>
            <a:rPr lang="en-US" sz="1600" dirty="0"/>
            <a:t>(custom Destroy() method)</a:t>
          </a:r>
          <a:endParaRPr lang="en-IN" sz="1600" dirty="0"/>
        </a:p>
      </dgm:t>
    </dgm:pt>
    <dgm:pt modelId="{F5175355-B0F4-45D9-B29E-9C041332DAA7}" type="parTrans" cxnId="{F32C2C96-117D-46DB-9F4B-96FC202AD8A8}">
      <dgm:prSet/>
      <dgm:spPr/>
      <dgm:t>
        <a:bodyPr/>
        <a:lstStyle/>
        <a:p>
          <a:pPr algn="l"/>
          <a:endParaRPr lang="en-IN" sz="1600"/>
        </a:p>
      </dgm:t>
    </dgm:pt>
    <dgm:pt modelId="{357DA0AB-CDFB-4296-ABE0-D8C72AE23E50}" type="sibTrans" cxnId="{F32C2C96-117D-46DB-9F4B-96FC202AD8A8}">
      <dgm:prSet/>
      <dgm:spPr/>
      <dgm:t>
        <a:bodyPr/>
        <a:lstStyle/>
        <a:p>
          <a:pPr algn="l"/>
          <a:endParaRPr lang="en-IN" sz="1600"/>
        </a:p>
      </dgm:t>
    </dgm:pt>
    <dgm:pt modelId="{78741192-D1BE-4C3D-AE93-0A86A15A35BE}">
      <dgm:prSet phldrT="[Text]" custT="1"/>
      <dgm:spPr/>
      <dgm:t>
        <a:bodyPr/>
        <a:lstStyle/>
        <a:p>
          <a:pPr algn="l">
            <a:spcAft>
              <a:spcPts val="0"/>
            </a:spcAft>
          </a:pPr>
          <a:r>
            <a:rPr lang="en-US" sz="1600" dirty="0"/>
            <a:t>4. Bean initialized  </a:t>
          </a:r>
        </a:p>
        <a:p>
          <a:pPr algn="l">
            <a:spcAft>
              <a:spcPts val="0"/>
            </a:spcAft>
          </a:pPr>
          <a:r>
            <a:rPr lang="en-US" sz="1600" dirty="0"/>
            <a:t>(custom Init() method)</a:t>
          </a:r>
          <a:endParaRPr lang="en-IN" sz="1600" dirty="0"/>
        </a:p>
      </dgm:t>
    </dgm:pt>
    <dgm:pt modelId="{0F70A641-6AC3-4877-BB3A-BFA2680D5AE0}" type="parTrans" cxnId="{D7D7D3FF-279D-4D0F-BCE9-D72144712C48}">
      <dgm:prSet/>
      <dgm:spPr/>
      <dgm:t>
        <a:bodyPr/>
        <a:lstStyle/>
        <a:p>
          <a:pPr algn="l"/>
          <a:endParaRPr lang="en-IN" sz="1600"/>
        </a:p>
      </dgm:t>
    </dgm:pt>
    <dgm:pt modelId="{AB622A07-FA51-444B-862D-8B9A00575C55}" type="sibTrans" cxnId="{D7D7D3FF-279D-4D0F-BCE9-D72144712C48}">
      <dgm:prSet custT="1"/>
      <dgm:spPr/>
      <dgm:t>
        <a:bodyPr/>
        <a:lstStyle/>
        <a:p>
          <a:pPr algn="l"/>
          <a:endParaRPr lang="en-IN" sz="1600"/>
        </a:p>
      </dgm:t>
    </dgm:pt>
    <dgm:pt modelId="{9E964CF2-D4E0-4E0E-A8B2-0433827F060E}" type="pres">
      <dgm:prSet presAssocID="{734E099B-D7AE-4FE9-B7EF-49A55D2F61BA}" presName="linearFlow" presStyleCnt="0">
        <dgm:presLayoutVars>
          <dgm:resizeHandles val="exact"/>
        </dgm:presLayoutVars>
      </dgm:prSet>
      <dgm:spPr/>
    </dgm:pt>
    <dgm:pt modelId="{70017FBF-00DE-483E-9966-7D8D3923B3D1}" type="pres">
      <dgm:prSet presAssocID="{FD4E8D77-25B8-4644-9F6D-18FAE9BD7E13}" presName="node" presStyleLbl="node1" presStyleIdx="0" presStyleCnt="6" custScaleX="140844">
        <dgm:presLayoutVars>
          <dgm:bulletEnabled val="1"/>
        </dgm:presLayoutVars>
      </dgm:prSet>
      <dgm:spPr/>
    </dgm:pt>
    <dgm:pt modelId="{8368CB3C-6D6E-4469-A0C1-8FF2999348A0}" type="pres">
      <dgm:prSet presAssocID="{D3A1A41E-F425-45A7-AA97-170FC2A26F3B}" presName="sibTrans" presStyleLbl="sibTrans2D1" presStyleIdx="0" presStyleCnt="5"/>
      <dgm:spPr/>
    </dgm:pt>
    <dgm:pt modelId="{503D1752-90ED-4E5B-910D-9880044427EF}" type="pres">
      <dgm:prSet presAssocID="{D3A1A41E-F425-45A7-AA97-170FC2A26F3B}" presName="connectorText" presStyleLbl="sibTrans2D1" presStyleIdx="0" presStyleCnt="5"/>
      <dgm:spPr/>
    </dgm:pt>
    <dgm:pt modelId="{F497F0C8-BB64-4402-AA12-6768B6A02B7B}" type="pres">
      <dgm:prSet presAssocID="{ACB5C4BF-EF2E-4B0A-B66E-7D1D7DF9F8C5}" presName="node" presStyleLbl="node1" presStyleIdx="1" presStyleCnt="6" custScaleX="140844">
        <dgm:presLayoutVars>
          <dgm:bulletEnabled val="1"/>
        </dgm:presLayoutVars>
      </dgm:prSet>
      <dgm:spPr/>
    </dgm:pt>
    <dgm:pt modelId="{1B73407E-87B4-4382-8C96-D87CF2E04265}" type="pres">
      <dgm:prSet presAssocID="{E214D214-80CC-431C-BA48-78212FE11585}" presName="sibTrans" presStyleLbl="sibTrans2D1" presStyleIdx="1" presStyleCnt="5"/>
      <dgm:spPr/>
    </dgm:pt>
    <dgm:pt modelId="{C52A7FD7-C14B-40C4-B266-F11E8B6625E0}" type="pres">
      <dgm:prSet presAssocID="{E214D214-80CC-431C-BA48-78212FE11585}" presName="connectorText" presStyleLbl="sibTrans2D1" presStyleIdx="1" presStyleCnt="5"/>
      <dgm:spPr/>
    </dgm:pt>
    <dgm:pt modelId="{6626A509-958C-4B73-A06A-7ECC2E0D9A08}" type="pres">
      <dgm:prSet presAssocID="{2EF11398-FC88-4BD7-A61E-78B717F717F8}" presName="node" presStyleLbl="node1" presStyleIdx="2" presStyleCnt="6" custScaleX="140844">
        <dgm:presLayoutVars>
          <dgm:bulletEnabled val="1"/>
        </dgm:presLayoutVars>
      </dgm:prSet>
      <dgm:spPr/>
    </dgm:pt>
    <dgm:pt modelId="{FE4C2835-0F52-4961-AD9E-F7306A782989}" type="pres">
      <dgm:prSet presAssocID="{4697CDCD-F3FB-43B2-8D1B-1BC33C2B6E0E}" presName="sibTrans" presStyleLbl="sibTrans2D1" presStyleIdx="2" presStyleCnt="5"/>
      <dgm:spPr/>
    </dgm:pt>
    <dgm:pt modelId="{881D1869-676B-41CB-8DD5-EAEC71FF62C4}" type="pres">
      <dgm:prSet presAssocID="{4697CDCD-F3FB-43B2-8D1B-1BC33C2B6E0E}" presName="connectorText" presStyleLbl="sibTrans2D1" presStyleIdx="2" presStyleCnt="5"/>
      <dgm:spPr/>
    </dgm:pt>
    <dgm:pt modelId="{9C3D5122-9CC0-48DC-AB37-45063FA56EB5}" type="pres">
      <dgm:prSet presAssocID="{78741192-D1BE-4C3D-AE93-0A86A15A35BE}" presName="node" presStyleLbl="node1" presStyleIdx="3" presStyleCnt="6" custScaleX="140844">
        <dgm:presLayoutVars>
          <dgm:bulletEnabled val="1"/>
        </dgm:presLayoutVars>
      </dgm:prSet>
      <dgm:spPr/>
    </dgm:pt>
    <dgm:pt modelId="{4ADC7080-05D0-4AE0-B531-1393C578DD1D}" type="pres">
      <dgm:prSet presAssocID="{AB622A07-FA51-444B-862D-8B9A00575C55}" presName="sibTrans" presStyleLbl="sibTrans2D1" presStyleIdx="3" presStyleCnt="5"/>
      <dgm:spPr/>
    </dgm:pt>
    <dgm:pt modelId="{1176BA9F-F6A2-4557-ADE1-C93F43C3E8D2}" type="pres">
      <dgm:prSet presAssocID="{AB622A07-FA51-444B-862D-8B9A00575C55}" presName="connectorText" presStyleLbl="sibTrans2D1" presStyleIdx="3" presStyleCnt="5"/>
      <dgm:spPr/>
    </dgm:pt>
    <dgm:pt modelId="{FCDD1BBA-BD54-46CB-971A-875670BC802C}" type="pres">
      <dgm:prSet presAssocID="{F6CDAA73-9E0F-4E7E-9AC6-6926F28E7CF2}" presName="node" presStyleLbl="node1" presStyleIdx="4" presStyleCnt="6" custScaleX="140844">
        <dgm:presLayoutVars>
          <dgm:bulletEnabled val="1"/>
        </dgm:presLayoutVars>
      </dgm:prSet>
      <dgm:spPr/>
    </dgm:pt>
    <dgm:pt modelId="{AC51C3D7-D467-4CBA-A6AB-1B006FAB1A98}" type="pres">
      <dgm:prSet presAssocID="{E46CC591-1805-4552-B8BD-B8BA609EA97E}" presName="sibTrans" presStyleLbl="sibTrans2D1" presStyleIdx="4" presStyleCnt="5"/>
      <dgm:spPr/>
    </dgm:pt>
    <dgm:pt modelId="{FC8146A3-2107-4901-A8CC-C4484EA4A1E4}" type="pres">
      <dgm:prSet presAssocID="{E46CC591-1805-4552-B8BD-B8BA609EA97E}" presName="connectorText" presStyleLbl="sibTrans2D1" presStyleIdx="4" presStyleCnt="5"/>
      <dgm:spPr/>
    </dgm:pt>
    <dgm:pt modelId="{8413F4FB-F816-419B-8AC4-C21D60B2FE28}" type="pres">
      <dgm:prSet presAssocID="{37715399-872B-49AE-A96A-D28A0FD8E0A2}" presName="node" presStyleLbl="node1" presStyleIdx="5" presStyleCnt="6" custScaleX="140844">
        <dgm:presLayoutVars>
          <dgm:bulletEnabled val="1"/>
        </dgm:presLayoutVars>
      </dgm:prSet>
      <dgm:spPr/>
    </dgm:pt>
  </dgm:ptLst>
  <dgm:cxnLst>
    <dgm:cxn modelId="{E4A2CD01-65F7-494D-8C05-655A13C9E5F6}" type="presOf" srcId="{ACB5C4BF-EF2E-4B0A-B66E-7D1D7DF9F8C5}" destId="{F497F0C8-BB64-4402-AA12-6768B6A02B7B}" srcOrd="0" destOrd="0" presId="urn:microsoft.com/office/officeart/2005/8/layout/process2"/>
    <dgm:cxn modelId="{23899805-6D0C-48DE-AFB3-B2B30194E092}" type="presOf" srcId="{4697CDCD-F3FB-43B2-8D1B-1BC33C2B6E0E}" destId="{FE4C2835-0F52-4961-AD9E-F7306A782989}" srcOrd="0" destOrd="0" presId="urn:microsoft.com/office/officeart/2005/8/layout/process2"/>
    <dgm:cxn modelId="{8B30AF1B-79E1-4C41-BFDF-1DF98689C84F}" srcId="{734E099B-D7AE-4FE9-B7EF-49A55D2F61BA}" destId="{FD4E8D77-25B8-4644-9F6D-18FAE9BD7E13}" srcOrd="0" destOrd="0" parTransId="{2F7F481C-B25B-4528-A643-352AF4605789}" sibTransId="{D3A1A41E-F425-45A7-AA97-170FC2A26F3B}"/>
    <dgm:cxn modelId="{FE05493C-4859-4E76-BFB9-0499E85CCA53}" type="presOf" srcId="{FD4E8D77-25B8-4644-9F6D-18FAE9BD7E13}" destId="{70017FBF-00DE-483E-9966-7D8D3923B3D1}" srcOrd="0" destOrd="0" presId="urn:microsoft.com/office/officeart/2005/8/layout/process2"/>
    <dgm:cxn modelId="{628AEB66-8243-42A2-9185-B81C03D166E6}" type="presOf" srcId="{37715399-872B-49AE-A96A-D28A0FD8E0A2}" destId="{8413F4FB-F816-419B-8AC4-C21D60B2FE28}" srcOrd="0" destOrd="0" presId="urn:microsoft.com/office/officeart/2005/8/layout/process2"/>
    <dgm:cxn modelId="{1384556A-8508-42A3-A630-9672A0C69955}" type="presOf" srcId="{AB622A07-FA51-444B-862D-8B9A00575C55}" destId="{4ADC7080-05D0-4AE0-B531-1393C578DD1D}" srcOrd="0" destOrd="0" presId="urn:microsoft.com/office/officeart/2005/8/layout/process2"/>
    <dgm:cxn modelId="{9C7C9C4A-9AC8-4AE7-9583-B748BA8A3C51}" type="presOf" srcId="{4697CDCD-F3FB-43B2-8D1B-1BC33C2B6E0E}" destId="{881D1869-676B-41CB-8DD5-EAEC71FF62C4}" srcOrd="1" destOrd="0" presId="urn:microsoft.com/office/officeart/2005/8/layout/process2"/>
    <dgm:cxn modelId="{559EC06B-9731-408E-8854-D41AB5EB1E29}" srcId="{734E099B-D7AE-4FE9-B7EF-49A55D2F61BA}" destId="{2EF11398-FC88-4BD7-A61E-78B717F717F8}" srcOrd="2" destOrd="0" parTransId="{B1170F32-0AB5-42D2-B644-71D2208B7C9D}" sibTransId="{4697CDCD-F3FB-43B2-8D1B-1BC33C2B6E0E}"/>
    <dgm:cxn modelId="{0BA8D24B-957A-4053-A101-B7C28F7BAF35}" srcId="{734E099B-D7AE-4FE9-B7EF-49A55D2F61BA}" destId="{ACB5C4BF-EF2E-4B0A-B66E-7D1D7DF9F8C5}" srcOrd="1" destOrd="0" parTransId="{40BBA618-3B44-4773-B2AB-09DE3C6B3162}" sibTransId="{E214D214-80CC-431C-BA48-78212FE11585}"/>
    <dgm:cxn modelId="{A81C474C-3D5A-4B08-9992-D0588610EB37}" type="presOf" srcId="{E214D214-80CC-431C-BA48-78212FE11585}" destId="{1B73407E-87B4-4382-8C96-D87CF2E04265}" srcOrd="0" destOrd="0" presId="urn:microsoft.com/office/officeart/2005/8/layout/process2"/>
    <dgm:cxn modelId="{217B506E-E0D2-4F19-A2D0-AE410ADE1CC7}" type="presOf" srcId="{D3A1A41E-F425-45A7-AA97-170FC2A26F3B}" destId="{8368CB3C-6D6E-4469-A0C1-8FF2999348A0}" srcOrd="0" destOrd="0" presId="urn:microsoft.com/office/officeart/2005/8/layout/process2"/>
    <dgm:cxn modelId="{6A2F457F-0E38-4E36-8EF8-08EB073C4B9D}" type="presOf" srcId="{2EF11398-FC88-4BD7-A61E-78B717F717F8}" destId="{6626A509-958C-4B73-A06A-7ECC2E0D9A08}" srcOrd="0" destOrd="0" presId="urn:microsoft.com/office/officeart/2005/8/layout/process2"/>
    <dgm:cxn modelId="{2FC63C89-A9AB-4B24-B969-45E3154F7DED}" type="presOf" srcId="{E214D214-80CC-431C-BA48-78212FE11585}" destId="{C52A7FD7-C14B-40C4-B266-F11E8B6625E0}" srcOrd="1" destOrd="0" presId="urn:microsoft.com/office/officeart/2005/8/layout/process2"/>
    <dgm:cxn modelId="{F32C2C96-117D-46DB-9F4B-96FC202AD8A8}" srcId="{734E099B-D7AE-4FE9-B7EF-49A55D2F61BA}" destId="{37715399-872B-49AE-A96A-D28A0FD8E0A2}" srcOrd="5" destOrd="0" parTransId="{F5175355-B0F4-45D9-B29E-9C041332DAA7}" sibTransId="{357DA0AB-CDFB-4296-ABE0-D8C72AE23E50}"/>
    <dgm:cxn modelId="{AE95B196-582F-4E3D-94E2-1005C51F14F7}" type="presOf" srcId="{E46CC591-1805-4552-B8BD-B8BA609EA97E}" destId="{AC51C3D7-D467-4CBA-A6AB-1B006FAB1A98}" srcOrd="0" destOrd="0" presId="urn:microsoft.com/office/officeart/2005/8/layout/process2"/>
    <dgm:cxn modelId="{686A8B9A-A677-482C-933F-2D92076C3BD7}" type="presOf" srcId="{E46CC591-1805-4552-B8BD-B8BA609EA97E}" destId="{FC8146A3-2107-4901-A8CC-C4484EA4A1E4}" srcOrd="1" destOrd="0" presId="urn:microsoft.com/office/officeart/2005/8/layout/process2"/>
    <dgm:cxn modelId="{2D6F1E9C-14E9-46B3-A4F8-BAE25F63804C}" type="presOf" srcId="{F6CDAA73-9E0F-4E7E-9AC6-6926F28E7CF2}" destId="{FCDD1BBA-BD54-46CB-971A-875670BC802C}" srcOrd="0" destOrd="0" presId="urn:microsoft.com/office/officeart/2005/8/layout/process2"/>
    <dgm:cxn modelId="{9B8B79C0-5078-4EE7-A8F7-F3712C5CDB15}" type="presOf" srcId="{78741192-D1BE-4C3D-AE93-0A86A15A35BE}" destId="{9C3D5122-9CC0-48DC-AB37-45063FA56EB5}" srcOrd="0" destOrd="0" presId="urn:microsoft.com/office/officeart/2005/8/layout/process2"/>
    <dgm:cxn modelId="{E4BA88C7-BA4D-4E6B-BC88-B60BDAA6224A}" type="presOf" srcId="{D3A1A41E-F425-45A7-AA97-170FC2A26F3B}" destId="{503D1752-90ED-4E5B-910D-9880044427EF}" srcOrd="1" destOrd="0" presId="urn:microsoft.com/office/officeart/2005/8/layout/process2"/>
    <dgm:cxn modelId="{4D9079D8-E6C1-4B06-8FD0-872A23FD5F03}" srcId="{734E099B-D7AE-4FE9-B7EF-49A55D2F61BA}" destId="{F6CDAA73-9E0F-4E7E-9AC6-6926F28E7CF2}" srcOrd="4" destOrd="0" parTransId="{232B9CD1-B4B1-419A-8C30-6B1EDA8F1CB4}" sibTransId="{E46CC591-1805-4552-B8BD-B8BA609EA97E}"/>
    <dgm:cxn modelId="{641049DB-4518-4BC0-B9E6-4E7396B61ACB}" type="presOf" srcId="{734E099B-D7AE-4FE9-B7EF-49A55D2F61BA}" destId="{9E964CF2-D4E0-4E0E-A8B2-0433827F060E}" srcOrd="0" destOrd="0" presId="urn:microsoft.com/office/officeart/2005/8/layout/process2"/>
    <dgm:cxn modelId="{3060B5E5-9977-4465-814A-246FD62B2AFC}" type="presOf" srcId="{AB622A07-FA51-444B-862D-8B9A00575C55}" destId="{1176BA9F-F6A2-4557-ADE1-C93F43C3E8D2}" srcOrd="1" destOrd="0" presId="urn:microsoft.com/office/officeart/2005/8/layout/process2"/>
    <dgm:cxn modelId="{D7D7D3FF-279D-4D0F-BCE9-D72144712C48}" srcId="{734E099B-D7AE-4FE9-B7EF-49A55D2F61BA}" destId="{78741192-D1BE-4C3D-AE93-0A86A15A35BE}" srcOrd="3" destOrd="0" parTransId="{0F70A641-6AC3-4877-BB3A-BFA2680D5AE0}" sibTransId="{AB622A07-FA51-444B-862D-8B9A00575C55}"/>
    <dgm:cxn modelId="{E251000A-2585-4C11-B4B2-0BB3D7D61B57}" type="presParOf" srcId="{9E964CF2-D4E0-4E0E-A8B2-0433827F060E}" destId="{70017FBF-00DE-483E-9966-7D8D3923B3D1}" srcOrd="0" destOrd="0" presId="urn:microsoft.com/office/officeart/2005/8/layout/process2"/>
    <dgm:cxn modelId="{C5E0D30E-5F5C-4A03-9891-71E723D1736C}" type="presParOf" srcId="{9E964CF2-D4E0-4E0E-A8B2-0433827F060E}" destId="{8368CB3C-6D6E-4469-A0C1-8FF2999348A0}" srcOrd="1" destOrd="0" presId="urn:microsoft.com/office/officeart/2005/8/layout/process2"/>
    <dgm:cxn modelId="{31A30E87-1EFC-4851-AAFB-FCDA8E2C4859}" type="presParOf" srcId="{8368CB3C-6D6E-4469-A0C1-8FF2999348A0}" destId="{503D1752-90ED-4E5B-910D-9880044427EF}" srcOrd="0" destOrd="0" presId="urn:microsoft.com/office/officeart/2005/8/layout/process2"/>
    <dgm:cxn modelId="{FC6EC3B5-A1DC-43C3-8CFA-F7249A72334C}" type="presParOf" srcId="{9E964CF2-D4E0-4E0E-A8B2-0433827F060E}" destId="{F497F0C8-BB64-4402-AA12-6768B6A02B7B}" srcOrd="2" destOrd="0" presId="urn:microsoft.com/office/officeart/2005/8/layout/process2"/>
    <dgm:cxn modelId="{170D31C2-D387-41FD-8DB3-43CA0C6BE616}" type="presParOf" srcId="{9E964CF2-D4E0-4E0E-A8B2-0433827F060E}" destId="{1B73407E-87B4-4382-8C96-D87CF2E04265}" srcOrd="3" destOrd="0" presId="urn:microsoft.com/office/officeart/2005/8/layout/process2"/>
    <dgm:cxn modelId="{12BB1C8E-904B-4476-8D88-10EEE48C7844}" type="presParOf" srcId="{1B73407E-87B4-4382-8C96-D87CF2E04265}" destId="{C52A7FD7-C14B-40C4-B266-F11E8B6625E0}" srcOrd="0" destOrd="0" presId="urn:microsoft.com/office/officeart/2005/8/layout/process2"/>
    <dgm:cxn modelId="{9D653B9E-9EBB-405E-AC90-7475E4CF937C}" type="presParOf" srcId="{9E964CF2-D4E0-4E0E-A8B2-0433827F060E}" destId="{6626A509-958C-4B73-A06A-7ECC2E0D9A08}" srcOrd="4" destOrd="0" presId="urn:microsoft.com/office/officeart/2005/8/layout/process2"/>
    <dgm:cxn modelId="{A0E1D789-FB83-4071-9934-17A391854E09}" type="presParOf" srcId="{9E964CF2-D4E0-4E0E-A8B2-0433827F060E}" destId="{FE4C2835-0F52-4961-AD9E-F7306A782989}" srcOrd="5" destOrd="0" presId="urn:microsoft.com/office/officeart/2005/8/layout/process2"/>
    <dgm:cxn modelId="{2182F2A0-CDA8-424C-A04F-9EEE8D8B4340}" type="presParOf" srcId="{FE4C2835-0F52-4961-AD9E-F7306A782989}" destId="{881D1869-676B-41CB-8DD5-EAEC71FF62C4}" srcOrd="0" destOrd="0" presId="urn:microsoft.com/office/officeart/2005/8/layout/process2"/>
    <dgm:cxn modelId="{33595A84-D5F5-4F45-86AF-E1F87D375A86}" type="presParOf" srcId="{9E964CF2-D4E0-4E0E-A8B2-0433827F060E}" destId="{9C3D5122-9CC0-48DC-AB37-45063FA56EB5}" srcOrd="6" destOrd="0" presId="urn:microsoft.com/office/officeart/2005/8/layout/process2"/>
    <dgm:cxn modelId="{4E813E8D-F18C-414A-B614-D5EEE003EC23}" type="presParOf" srcId="{9E964CF2-D4E0-4E0E-A8B2-0433827F060E}" destId="{4ADC7080-05D0-4AE0-B531-1393C578DD1D}" srcOrd="7" destOrd="0" presId="urn:microsoft.com/office/officeart/2005/8/layout/process2"/>
    <dgm:cxn modelId="{AA872CD7-E406-4388-8E85-2505BE740F78}" type="presParOf" srcId="{4ADC7080-05D0-4AE0-B531-1393C578DD1D}" destId="{1176BA9F-F6A2-4557-ADE1-C93F43C3E8D2}" srcOrd="0" destOrd="0" presId="urn:microsoft.com/office/officeart/2005/8/layout/process2"/>
    <dgm:cxn modelId="{EBE510D3-CF4C-4101-9C3F-00521D580FF9}" type="presParOf" srcId="{9E964CF2-D4E0-4E0E-A8B2-0433827F060E}" destId="{FCDD1BBA-BD54-46CB-971A-875670BC802C}" srcOrd="8" destOrd="0" presId="urn:microsoft.com/office/officeart/2005/8/layout/process2"/>
    <dgm:cxn modelId="{4E6AD0AE-5FB7-4A3B-BE52-874213F45AFD}" type="presParOf" srcId="{9E964CF2-D4E0-4E0E-A8B2-0433827F060E}" destId="{AC51C3D7-D467-4CBA-A6AB-1B006FAB1A98}" srcOrd="9" destOrd="0" presId="urn:microsoft.com/office/officeart/2005/8/layout/process2"/>
    <dgm:cxn modelId="{76CCE3F6-8E22-4A5E-887F-E587588B0660}" type="presParOf" srcId="{AC51C3D7-D467-4CBA-A6AB-1B006FAB1A98}" destId="{FC8146A3-2107-4901-A8CC-C4484EA4A1E4}" srcOrd="0" destOrd="0" presId="urn:microsoft.com/office/officeart/2005/8/layout/process2"/>
    <dgm:cxn modelId="{E810BE5F-4983-48F8-AA25-D6D94D2F8B93}" type="presParOf" srcId="{9E964CF2-D4E0-4E0E-A8B2-0433827F060E}" destId="{8413F4FB-F816-419B-8AC4-C21D60B2FE28}" srcOrd="10" destOrd="0" presId="urn:microsoft.com/office/officeart/2005/8/layout/process2"/>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66.xml><?xml version="1.0" encoding="utf-8"?>
<dgm:dataModel xmlns:dgm="http://schemas.openxmlformats.org/drawingml/2006/diagram" xmlns:a="http://schemas.openxmlformats.org/drawingml/2006/main">
  <dgm:ptLst>
    <dgm:pt modelId="{F7EAF884-411B-45DE-88B4-C5B77B467266}" type="doc">
      <dgm:prSet loTypeId="urn:microsoft.com/office/officeart/2011/layout/TabList" loCatId="list" qsTypeId="urn:microsoft.com/office/officeart/2005/8/quickstyle/simple3" qsCatId="simple" csTypeId="urn:microsoft.com/office/officeart/2005/8/colors/colorful1" csCatId="colorful" phldr="1"/>
      <dgm:spPr/>
      <dgm:t>
        <a:bodyPr/>
        <a:lstStyle/>
        <a:p>
          <a:endParaRPr lang="en-IN"/>
        </a:p>
      </dgm:t>
    </dgm:pt>
    <dgm:pt modelId="{764D9597-4882-4234-BD9C-95B62CEA4290}">
      <dgm:prSet phldrT="[Text]" custT="1"/>
      <dgm:spPr/>
      <dgm:t>
        <a:bodyPr/>
        <a:lstStyle/>
        <a:p>
          <a:pPr algn="l"/>
          <a:r>
            <a:rPr lang="en-IN" sz="1800" b="1" i="0" dirty="0"/>
            <a:t> 1. </a:t>
          </a:r>
          <a:r>
            <a:rPr lang="en-US" sz="1800" b="1" dirty="0"/>
            <a:t>Spring IoC Container(context) Started</a:t>
          </a:r>
          <a:endParaRPr lang="en-IN" sz="1800" b="1" dirty="0"/>
        </a:p>
      </dgm:t>
    </dgm:pt>
    <dgm:pt modelId="{EFD84B36-E97A-4E19-9026-59232D0C5BD3}" type="parTrans" cxnId="{FDCB81A4-7A04-42FF-A534-2B1AA5C9C7D0}">
      <dgm:prSet/>
      <dgm:spPr/>
      <dgm:t>
        <a:bodyPr/>
        <a:lstStyle/>
        <a:p>
          <a:endParaRPr lang="en-IN" sz="1800"/>
        </a:p>
      </dgm:t>
    </dgm:pt>
    <dgm:pt modelId="{03E4F3B2-5A88-4A93-A5F5-FBF015C0446C}" type="sibTrans" cxnId="{FDCB81A4-7A04-42FF-A534-2B1AA5C9C7D0}">
      <dgm:prSet custT="1"/>
      <dgm:spPr/>
      <dgm:t>
        <a:bodyPr/>
        <a:lstStyle/>
        <a:p>
          <a:endParaRPr lang="en-IN" sz="1800"/>
        </a:p>
      </dgm:t>
    </dgm:pt>
    <dgm:pt modelId="{2D165007-EFBC-40A5-8CC6-651335FA72C9}">
      <dgm:prSet phldrT="[Text]" custT="1"/>
      <dgm:spPr/>
      <dgm:t>
        <a:bodyPr/>
        <a:lstStyle/>
        <a:p>
          <a:pPr algn="l"/>
          <a:r>
            <a:rPr lang="en-US" sz="1800" b="1" dirty="0"/>
            <a:t> 2. Bean Instantiated</a:t>
          </a:r>
          <a:endParaRPr lang="en-IN" sz="1800" b="1" dirty="0"/>
        </a:p>
      </dgm:t>
    </dgm:pt>
    <dgm:pt modelId="{E925D5C9-0E39-46FB-AF89-174C1942D447}" type="parTrans" cxnId="{67024997-ED9E-473A-A5E5-1F9CE1B12A1E}">
      <dgm:prSet/>
      <dgm:spPr/>
      <dgm:t>
        <a:bodyPr/>
        <a:lstStyle/>
        <a:p>
          <a:endParaRPr lang="en-IN" sz="1800"/>
        </a:p>
      </dgm:t>
    </dgm:pt>
    <dgm:pt modelId="{8E845E46-8989-4260-BEC7-A9301104CF63}" type="sibTrans" cxnId="{67024997-ED9E-473A-A5E5-1F9CE1B12A1E}">
      <dgm:prSet custT="1"/>
      <dgm:spPr/>
      <dgm:t>
        <a:bodyPr/>
        <a:lstStyle/>
        <a:p>
          <a:endParaRPr lang="en-IN" sz="1800"/>
        </a:p>
      </dgm:t>
    </dgm:pt>
    <dgm:pt modelId="{8C05F95F-1CC4-4D79-99A3-070ED5B82641}">
      <dgm:prSet phldrT="[Text]" custT="1"/>
      <dgm:spPr/>
      <dgm:t>
        <a:bodyPr/>
        <a:lstStyle/>
        <a:p>
          <a:pPr algn="l"/>
          <a:r>
            <a:rPr lang="en-IN" sz="1800" b="1" i="0" dirty="0"/>
            <a:t> 3. Dependency Injected</a:t>
          </a:r>
          <a:endParaRPr lang="en-IN" sz="1800" dirty="0"/>
        </a:p>
      </dgm:t>
    </dgm:pt>
    <dgm:pt modelId="{FF26F0FE-446D-43F4-96BF-EC5608383B9C}" type="parTrans" cxnId="{B9C6E20A-9676-427C-BCD4-EACE87629EB0}">
      <dgm:prSet/>
      <dgm:spPr/>
      <dgm:t>
        <a:bodyPr/>
        <a:lstStyle/>
        <a:p>
          <a:endParaRPr lang="en-IN" sz="1800"/>
        </a:p>
      </dgm:t>
    </dgm:pt>
    <dgm:pt modelId="{5052096A-92E7-4BE8-B91D-8B509AC5E417}" type="sibTrans" cxnId="{B9C6E20A-9676-427C-BCD4-EACE87629EB0}">
      <dgm:prSet custT="1"/>
      <dgm:spPr/>
      <dgm:t>
        <a:bodyPr/>
        <a:lstStyle/>
        <a:p>
          <a:endParaRPr lang="en-IN" sz="1800"/>
        </a:p>
      </dgm:t>
    </dgm:pt>
    <dgm:pt modelId="{2D491966-84A0-47AD-9408-270A6352E24E}">
      <dgm:prSet phldrT="[Text]" custT="1"/>
      <dgm:spPr/>
      <dgm:t>
        <a:bodyPr/>
        <a:lstStyle/>
        <a:p>
          <a:pPr algn="l"/>
          <a:r>
            <a:rPr lang="en-IN" sz="1800" b="1" i="0" dirty="0"/>
            <a:t> 5. Bean Usage</a:t>
          </a:r>
          <a:endParaRPr lang="en-IN" sz="1800" dirty="0"/>
        </a:p>
      </dgm:t>
    </dgm:pt>
    <dgm:pt modelId="{5E2B5946-13FD-44E2-ABED-DE0469F99835}" type="parTrans" cxnId="{A75A99F5-E705-4C46-891B-0710BC5C5816}">
      <dgm:prSet/>
      <dgm:spPr/>
      <dgm:t>
        <a:bodyPr/>
        <a:lstStyle/>
        <a:p>
          <a:endParaRPr lang="en-IN" sz="1800"/>
        </a:p>
      </dgm:t>
    </dgm:pt>
    <dgm:pt modelId="{710CEBAE-80E6-4E89-9070-EA385724FE0A}" type="sibTrans" cxnId="{A75A99F5-E705-4C46-891B-0710BC5C5816}">
      <dgm:prSet custT="1"/>
      <dgm:spPr/>
      <dgm:t>
        <a:bodyPr/>
        <a:lstStyle/>
        <a:p>
          <a:endParaRPr lang="en-IN" sz="1800"/>
        </a:p>
      </dgm:t>
    </dgm:pt>
    <dgm:pt modelId="{FE148A22-6AE6-47F3-B918-A005A8CF1DCE}">
      <dgm:prSet phldrT="[Text]" custT="1"/>
      <dgm:spPr/>
      <dgm:t>
        <a:bodyPr/>
        <a:lstStyle/>
        <a:p>
          <a:pPr algn="l"/>
          <a:r>
            <a:rPr lang="en-IN" sz="1800" b="1" i="0" dirty="0"/>
            <a:t> 6. Bean Destruction</a:t>
          </a:r>
          <a:endParaRPr lang="en-IN" sz="1800" dirty="0"/>
        </a:p>
      </dgm:t>
    </dgm:pt>
    <dgm:pt modelId="{29F843C7-D0EB-4561-A85B-C18F82FEFBBC}" type="parTrans" cxnId="{8FCD5937-6BA8-43E0-99F5-DFFA9925AA7F}">
      <dgm:prSet/>
      <dgm:spPr/>
      <dgm:t>
        <a:bodyPr/>
        <a:lstStyle/>
        <a:p>
          <a:endParaRPr lang="en-IN" sz="1800"/>
        </a:p>
      </dgm:t>
    </dgm:pt>
    <dgm:pt modelId="{6B0CF20D-46CA-44A2-9770-035C6E0AAD8F}" type="sibTrans" cxnId="{8FCD5937-6BA8-43E0-99F5-DFFA9925AA7F}">
      <dgm:prSet/>
      <dgm:spPr/>
      <dgm:t>
        <a:bodyPr/>
        <a:lstStyle/>
        <a:p>
          <a:endParaRPr lang="en-IN" sz="1800"/>
        </a:p>
      </dgm:t>
    </dgm:pt>
    <dgm:pt modelId="{89EA0F54-2411-4B7B-8731-552C018A77DA}">
      <dgm:prSet phldrT="[Text]" custT="1"/>
      <dgm:spPr/>
      <dgm:t>
        <a:bodyPr/>
        <a:lstStyle/>
        <a:p>
          <a:r>
            <a:rPr lang="en-US" sz="1600" b="0" i="0" dirty="0"/>
            <a:t>During the container startup, Spring reads the bean definitions (either from XML configuration, or Java configuration) and registers them within the application context.</a:t>
          </a:r>
          <a:endParaRPr lang="en-IN" sz="1600" dirty="0"/>
        </a:p>
      </dgm:t>
    </dgm:pt>
    <dgm:pt modelId="{9A230DE3-3D1E-4726-9D27-67D141222E72}" type="parTrans" cxnId="{AE6CBEF7-CB23-474F-A4ED-2EBEA8B7DE3B}">
      <dgm:prSet/>
      <dgm:spPr/>
      <dgm:t>
        <a:bodyPr/>
        <a:lstStyle/>
        <a:p>
          <a:endParaRPr lang="en-IN" sz="1800"/>
        </a:p>
      </dgm:t>
    </dgm:pt>
    <dgm:pt modelId="{FF8E8FA2-7650-4E8D-8DE2-783A599AFF86}" type="sibTrans" cxnId="{AE6CBEF7-CB23-474F-A4ED-2EBEA8B7DE3B}">
      <dgm:prSet/>
      <dgm:spPr/>
      <dgm:t>
        <a:bodyPr/>
        <a:lstStyle/>
        <a:p>
          <a:endParaRPr lang="en-IN" sz="1800"/>
        </a:p>
      </dgm:t>
    </dgm:pt>
    <dgm:pt modelId="{8C50EBB6-FFD8-489D-B228-73ADC47EB490}">
      <dgm:prSet phldrT="[Text]" custT="1"/>
      <dgm:spPr/>
      <dgm:t>
        <a:bodyPr/>
        <a:lstStyle/>
        <a:p>
          <a:r>
            <a:rPr lang="en-US" sz="1600" b="0" i="0" dirty="0"/>
            <a:t>When a bean is needed (typically when requested by the application), the Spring container creates an instance of the bean. </a:t>
          </a:r>
          <a:endParaRPr lang="en-IN" sz="1600" dirty="0"/>
        </a:p>
      </dgm:t>
    </dgm:pt>
    <dgm:pt modelId="{FDA7C3C8-97AC-4EFD-865D-F3B24A6ED6FD}" type="parTrans" cxnId="{EE82940B-DE62-4A2A-B018-90C9A3251BF9}">
      <dgm:prSet/>
      <dgm:spPr/>
      <dgm:t>
        <a:bodyPr/>
        <a:lstStyle/>
        <a:p>
          <a:endParaRPr lang="en-IN" sz="1800"/>
        </a:p>
      </dgm:t>
    </dgm:pt>
    <dgm:pt modelId="{A74C4D9B-8C94-4D0F-8FBB-4E62C6ED3ADB}" type="sibTrans" cxnId="{EE82940B-DE62-4A2A-B018-90C9A3251BF9}">
      <dgm:prSet/>
      <dgm:spPr/>
      <dgm:t>
        <a:bodyPr/>
        <a:lstStyle/>
        <a:p>
          <a:endParaRPr lang="en-IN" sz="1800"/>
        </a:p>
      </dgm:t>
    </dgm:pt>
    <dgm:pt modelId="{0BBF59DE-2AB2-464B-9B40-AE7AE8CB7030}">
      <dgm:prSet phldrT="[Text]" custT="1"/>
      <dgm:spPr/>
      <dgm:t>
        <a:bodyPr/>
        <a:lstStyle/>
        <a:p>
          <a:r>
            <a:rPr lang="en-US" sz="1600" b="0" i="0" dirty="0"/>
            <a:t>After the bean is instantiated, the Spring container performs dependency injection to inject any required dependencies into the bean. This can be done using constructor injection, setter injection, or field injection, based on the configuration.</a:t>
          </a:r>
          <a:endParaRPr lang="en-IN" sz="1600" dirty="0"/>
        </a:p>
      </dgm:t>
    </dgm:pt>
    <dgm:pt modelId="{BF39DEAD-11A5-461E-8A20-90964CD9866A}" type="parTrans" cxnId="{9106DB03-C786-4C7D-8E66-6216418D79E9}">
      <dgm:prSet/>
      <dgm:spPr/>
      <dgm:t>
        <a:bodyPr/>
        <a:lstStyle/>
        <a:p>
          <a:endParaRPr lang="en-IN" sz="1800"/>
        </a:p>
      </dgm:t>
    </dgm:pt>
    <dgm:pt modelId="{7423F4D0-696D-4638-93F8-C26D43DF7782}" type="sibTrans" cxnId="{9106DB03-C786-4C7D-8E66-6216418D79E9}">
      <dgm:prSet/>
      <dgm:spPr/>
      <dgm:t>
        <a:bodyPr/>
        <a:lstStyle/>
        <a:p>
          <a:endParaRPr lang="en-IN" sz="1800"/>
        </a:p>
      </dgm:t>
    </dgm:pt>
    <dgm:pt modelId="{6CE6E46B-EF6B-4566-8767-1726E544554D}">
      <dgm:prSet phldrT="[Text]" custT="1"/>
      <dgm:spPr/>
      <dgm:t>
        <a:bodyPr/>
        <a:lstStyle/>
        <a:p>
          <a:r>
            <a:rPr lang="en-US" sz="1600" b="0" i="0" dirty="0"/>
            <a:t>Components can access and use this bean to perform business logic, data access, or other tasks.</a:t>
          </a:r>
          <a:endParaRPr lang="en-IN" sz="1600" dirty="0"/>
        </a:p>
      </dgm:t>
    </dgm:pt>
    <dgm:pt modelId="{0CFC00AD-19FD-4DF5-8CCF-F77859ED541F}" type="parTrans" cxnId="{11EE2EF0-AE34-4070-9DB4-27DFEB28E013}">
      <dgm:prSet/>
      <dgm:spPr/>
      <dgm:t>
        <a:bodyPr/>
        <a:lstStyle/>
        <a:p>
          <a:endParaRPr lang="en-IN" sz="1800"/>
        </a:p>
      </dgm:t>
    </dgm:pt>
    <dgm:pt modelId="{F6ABB956-58A8-4D8E-B64D-D5F7F6FDB368}" type="sibTrans" cxnId="{11EE2EF0-AE34-4070-9DB4-27DFEB28E013}">
      <dgm:prSet/>
      <dgm:spPr/>
      <dgm:t>
        <a:bodyPr/>
        <a:lstStyle/>
        <a:p>
          <a:endParaRPr lang="en-IN" sz="1800"/>
        </a:p>
      </dgm:t>
    </dgm:pt>
    <dgm:pt modelId="{5A5F6E8B-9A58-42FA-AD13-D9118214DEC5}">
      <dgm:prSet phldrT="[Text]" custT="1"/>
      <dgm:spPr/>
      <dgm:t>
        <a:bodyPr/>
        <a:lstStyle/>
        <a:p>
          <a:r>
            <a:rPr lang="en-US" sz="1600" b="0" i="0" dirty="0"/>
            <a:t>Optionally, performing cleanup when the bean is no longer needed.</a:t>
          </a:r>
          <a:endParaRPr lang="en-IN" sz="1600" dirty="0"/>
        </a:p>
      </dgm:t>
    </dgm:pt>
    <dgm:pt modelId="{102184E6-18EE-4E0E-96A5-84729795319D}" type="parTrans" cxnId="{1A268EE4-EF44-4929-9FD3-4CE72B067A0D}">
      <dgm:prSet/>
      <dgm:spPr/>
      <dgm:t>
        <a:bodyPr/>
        <a:lstStyle/>
        <a:p>
          <a:endParaRPr lang="en-IN" sz="1800"/>
        </a:p>
      </dgm:t>
    </dgm:pt>
    <dgm:pt modelId="{9E2C7BED-4862-4B8F-BB9C-F2594AF1CBBD}" type="sibTrans" cxnId="{1A268EE4-EF44-4929-9FD3-4CE72B067A0D}">
      <dgm:prSet/>
      <dgm:spPr/>
      <dgm:t>
        <a:bodyPr/>
        <a:lstStyle/>
        <a:p>
          <a:endParaRPr lang="en-IN" sz="1800"/>
        </a:p>
      </dgm:t>
    </dgm:pt>
    <dgm:pt modelId="{3C86303B-3722-4B53-8D95-653B2F808A30}">
      <dgm:prSet phldrT="[Text]" custT="1"/>
      <dgm:spPr/>
      <dgm:t>
        <a:bodyPr/>
        <a:lstStyle/>
        <a:p>
          <a:pPr algn="l"/>
          <a:r>
            <a:rPr lang="en-IN" sz="1800" b="1" i="0" dirty="0"/>
            <a:t> 4. Bean Initialization</a:t>
          </a:r>
          <a:endParaRPr lang="en-IN" sz="1800" dirty="0"/>
        </a:p>
      </dgm:t>
    </dgm:pt>
    <dgm:pt modelId="{07768229-7C77-49AD-B101-D5A4C480071B}" type="parTrans" cxnId="{C00F5B00-BA05-4AC6-B8B9-B87984B2F9B5}">
      <dgm:prSet/>
      <dgm:spPr/>
      <dgm:t>
        <a:bodyPr/>
        <a:lstStyle/>
        <a:p>
          <a:endParaRPr lang="en-IN" sz="1800"/>
        </a:p>
      </dgm:t>
    </dgm:pt>
    <dgm:pt modelId="{8040605A-B347-4761-ADE4-B2235F18C868}" type="sibTrans" cxnId="{C00F5B00-BA05-4AC6-B8B9-B87984B2F9B5}">
      <dgm:prSet custT="1"/>
      <dgm:spPr/>
      <dgm:t>
        <a:bodyPr/>
        <a:lstStyle/>
        <a:p>
          <a:endParaRPr lang="en-IN" sz="1800"/>
        </a:p>
      </dgm:t>
    </dgm:pt>
    <dgm:pt modelId="{F2D833A3-230F-4E2C-B204-E379D3BB10F8}">
      <dgm:prSet phldrT="[Text]" custT="1"/>
      <dgm:spPr/>
      <dgm:t>
        <a:bodyPr/>
        <a:lstStyle/>
        <a:p>
          <a:r>
            <a:rPr lang="en-US" sz="1600" b="0" i="0" dirty="0"/>
            <a:t>After dependency injection, if specified, Spring invokes initialization methods perform any necessary setup tasks.</a:t>
          </a:r>
          <a:endParaRPr lang="en-IN" sz="1600" dirty="0"/>
        </a:p>
      </dgm:t>
    </dgm:pt>
    <dgm:pt modelId="{D04EE839-AC5B-43FE-96E2-2E51A82BE77E}" type="parTrans" cxnId="{DD3F6E21-D18D-42A7-81F1-875D97D08E94}">
      <dgm:prSet/>
      <dgm:spPr/>
      <dgm:t>
        <a:bodyPr/>
        <a:lstStyle/>
        <a:p>
          <a:endParaRPr lang="en-IN" sz="1800"/>
        </a:p>
      </dgm:t>
    </dgm:pt>
    <dgm:pt modelId="{64E9BE7D-1C1B-4EBA-8D92-C8F811925461}" type="sibTrans" cxnId="{DD3F6E21-D18D-42A7-81F1-875D97D08E94}">
      <dgm:prSet/>
      <dgm:spPr/>
      <dgm:t>
        <a:bodyPr/>
        <a:lstStyle/>
        <a:p>
          <a:endParaRPr lang="en-IN" sz="1800"/>
        </a:p>
      </dgm:t>
    </dgm:pt>
    <dgm:pt modelId="{4A1B528A-F4F5-4958-A313-55DE42FF32B2}" type="pres">
      <dgm:prSet presAssocID="{F7EAF884-411B-45DE-88B4-C5B77B467266}" presName="Name0" presStyleCnt="0">
        <dgm:presLayoutVars>
          <dgm:chMax/>
          <dgm:chPref val="3"/>
          <dgm:dir/>
          <dgm:animOne val="branch"/>
          <dgm:animLvl val="lvl"/>
        </dgm:presLayoutVars>
      </dgm:prSet>
      <dgm:spPr/>
    </dgm:pt>
    <dgm:pt modelId="{216BD022-DC46-43E8-82CE-D0A30F5052B2}" type="pres">
      <dgm:prSet presAssocID="{764D9597-4882-4234-BD9C-95B62CEA4290}" presName="composite" presStyleCnt="0"/>
      <dgm:spPr/>
    </dgm:pt>
    <dgm:pt modelId="{674D0D98-070F-472E-A8E8-A4C709F398F2}" type="pres">
      <dgm:prSet presAssocID="{764D9597-4882-4234-BD9C-95B62CEA4290}" presName="FirstChild" presStyleLbl="revTx" presStyleIdx="0" presStyleCnt="6" custScaleX="97369">
        <dgm:presLayoutVars>
          <dgm:chMax val="0"/>
          <dgm:chPref val="0"/>
          <dgm:bulletEnabled val="1"/>
        </dgm:presLayoutVars>
      </dgm:prSet>
      <dgm:spPr/>
    </dgm:pt>
    <dgm:pt modelId="{D6E334AE-88E5-4DE6-B4D9-28617FF7E129}" type="pres">
      <dgm:prSet presAssocID="{764D9597-4882-4234-BD9C-95B62CEA4290}" presName="Parent" presStyleLbl="alignNode1" presStyleIdx="0" presStyleCnt="6" custScaleX="93355">
        <dgm:presLayoutVars>
          <dgm:chMax val="3"/>
          <dgm:chPref val="3"/>
          <dgm:bulletEnabled val="1"/>
        </dgm:presLayoutVars>
      </dgm:prSet>
      <dgm:spPr/>
    </dgm:pt>
    <dgm:pt modelId="{95D38BF8-14A8-4A70-85BA-C307BE3FAFEE}" type="pres">
      <dgm:prSet presAssocID="{764D9597-4882-4234-BD9C-95B62CEA4290}" presName="Accent" presStyleLbl="parChTrans1D1" presStyleIdx="0" presStyleCnt="6"/>
      <dgm:spPr/>
    </dgm:pt>
    <dgm:pt modelId="{4615A025-F572-4DF0-91E1-DF8C24646F58}" type="pres">
      <dgm:prSet presAssocID="{03E4F3B2-5A88-4A93-A5F5-FBF015C0446C}" presName="sibTrans" presStyleCnt="0"/>
      <dgm:spPr/>
    </dgm:pt>
    <dgm:pt modelId="{A8702D1C-1C0F-4B69-8E51-35E5E0342540}" type="pres">
      <dgm:prSet presAssocID="{2D165007-EFBC-40A5-8CC6-651335FA72C9}" presName="composite" presStyleCnt="0"/>
      <dgm:spPr/>
    </dgm:pt>
    <dgm:pt modelId="{1A26A1F5-D08C-40E8-A6F2-ECAEFDACBA57}" type="pres">
      <dgm:prSet presAssocID="{2D165007-EFBC-40A5-8CC6-651335FA72C9}" presName="FirstChild" presStyleLbl="revTx" presStyleIdx="1" presStyleCnt="6" custScaleX="97369">
        <dgm:presLayoutVars>
          <dgm:chMax val="0"/>
          <dgm:chPref val="0"/>
          <dgm:bulletEnabled val="1"/>
        </dgm:presLayoutVars>
      </dgm:prSet>
      <dgm:spPr/>
    </dgm:pt>
    <dgm:pt modelId="{CFBEC569-7183-4E94-8617-23D84E6A9CEB}" type="pres">
      <dgm:prSet presAssocID="{2D165007-EFBC-40A5-8CC6-651335FA72C9}" presName="Parent" presStyleLbl="alignNode1" presStyleIdx="1" presStyleCnt="6" custScaleX="93355">
        <dgm:presLayoutVars>
          <dgm:chMax val="3"/>
          <dgm:chPref val="3"/>
          <dgm:bulletEnabled val="1"/>
        </dgm:presLayoutVars>
      </dgm:prSet>
      <dgm:spPr/>
    </dgm:pt>
    <dgm:pt modelId="{BD09C973-A728-4171-B9B0-2D2D8682CA5F}" type="pres">
      <dgm:prSet presAssocID="{2D165007-EFBC-40A5-8CC6-651335FA72C9}" presName="Accent" presStyleLbl="parChTrans1D1" presStyleIdx="1" presStyleCnt="6"/>
      <dgm:spPr/>
    </dgm:pt>
    <dgm:pt modelId="{520DE3D2-1761-4EDD-8D12-85384D137EB9}" type="pres">
      <dgm:prSet presAssocID="{8E845E46-8989-4260-BEC7-A9301104CF63}" presName="sibTrans" presStyleCnt="0"/>
      <dgm:spPr/>
    </dgm:pt>
    <dgm:pt modelId="{03310EE7-7333-45E3-95D7-8AB97A288873}" type="pres">
      <dgm:prSet presAssocID="{8C05F95F-1CC4-4D79-99A3-070ED5B82641}" presName="composite" presStyleCnt="0"/>
      <dgm:spPr/>
    </dgm:pt>
    <dgm:pt modelId="{A13EE8E5-099A-48C9-BD3F-64375F2AC392}" type="pres">
      <dgm:prSet presAssocID="{8C05F95F-1CC4-4D79-99A3-070ED5B82641}" presName="FirstChild" presStyleLbl="revTx" presStyleIdx="2" presStyleCnt="6" custScaleX="97369">
        <dgm:presLayoutVars>
          <dgm:chMax val="0"/>
          <dgm:chPref val="0"/>
          <dgm:bulletEnabled val="1"/>
        </dgm:presLayoutVars>
      </dgm:prSet>
      <dgm:spPr/>
    </dgm:pt>
    <dgm:pt modelId="{D3CC53E1-B674-4236-8DFC-55676BF633E1}" type="pres">
      <dgm:prSet presAssocID="{8C05F95F-1CC4-4D79-99A3-070ED5B82641}" presName="Parent" presStyleLbl="alignNode1" presStyleIdx="2" presStyleCnt="6" custScaleX="93355">
        <dgm:presLayoutVars>
          <dgm:chMax val="3"/>
          <dgm:chPref val="3"/>
          <dgm:bulletEnabled val="1"/>
        </dgm:presLayoutVars>
      </dgm:prSet>
      <dgm:spPr/>
    </dgm:pt>
    <dgm:pt modelId="{6ECCD6E9-E26D-4E7D-A2B1-0C838DE12D64}" type="pres">
      <dgm:prSet presAssocID="{8C05F95F-1CC4-4D79-99A3-070ED5B82641}" presName="Accent" presStyleLbl="parChTrans1D1" presStyleIdx="2" presStyleCnt="6"/>
      <dgm:spPr/>
    </dgm:pt>
    <dgm:pt modelId="{4A9110B9-51C8-4D8F-BA0A-9E280AF17C3A}" type="pres">
      <dgm:prSet presAssocID="{5052096A-92E7-4BE8-B91D-8B509AC5E417}" presName="sibTrans" presStyleCnt="0"/>
      <dgm:spPr/>
    </dgm:pt>
    <dgm:pt modelId="{4233F45B-A170-4371-81F9-64C883A7922A}" type="pres">
      <dgm:prSet presAssocID="{3C86303B-3722-4B53-8D95-653B2F808A30}" presName="composite" presStyleCnt="0"/>
      <dgm:spPr/>
    </dgm:pt>
    <dgm:pt modelId="{A5EB101F-8656-4B0B-8EA2-AF612FE2D562}" type="pres">
      <dgm:prSet presAssocID="{3C86303B-3722-4B53-8D95-653B2F808A30}" presName="FirstChild" presStyleLbl="revTx" presStyleIdx="3" presStyleCnt="6" custScaleX="97369">
        <dgm:presLayoutVars>
          <dgm:chMax val="0"/>
          <dgm:chPref val="0"/>
          <dgm:bulletEnabled val="1"/>
        </dgm:presLayoutVars>
      </dgm:prSet>
      <dgm:spPr/>
    </dgm:pt>
    <dgm:pt modelId="{E23E0430-4B3B-433A-9D69-EA08544A9D0A}" type="pres">
      <dgm:prSet presAssocID="{3C86303B-3722-4B53-8D95-653B2F808A30}" presName="Parent" presStyleLbl="alignNode1" presStyleIdx="3" presStyleCnt="6" custScaleX="93355">
        <dgm:presLayoutVars>
          <dgm:chMax val="3"/>
          <dgm:chPref val="3"/>
          <dgm:bulletEnabled val="1"/>
        </dgm:presLayoutVars>
      </dgm:prSet>
      <dgm:spPr/>
    </dgm:pt>
    <dgm:pt modelId="{EE2D05E8-79C9-4B67-B378-47F5F118CAF9}" type="pres">
      <dgm:prSet presAssocID="{3C86303B-3722-4B53-8D95-653B2F808A30}" presName="Accent" presStyleLbl="parChTrans1D1" presStyleIdx="3" presStyleCnt="6"/>
      <dgm:spPr/>
    </dgm:pt>
    <dgm:pt modelId="{2DC915D8-FC6E-4628-BA67-DF4312298E74}" type="pres">
      <dgm:prSet presAssocID="{8040605A-B347-4761-ADE4-B2235F18C868}" presName="sibTrans" presStyleCnt="0"/>
      <dgm:spPr/>
    </dgm:pt>
    <dgm:pt modelId="{632CCBB0-2077-4356-B8CE-D5BA2617E874}" type="pres">
      <dgm:prSet presAssocID="{2D491966-84A0-47AD-9408-270A6352E24E}" presName="composite" presStyleCnt="0"/>
      <dgm:spPr/>
    </dgm:pt>
    <dgm:pt modelId="{436C9E9D-36A6-4062-926A-84999C3115AB}" type="pres">
      <dgm:prSet presAssocID="{2D491966-84A0-47AD-9408-270A6352E24E}" presName="FirstChild" presStyleLbl="revTx" presStyleIdx="4" presStyleCnt="6" custScaleX="97369">
        <dgm:presLayoutVars>
          <dgm:chMax val="0"/>
          <dgm:chPref val="0"/>
          <dgm:bulletEnabled val="1"/>
        </dgm:presLayoutVars>
      </dgm:prSet>
      <dgm:spPr/>
    </dgm:pt>
    <dgm:pt modelId="{596A66B7-7567-4FE7-AE84-64C80E5CCC37}" type="pres">
      <dgm:prSet presAssocID="{2D491966-84A0-47AD-9408-270A6352E24E}" presName="Parent" presStyleLbl="alignNode1" presStyleIdx="4" presStyleCnt="6" custScaleX="93355">
        <dgm:presLayoutVars>
          <dgm:chMax val="3"/>
          <dgm:chPref val="3"/>
          <dgm:bulletEnabled val="1"/>
        </dgm:presLayoutVars>
      </dgm:prSet>
      <dgm:spPr/>
    </dgm:pt>
    <dgm:pt modelId="{A8F8F372-0D80-4C24-B4B8-F0F5A85F08ED}" type="pres">
      <dgm:prSet presAssocID="{2D491966-84A0-47AD-9408-270A6352E24E}" presName="Accent" presStyleLbl="parChTrans1D1" presStyleIdx="4" presStyleCnt="6"/>
      <dgm:spPr/>
    </dgm:pt>
    <dgm:pt modelId="{73BDD026-6A9A-46B5-8B8B-B082E88840DC}" type="pres">
      <dgm:prSet presAssocID="{710CEBAE-80E6-4E89-9070-EA385724FE0A}" presName="sibTrans" presStyleCnt="0"/>
      <dgm:spPr/>
    </dgm:pt>
    <dgm:pt modelId="{B571ECE4-9903-4DAA-AADC-B1C86358206A}" type="pres">
      <dgm:prSet presAssocID="{FE148A22-6AE6-47F3-B918-A005A8CF1DCE}" presName="composite" presStyleCnt="0"/>
      <dgm:spPr/>
    </dgm:pt>
    <dgm:pt modelId="{A3D496FA-79C8-437C-B92F-C55DB2C1C265}" type="pres">
      <dgm:prSet presAssocID="{FE148A22-6AE6-47F3-B918-A005A8CF1DCE}" presName="FirstChild" presStyleLbl="revTx" presStyleIdx="5" presStyleCnt="6" custScaleX="97369">
        <dgm:presLayoutVars>
          <dgm:chMax val="0"/>
          <dgm:chPref val="0"/>
          <dgm:bulletEnabled val="1"/>
        </dgm:presLayoutVars>
      </dgm:prSet>
      <dgm:spPr/>
    </dgm:pt>
    <dgm:pt modelId="{A9C94CCC-377D-4587-B2DD-426A756CE0E8}" type="pres">
      <dgm:prSet presAssocID="{FE148A22-6AE6-47F3-B918-A005A8CF1DCE}" presName="Parent" presStyleLbl="alignNode1" presStyleIdx="5" presStyleCnt="6" custScaleX="93355">
        <dgm:presLayoutVars>
          <dgm:chMax val="3"/>
          <dgm:chPref val="3"/>
          <dgm:bulletEnabled val="1"/>
        </dgm:presLayoutVars>
      </dgm:prSet>
      <dgm:spPr/>
    </dgm:pt>
    <dgm:pt modelId="{F2DBA48A-1A42-41DE-A89F-BB55F90A379C}" type="pres">
      <dgm:prSet presAssocID="{FE148A22-6AE6-47F3-B918-A005A8CF1DCE}" presName="Accent" presStyleLbl="parChTrans1D1" presStyleIdx="5" presStyleCnt="6"/>
      <dgm:spPr/>
    </dgm:pt>
  </dgm:ptLst>
  <dgm:cxnLst>
    <dgm:cxn modelId="{C00F5B00-BA05-4AC6-B8B9-B87984B2F9B5}" srcId="{F7EAF884-411B-45DE-88B4-C5B77B467266}" destId="{3C86303B-3722-4B53-8D95-653B2F808A30}" srcOrd="3" destOrd="0" parTransId="{07768229-7C77-49AD-B101-D5A4C480071B}" sibTransId="{8040605A-B347-4761-ADE4-B2235F18C868}"/>
    <dgm:cxn modelId="{A1B23701-159F-4CD1-A82A-4C440F9DDED2}" type="presOf" srcId="{89EA0F54-2411-4B7B-8731-552C018A77DA}" destId="{674D0D98-070F-472E-A8E8-A4C709F398F2}" srcOrd="0" destOrd="0" presId="urn:microsoft.com/office/officeart/2011/layout/TabList"/>
    <dgm:cxn modelId="{9106DB03-C786-4C7D-8E66-6216418D79E9}" srcId="{8C05F95F-1CC4-4D79-99A3-070ED5B82641}" destId="{0BBF59DE-2AB2-464B-9B40-AE7AE8CB7030}" srcOrd="0" destOrd="0" parTransId="{BF39DEAD-11A5-461E-8A20-90964CD9866A}" sibTransId="{7423F4D0-696D-4638-93F8-C26D43DF7782}"/>
    <dgm:cxn modelId="{B9C6E20A-9676-427C-BCD4-EACE87629EB0}" srcId="{F7EAF884-411B-45DE-88B4-C5B77B467266}" destId="{8C05F95F-1CC4-4D79-99A3-070ED5B82641}" srcOrd="2" destOrd="0" parTransId="{FF26F0FE-446D-43F4-96BF-EC5608383B9C}" sibTransId="{5052096A-92E7-4BE8-B91D-8B509AC5E417}"/>
    <dgm:cxn modelId="{EE82940B-DE62-4A2A-B018-90C9A3251BF9}" srcId="{2D165007-EFBC-40A5-8CC6-651335FA72C9}" destId="{8C50EBB6-FFD8-489D-B228-73ADC47EB490}" srcOrd="0" destOrd="0" parTransId="{FDA7C3C8-97AC-4EFD-865D-F3B24A6ED6FD}" sibTransId="{A74C4D9B-8C94-4D0F-8FBB-4E62C6ED3ADB}"/>
    <dgm:cxn modelId="{DD3F6E21-D18D-42A7-81F1-875D97D08E94}" srcId="{3C86303B-3722-4B53-8D95-653B2F808A30}" destId="{F2D833A3-230F-4E2C-B204-E379D3BB10F8}" srcOrd="0" destOrd="0" parTransId="{D04EE839-AC5B-43FE-96E2-2E51A82BE77E}" sibTransId="{64E9BE7D-1C1B-4EBA-8D92-C8F811925461}"/>
    <dgm:cxn modelId="{8FCD5937-6BA8-43E0-99F5-DFFA9925AA7F}" srcId="{F7EAF884-411B-45DE-88B4-C5B77B467266}" destId="{FE148A22-6AE6-47F3-B918-A005A8CF1DCE}" srcOrd="5" destOrd="0" parTransId="{29F843C7-D0EB-4561-A85B-C18F82FEFBBC}" sibTransId="{6B0CF20D-46CA-44A2-9770-035C6E0AAD8F}"/>
    <dgm:cxn modelId="{C2A8633F-3D7E-4B86-8CC1-66055BEDEC45}" type="presOf" srcId="{5A5F6E8B-9A58-42FA-AD13-D9118214DEC5}" destId="{A3D496FA-79C8-437C-B92F-C55DB2C1C265}" srcOrd="0" destOrd="0" presId="urn:microsoft.com/office/officeart/2011/layout/TabList"/>
    <dgm:cxn modelId="{43776345-E8DC-4AEA-AABB-B679BF007FCE}" type="presOf" srcId="{764D9597-4882-4234-BD9C-95B62CEA4290}" destId="{D6E334AE-88E5-4DE6-B4D9-28617FF7E129}" srcOrd="0" destOrd="0" presId="urn:microsoft.com/office/officeart/2011/layout/TabList"/>
    <dgm:cxn modelId="{2C454154-5A17-4A85-BE1E-744AA72EA79B}" type="presOf" srcId="{FE148A22-6AE6-47F3-B918-A005A8CF1DCE}" destId="{A9C94CCC-377D-4587-B2DD-426A756CE0E8}" srcOrd="0" destOrd="0" presId="urn:microsoft.com/office/officeart/2011/layout/TabList"/>
    <dgm:cxn modelId="{976EC579-DC31-4EF9-97DE-9A6345979EB7}" type="presOf" srcId="{0BBF59DE-2AB2-464B-9B40-AE7AE8CB7030}" destId="{A13EE8E5-099A-48C9-BD3F-64375F2AC392}" srcOrd="0" destOrd="0" presId="urn:microsoft.com/office/officeart/2011/layout/TabList"/>
    <dgm:cxn modelId="{67024997-ED9E-473A-A5E5-1F9CE1B12A1E}" srcId="{F7EAF884-411B-45DE-88B4-C5B77B467266}" destId="{2D165007-EFBC-40A5-8CC6-651335FA72C9}" srcOrd="1" destOrd="0" parTransId="{E925D5C9-0E39-46FB-AF89-174C1942D447}" sibTransId="{8E845E46-8989-4260-BEC7-A9301104CF63}"/>
    <dgm:cxn modelId="{A32E859F-5359-494D-B3A7-978AF3C5CC80}" type="presOf" srcId="{2D165007-EFBC-40A5-8CC6-651335FA72C9}" destId="{CFBEC569-7183-4E94-8617-23D84E6A9CEB}" srcOrd="0" destOrd="0" presId="urn:microsoft.com/office/officeart/2011/layout/TabList"/>
    <dgm:cxn modelId="{A6A730A2-88DE-41E8-8176-BAD0799423BB}" type="presOf" srcId="{6CE6E46B-EF6B-4566-8767-1726E544554D}" destId="{436C9E9D-36A6-4062-926A-84999C3115AB}" srcOrd="0" destOrd="0" presId="urn:microsoft.com/office/officeart/2011/layout/TabList"/>
    <dgm:cxn modelId="{FDCB81A4-7A04-42FF-A534-2B1AA5C9C7D0}" srcId="{F7EAF884-411B-45DE-88B4-C5B77B467266}" destId="{764D9597-4882-4234-BD9C-95B62CEA4290}" srcOrd="0" destOrd="0" parTransId="{EFD84B36-E97A-4E19-9026-59232D0C5BD3}" sibTransId="{03E4F3B2-5A88-4A93-A5F5-FBF015C0446C}"/>
    <dgm:cxn modelId="{4D7FF3D3-0368-455D-94E4-3988C33439B9}" type="presOf" srcId="{8C50EBB6-FFD8-489D-B228-73ADC47EB490}" destId="{1A26A1F5-D08C-40E8-A6F2-ECAEFDACBA57}" srcOrd="0" destOrd="0" presId="urn:microsoft.com/office/officeart/2011/layout/TabList"/>
    <dgm:cxn modelId="{548855DA-AEE3-440F-9A16-C253FE4E05B0}" type="presOf" srcId="{3C86303B-3722-4B53-8D95-653B2F808A30}" destId="{E23E0430-4B3B-433A-9D69-EA08544A9D0A}" srcOrd="0" destOrd="0" presId="urn:microsoft.com/office/officeart/2011/layout/TabList"/>
    <dgm:cxn modelId="{1A268EE4-EF44-4929-9FD3-4CE72B067A0D}" srcId="{FE148A22-6AE6-47F3-B918-A005A8CF1DCE}" destId="{5A5F6E8B-9A58-42FA-AD13-D9118214DEC5}" srcOrd="0" destOrd="0" parTransId="{102184E6-18EE-4E0E-96A5-84729795319D}" sibTransId="{9E2C7BED-4862-4B8F-BB9C-F2594AF1CBBD}"/>
    <dgm:cxn modelId="{A7D873EA-69C1-4783-9B7F-42085DC4A619}" type="presOf" srcId="{8C05F95F-1CC4-4D79-99A3-070ED5B82641}" destId="{D3CC53E1-B674-4236-8DFC-55676BF633E1}" srcOrd="0" destOrd="0" presId="urn:microsoft.com/office/officeart/2011/layout/TabList"/>
    <dgm:cxn modelId="{881508ED-266B-463D-A0F3-C14AC719DBB6}" type="presOf" srcId="{2D491966-84A0-47AD-9408-270A6352E24E}" destId="{596A66B7-7567-4FE7-AE84-64C80E5CCC37}" srcOrd="0" destOrd="0" presId="urn:microsoft.com/office/officeart/2011/layout/TabList"/>
    <dgm:cxn modelId="{71AB47ED-708A-477C-AC7E-EFE43ACAB72E}" type="presOf" srcId="{F2D833A3-230F-4E2C-B204-E379D3BB10F8}" destId="{A5EB101F-8656-4B0B-8EA2-AF612FE2D562}" srcOrd="0" destOrd="0" presId="urn:microsoft.com/office/officeart/2011/layout/TabList"/>
    <dgm:cxn modelId="{11EE2EF0-AE34-4070-9DB4-27DFEB28E013}" srcId="{2D491966-84A0-47AD-9408-270A6352E24E}" destId="{6CE6E46B-EF6B-4566-8767-1726E544554D}" srcOrd="0" destOrd="0" parTransId="{0CFC00AD-19FD-4DF5-8CCF-F77859ED541F}" sibTransId="{F6ABB956-58A8-4D8E-B64D-D5F7F6FDB368}"/>
    <dgm:cxn modelId="{D92339F1-AC25-466A-AF6C-DB83E9099A2A}" type="presOf" srcId="{F7EAF884-411B-45DE-88B4-C5B77B467266}" destId="{4A1B528A-F4F5-4958-A313-55DE42FF32B2}" srcOrd="0" destOrd="0" presId="urn:microsoft.com/office/officeart/2011/layout/TabList"/>
    <dgm:cxn modelId="{A75A99F5-E705-4C46-891B-0710BC5C5816}" srcId="{F7EAF884-411B-45DE-88B4-C5B77B467266}" destId="{2D491966-84A0-47AD-9408-270A6352E24E}" srcOrd="4" destOrd="0" parTransId="{5E2B5946-13FD-44E2-ABED-DE0469F99835}" sibTransId="{710CEBAE-80E6-4E89-9070-EA385724FE0A}"/>
    <dgm:cxn modelId="{AE6CBEF7-CB23-474F-A4ED-2EBEA8B7DE3B}" srcId="{764D9597-4882-4234-BD9C-95B62CEA4290}" destId="{89EA0F54-2411-4B7B-8731-552C018A77DA}" srcOrd="0" destOrd="0" parTransId="{9A230DE3-3D1E-4726-9D27-67D141222E72}" sibTransId="{FF8E8FA2-7650-4E8D-8DE2-783A599AFF86}"/>
    <dgm:cxn modelId="{15A4698D-26A7-4831-976A-6429418335B6}" type="presParOf" srcId="{4A1B528A-F4F5-4958-A313-55DE42FF32B2}" destId="{216BD022-DC46-43E8-82CE-D0A30F5052B2}" srcOrd="0" destOrd="0" presId="urn:microsoft.com/office/officeart/2011/layout/TabList"/>
    <dgm:cxn modelId="{D3B64736-3B3C-47E2-80CA-4319207687FA}" type="presParOf" srcId="{216BD022-DC46-43E8-82CE-D0A30F5052B2}" destId="{674D0D98-070F-472E-A8E8-A4C709F398F2}" srcOrd="0" destOrd="0" presId="urn:microsoft.com/office/officeart/2011/layout/TabList"/>
    <dgm:cxn modelId="{DE1F137B-4F31-494E-835E-6ACE45329139}" type="presParOf" srcId="{216BD022-DC46-43E8-82CE-D0A30F5052B2}" destId="{D6E334AE-88E5-4DE6-B4D9-28617FF7E129}" srcOrd="1" destOrd="0" presId="urn:microsoft.com/office/officeart/2011/layout/TabList"/>
    <dgm:cxn modelId="{C90FC60F-F565-4955-AD6A-CD1FDAA4196D}" type="presParOf" srcId="{216BD022-DC46-43E8-82CE-D0A30F5052B2}" destId="{95D38BF8-14A8-4A70-85BA-C307BE3FAFEE}" srcOrd="2" destOrd="0" presId="urn:microsoft.com/office/officeart/2011/layout/TabList"/>
    <dgm:cxn modelId="{CF844F02-8CBC-4725-B50B-465872EF25D6}" type="presParOf" srcId="{4A1B528A-F4F5-4958-A313-55DE42FF32B2}" destId="{4615A025-F572-4DF0-91E1-DF8C24646F58}" srcOrd="1" destOrd="0" presId="urn:microsoft.com/office/officeart/2011/layout/TabList"/>
    <dgm:cxn modelId="{3A4F1DDC-C25D-44E6-B93E-61475100DC36}" type="presParOf" srcId="{4A1B528A-F4F5-4958-A313-55DE42FF32B2}" destId="{A8702D1C-1C0F-4B69-8E51-35E5E0342540}" srcOrd="2" destOrd="0" presId="urn:microsoft.com/office/officeart/2011/layout/TabList"/>
    <dgm:cxn modelId="{A6766756-B0F0-4651-9932-1479A2E4CEA0}" type="presParOf" srcId="{A8702D1C-1C0F-4B69-8E51-35E5E0342540}" destId="{1A26A1F5-D08C-40E8-A6F2-ECAEFDACBA57}" srcOrd="0" destOrd="0" presId="urn:microsoft.com/office/officeart/2011/layout/TabList"/>
    <dgm:cxn modelId="{6853E298-9CD8-4B3B-9384-694EF115BE17}" type="presParOf" srcId="{A8702D1C-1C0F-4B69-8E51-35E5E0342540}" destId="{CFBEC569-7183-4E94-8617-23D84E6A9CEB}" srcOrd="1" destOrd="0" presId="urn:microsoft.com/office/officeart/2011/layout/TabList"/>
    <dgm:cxn modelId="{C5D1A9AD-751B-4B42-AD52-D391CAA546A2}" type="presParOf" srcId="{A8702D1C-1C0F-4B69-8E51-35E5E0342540}" destId="{BD09C973-A728-4171-B9B0-2D2D8682CA5F}" srcOrd="2" destOrd="0" presId="urn:microsoft.com/office/officeart/2011/layout/TabList"/>
    <dgm:cxn modelId="{E44E45E9-3648-40A7-8A18-AEF3CC5F241B}" type="presParOf" srcId="{4A1B528A-F4F5-4958-A313-55DE42FF32B2}" destId="{520DE3D2-1761-4EDD-8D12-85384D137EB9}" srcOrd="3" destOrd="0" presId="urn:microsoft.com/office/officeart/2011/layout/TabList"/>
    <dgm:cxn modelId="{32BE8150-E621-42BB-B3EB-219A04D1E373}" type="presParOf" srcId="{4A1B528A-F4F5-4958-A313-55DE42FF32B2}" destId="{03310EE7-7333-45E3-95D7-8AB97A288873}" srcOrd="4" destOrd="0" presId="urn:microsoft.com/office/officeart/2011/layout/TabList"/>
    <dgm:cxn modelId="{4AEEE4B5-0B2F-4FC5-9F30-9CC318673AD4}" type="presParOf" srcId="{03310EE7-7333-45E3-95D7-8AB97A288873}" destId="{A13EE8E5-099A-48C9-BD3F-64375F2AC392}" srcOrd="0" destOrd="0" presId="urn:microsoft.com/office/officeart/2011/layout/TabList"/>
    <dgm:cxn modelId="{A119A01F-0190-42DE-B473-AAE73F46FC73}" type="presParOf" srcId="{03310EE7-7333-45E3-95D7-8AB97A288873}" destId="{D3CC53E1-B674-4236-8DFC-55676BF633E1}" srcOrd="1" destOrd="0" presId="urn:microsoft.com/office/officeart/2011/layout/TabList"/>
    <dgm:cxn modelId="{A5D976F4-21EA-4192-B4ED-27125FFA1454}" type="presParOf" srcId="{03310EE7-7333-45E3-95D7-8AB97A288873}" destId="{6ECCD6E9-E26D-4E7D-A2B1-0C838DE12D64}" srcOrd="2" destOrd="0" presId="urn:microsoft.com/office/officeart/2011/layout/TabList"/>
    <dgm:cxn modelId="{C28392B1-2532-4DA7-9E1C-79622F95D6FC}" type="presParOf" srcId="{4A1B528A-F4F5-4958-A313-55DE42FF32B2}" destId="{4A9110B9-51C8-4D8F-BA0A-9E280AF17C3A}" srcOrd="5" destOrd="0" presId="urn:microsoft.com/office/officeart/2011/layout/TabList"/>
    <dgm:cxn modelId="{59D1817F-0504-4A5F-8A5C-26287FDD4FDC}" type="presParOf" srcId="{4A1B528A-F4F5-4958-A313-55DE42FF32B2}" destId="{4233F45B-A170-4371-81F9-64C883A7922A}" srcOrd="6" destOrd="0" presId="urn:microsoft.com/office/officeart/2011/layout/TabList"/>
    <dgm:cxn modelId="{F90CA955-8E4C-492A-98D4-42AC41C37D51}" type="presParOf" srcId="{4233F45B-A170-4371-81F9-64C883A7922A}" destId="{A5EB101F-8656-4B0B-8EA2-AF612FE2D562}" srcOrd="0" destOrd="0" presId="urn:microsoft.com/office/officeart/2011/layout/TabList"/>
    <dgm:cxn modelId="{C4D6218E-E3A0-46B7-836A-8A30C4F38D5A}" type="presParOf" srcId="{4233F45B-A170-4371-81F9-64C883A7922A}" destId="{E23E0430-4B3B-433A-9D69-EA08544A9D0A}" srcOrd="1" destOrd="0" presId="urn:microsoft.com/office/officeart/2011/layout/TabList"/>
    <dgm:cxn modelId="{637B310A-3B74-4902-9ACE-A9DD660D0488}" type="presParOf" srcId="{4233F45B-A170-4371-81F9-64C883A7922A}" destId="{EE2D05E8-79C9-4B67-B378-47F5F118CAF9}" srcOrd="2" destOrd="0" presId="urn:microsoft.com/office/officeart/2011/layout/TabList"/>
    <dgm:cxn modelId="{76486F63-4EB5-49A2-87D8-514224E99AEA}" type="presParOf" srcId="{4A1B528A-F4F5-4958-A313-55DE42FF32B2}" destId="{2DC915D8-FC6E-4628-BA67-DF4312298E74}" srcOrd="7" destOrd="0" presId="urn:microsoft.com/office/officeart/2011/layout/TabList"/>
    <dgm:cxn modelId="{400D87F9-91BA-4F68-AC0D-D3AC3F8CEE3D}" type="presParOf" srcId="{4A1B528A-F4F5-4958-A313-55DE42FF32B2}" destId="{632CCBB0-2077-4356-B8CE-D5BA2617E874}" srcOrd="8" destOrd="0" presId="urn:microsoft.com/office/officeart/2011/layout/TabList"/>
    <dgm:cxn modelId="{C5481214-026E-414A-A62D-A37E7B9E8785}" type="presParOf" srcId="{632CCBB0-2077-4356-B8CE-D5BA2617E874}" destId="{436C9E9D-36A6-4062-926A-84999C3115AB}" srcOrd="0" destOrd="0" presId="urn:microsoft.com/office/officeart/2011/layout/TabList"/>
    <dgm:cxn modelId="{09DA304A-95DF-450A-AF58-7CE3589E0D5C}" type="presParOf" srcId="{632CCBB0-2077-4356-B8CE-D5BA2617E874}" destId="{596A66B7-7567-4FE7-AE84-64C80E5CCC37}" srcOrd="1" destOrd="0" presId="urn:microsoft.com/office/officeart/2011/layout/TabList"/>
    <dgm:cxn modelId="{CDAC216B-5A3B-4458-959B-5AF455135C3A}" type="presParOf" srcId="{632CCBB0-2077-4356-B8CE-D5BA2617E874}" destId="{A8F8F372-0D80-4C24-B4B8-F0F5A85F08ED}" srcOrd="2" destOrd="0" presId="urn:microsoft.com/office/officeart/2011/layout/TabList"/>
    <dgm:cxn modelId="{9CAF67CD-36B3-4655-811F-9338A90EC1CC}" type="presParOf" srcId="{4A1B528A-F4F5-4958-A313-55DE42FF32B2}" destId="{73BDD026-6A9A-46B5-8B8B-B082E88840DC}" srcOrd="9" destOrd="0" presId="urn:microsoft.com/office/officeart/2011/layout/TabList"/>
    <dgm:cxn modelId="{A18C427D-8E2A-420E-A1C5-5B299D1E50F2}" type="presParOf" srcId="{4A1B528A-F4F5-4958-A313-55DE42FF32B2}" destId="{B571ECE4-9903-4DAA-AADC-B1C86358206A}" srcOrd="10" destOrd="0" presId="urn:microsoft.com/office/officeart/2011/layout/TabList"/>
    <dgm:cxn modelId="{84FBA14E-B7F6-400F-81A0-CBADD0E27C8B}" type="presParOf" srcId="{B571ECE4-9903-4DAA-AADC-B1C86358206A}" destId="{A3D496FA-79C8-437C-B92F-C55DB2C1C265}" srcOrd="0" destOrd="0" presId="urn:microsoft.com/office/officeart/2011/layout/TabList"/>
    <dgm:cxn modelId="{A8A70DF2-C7CF-4790-A2D4-B9D921CBC50B}" type="presParOf" srcId="{B571ECE4-9903-4DAA-AADC-B1C86358206A}" destId="{A9C94CCC-377D-4587-B2DD-426A756CE0E8}" srcOrd="1" destOrd="0" presId="urn:microsoft.com/office/officeart/2011/layout/TabList"/>
    <dgm:cxn modelId="{08C622D9-B408-484B-B0D8-2AF6BC78FE09}" type="presParOf" srcId="{B571ECE4-9903-4DAA-AADC-B1C86358206A}" destId="{F2DBA48A-1A42-41DE-A89F-BB55F90A379C}" srcOrd="2" destOrd="0" presId="urn:microsoft.com/office/officeart/2011/layout/Tab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67.xml><?xml version="1.0" encoding="utf-8"?>
<dgm:dataModel xmlns:dgm="http://schemas.openxmlformats.org/drawingml/2006/diagram" xmlns:a="http://schemas.openxmlformats.org/drawingml/2006/main">
  <dgm:ptLst>
    <dgm:pt modelId="{CC04BAE7-A932-44BE-85FC-BE671855CEFE}" type="doc">
      <dgm:prSet loTypeId="urn:microsoft.com/office/officeart/2009/3/layout/HorizontalOrganizationChart" loCatId="hierarchy" qsTypeId="urn:microsoft.com/office/officeart/2005/8/quickstyle/simple3" qsCatId="simple" csTypeId="urn:microsoft.com/office/officeart/2005/8/colors/colorful5" csCatId="colorful" phldr="1"/>
      <dgm:spPr/>
      <dgm:t>
        <a:bodyPr/>
        <a:lstStyle/>
        <a:p>
          <a:endParaRPr lang="en-IN"/>
        </a:p>
      </dgm:t>
    </dgm:pt>
    <dgm:pt modelId="{0ECC75B5-DEF3-464B-8DE2-1A2D5CF96739}">
      <dgm:prSet phldrT="[Text]" custT="1"/>
      <dgm:spPr/>
      <dgm:t>
        <a:bodyPr/>
        <a:lstStyle/>
        <a:p>
          <a:pPr algn="l"/>
          <a:r>
            <a:rPr lang="en-IN" sz="1800" b="0" i="0" dirty="0"/>
            <a:t>1. Singleton (@Scope("singleton"))</a:t>
          </a:r>
          <a:endParaRPr lang="en-IN" sz="1800" dirty="0"/>
        </a:p>
      </dgm:t>
    </dgm:pt>
    <dgm:pt modelId="{AAC33C2E-C150-4057-8501-210C42EE616E}" type="parTrans" cxnId="{F2FFA937-8C50-4F76-AEAB-15FD329D05CF}">
      <dgm:prSet/>
      <dgm:spPr/>
      <dgm:t>
        <a:bodyPr/>
        <a:lstStyle/>
        <a:p>
          <a:pPr algn="l"/>
          <a:endParaRPr lang="en-IN" sz="1800"/>
        </a:p>
      </dgm:t>
    </dgm:pt>
    <dgm:pt modelId="{77F689F4-9A6A-43A8-8B64-923EAD1EBA5E}" type="sibTrans" cxnId="{F2FFA937-8C50-4F76-AEAB-15FD329D05CF}">
      <dgm:prSet/>
      <dgm:spPr/>
      <dgm:t>
        <a:bodyPr/>
        <a:lstStyle/>
        <a:p>
          <a:pPr algn="l"/>
          <a:endParaRPr lang="en-IN" sz="1800"/>
        </a:p>
      </dgm:t>
    </dgm:pt>
    <dgm:pt modelId="{7C710B35-14E1-4351-9B63-C72798292E09}">
      <dgm:prSet custT="1"/>
      <dgm:spPr/>
      <dgm:t>
        <a:bodyPr/>
        <a:lstStyle/>
        <a:p>
          <a:pPr algn="l">
            <a:buFont typeface="+mj-lt"/>
            <a:buAutoNum type="arabicPeriod"/>
          </a:pPr>
          <a:r>
            <a:rPr lang="en-IN" sz="1800" b="0" i="0" dirty="0"/>
            <a:t>2. Prototype (@Scope("prototype"))</a:t>
          </a:r>
        </a:p>
      </dgm:t>
    </dgm:pt>
    <dgm:pt modelId="{C21BC2D9-CC43-4487-B4B7-E37E376DAEF3}" type="parTrans" cxnId="{D29F8093-A63E-42B9-9202-124F5CCB417A}">
      <dgm:prSet/>
      <dgm:spPr/>
      <dgm:t>
        <a:bodyPr/>
        <a:lstStyle/>
        <a:p>
          <a:pPr algn="l"/>
          <a:endParaRPr lang="en-IN" sz="1800"/>
        </a:p>
      </dgm:t>
    </dgm:pt>
    <dgm:pt modelId="{E3CBBF96-D945-4B67-8D6C-1456EA2978EA}" type="sibTrans" cxnId="{D29F8093-A63E-42B9-9202-124F5CCB417A}">
      <dgm:prSet/>
      <dgm:spPr/>
      <dgm:t>
        <a:bodyPr/>
        <a:lstStyle/>
        <a:p>
          <a:pPr algn="l"/>
          <a:endParaRPr lang="en-IN" sz="1800"/>
        </a:p>
      </dgm:t>
    </dgm:pt>
    <dgm:pt modelId="{E1476458-1FCD-484D-ACBE-C3541CB3EBBC}">
      <dgm:prSet custT="1"/>
      <dgm:spPr/>
      <dgm:t>
        <a:bodyPr/>
        <a:lstStyle/>
        <a:p>
          <a:pPr algn="l">
            <a:buFont typeface="+mj-lt"/>
            <a:buAutoNum type="arabicPeriod"/>
          </a:pPr>
          <a:r>
            <a:rPr lang="en-IN" sz="1800" b="0" i="0" dirty="0"/>
            <a:t>3. Request (@Scope("request"))</a:t>
          </a:r>
        </a:p>
      </dgm:t>
    </dgm:pt>
    <dgm:pt modelId="{C35BBA3B-9AA6-4DDE-ACA9-EADF531C3A6E}" type="parTrans" cxnId="{C369084C-4E16-4D70-9864-9C49ECA002DD}">
      <dgm:prSet/>
      <dgm:spPr/>
      <dgm:t>
        <a:bodyPr/>
        <a:lstStyle/>
        <a:p>
          <a:pPr algn="l"/>
          <a:endParaRPr lang="en-IN" sz="1800"/>
        </a:p>
      </dgm:t>
    </dgm:pt>
    <dgm:pt modelId="{FE3FA909-53C2-46CD-9E91-EC577D1DE39B}" type="sibTrans" cxnId="{C369084C-4E16-4D70-9864-9C49ECA002DD}">
      <dgm:prSet/>
      <dgm:spPr/>
      <dgm:t>
        <a:bodyPr/>
        <a:lstStyle/>
        <a:p>
          <a:pPr algn="l"/>
          <a:endParaRPr lang="en-IN" sz="1800"/>
        </a:p>
      </dgm:t>
    </dgm:pt>
    <dgm:pt modelId="{62729159-EE3E-4026-BCE7-CEC09F413707}">
      <dgm:prSet custT="1"/>
      <dgm:spPr/>
      <dgm:t>
        <a:bodyPr/>
        <a:lstStyle/>
        <a:p>
          <a:pPr algn="l">
            <a:buFont typeface="+mj-lt"/>
            <a:buAutoNum type="arabicPeriod"/>
          </a:pPr>
          <a:r>
            <a:rPr lang="en-IN" sz="1800" b="0" i="0" dirty="0"/>
            <a:t>4. Session (@Scope("session"))</a:t>
          </a:r>
        </a:p>
      </dgm:t>
    </dgm:pt>
    <dgm:pt modelId="{3E9E29BA-2452-4F78-9074-7F0AC30E4F47}" type="parTrans" cxnId="{BF551018-368E-431E-BC3B-8EBC02CC446D}">
      <dgm:prSet/>
      <dgm:spPr/>
      <dgm:t>
        <a:bodyPr/>
        <a:lstStyle/>
        <a:p>
          <a:pPr algn="l"/>
          <a:endParaRPr lang="en-IN" sz="1800"/>
        </a:p>
      </dgm:t>
    </dgm:pt>
    <dgm:pt modelId="{D5A819A9-8AFB-48D9-B1FC-2A97E2970D67}" type="sibTrans" cxnId="{BF551018-368E-431E-BC3B-8EBC02CC446D}">
      <dgm:prSet/>
      <dgm:spPr/>
      <dgm:t>
        <a:bodyPr/>
        <a:lstStyle/>
        <a:p>
          <a:pPr algn="l"/>
          <a:endParaRPr lang="en-IN" sz="1800"/>
        </a:p>
      </dgm:t>
    </dgm:pt>
    <dgm:pt modelId="{239E4CA2-1322-4638-AEB4-609813838F54}">
      <dgm:prSet custT="1"/>
      <dgm:spPr/>
      <dgm:t>
        <a:bodyPr/>
        <a:lstStyle/>
        <a:p>
          <a:pPr algn="l">
            <a:buFont typeface="+mj-lt"/>
            <a:buAutoNum type="arabicPeriod"/>
          </a:pPr>
          <a:r>
            <a:rPr lang="en-IN" sz="1800" b="0" i="0" dirty="0"/>
            <a:t>5. Application (@Scope("application"))</a:t>
          </a:r>
        </a:p>
      </dgm:t>
    </dgm:pt>
    <dgm:pt modelId="{79BDB25C-73D5-444D-A062-FB83EC60AFE5}" type="parTrans" cxnId="{5F28808C-2C3B-470A-AE62-1FA7700D3F79}">
      <dgm:prSet/>
      <dgm:spPr/>
      <dgm:t>
        <a:bodyPr/>
        <a:lstStyle/>
        <a:p>
          <a:pPr algn="l"/>
          <a:endParaRPr lang="en-IN" sz="1800"/>
        </a:p>
      </dgm:t>
    </dgm:pt>
    <dgm:pt modelId="{9D06D1D1-6615-4DBE-9C80-0AD36C98042B}" type="sibTrans" cxnId="{5F28808C-2C3B-470A-AE62-1FA7700D3F79}">
      <dgm:prSet/>
      <dgm:spPr/>
      <dgm:t>
        <a:bodyPr/>
        <a:lstStyle/>
        <a:p>
          <a:pPr algn="l"/>
          <a:endParaRPr lang="en-IN" sz="1800"/>
        </a:p>
      </dgm:t>
    </dgm:pt>
    <dgm:pt modelId="{7BA61C98-9775-42D3-A1FA-0208ACA85E64}">
      <dgm:prSet phldrT="[Text]" custT="1"/>
      <dgm:spPr/>
      <dgm:t>
        <a:bodyPr/>
        <a:lstStyle/>
        <a:p>
          <a:pPr algn="ctr"/>
          <a:r>
            <a:rPr lang="en-US" sz="1800" b="0" dirty="0"/>
            <a:t>Types of scope</a:t>
          </a:r>
          <a:endParaRPr lang="en-IN" sz="1800" b="0" dirty="0"/>
        </a:p>
      </dgm:t>
    </dgm:pt>
    <dgm:pt modelId="{EE2AD8E0-8B0E-423A-955F-8C3A6E70B143}" type="parTrans" cxnId="{024D0722-4591-425E-AFF7-2D641235EDA7}">
      <dgm:prSet/>
      <dgm:spPr/>
      <dgm:t>
        <a:bodyPr/>
        <a:lstStyle/>
        <a:p>
          <a:pPr algn="l"/>
          <a:endParaRPr lang="en-IN" sz="1800"/>
        </a:p>
      </dgm:t>
    </dgm:pt>
    <dgm:pt modelId="{16194433-296F-4F3F-9895-E57E39F31C6C}" type="sibTrans" cxnId="{024D0722-4591-425E-AFF7-2D641235EDA7}">
      <dgm:prSet/>
      <dgm:spPr/>
      <dgm:t>
        <a:bodyPr/>
        <a:lstStyle/>
        <a:p>
          <a:pPr algn="l"/>
          <a:endParaRPr lang="en-IN" sz="1800"/>
        </a:p>
      </dgm:t>
    </dgm:pt>
    <dgm:pt modelId="{FD9AD6FE-F52F-4D24-B38F-4FF54DAB9A80}" type="pres">
      <dgm:prSet presAssocID="{CC04BAE7-A932-44BE-85FC-BE671855CEFE}" presName="hierChild1" presStyleCnt="0">
        <dgm:presLayoutVars>
          <dgm:orgChart val="1"/>
          <dgm:chPref val="1"/>
          <dgm:dir/>
          <dgm:animOne val="branch"/>
          <dgm:animLvl val="lvl"/>
          <dgm:resizeHandles/>
        </dgm:presLayoutVars>
      </dgm:prSet>
      <dgm:spPr/>
    </dgm:pt>
    <dgm:pt modelId="{7B3E6D33-F201-42E1-A55A-5F020BC3C8E7}" type="pres">
      <dgm:prSet presAssocID="{7BA61C98-9775-42D3-A1FA-0208ACA85E64}" presName="hierRoot1" presStyleCnt="0">
        <dgm:presLayoutVars>
          <dgm:hierBranch val="init"/>
        </dgm:presLayoutVars>
      </dgm:prSet>
      <dgm:spPr/>
    </dgm:pt>
    <dgm:pt modelId="{757007D5-BE74-4E2B-A332-6FD892BCE253}" type="pres">
      <dgm:prSet presAssocID="{7BA61C98-9775-42D3-A1FA-0208ACA85E64}" presName="rootComposite1" presStyleCnt="0"/>
      <dgm:spPr/>
    </dgm:pt>
    <dgm:pt modelId="{3A7C89DE-1CE5-4BCC-B2D1-621B6E9762DB}" type="pres">
      <dgm:prSet presAssocID="{7BA61C98-9775-42D3-A1FA-0208ACA85E64}" presName="rootText1" presStyleLbl="node0" presStyleIdx="0" presStyleCnt="1" custScaleX="85662" custScaleY="211351">
        <dgm:presLayoutVars>
          <dgm:chPref val="3"/>
        </dgm:presLayoutVars>
      </dgm:prSet>
      <dgm:spPr>
        <a:prstGeom prst="roundRect">
          <a:avLst/>
        </a:prstGeom>
      </dgm:spPr>
    </dgm:pt>
    <dgm:pt modelId="{AB42FFCB-BD5B-48F4-BA32-750F3CA09767}" type="pres">
      <dgm:prSet presAssocID="{7BA61C98-9775-42D3-A1FA-0208ACA85E64}" presName="rootConnector1" presStyleLbl="node1" presStyleIdx="0" presStyleCnt="0"/>
      <dgm:spPr/>
    </dgm:pt>
    <dgm:pt modelId="{BABFDD39-3E9D-4007-A787-22929E3A1EF0}" type="pres">
      <dgm:prSet presAssocID="{7BA61C98-9775-42D3-A1FA-0208ACA85E64}" presName="hierChild2" presStyleCnt="0"/>
      <dgm:spPr/>
    </dgm:pt>
    <dgm:pt modelId="{35A0C294-F37F-4708-AC8F-3AA57F3D0B74}" type="pres">
      <dgm:prSet presAssocID="{AAC33C2E-C150-4057-8501-210C42EE616E}" presName="Name64" presStyleLbl="parChTrans1D2" presStyleIdx="0" presStyleCnt="5"/>
      <dgm:spPr/>
    </dgm:pt>
    <dgm:pt modelId="{57F6773F-263B-43CA-9E34-6AF3D44828D6}" type="pres">
      <dgm:prSet presAssocID="{0ECC75B5-DEF3-464B-8DE2-1A2D5CF96739}" presName="hierRoot2" presStyleCnt="0">
        <dgm:presLayoutVars>
          <dgm:hierBranch val="init"/>
        </dgm:presLayoutVars>
      </dgm:prSet>
      <dgm:spPr/>
    </dgm:pt>
    <dgm:pt modelId="{48B95ED6-E717-4782-BA78-AB0AFEA10AC8}" type="pres">
      <dgm:prSet presAssocID="{0ECC75B5-DEF3-464B-8DE2-1A2D5CF96739}" presName="rootComposite" presStyleCnt="0"/>
      <dgm:spPr/>
    </dgm:pt>
    <dgm:pt modelId="{40A941E3-D384-4B0D-A68F-02C8A15FDC74}" type="pres">
      <dgm:prSet presAssocID="{0ECC75B5-DEF3-464B-8DE2-1A2D5CF96739}" presName="rootText" presStyleLbl="node2" presStyleIdx="0" presStyleCnt="5" custScaleX="192214">
        <dgm:presLayoutVars>
          <dgm:chPref val="3"/>
        </dgm:presLayoutVars>
      </dgm:prSet>
      <dgm:spPr>
        <a:prstGeom prst="roundRect">
          <a:avLst/>
        </a:prstGeom>
      </dgm:spPr>
    </dgm:pt>
    <dgm:pt modelId="{53013EC5-9A6E-473B-8A62-4DE9F8E64F03}" type="pres">
      <dgm:prSet presAssocID="{0ECC75B5-DEF3-464B-8DE2-1A2D5CF96739}" presName="rootConnector" presStyleLbl="node2" presStyleIdx="0" presStyleCnt="5"/>
      <dgm:spPr/>
    </dgm:pt>
    <dgm:pt modelId="{37488CCC-84D1-46C5-973E-D7E3A75BCA27}" type="pres">
      <dgm:prSet presAssocID="{0ECC75B5-DEF3-464B-8DE2-1A2D5CF96739}" presName="hierChild4" presStyleCnt="0"/>
      <dgm:spPr/>
    </dgm:pt>
    <dgm:pt modelId="{56DBCF6D-F300-4BEB-B53E-B72A84DB207A}" type="pres">
      <dgm:prSet presAssocID="{0ECC75B5-DEF3-464B-8DE2-1A2D5CF96739}" presName="hierChild5" presStyleCnt="0"/>
      <dgm:spPr/>
    </dgm:pt>
    <dgm:pt modelId="{8D2CA954-8C6B-4BA4-8DBA-AFC2122556EC}" type="pres">
      <dgm:prSet presAssocID="{C21BC2D9-CC43-4487-B4B7-E37E376DAEF3}" presName="Name64" presStyleLbl="parChTrans1D2" presStyleIdx="1" presStyleCnt="5"/>
      <dgm:spPr/>
    </dgm:pt>
    <dgm:pt modelId="{83E23567-D44A-4C1C-BDDF-55A0146104BE}" type="pres">
      <dgm:prSet presAssocID="{7C710B35-14E1-4351-9B63-C72798292E09}" presName="hierRoot2" presStyleCnt="0">
        <dgm:presLayoutVars>
          <dgm:hierBranch val="init"/>
        </dgm:presLayoutVars>
      </dgm:prSet>
      <dgm:spPr/>
    </dgm:pt>
    <dgm:pt modelId="{4787095D-D505-4FBB-B090-B339E876A05D}" type="pres">
      <dgm:prSet presAssocID="{7C710B35-14E1-4351-9B63-C72798292E09}" presName="rootComposite" presStyleCnt="0"/>
      <dgm:spPr/>
    </dgm:pt>
    <dgm:pt modelId="{0D26A4B1-FC6B-450E-8F14-937E7CC48FAC}" type="pres">
      <dgm:prSet presAssocID="{7C710B35-14E1-4351-9B63-C72798292E09}" presName="rootText" presStyleLbl="node2" presStyleIdx="1" presStyleCnt="5" custScaleX="192214">
        <dgm:presLayoutVars>
          <dgm:chPref val="3"/>
        </dgm:presLayoutVars>
      </dgm:prSet>
      <dgm:spPr>
        <a:prstGeom prst="roundRect">
          <a:avLst/>
        </a:prstGeom>
      </dgm:spPr>
    </dgm:pt>
    <dgm:pt modelId="{79714D88-A048-4E9D-B0C4-5BF5A7A71121}" type="pres">
      <dgm:prSet presAssocID="{7C710B35-14E1-4351-9B63-C72798292E09}" presName="rootConnector" presStyleLbl="node2" presStyleIdx="1" presStyleCnt="5"/>
      <dgm:spPr/>
    </dgm:pt>
    <dgm:pt modelId="{0563D1B1-F652-4DDA-97E3-2840D35536DF}" type="pres">
      <dgm:prSet presAssocID="{7C710B35-14E1-4351-9B63-C72798292E09}" presName="hierChild4" presStyleCnt="0"/>
      <dgm:spPr/>
    </dgm:pt>
    <dgm:pt modelId="{46B63F24-4207-49B3-A2DB-24E3AF7FFE4B}" type="pres">
      <dgm:prSet presAssocID="{7C710B35-14E1-4351-9B63-C72798292E09}" presName="hierChild5" presStyleCnt="0"/>
      <dgm:spPr/>
    </dgm:pt>
    <dgm:pt modelId="{BA6DAA26-B7AB-45BC-8AF5-5AEF90F5F5B9}" type="pres">
      <dgm:prSet presAssocID="{C35BBA3B-9AA6-4DDE-ACA9-EADF531C3A6E}" presName="Name64" presStyleLbl="parChTrans1D2" presStyleIdx="2" presStyleCnt="5"/>
      <dgm:spPr/>
    </dgm:pt>
    <dgm:pt modelId="{4C9D892A-B06E-4ACE-9BA0-EC059F4228E6}" type="pres">
      <dgm:prSet presAssocID="{E1476458-1FCD-484D-ACBE-C3541CB3EBBC}" presName="hierRoot2" presStyleCnt="0">
        <dgm:presLayoutVars>
          <dgm:hierBranch val="init"/>
        </dgm:presLayoutVars>
      </dgm:prSet>
      <dgm:spPr/>
    </dgm:pt>
    <dgm:pt modelId="{382FCC1B-168C-4C44-BC3B-7A0A90639788}" type="pres">
      <dgm:prSet presAssocID="{E1476458-1FCD-484D-ACBE-C3541CB3EBBC}" presName="rootComposite" presStyleCnt="0"/>
      <dgm:spPr/>
    </dgm:pt>
    <dgm:pt modelId="{789E5789-2D26-4DF7-9C61-7079B3982F42}" type="pres">
      <dgm:prSet presAssocID="{E1476458-1FCD-484D-ACBE-C3541CB3EBBC}" presName="rootText" presStyleLbl="node2" presStyleIdx="2" presStyleCnt="5" custScaleX="192214">
        <dgm:presLayoutVars>
          <dgm:chPref val="3"/>
        </dgm:presLayoutVars>
      </dgm:prSet>
      <dgm:spPr>
        <a:prstGeom prst="roundRect">
          <a:avLst/>
        </a:prstGeom>
      </dgm:spPr>
    </dgm:pt>
    <dgm:pt modelId="{A3BBCC14-1D77-45C1-B0BF-6920A9C7110D}" type="pres">
      <dgm:prSet presAssocID="{E1476458-1FCD-484D-ACBE-C3541CB3EBBC}" presName="rootConnector" presStyleLbl="node2" presStyleIdx="2" presStyleCnt="5"/>
      <dgm:spPr/>
    </dgm:pt>
    <dgm:pt modelId="{2E3F3124-900B-4968-881B-791E6898E757}" type="pres">
      <dgm:prSet presAssocID="{E1476458-1FCD-484D-ACBE-C3541CB3EBBC}" presName="hierChild4" presStyleCnt="0"/>
      <dgm:spPr/>
    </dgm:pt>
    <dgm:pt modelId="{7AC2856D-999D-49A0-8F57-014BFEFC4F48}" type="pres">
      <dgm:prSet presAssocID="{E1476458-1FCD-484D-ACBE-C3541CB3EBBC}" presName="hierChild5" presStyleCnt="0"/>
      <dgm:spPr/>
    </dgm:pt>
    <dgm:pt modelId="{B0FD8813-A28E-4E2C-81A8-890B9C47A8C8}" type="pres">
      <dgm:prSet presAssocID="{3E9E29BA-2452-4F78-9074-7F0AC30E4F47}" presName="Name64" presStyleLbl="parChTrans1D2" presStyleIdx="3" presStyleCnt="5"/>
      <dgm:spPr/>
    </dgm:pt>
    <dgm:pt modelId="{32D31327-82FF-424F-BFE6-56F1BD38F6C3}" type="pres">
      <dgm:prSet presAssocID="{62729159-EE3E-4026-BCE7-CEC09F413707}" presName="hierRoot2" presStyleCnt="0">
        <dgm:presLayoutVars>
          <dgm:hierBranch val="init"/>
        </dgm:presLayoutVars>
      </dgm:prSet>
      <dgm:spPr/>
    </dgm:pt>
    <dgm:pt modelId="{FDF76551-C538-48D0-AD3D-8E1A9E335A51}" type="pres">
      <dgm:prSet presAssocID="{62729159-EE3E-4026-BCE7-CEC09F413707}" presName="rootComposite" presStyleCnt="0"/>
      <dgm:spPr/>
    </dgm:pt>
    <dgm:pt modelId="{F54E344D-95F7-4968-AE5B-3380D270ECA0}" type="pres">
      <dgm:prSet presAssocID="{62729159-EE3E-4026-BCE7-CEC09F413707}" presName="rootText" presStyleLbl="node2" presStyleIdx="3" presStyleCnt="5" custScaleX="192214">
        <dgm:presLayoutVars>
          <dgm:chPref val="3"/>
        </dgm:presLayoutVars>
      </dgm:prSet>
      <dgm:spPr>
        <a:prstGeom prst="roundRect">
          <a:avLst/>
        </a:prstGeom>
      </dgm:spPr>
    </dgm:pt>
    <dgm:pt modelId="{9071B2E3-C8CA-4E93-AC08-19E9326520FA}" type="pres">
      <dgm:prSet presAssocID="{62729159-EE3E-4026-BCE7-CEC09F413707}" presName="rootConnector" presStyleLbl="node2" presStyleIdx="3" presStyleCnt="5"/>
      <dgm:spPr/>
    </dgm:pt>
    <dgm:pt modelId="{6D0B3515-8C6F-482E-A8F1-3C224DDB1193}" type="pres">
      <dgm:prSet presAssocID="{62729159-EE3E-4026-BCE7-CEC09F413707}" presName="hierChild4" presStyleCnt="0"/>
      <dgm:spPr/>
    </dgm:pt>
    <dgm:pt modelId="{C6A8817F-3E8C-4EF5-9320-F3882B7CDF7A}" type="pres">
      <dgm:prSet presAssocID="{62729159-EE3E-4026-BCE7-CEC09F413707}" presName="hierChild5" presStyleCnt="0"/>
      <dgm:spPr/>
    </dgm:pt>
    <dgm:pt modelId="{2B6289A5-6BC5-46DC-B713-8796E4865130}" type="pres">
      <dgm:prSet presAssocID="{79BDB25C-73D5-444D-A062-FB83EC60AFE5}" presName="Name64" presStyleLbl="parChTrans1D2" presStyleIdx="4" presStyleCnt="5"/>
      <dgm:spPr/>
    </dgm:pt>
    <dgm:pt modelId="{7B5069D5-D2C5-4634-B326-A5F06F617F0F}" type="pres">
      <dgm:prSet presAssocID="{239E4CA2-1322-4638-AEB4-609813838F54}" presName="hierRoot2" presStyleCnt="0">
        <dgm:presLayoutVars>
          <dgm:hierBranch val="init"/>
        </dgm:presLayoutVars>
      </dgm:prSet>
      <dgm:spPr/>
    </dgm:pt>
    <dgm:pt modelId="{11FDB7D5-2D72-4421-9321-32C4003300AC}" type="pres">
      <dgm:prSet presAssocID="{239E4CA2-1322-4638-AEB4-609813838F54}" presName="rootComposite" presStyleCnt="0"/>
      <dgm:spPr/>
    </dgm:pt>
    <dgm:pt modelId="{60F7CBCC-1854-4D80-ADFF-532A0BCD76DF}" type="pres">
      <dgm:prSet presAssocID="{239E4CA2-1322-4638-AEB4-609813838F54}" presName="rootText" presStyleLbl="node2" presStyleIdx="4" presStyleCnt="5" custScaleX="192214">
        <dgm:presLayoutVars>
          <dgm:chPref val="3"/>
        </dgm:presLayoutVars>
      </dgm:prSet>
      <dgm:spPr>
        <a:prstGeom prst="roundRect">
          <a:avLst/>
        </a:prstGeom>
      </dgm:spPr>
    </dgm:pt>
    <dgm:pt modelId="{705A837E-8A03-4812-B3DF-E592E5EA2681}" type="pres">
      <dgm:prSet presAssocID="{239E4CA2-1322-4638-AEB4-609813838F54}" presName="rootConnector" presStyleLbl="node2" presStyleIdx="4" presStyleCnt="5"/>
      <dgm:spPr/>
    </dgm:pt>
    <dgm:pt modelId="{91771863-C3EF-4F92-82EC-3F9AB486499B}" type="pres">
      <dgm:prSet presAssocID="{239E4CA2-1322-4638-AEB4-609813838F54}" presName="hierChild4" presStyleCnt="0"/>
      <dgm:spPr/>
    </dgm:pt>
    <dgm:pt modelId="{2BD1CB82-843C-4AB6-BECF-5B9A197804FC}" type="pres">
      <dgm:prSet presAssocID="{239E4CA2-1322-4638-AEB4-609813838F54}" presName="hierChild5" presStyleCnt="0"/>
      <dgm:spPr/>
    </dgm:pt>
    <dgm:pt modelId="{4BBC51CD-7D6C-4022-921F-A4F6483927C2}" type="pres">
      <dgm:prSet presAssocID="{7BA61C98-9775-42D3-A1FA-0208ACA85E64}" presName="hierChild3" presStyleCnt="0"/>
      <dgm:spPr/>
    </dgm:pt>
  </dgm:ptLst>
  <dgm:cxnLst>
    <dgm:cxn modelId="{9E269500-973A-4F6C-B5C3-D75C26B248BD}" type="presOf" srcId="{239E4CA2-1322-4638-AEB4-609813838F54}" destId="{60F7CBCC-1854-4D80-ADFF-532A0BCD76DF}" srcOrd="0" destOrd="0" presId="urn:microsoft.com/office/officeart/2009/3/layout/HorizontalOrganizationChart"/>
    <dgm:cxn modelId="{BF551018-368E-431E-BC3B-8EBC02CC446D}" srcId="{7BA61C98-9775-42D3-A1FA-0208ACA85E64}" destId="{62729159-EE3E-4026-BCE7-CEC09F413707}" srcOrd="3" destOrd="0" parTransId="{3E9E29BA-2452-4F78-9074-7F0AC30E4F47}" sibTransId="{D5A819A9-8AFB-48D9-B1FC-2A97E2970D67}"/>
    <dgm:cxn modelId="{9A3A5A1E-69B8-4ED7-AA35-6A1316089A4F}" type="presOf" srcId="{7BA61C98-9775-42D3-A1FA-0208ACA85E64}" destId="{3A7C89DE-1CE5-4BCC-B2D1-621B6E9762DB}" srcOrd="0" destOrd="0" presId="urn:microsoft.com/office/officeart/2009/3/layout/HorizontalOrganizationChart"/>
    <dgm:cxn modelId="{024D0722-4591-425E-AFF7-2D641235EDA7}" srcId="{CC04BAE7-A932-44BE-85FC-BE671855CEFE}" destId="{7BA61C98-9775-42D3-A1FA-0208ACA85E64}" srcOrd="0" destOrd="0" parTransId="{EE2AD8E0-8B0E-423A-955F-8C3A6E70B143}" sibTransId="{16194433-296F-4F3F-9895-E57E39F31C6C}"/>
    <dgm:cxn modelId="{D5B6AB26-C777-4DF6-9677-D002A6162D58}" type="presOf" srcId="{E1476458-1FCD-484D-ACBE-C3541CB3EBBC}" destId="{A3BBCC14-1D77-45C1-B0BF-6920A9C7110D}" srcOrd="1" destOrd="0" presId="urn:microsoft.com/office/officeart/2009/3/layout/HorizontalOrganizationChart"/>
    <dgm:cxn modelId="{32D9B328-30B4-4D02-BB53-DAAB4FE64FA8}" type="presOf" srcId="{62729159-EE3E-4026-BCE7-CEC09F413707}" destId="{F54E344D-95F7-4968-AE5B-3380D270ECA0}" srcOrd="0" destOrd="0" presId="urn:microsoft.com/office/officeart/2009/3/layout/HorizontalOrganizationChart"/>
    <dgm:cxn modelId="{5DB8712C-E3F9-4AB0-B7C0-2685FB10AEB1}" type="presOf" srcId="{AAC33C2E-C150-4057-8501-210C42EE616E}" destId="{35A0C294-F37F-4708-AC8F-3AA57F3D0B74}" srcOrd="0" destOrd="0" presId="urn:microsoft.com/office/officeart/2009/3/layout/HorizontalOrganizationChart"/>
    <dgm:cxn modelId="{30E1FA2E-C561-449A-B870-FEEF8D88ADCD}" type="presOf" srcId="{CC04BAE7-A932-44BE-85FC-BE671855CEFE}" destId="{FD9AD6FE-F52F-4D24-B38F-4FF54DAB9A80}" srcOrd="0" destOrd="0" presId="urn:microsoft.com/office/officeart/2009/3/layout/HorizontalOrganizationChart"/>
    <dgm:cxn modelId="{F2FFA937-8C50-4F76-AEAB-15FD329D05CF}" srcId="{7BA61C98-9775-42D3-A1FA-0208ACA85E64}" destId="{0ECC75B5-DEF3-464B-8DE2-1A2D5CF96739}" srcOrd="0" destOrd="0" parTransId="{AAC33C2E-C150-4057-8501-210C42EE616E}" sibTransId="{77F689F4-9A6A-43A8-8B64-923EAD1EBA5E}"/>
    <dgm:cxn modelId="{62B8C85C-9725-4165-B40E-DE761F999771}" type="presOf" srcId="{79BDB25C-73D5-444D-A062-FB83EC60AFE5}" destId="{2B6289A5-6BC5-46DC-B713-8796E4865130}" srcOrd="0" destOrd="0" presId="urn:microsoft.com/office/officeart/2009/3/layout/HorizontalOrganizationChart"/>
    <dgm:cxn modelId="{C369084C-4E16-4D70-9864-9C49ECA002DD}" srcId="{7BA61C98-9775-42D3-A1FA-0208ACA85E64}" destId="{E1476458-1FCD-484D-ACBE-C3541CB3EBBC}" srcOrd="2" destOrd="0" parTransId="{C35BBA3B-9AA6-4DDE-ACA9-EADF531C3A6E}" sibTransId="{FE3FA909-53C2-46CD-9E91-EC577D1DE39B}"/>
    <dgm:cxn modelId="{2A94B37B-6C2F-47A3-BE66-466D852086AA}" type="presOf" srcId="{7BA61C98-9775-42D3-A1FA-0208ACA85E64}" destId="{AB42FFCB-BD5B-48F4-BA32-750F3CA09767}" srcOrd="1" destOrd="0" presId="urn:microsoft.com/office/officeart/2009/3/layout/HorizontalOrganizationChart"/>
    <dgm:cxn modelId="{484C7A86-7663-4BFB-9864-D80B1B087A3B}" type="presOf" srcId="{3E9E29BA-2452-4F78-9074-7F0AC30E4F47}" destId="{B0FD8813-A28E-4E2C-81A8-890B9C47A8C8}" srcOrd="0" destOrd="0" presId="urn:microsoft.com/office/officeart/2009/3/layout/HorizontalOrganizationChart"/>
    <dgm:cxn modelId="{95B7DE8A-D572-43D0-BDAE-66FBFB428ECB}" type="presOf" srcId="{C35BBA3B-9AA6-4DDE-ACA9-EADF531C3A6E}" destId="{BA6DAA26-B7AB-45BC-8AF5-5AEF90F5F5B9}" srcOrd="0" destOrd="0" presId="urn:microsoft.com/office/officeart/2009/3/layout/HorizontalOrganizationChart"/>
    <dgm:cxn modelId="{5F28808C-2C3B-470A-AE62-1FA7700D3F79}" srcId="{7BA61C98-9775-42D3-A1FA-0208ACA85E64}" destId="{239E4CA2-1322-4638-AEB4-609813838F54}" srcOrd="4" destOrd="0" parTransId="{79BDB25C-73D5-444D-A062-FB83EC60AFE5}" sibTransId="{9D06D1D1-6615-4DBE-9C80-0AD36C98042B}"/>
    <dgm:cxn modelId="{D29F8093-A63E-42B9-9202-124F5CCB417A}" srcId="{7BA61C98-9775-42D3-A1FA-0208ACA85E64}" destId="{7C710B35-14E1-4351-9B63-C72798292E09}" srcOrd="1" destOrd="0" parTransId="{C21BC2D9-CC43-4487-B4B7-E37E376DAEF3}" sibTransId="{E3CBBF96-D945-4B67-8D6C-1456EA2978EA}"/>
    <dgm:cxn modelId="{7459B19F-27D2-4C4B-BA8A-49B3DEDF8CA0}" type="presOf" srcId="{7C710B35-14E1-4351-9B63-C72798292E09}" destId="{79714D88-A048-4E9D-B0C4-5BF5A7A71121}" srcOrd="1" destOrd="0" presId="urn:microsoft.com/office/officeart/2009/3/layout/HorizontalOrganizationChart"/>
    <dgm:cxn modelId="{C90163BB-1FC9-4CBC-878E-9D2BD3FBF767}" type="presOf" srcId="{C21BC2D9-CC43-4487-B4B7-E37E376DAEF3}" destId="{8D2CA954-8C6B-4BA4-8DBA-AFC2122556EC}" srcOrd="0" destOrd="0" presId="urn:microsoft.com/office/officeart/2009/3/layout/HorizontalOrganizationChart"/>
    <dgm:cxn modelId="{EFBB39BD-7BD8-4899-9711-AF9584B211D9}" type="presOf" srcId="{E1476458-1FCD-484D-ACBE-C3541CB3EBBC}" destId="{789E5789-2D26-4DF7-9C61-7079B3982F42}" srcOrd="0" destOrd="0" presId="urn:microsoft.com/office/officeart/2009/3/layout/HorizontalOrganizationChart"/>
    <dgm:cxn modelId="{FA25F0C9-F38A-44F1-A828-7579760C1C7F}" type="presOf" srcId="{7C710B35-14E1-4351-9B63-C72798292E09}" destId="{0D26A4B1-FC6B-450E-8F14-937E7CC48FAC}" srcOrd="0" destOrd="0" presId="urn:microsoft.com/office/officeart/2009/3/layout/HorizontalOrganizationChart"/>
    <dgm:cxn modelId="{EE2096CD-A29E-406C-92DB-A16DCB582ECE}" type="presOf" srcId="{0ECC75B5-DEF3-464B-8DE2-1A2D5CF96739}" destId="{40A941E3-D384-4B0D-A68F-02C8A15FDC74}" srcOrd="0" destOrd="0" presId="urn:microsoft.com/office/officeart/2009/3/layout/HorizontalOrganizationChart"/>
    <dgm:cxn modelId="{1CB376CE-2AD9-4283-8258-403BD417C279}" type="presOf" srcId="{0ECC75B5-DEF3-464B-8DE2-1A2D5CF96739}" destId="{53013EC5-9A6E-473B-8A62-4DE9F8E64F03}" srcOrd="1" destOrd="0" presId="urn:microsoft.com/office/officeart/2009/3/layout/HorizontalOrganizationChart"/>
    <dgm:cxn modelId="{A331A2E2-105D-45BC-BA71-FEF9D64DB6F3}" type="presOf" srcId="{239E4CA2-1322-4638-AEB4-609813838F54}" destId="{705A837E-8A03-4812-B3DF-E592E5EA2681}" srcOrd="1" destOrd="0" presId="urn:microsoft.com/office/officeart/2009/3/layout/HorizontalOrganizationChart"/>
    <dgm:cxn modelId="{A9E90AEB-8D9B-482C-A838-A0058871B727}" type="presOf" srcId="{62729159-EE3E-4026-BCE7-CEC09F413707}" destId="{9071B2E3-C8CA-4E93-AC08-19E9326520FA}" srcOrd="1" destOrd="0" presId="urn:microsoft.com/office/officeart/2009/3/layout/HorizontalOrganizationChart"/>
    <dgm:cxn modelId="{3777D343-1575-4DD9-B20E-22235A434E39}" type="presParOf" srcId="{FD9AD6FE-F52F-4D24-B38F-4FF54DAB9A80}" destId="{7B3E6D33-F201-42E1-A55A-5F020BC3C8E7}" srcOrd="0" destOrd="0" presId="urn:microsoft.com/office/officeart/2009/3/layout/HorizontalOrganizationChart"/>
    <dgm:cxn modelId="{B0C3C523-E85A-4C52-8000-7B80D974B9A5}" type="presParOf" srcId="{7B3E6D33-F201-42E1-A55A-5F020BC3C8E7}" destId="{757007D5-BE74-4E2B-A332-6FD892BCE253}" srcOrd="0" destOrd="0" presId="urn:microsoft.com/office/officeart/2009/3/layout/HorizontalOrganizationChart"/>
    <dgm:cxn modelId="{D37186E1-4B7F-4970-9E8E-E8D5A41F758D}" type="presParOf" srcId="{757007D5-BE74-4E2B-A332-6FD892BCE253}" destId="{3A7C89DE-1CE5-4BCC-B2D1-621B6E9762DB}" srcOrd="0" destOrd="0" presId="urn:microsoft.com/office/officeart/2009/3/layout/HorizontalOrganizationChart"/>
    <dgm:cxn modelId="{0E5B33CE-5C8C-4C6B-8903-2EA897024EC1}" type="presParOf" srcId="{757007D5-BE74-4E2B-A332-6FD892BCE253}" destId="{AB42FFCB-BD5B-48F4-BA32-750F3CA09767}" srcOrd="1" destOrd="0" presId="urn:microsoft.com/office/officeart/2009/3/layout/HorizontalOrganizationChart"/>
    <dgm:cxn modelId="{A8493612-9646-4142-AF46-4400813CEF1C}" type="presParOf" srcId="{7B3E6D33-F201-42E1-A55A-5F020BC3C8E7}" destId="{BABFDD39-3E9D-4007-A787-22929E3A1EF0}" srcOrd="1" destOrd="0" presId="urn:microsoft.com/office/officeart/2009/3/layout/HorizontalOrganizationChart"/>
    <dgm:cxn modelId="{BF39433E-DA8F-41B8-A021-54EF345DE9E6}" type="presParOf" srcId="{BABFDD39-3E9D-4007-A787-22929E3A1EF0}" destId="{35A0C294-F37F-4708-AC8F-3AA57F3D0B74}" srcOrd="0" destOrd="0" presId="urn:microsoft.com/office/officeart/2009/3/layout/HorizontalOrganizationChart"/>
    <dgm:cxn modelId="{4EEE8196-3623-42D3-9A57-C893F49D053D}" type="presParOf" srcId="{BABFDD39-3E9D-4007-A787-22929E3A1EF0}" destId="{57F6773F-263B-43CA-9E34-6AF3D44828D6}" srcOrd="1" destOrd="0" presId="urn:microsoft.com/office/officeart/2009/3/layout/HorizontalOrganizationChart"/>
    <dgm:cxn modelId="{97872F34-A645-4B1E-A05F-993C400B077C}" type="presParOf" srcId="{57F6773F-263B-43CA-9E34-6AF3D44828D6}" destId="{48B95ED6-E717-4782-BA78-AB0AFEA10AC8}" srcOrd="0" destOrd="0" presId="urn:microsoft.com/office/officeart/2009/3/layout/HorizontalOrganizationChart"/>
    <dgm:cxn modelId="{405B480D-43E0-4EBC-83D9-349A43A161D3}" type="presParOf" srcId="{48B95ED6-E717-4782-BA78-AB0AFEA10AC8}" destId="{40A941E3-D384-4B0D-A68F-02C8A15FDC74}" srcOrd="0" destOrd="0" presId="urn:microsoft.com/office/officeart/2009/3/layout/HorizontalOrganizationChart"/>
    <dgm:cxn modelId="{CDF51C98-DDCE-4F75-ACC2-CB7ECDC48A5E}" type="presParOf" srcId="{48B95ED6-E717-4782-BA78-AB0AFEA10AC8}" destId="{53013EC5-9A6E-473B-8A62-4DE9F8E64F03}" srcOrd="1" destOrd="0" presId="urn:microsoft.com/office/officeart/2009/3/layout/HorizontalOrganizationChart"/>
    <dgm:cxn modelId="{F5E77D31-AFB4-4351-A4B4-6A0B625D6B53}" type="presParOf" srcId="{57F6773F-263B-43CA-9E34-6AF3D44828D6}" destId="{37488CCC-84D1-46C5-973E-D7E3A75BCA27}" srcOrd="1" destOrd="0" presId="urn:microsoft.com/office/officeart/2009/3/layout/HorizontalOrganizationChart"/>
    <dgm:cxn modelId="{E7A3B0A6-E5FD-48C1-9E50-8A800F1A4DCE}" type="presParOf" srcId="{57F6773F-263B-43CA-9E34-6AF3D44828D6}" destId="{56DBCF6D-F300-4BEB-B53E-B72A84DB207A}" srcOrd="2" destOrd="0" presId="urn:microsoft.com/office/officeart/2009/3/layout/HorizontalOrganizationChart"/>
    <dgm:cxn modelId="{12BCC85F-FD89-411A-A2C5-48D9BFCE1506}" type="presParOf" srcId="{BABFDD39-3E9D-4007-A787-22929E3A1EF0}" destId="{8D2CA954-8C6B-4BA4-8DBA-AFC2122556EC}" srcOrd="2" destOrd="0" presId="urn:microsoft.com/office/officeart/2009/3/layout/HorizontalOrganizationChart"/>
    <dgm:cxn modelId="{694B0AEE-FB74-4201-A699-E80C0E1CA71A}" type="presParOf" srcId="{BABFDD39-3E9D-4007-A787-22929E3A1EF0}" destId="{83E23567-D44A-4C1C-BDDF-55A0146104BE}" srcOrd="3" destOrd="0" presId="urn:microsoft.com/office/officeart/2009/3/layout/HorizontalOrganizationChart"/>
    <dgm:cxn modelId="{82448726-2778-4B8C-A8BD-444A0206519D}" type="presParOf" srcId="{83E23567-D44A-4C1C-BDDF-55A0146104BE}" destId="{4787095D-D505-4FBB-B090-B339E876A05D}" srcOrd="0" destOrd="0" presId="urn:microsoft.com/office/officeart/2009/3/layout/HorizontalOrganizationChart"/>
    <dgm:cxn modelId="{9F0D7FEC-DED5-4886-BD15-C3E3C24F672D}" type="presParOf" srcId="{4787095D-D505-4FBB-B090-B339E876A05D}" destId="{0D26A4B1-FC6B-450E-8F14-937E7CC48FAC}" srcOrd="0" destOrd="0" presId="urn:microsoft.com/office/officeart/2009/3/layout/HorizontalOrganizationChart"/>
    <dgm:cxn modelId="{4124C7F5-82BD-4C30-90C3-2519AD56B506}" type="presParOf" srcId="{4787095D-D505-4FBB-B090-B339E876A05D}" destId="{79714D88-A048-4E9D-B0C4-5BF5A7A71121}" srcOrd="1" destOrd="0" presId="urn:microsoft.com/office/officeart/2009/3/layout/HorizontalOrganizationChart"/>
    <dgm:cxn modelId="{C94A9671-F57D-45E5-8E84-D58A5BF14E16}" type="presParOf" srcId="{83E23567-D44A-4C1C-BDDF-55A0146104BE}" destId="{0563D1B1-F652-4DDA-97E3-2840D35536DF}" srcOrd="1" destOrd="0" presId="urn:microsoft.com/office/officeart/2009/3/layout/HorizontalOrganizationChart"/>
    <dgm:cxn modelId="{84B2914A-C70A-4B5C-8A3C-D4A66695E8B3}" type="presParOf" srcId="{83E23567-D44A-4C1C-BDDF-55A0146104BE}" destId="{46B63F24-4207-49B3-A2DB-24E3AF7FFE4B}" srcOrd="2" destOrd="0" presId="urn:microsoft.com/office/officeart/2009/3/layout/HorizontalOrganizationChart"/>
    <dgm:cxn modelId="{5286D5FF-FB6A-45E3-ADF5-569B513C4010}" type="presParOf" srcId="{BABFDD39-3E9D-4007-A787-22929E3A1EF0}" destId="{BA6DAA26-B7AB-45BC-8AF5-5AEF90F5F5B9}" srcOrd="4" destOrd="0" presId="urn:microsoft.com/office/officeart/2009/3/layout/HorizontalOrganizationChart"/>
    <dgm:cxn modelId="{C1924FE4-4FA6-473D-B856-D182B43B3F34}" type="presParOf" srcId="{BABFDD39-3E9D-4007-A787-22929E3A1EF0}" destId="{4C9D892A-B06E-4ACE-9BA0-EC059F4228E6}" srcOrd="5" destOrd="0" presId="urn:microsoft.com/office/officeart/2009/3/layout/HorizontalOrganizationChart"/>
    <dgm:cxn modelId="{B5DC33A7-302E-4627-80C0-D8C3F8CA38DD}" type="presParOf" srcId="{4C9D892A-B06E-4ACE-9BA0-EC059F4228E6}" destId="{382FCC1B-168C-4C44-BC3B-7A0A90639788}" srcOrd="0" destOrd="0" presId="urn:microsoft.com/office/officeart/2009/3/layout/HorizontalOrganizationChart"/>
    <dgm:cxn modelId="{6E26229A-7579-48BC-B9E5-9B3B4BBC2B6B}" type="presParOf" srcId="{382FCC1B-168C-4C44-BC3B-7A0A90639788}" destId="{789E5789-2D26-4DF7-9C61-7079B3982F42}" srcOrd="0" destOrd="0" presId="urn:microsoft.com/office/officeart/2009/3/layout/HorizontalOrganizationChart"/>
    <dgm:cxn modelId="{5FDC0584-B92D-4893-9523-D64CDF339455}" type="presParOf" srcId="{382FCC1B-168C-4C44-BC3B-7A0A90639788}" destId="{A3BBCC14-1D77-45C1-B0BF-6920A9C7110D}" srcOrd="1" destOrd="0" presId="urn:microsoft.com/office/officeart/2009/3/layout/HorizontalOrganizationChart"/>
    <dgm:cxn modelId="{029B1C33-C364-497C-9284-24F2E4A6E9F0}" type="presParOf" srcId="{4C9D892A-B06E-4ACE-9BA0-EC059F4228E6}" destId="{2E3F3124-900B-4968-881B-791E6898E757}" srcOrd="1" destOrd="0" presId="urn:microsoft.com/office/officeart/2009/3/layout/HorizontalOrganizationChart"/>
    <dgm:cxn modelId="{E95465E5-C948-430E-9D3C-74DB34FE877D}" type="presParOf" srcId="{4C9D892A-B06E-4ACE-9BA0-EC059F4228E6}" destId="{7AC2856D-999D-49A0-8F57-014BFEFC4F48}" srcOrd="2" destOrd="0" presId="urn:microsoft.com/office/officeart/2009/3/layout/HorizontalOrganizationChart"/>
    <dgm:cxn modelId="{AF1E5E8F-9D08-4973-9763-4A126DB0F284}" type="presParOf" srcId="{BABFDD39-3E9D-4007-A787-22929E3A1EF0}" destId="{B0FD8813-A28E-4E2C-81A8-890B9C47A8C8}" srcOrd="6" destOrd="0" presId="urn:microsoft.com/office/officeart/2009/3/layout/HorizontalOrganizationChart"/>
    <dgm:cxn modelId="{0141F209-76CD-4B01-88CC-6F053589DA8B}" type="presParOf" srcId="{BABFDD39-3E9D-4007-A787-22929E3A1EF0}" destId="{32D31327-82FF-424F-BFE6-56F1BD38F6C3}" srcOrd="7" destOrd="0" presId="urn:microsoft.com/office/officeart/2009/3/layout/HorizontalOrganizationChart"/>
    <dgm:cxn modelId="{92CBE1FF-65A0-4096-A944-E424D27447B1}" type="presParOf" srcId="{32D31327-82FF-424F-BFE6-56F1BD38F6C3}" destId="{FDF76551-C538-48D0-AD3D-8E1A9E335A51}" srcOrd="0" destOrd="0" presId="urn:microsoft.com/office/officeart/2009/3/layout/HorizontalOrganizationChart"/>
    <dgm:cxn modelId="{0333AD7E-C287-4012-826F-FC56A837CD82}" type="presParOf" srcId="{FDF76551-C538-48D0-AD3D-8E1A9E335A51}" destId="{F54E344D-95F7-4968-AE5B-3380D270ECA0}" srcOrd="0" destOrd="0" presId="urn:microsoft.com/office/officeart/2009/3/layout/HorizontalOrganizationChart"/>
    <dgm:cxn modelId="{3C5856BA-EAF7-4C1F-85D6-67E3035314A5}" type="presParOf" srcId="{FDF76551-C538-48D0-AD3D-8E1A9E335A51}" destId="{9071B2E3-C8CA-4E93-AC08-19E9326520FA}" srcOrd="1" destOrd="0" presId="urn:microsoft.com/office/officeart/2009/3/layout/HorizontalOrganizationChart"/>
    <dgm:cxn modelId="{786EA2A7-50FC-48F8-9757-B2147BE4F70C}" type="presParOf" srcId="{32D31327-82FF-424F-BFE6-56F1BD38F6C3}" destId="{6D0B3515-8C6F-482E-A8F1-3C224DDB1193}" srcOrd="1" destOrd="0" presId="urn:microsoft.com/office/officeart/2009/3/layout/HorizontalOrganizationChart"/>
    <dgm:cxn modelId="{148DCEA2-1853-49DC-B39B-288313A45B97}" type="presParOf" srcId="{32D31327-82FF-424F-BFE6-56F1BD38F6C3}" destId="{C6A8817F-3E8C-4EF5-9320-F3882B7CDF7A}" srcOrd="2" destOrd="0" presId="urn:microsoft.com/office/officeart/2009/3/layout/HorizontalOrganizationChart"/>
    <dgm:cxn modelId="{3D9BAE0F-8EE6-4096-9CF8-B47D8BCA97E1}" type="presParOf" srcId="{BABFDD39-3E9D-4007-A787-22929E3A1EF0}" destId="{2B6289A5-6BC5-46DC-B713-8796E4865130}" srcOrd="8" destOrd="0" presId="urn:microsoft.com/office/officeart/2009/3/layout/HorizontalOrganizationChart"/>
    <dgm:cxn modelId="{810DAB86-9482-434E-8054-E1760CD7DDB5}" type="presParOf" srcId="{BABFDD39-3E9D-4007-A787-22929E3A1EF0}" destId="{7B5069D5-D2C5-4634-B326-A5F06F617F0F}" srcOrd="9" destOrd="0" presId="urn:microsoft.com/office/officeart/2009/3/layout/HorizontalOrganizationChart"/>
    <dgm:cxn modelId="{4AECC1D9-EEAE-4344-9721-2BFD7DA990F1}" type="presParOf" srcId="{7B5069D5-D2C5-4634-B326-A5F06F617F0F}" destId="{11FDB7D5-2D72-4421-9321-32C4003300AC}" srcOrd="0" destOrd="0" presId="urn:microsoft.com/office/officeart/2009/3/layout/HorizontalOrganizationChart"/>
    <dgm:cxn modelId="{EA7EE3F9-F3F0-425F-BFF3-52CEFB2E20D2}" type="presParOf" srcId="{11FDB7D5-2D72-4421-9321-32C4003300AC}" destId="{60F7CBCC-1854-4D80-ADFF-532A0BCD76DF}" srcOrd="0" destOrd="0" presId="urn:microsoft.com/office/officeart/2009/3/layout/HorizontalOrganizationChart"/>
    <dgm:cxn modelId="{1D4402FE-EE8A-4575-9CAB-53CB0AE2E507}" type="presParOf" srcId="{11FDB7D5-2D72-4421-9321-32C4003300AC}" destId="{705A837E-8A03-4812-B3DF-E592E5EA2681}" srcOrd="1" destOrd="0" presId="urn:microsoft.com/office/officeart/2009/3/layout/HorizontalOrganizationChart"/>
    <dgm:cxn modelId="{91B914EB-85AF-4C5D-BF4F-3F27A74F820F}" type="presParOf" srcId="{7B5069D5-D2C5-4634-B326-A5F06F617F0F}" destId="{91771863-C3EF-4F92-82EC-3F9AB486499B}" srcOrd="1" destOrd="0" presId="urn:microsoft.com/office/officeart/2009/3/layout/HorizontalOrganizationChart"/>
    <dgm:cxn modelId="{239E3B04-2FEA-4257-83C7-AF502CF21B12}" type="presParOf" srcId="{7B5069D5-D2C5-4634-B326-A5F06F617F0F}" destId="{2BD1CB82-843C-4AB6-BECF-5B9A197804FC}" srcOrd="2" destOrd="0" presId="urn:microsoft.com/office/officeart/2009/3/layout/HorizontalOrganizationChart"/>
    <dgm:cxn modelId="{E6F50DC6-7D31-48FB-8E5D-24BF21096A76}" type="presParOf" srcId="{7B3E6D33-F201-42E1-A55A-5F020BC3C8E7}" destId="{4BBC51CD-7D6C-4022-921F-A4F6483927C2}" srcOrd="2" destOrd="0" presId="urn:microsoft.com/office/officeart/2009/3/layout/HorizontalOrganizationChar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68.xml><?xml version="1.0" encoding="utf-8"?>
<dgm:dataModel xmlns:dgm="http://schemas.openxmlformats.org/drawingml/2006/diagram" xmlns:a="http://schemas.openxmlformats.org/drawingml/2006/main">
  <dgm:ptLst>
    <dgm:pt modelId="{414A3DD4-E168-4EBD-8F40-CAC0692A89C9}" type="doc">
      <dgm:prSet loTypeId="urn:microsoft.com/office/officeart/2011/layout/TabList" loCatId="list" qsTypeId="urn:microsoft.com/office/officeart/2005/8/quickstyle/simple3" qsCatId="simple" csTypeId="urn:microsoft.com/office/officeart/2005/8/colors/colorful1" csCatId="colorful" phldr="1"/>
      <dgm:spPr/>
      <dgm:t>
        <a:bodyPr/>
        <a:lstStyle/>
        <a:p>
          <a:endParaRPr lang="en-IN"/>
        </a:p>
      </dgm:t>
    </dgm:pt>
    <dgm:pt modelId="{31B3E9A9-7683-4EEF-A1E3-D4B128817861}">
      <dgm:prSet phldrT="[Text]" custT="1"/>
      <dgm:spPr/>
      <dgm:t>
        <a:bodyPr/>
        <a:lstStyle/>
        <a:p>
          <a:pPr algn="l"/>
          <a:r>
            <a:rPr lang="en-IN" sz="1800" b="1" dirty="0"/>
            <a:t>1. spring-boot-starter</a:t>
          </a:r>
        </a:p>
      </dgm:t>
    </dgm:pt>
    <dgm:pt modelId="{FEA99825-EF9C-4727-8506-720A7DB35973}" type="parTrans" cxnId="{77A92901-C4E2-409C-B031-054F39A22AE3}">
      <dgm:prSet/>
      <dgm:spPr/>
      <dgm:t>
        <a:bodyPr/>
        <a:lstStyle/>
        <a:p>
          <a:endParaRPr lang="en-IN" sz="1800" b="0"/>
        </a:p>
      </dgm:t>
    </dgm:pt>
    <dgm:pt modelId="{41D5EADF-8B97-48AD-9C5C-8B480F8A49D7}" type="sibTrans" cxnId="{77A92901-C4E2-409C-B031-054F39A22AE3}">
      <dgm:prSet/>
      <dgm:spPr/>
      <dgm:t>
        <a:bodyPr/>
        <a:lstStyle/>
        <a:p>
          <a:endParaRPr lang="en-IN" sz="1800" b="0"/>
        </a:p>
      </dgm:t>
    </dgm:pt>
    <dgm:pt modelId="{119E635C-AE7C-4BA1-8025-7EE9964C586D}">
      <dgm:prSet phldrT="[Text]" custT="1"/>
      <dgm:spPr/>
      <dgm:t>
        <a:bodyPr/>
        <a:lstStyle/>
        <a:p>
          <a:r>
            <a:rPr lang="en-US" sz="1800" b="0" dirty="0"/>
            <a:t> The core starter, including auto-configuration support, logging, and YAML.</a:t>
          </a:r>
          <a:endParaRPr lang="en-IN" sz="1800" b="0" dirty="0"/>
        </a:p>
      </dgm:t>
    </dgm:pt>
    <dgm:pt modelId="{5270D1F9-6B64-4987-B1FF-9838A13D447F}" type="parTrans" cxnId="{41496EB1-B039-4C38-BC0A-12A75D0C218F}">
      <dgm:prSet/>
      <dgm:spPr/>
      <dgm:t>
        <a:bodyPr/>
        <a:lstStyle/>
        <a:p>
          <a:endParaRPr lang="en-IN" sz="1800" b="0"/>
        </a:p>
      </dgm:t>
    </dgm:pt>
    <dgm:pt modelId="{E0D0BD5E-B353-4DF1-8260-A526A84A8965}" type="sibTrans" cxnId="{41496EB1-B039-4C38-BC0A-12A75D0C218F}">
      <dgm:prSet/>
      <dgm:spPr/>
      <dgm:t>
        <a:bodyPr/>
        <a:lstStyle/>
        <a:p>
          <a:endParaRPr lang="en-IN" sz="1800" b="0"/>
        </a:p>
      </dgm:t>
    </dgm:pt>
    <dgm:pt modelId="{BC063A41-F654-4818-93F9-61F3E109719C}">
      <dgm:prSet phldrT="[Text]" custT="1"/>
      <dgm:spPr/>
      <dgm:t>
        <a:bodyPr/>
        <a:lstStyle/>
        <a:p>
          <a:pPr algn="l"/>
          <a:r>
            <a:rPr lang="en-US" sz="1800" b="1" dirty="0"/>
            <a:t>2</a:t>
          </a:r>
          <a:r>
            <a:rPr lang="en-US" sz="1800" b="1"/>
            <a:t>. </a:t>
          </a:r>
          <a:r>
            <a:rPr lang="en-IN" sz="1800" b="1"/>
            <a:t>spring-boot-starter-web</a:t>
          </a:r>
          <a:endParaRPr lang="en-IN" sz="1800" b="1" dirty="0"/>
        </a:p>
      </dgm:t>
    </dgm:pt>
    <dgm:pt modelId="{490F3BC0-BBBE-442C-AA7B-9F866723273E}" type="parTrans" cxnId="{A2F98D56-DE52-49EF-81DA-7004F749A366}">
      <dgm:prSet/>
      <dgm:spPr/>
      <dgm:t>
        <a:bodyPr/>
        <a:lstStyle/>
        <a:p>
          <a:endParaRPr lang="en-IN" sz="1800" b="0"/>
        </a:p>
      </dgm:t>
    </dgm:pt>
    <dgm:pt modelId="{B9E3D831-C9E5-4029-BC31-ED8299CDAC2D}" type="sibTrans" cxnId="{A2F98D56-DE52-49EF-81DA-7004F749A366}">
      <dgm:prSet/>
      <dgm:spPr/>
      <dgm:t>
        <a:bodyPr/>
        <a:lstStyle/>
        <a:p>
          <a:endParaRPr lang="en-IN" sz="1800" b="0"/>
        </a:p>
      </dgm:t>
    </dgm:pt>
    <dgm:pt modelId="{BFF6539C-5C6E-48C5-B443-7711BE7BC6A1}">
      <dgm:prSet phldrT="[Text]" custT="1"/>
      <dgm:spPr/>
      <dgm:t>
        <a:bodyPr/>
        <a:lstStyle/>
        <a:p>
          <a:r>
            <a:rPr lang="en-US" sz="1800" b="0" dirty="0"/>
            <a:t>Starter for building web applications using Spring MVC. Includes RESTful application support.</a:t>
          </a:r>
          <a:endParaRPr lang="en-IN" sz="1800" b="0" dirty="0"/>
        </a:p>
      </dgm:t>
    </dgm:pt>
    <dgm:pt modelId="{44C6FDC7-1455-4EAF-91FA-B655FB0F56FE}" type="parTrans" cxnId="{00D67444-FC85-449A-8724-997628866379}">
      <dgm:prSet/>
      <dgm:spPr/>
      <dgm:t>
        <a:bodyPr/>
        <a:lstStyle/>
        <a:p>
          <a:endParaRPr lang="en-IN" sz="1800" b="0"/>
        </a:p>
      </dgm:t>
    </dgm:pt>
    <dgm:pt modelId="{F79C34BD-E58C-4CB9-A5A1-3D61B6418431}" type="sibTrans" cxnId="{00D67444-FC85-449A-8724-997628866379}">
      <dgm:prSet/>
      <dgm:spPr/>
      <dgm:t>
        <a:bodyPr/>
        <a:lstStyle/>
        <a:p>
          <a:endParaRPr lang="en-IN" sz="1800" b="0"/>
        </a:p>
      </dgm:t>
    </dgm:pt>
    <dgm:pt modelId="{18BE94CD-6EE7-4BEA-BB7C-462B03870992}">
      <dgm:prSet phldrT="[Text]" custT="1"/>
      <dgm:spPr/>
      <dgm:t>
        <a:bodyPr/>
        <a:lstStyle/>
        <a:p>
          <a:pPr algn="l"/>
          <a:r>
            <a:rPr lang="en-US" sz="1800" b="1" dirty="0"/>
            <a:t>3. </a:t>
          </a:r>
          <a:r>
            <a:rPr lang="en-IN" sz="1800" b="1" dirty="0"/>
            <a:t>spring-boot-starter-data-</a:t>
          </a:r>
          <a:r>
            <a:rPr lang="en-IN" sz="1800" b="1" dirty="0" err="1"/>
            <a:t>jpa</a:t>
          </a:r>
          <a:endParaRPr lang="en-IN" sz="1800" b="1" dirty="0"/>
        </a:p>
      </dgm:t>
    </dgm:pt>
    <dgm:pt modelId="{B6401492-4C2E-47F5-BFBD-9E89F3064D7E}" type="parTrans" cxnId="{E8E86380-BAE9-4598-B286-EBD6CFE0AAD4}">
      <dgm:prSet/>
      <dgm:spPr/>
      <dgm:t>
        <a:bodyPr/>
        <a:lstStyle/>
        <a:p>
          <a:endParaRPr lang="en-IN" sz="1800" b="0"/>
        </a:p>
      </dgm:t>
    </dgm:pt>
    <dgm:pt modelId="{51E06C6E-3AA3-44FA-97E6-B2D9DFDE5873}" type="sibTrans" cxnId="{E8E86380-BAE9-4598-B286-EBD6CFE0AAD4}">
      <dgm:prSet/>
      <dgm:spPr/>
      <dgm:t>
        <a:bodyPr/>
        <a:lstStyle/>
        <a:p>
          <a:endParaRPr lang="en-IN" sz="1800" b="0"/>
        </a:p>
      </dgm:t>
    </dgm:pt>
    <dgm:pt modelId="{365D7540-0425-4901-8856-B09405DBA681}">
      <dgm:prSet phldrT="[Text]" custT="1"/>
      <dgm:spPr/>
      <dgm:t>
        <a:bodyPr/>
        <a:lstStyle/>
        <a:p>
          <a:pPr algn="l"/>
          <a:r>
            <a:rPr lang="en-IN" sz="1800" b="1" dirty="0"/>
            <a:t>4. spring-boot-starter-test </a:t>
          </a:r>
        </a:p>
      </dgm:t>
    </dgm:pt>
    <dgm:pt modelId="{45AD8ECD-E5D6-4753-833D-6758CC95DC36}" type="parTrans" cxnId="{44F45D37-F067-4966-B760-89A0ACF70B3B}">
      <dgm:prSet/>
      <dgm:spPr/>
      <dgm:t>
        <a:bodyPr/>
        <a:lstStyle/>
        <a:p>
          <a:endParaRPr lang="en-IN" sz="1800" b="0"/>
        </a:p>
      </dgm:t>
    </dgm:pt>
    <dgm:pt modelId="{8D880C62-7B8B-461D-B522-D92B9C60EAB8}" type="sibTrans" cxnId="{44F45D37-F067-4966-B760-89A0ACF70B3B}">
      <dgm:prSet/>
      <dgm:spPr/>
      <dgm:t>
        <a:bodyPr/>
        <a:lstStyle/>
        <a:p>
          <a:endParaRPr lang="en-IN" sz="1800" b="0"/>
        </a:p>
      </dgm:t>
    </dgm:pt>
    <dgm:pt modelId="{C0BD58F2-1596-48F9-A9CA-33D106A6D6CD}">
      <dgm:prSet phldrT="[Text]" custT="1"/>
      <dgm:spPr/>
      <dgm:t>
        <a:bodyPr/>
        <a:lstStyle/>
        <a:p>
          <a:r>
            <a:rPr lang="en-IN" sz="1800" b="0" dirty="0"/>
            <a:t>Starter for using Spring Data JPA with Hibernate.</a:t>
          </a:r>
        </a:p>
      </dgm:t>
    </dgm:pt>
    <dgm:pt modelId="{2E0D4749-65D2-4949-B412-2C483AF2F497}" type="parTrans" cxnId="{BB1C474B-9DC9-48BD-B710-5D0BC9EFA0F2}">
      <dgm:prSet/>
      <dgm:spPr/>
      <dgm:t>
        <a:bodyPr/>
        <a:lstStyle/>
        <a:p>
          <a:endParaRPr lang="en-IN" sz="1800" b="0"/>
        </a:p>
      </dgm:t>
    </dgm:pt>
    <dgm:pt modelId="{699A4FA7-A3B2-4046-8DF1-4F3C0DB55CF3}" type="sibTrans" cxnId="{BB1C474B-9DC9-48BD-B710-5D0BC9EFA0F2}">
      <dgm:prSet/>
      <dgm:spPr/>
      <dgm:t>
        <a:bodyPr/>
        <a:lstStyle/>
        <a:p>
          <a:endParaRPr lang="en-IN" sz="1800" b="0"/>
        </a:p>
      </dgm:t>
    </dgm:pt>
    <dgm:pt modelId="{5E114FD3-CCBF-4B5E-B8ED-F5AB4E1ABFF3}">
      <dgm:prSet phldrT="[Text]" custT="1"/>
      <dgm:spPr/>
      <dgm:t>
        <a:bodyPr/>
        <a:lstStyle/>
        <a:p>
          <a:r>
            <a:rPr lang="en-US" sz="1800" b="0" dirty="0"/>
            <a:t>Starter for testing Spring Boot applications with libraries including JUnit, </a:t>
          </a:r>
          <a:r>
            <a:rPr lang="en-US" sz="1800" b="0" dirty="0" err="1"/>
            <a:t>Hamcrest</a:t>
          </a:r>
          <a:r>
            <a:rPr lang="en-US" sz="1800" b="0" dirty="0"/>
            <a:t>, and Mockito.</a:t>
          </a:r>
          <a:endParaRPr lang="en-IN" sz="1800" b="0" dirty="0"/>
        </a:p>
      </dgm:t>
    </dgm:pt>
    <dgm:pt modelId="{C666B438-1D4F-4681-BA2A-A35C81D46CD4}" type="parTrans" cxnId="{D13993D3-ED9F-4D6F-9D03-00C211E775C4}">
      <dgm:prSet/>
      <dgm:spPr/>
      <dgm:t>
        <a:bodyPr/>
        <a:lstStyle/>
        <a:p>
          <a:endParaRPr lang="en-IN" sz="1800" b="0"/>
        </a:p>
      </dgm:t>
    </dgm:pt>
    <dgm:pt modelId="{F428220E-E2A8-4AFC-BA2A-6B330EECE2BE}" type="sibTrans" cxnId="{D13993D3-ED9F-4D6F-9D03-00C211E775C4}">
      <dgm:prSet/>
      <dgm:spPr/>
      <dgm:t>
        <a:bodyPr/>
        <a:lstStyle/>
        <a:p>
          <a:endParaRPr lang="en-IN" sz="1800" b="0"/>
        </a:p>
      </dgm:t>
    </dgm:pt>
    <dgm:pt modelId="{A9599533-1BB5-4650-B841-B2FABA2871CE}">
      <dgm:prSet phldrT="[Text]" custT="1"/>
      <dgm:spPr/>
      <dgm:t>
        <a:bodyPr/>
        <a:lstStyle/>
        <a:p>
          <a:pPr algn="l"/>
          <a:r>
            <a:rPr lang="en-IN" sz="1800" b="1" dirty="0"/>
            <a:t>5. spring-boot-starter-security</a:t>
          </a:r>
        </a:p>
      </dgm:t>
    </dgm:pt>
    <dgm:pt modelId="{A76676C3-1E50-4CB0-80B1-0EAA5C16B51B}" type="parTrans" cxnId="{81881F0A-C94E-4FB4-8D66-31A271DC7012}">
      <dgm:prSet/>
      <dgm:spPr/>
      <dgm:t>
        <a:bodyPr/>
        <a:lstStyle/>
        <a:p>
          <a:endParaRPr lang="en-IN" sz="1800" b="0"/>
        </a:p>
      </dgm:t>
    </dgm:pt>
    <dgm:pt modelId="{481BC3EA-9A1D-414B-BDE0-3D31ADB4B466}" type="sibTrans" cxnId="{81881F0A-C94E-4FB4-8D66-31A271DC7012}">
      <dgm:prSet/>
      <dgm:spPr/>
      <dgm:t>
        <a:bodyPr/>
        <a:lstStyle/>
        <a:p>
          <a:endParaRPr lang="en-IN" sz="1800" b="0"/>
        </a:p>
      </dgm:t>
    </dgm:pt>
    <dgm:pt modelId="{ED32E17B-4C1C-4067-B9CD-C7411C6C218B}">
      <dgm:prSet phldrT="[Text]" custT="1"/>
      <dgm:spPr/>
      <dgm:t>
        <a:bodyPr/>
        <a:lstStyle/>
        <a:p>
          <a:r>
            <a:rPr lang="en-US" sz="1800" b="0" dirty="0"/>
            <a:t>Starter for using Spring Security.</a:t>
          </a:r>
          <a:endParaRPr lang="en-IN" sz="1800" b="0" dirty="0"/>
        </a:p>
      </dgm:t>
    </dgm:pt>
    <dgm:pt modelId="{35C92C84-7A15-4E12-A6D6-80C1CE9B2DDE}" type="parTrans" cxnId="{4970EDBD-8C88-404A-AB0D-3150A9F37648}">
      <dgm:prSet/>
      <dgm:spPr/>
      <dgm:t>
        <a:bodyPr/>
        <a:lstStyle/>
        <a:p>
          <a:endParaRPr lang="en-IN" sz="1800" b="0"/>
        </a:p>
      </dgm:t>
    </dgm:pt>
    <dgm:pt modelId="{4B6A6ED4-9200-4B6D-A810-3EEEE833601E}" type="sibTrans" cxnId="{4970EDBD-8C88-404A-AB0D-3150A9F37648}">
      <dgm:prSet/>
      <dgm:spPr/>
      <dgm:t>
        <a:bodyPr/>
        <a:lstStyle/>
        <a:p>
          <a:endParaRPr lang="en-IN" sz="1800" b="0"/>
        </a:p>
      </dgm:t>
    </dgm:pt>
    <dgm:pt modelId="{C69FE986-12FB-41B8-ABD6-A3E500A84DF9}" type="pres">
      <dgm:prSet presAssocID="{414A3DD4-E168-4EBD-8F40-CAC0692A89C9}" presName="Name0" presStyleCnt="0">
        <dgm:presLayoutVars>
          <dgm:chMax/>
          <dgm:chPref val="3"/>
          <dgm:dir/>
          <dgm:animOne val="branch"/>
          <dgm:animLvl val="lvl"/>
        </dgm:presLayoutVars>
      </dgm:prSet>
      <dgm:spPr/>
    </dgm:pt>
    <dgm:pt modelId="{44F2FC4E-69E2-4859-A2D0-F7B370B1FD7B}" type="pres">
      <dgm:prSet presAssocID="{31B3E9A9-7683-4EEF-A1E3-D4B128817861}" presName="composite" presStyleCnt="0"/>
      <dgm:spPr/>
    </dgm:pt>
    <dgm:pt modelId="{93CCE6FF-4D50-44AF-AC5D-4807A7F7FE77}" type="pres">
      <dgm:prSet presAssocID="{31B3E9A9-7683-4EEF-A1E3-D4B128817861}" presName="FirstChild" presStyleLbl="revTx" presStyleIdx="0" presStyleCnt="5" custScaleX="87459">
        <dgm:presLayoutVars>
          <dgm:chMax val="0"/>
          <dgm:chPref val="0"/>
          <dgm:bulletEnabled val="1"/>
        </dgm:presLayoutVars>
      </dgm:prSet>
      <dgm:spPr/>
    </dgm:pt>
    <dgm:pt modelId="{BA20428F-389E-494A-BB4B-4FC093E652DC}" type="pres">
      <dgm:prSet presAssocID="{31B3E9A9-7683-4EEF-A1E3-D4B128817861}" presName="Parent" presStyleLbl="alignNode1" presStyleIdx="0" presStyleCnt="5" custScaleX="120049">
        <dgm:presLayoutVars>
          <dgm:chMax val="3"/>
          <dgm:chPref val="3"/>
          <dgm:bulletEnabled val="1"/>
        </dgm:presLayoutVars>
      </dgm:prSet>
      <dgm:spPr/>
    </dgm:pt>
    <dgm:pt modelId="{BF5173FD-2067-429E-B453-8E0DDDDFD47B}" type="pres">
      <dgm:prSet presAssocID="{31B3E9A9-7683-4EEF-A1E3-D4B128817861}" presName="Accent" presStyleLbl="parChTrans1D1" presStyleIdx="0" presStyleCnt="5"/>
      <dgm:spPr/>
    </dgm:pt>
    <dgm:pt modelId="{621F064B-EF50-498C-A9E8-73C80D21D120}" type="pres">
      <dgm:prSet presAssocID="{41D5EADF-8B97-48AD-9C5C-8B480F8A49D7}" presName="sibTrans" presStyleCnt="0"/>
      <dgm:spPr/>
    </dgm:pt>
    <dgm:pt modelId="{F379403E-423D-4A5D-8331-B8E4DF0F2E81}" type="pres">
      <dgm:prSet presAssocID="{BC063A41-F654-4818-93F9-61F3E109719C}" presName="composite" presStyleCnt="0"/>
      <dgm:spPr/>
    </dgm:pt>
    <dgm:pt modelId="{2D5D1817-BB6F-470B-B2CB-3102F3808F59}" type="pres">
      <dgm:prSet presAssocID="{BC063A41-F654-4818-93F9-61F3E109719C}" presName="FirstChild" presStyleLbl="revTx" presStyleIdx="1" presStyleCnt="5" custScaleX="87459">
        <dgm:presLayoutVars>
          <dgm:chMax val="0"/>
          <dgm:chPref val="0"/>
          <dgm:bulletEnabled val="1"/>
        </dgm:presLayoutVars>
      </dgm:prSet>
      <dgm:spPr/>
    </dgm:pt>
    <dgm:pt modelId="{23690B21-8ED5-45A3-8E3D-6BA748DA9968}" type="pres">
      <dgm:prSet presAssocID="{BC063A41-F654-4818-93F9-61F3E109719C}" presName="Parent" presStyleLbl="alignNode1" presStyleIdx="1" presStyleCnt="5" custScaleX="120049">
        <dgm:presLayoutVars>
          <dgm:chMax val="3"/>
          <dgm:chPref val="3"/>
          <dgm:bulletEnabled val="1"/>
        </dgm:presLayoutVars>
      </dgm:prSet>
      <dgm:spPr/>
    </dgm:pt>
    <dgm:pt modelId="{65CC52B2-FD14-4AFD-880F-1222ECA20419}" type="pres">
      <dgm:prSet presAssocID="{BC063A41-F654-4818-93F9-61F3E109719C}" presName="Accent" presStyleLbl="parChTrans1D1" presStyleIdx="1" presStyleCnt="5"/>
      <dgm:spPr/>
    </dgm:pt>
    <dgm:pt modelId="{117FC1FB-FD2B-481C-9C72-4F036FF5DBCC}" type="pres">
      <dgm:prSet presAssocID="{B9E3D831-C9E5-4029-BC31-ED8299CDAC2D}" presName="sibTrans" presStyleCnt="0"/>
      <dgm:spPr/>
    </dgm:pt>
    <dgm:pt modelId="{285E712D-7131-4342-AF7D-CBF12D320B27}" type="pres">
      <dgm:prSet presAssocID="{18BE94CD-6EE7-4BEA-BB7C-462B03870992}" presName="composite" presStyleCnt="0"/>
      <dgm:spPr/>
    </dgm:pt>
    <dgm:pt modelId="{71509F02-41AF-4B5F-B7F0-F19E60C1A9FA}" type="pres">
      <dgm:prSet presAssocID="{18BE94CD-6EE7-4BEA-BB7C-462B03870992}" presName="FirstChild" presStyleLbl="revTx" presStyleIdx="2" presStyleCnt="5" custScaleX="87459">
        <dgm:presLayoutVars>
          <dgm:chMax val="0"/>
          <dgm:chPref val="0"/>
          <dgm:bulletEnabled val="1"/>
        </dgm:presLayoutVars>
      </dgm:prSet>
      <dgm:spPr/>
    </dgm:pt>
    <dgm:pt modelId="{43087C6F-3FD7-447B-90BF-43F2A7AC4E4C}" type="pres">
      <dgm:prSet presAssocID="{18BE94CD-6EE7-4BEA-BB7C-462B03870992}" presName="Parent" presStyleLbl="alignNode1" presStyleIdx="2" presStyleCnt="5" custScaleX="120049">
        <dgm:presLayoutVars>
          <dgm:chMax val="3"/>
          <dgm:chPref val="3"/>
          <dgm:bulletEnabled val="1"/>
        </dgm:presLayoutVars>
      </dgm:prSet>
      <dgm:spPr/>
    </dgm:pt>
    <dgm:pt modelId="{CCEB8263-A108-41E8-BE05-F961C0168AD6}" type="pres">
      <dgm:prSet presAssocID="{18BE94CD-6EE7-4BEA-BB7C-462B03870992}" presName="Accent" presStyleLbl="parChTrans1D1" presStyleIdx="2" presStyleCnt="5"/>
      <dgm:spPr/>
    </dgm:pt>
    <dgm:pt modelId="{204C12C8-F7A7-4425-A3E0-CB95452218CC}" type="pres">
      <dgm:prSet presAssocID="{51E06C6E-3AA3-44FA-97E6-B2D9DFDE5873}" presName="sibTrans" presStyleCnt="0"/>
      <dgm:spPr/>
    </dgm:pt>
    <dgm:pt modelId="{954D5F77-FEB3-4AF9-B857-BD44DBA5F82E}" type="pres">
      <dgm:prSet presAssocID="{365D7540-0425-4901-8856-B09405DBA681}" presName="composite" presStyleCnt="0"/>
      <dgm:spPr/>
    </dgm:pt>
    <dgm:pt modelId="{0A84ACBE-2770-496B-BBC2-6267AE452FE1}" type="pres">
      <dgm:prSet presAssocID="{365D7540-0425-4901-8856-B09405DBA681}" presName="FirstChild" presStyleLbl="revTx" presStyleIdx="3" presStyleCnt="5" custScaleX="87459">
        <dgm:presLayoutVars>
          <dgm:chMax val="0"/>
          <dgm:chPref val="0"/>
          <dgm:bulletEnabled val="1"/>
        </dgm:presLayoutVars>
      </dgm:prSet>
      <dgm:spPr/>
    </dgm:pt>
    <dgm:pt modelId="{B09677DC-A20B-4957-8F37-2A2CBF42D4E5}" type="pres">
      <dgm:prSet presAssocID="{365D7540-0425-4901-8856-B09405DBA681}" presName="Parent" presStyleLbl="alignNode1" presStyleIdx="3" presStyleCnt="5" custScaleX="120049">
        <dgm:presLayoutVars>
          <dgm:chMax val="3"/>
          <dgm:chPref val="3"/>
          <dgm:bulletEnabled val="1"/>
        </dgm:presLayoutVars>
      </dgm:prSet>
      <dgm:spPr/>
    </dgm:pt>
    <dgm:pt modelId="{2E9C0FA7-EC53-4BE9-B319-E4232D5B9E79}" type="pres">
      <dgm:prSet presAssocID="{365D7540-0425-4901-8856-B09405DBA681}" presName="Accent" presStyleLbl="parChTrans1D1" presStyleIdx="3" presStyleCnt="5"/>
      <dgm:spPr/>
    </dgm:pt>
    <dgm:pt modelId="{66BF2C5C-E85E-4D83-BC5C-210EA966D8F1}" type="pres">
      <dgm:prSet presAssocID="{8D880C62-7B8B-461D-B522-D92B9C60EAB8}" presName="sibTrans" presStyleCnt="0"/>
      <dgm:spPr/>
    </dgm:pt>
    <dgm:pt modelId="{D3684697-5CD2-4532-84F7-F106DC9EC57E}" type="pres">
      <dgm:prSet presAssocID="{A9599533-1BB5-4650-B841-B2FABA2871CE}" presName="composite" presStyleCnt="0"/>
      <dgm:spPr/>
    </dgm:pt>
    <dgm:pt modelId="{F648053F-F649-4B6B-8960-C10DB3CD0BBB}" type="pres">
      <dgm:prSet presAssocID="{A9599533-1BB5-4650-B841-B2FABA2871CE}" presName="FirstChild" presStyleLbl="revTx" presStyleIdx="4" presStyleCnt="5" custScaleX="87459">
        <dgm:presLayoutVars>
          <dgm:chMax val="0"/>
          <dgm:chPref val="0"/>
          <dgm:bulletEnabled val="1"/>
        </dgm:presLayoutVars>
      </dgm:prSet>
      <dgm:spPr/>
    </dgm:pt>
    <dgm:pt modelId="{69FA5D57-6FA9-433B-91A4-5D0CB4664A90}" type="pres">
      <dgm:prSet presAssocID="{A9599533-1BB5-4650-B841-B2FABA2871CE}" presName="Parent" presStyleLbl="alignNode1" presStyleIdx="4" presStyleCnt="5" custScaleX="120049">
        <dgm:presLayoutVars>
          <dgm:chMax val="3"/>
          <dgm:chPref val="3"/>
          <dgm:bulletEnabled val="1"/>
        </dgm:presLayoutVars>
      </dgm:prSet>
      <dgm:spPr/>
    </dgm:pt>
    <dgm:pt modelId="{3600EF34-7A53-497C-8916-1A066FE91D1C}" type="pres">
      <dgm:prSet presAssocID="{A9599533-1BB5-4650-B841-B2FABA2871CE}" presName="Accent" presStyleLbl="parChTrans1D1" presStyleIdx="4" presStyleCnt="5"/>
      <dgm:spPr/>
    </dgm:pt>
  </dgm:ptLst>
  <dgm:cxnLst>
    <dgm:cxn modelId="{77A92901-C4E2-409C-B031-054F39A22AE3}" srcId="{414A3DD4-E168-4EBD-8F40-CAC0692A89C9}" destId="{31B3E9A9-7683-4EEF-A1E3-D4B128817861}" srcOrd="0" destOrd="0" parTransId="{FEA99825-EF9C-4727-8506-720A7DB35973}" sibTransId="{41D5EADF-8B97-48AD-9C5C-8B480F8A49D7}"/>
    <dgm:cxn modelId="{81881F0A-C94E-4FB4-8D66-31A271DC7012}" srcId="{414A3DD4-E168-4EBD-8F40-CAC0692A89C9}" destId="{A9599533-1BB5-4650-B841-B2FABA2871CE}" srcOrd="4" destOrd="0" parTransId="{A76676C3-1E50-4CB0-80B1-0EAA5C16B51B}" sibTransId="{481BC3EA-9A1D-414B-BDE0-3D31ADB4B466}"/>
    <dgm:cxn modelId="{4D59BA1B-D759-4285-9B0C-A93630E70F7E}" type="presOf" srcId="{365D7540-0425-4901-8856-B09405DBA681}" destId="{B09677DC-A20B-4957-8F37-2A2CBF42D4E5}" srcOrd="0" destOrd="0" presId="urn:microsoft.com/office/officeart/2011/layout/TabList"/>
    <dgm:cxn modelId="{44F45D37-F067-4966-B760-89A0ACF70B3B}" srcId="{414A3DD4-E168-4EBD-8F40-CAC0692A89C9}" destId="{365D7540-0425-4901-8856-B09405DBA681}" srcOrd="3" destOrd="0" parTransId="{45AD8ECD-E5D6-4753-833D-6758CC95DC36}" sibTransId="{8D880C62-7B8B-461D-B522-D92B9C60EAB8}"/>
    <dgm:cxn modelId="{6E7FE93F-CF15-4EA2-8E19-737A9CFF1A55}" type="presOf" srcId="{414A3DD4-E168-4EBD-8F40-CAC0692A89C9}" destId="{C69FE986-12FB-41B8-ABD6-A3E500A84DF9}" srcOrd="0" destOrd="0" presId="urn:microsoft.com/office/officeart/2011/layout/TabList"/>
    <dgm:cxn modelId="{00D67444-FC85-449A-8724-997628866379}" srcId="{BC063A41-F654-4818-93F9-61F3E109719C}" destId="{BFF6539C-5C6E-48C5-B443-7711BE7BC6A1}" srcOrd="0" destOrd="0" parTransId="{44C6FDC7-1455-4EAF-91FA-B655FB0F56FE}" sibTransId="{F79C34BD-E58C-4CB9-A5A1-3D61B6418431}"/>
    <dgm:cxn modelId="{64ACB149-4C89-43C1-8F38-767FEA0F60F3}" type="presOf" srcId="{5E114FD3-CCBF-4B5E-B8ED-F5AB4E1ABFF3}" destId="{0A84ACBE-2770-496B-BBC2-6267AE452FE1}" srcOrd="0" destOrd="0" presId="urn:microsoft.com/office/officeart/2011/layout/TabList"/>
    <dgm:cxn modelId="{BB1C474B-9DC9-48BD-B710-5D0BC9EFA0F2}" srcId="{18BE94CD-6EE7-4BEA-BB7C-462B03870992}" destId="{C0BD58F2-1596-48F9-A9CA-33D106A6D6CD}" srcOrd="0" destOrd="0" parTransId="{2E0D4749-65D2-4949-B412-2C483AF2F497}" sibTransId="{699A4FA7-A3B2-4046-8DF1-4F3C0DB55CF3}"/>
    <dgm:cxn modelId="{CBE0A953-7E26-445F-83F6-035BD5EBF44C}" type="presOf" srcId="{C0BD58F2-1596-48F9-A9CA-33D106A6D6CD}" destId="{71509F02-41AF-4B5F-B7F0-F19E60C1A9FA}" srcOrd="0" destOrd="0" presId="urn:microsoft.com/office/officeart/2011/layout/TabList"/>
    <dgm:cxn modelId="{5591B953-747E-4364-A273-D6E7AFB7D391}" type="presOf" srcId="{31B3E9A9-7683-4EEF-A1E3-D4B128817861}" destId="{BA20428F-389E-494A-BB4B-4FC093E652DC}" srcOrd="0" destOrd="0" presId="urn:microsoft.com/office/officeart/2011/layout/TabList"/>
    <dgm:cxn modelId="{A2F98D56-DE52-49EF-81DA-7004F749A366}" srcId="{414A3DD4-E168-4EBD-8F40-CAC0692A89C9}" destId="{BC063A41-F654-4818-93F9-61F3E109719C}" srcOrd="1" destOrd="0" parTransId="{490F3BC0-BBBE-442C-AA7B-9F866723273E}" sibTransId="{B9E3D831-C9E5-4029-BC31-ED8299CDAC2D}"/>
    <dgm:cxn modelId="{7355827C-9F70-4173-B755-6EF0185A780D}" type="presOf" srcId="{BC063A41-F654-4818-93F9-61F3E109719C}" destId="{23690B21-8ED5-45A3-8E3D-6BA748DA9968}" srcOrd="0" destOrd="0" presId="urn:microsoft.com/office/officeart/2011/layout/TabList"/>
    <dgm:cxn modelId="{E8E86380-BAE9-4598-B286-EBD6CFE0AAD4}" srcId="{414A3DD4-E168-4EBD-8F40-CAC0692A89C9}" destId="{18BE94CD-6EE7-4BEA-BB7C-462B03870992}" srcOrd="2" destOrd="0" parTransId="{B6401492-4C2E-47F5-BFBD-9E89F3064D7E}" sibTransId="{51E06C6E-3AA3-44FA-97E6-B2D9DFDE5873}"/>
    <dgm:cxn modelId="{99F95FA1-4B31-48F0-BD6C-EA313402E556}" type="presOf" srcId="{18BE94CD-6EE7-4BEA-BB7C-462B03870992}" destId="{43087C6F-3FD7-447B-90BF-43F2A7AC4E4C}" srcOrd="0" destOrd="0" presId="urn:microsoft.com/office/officeart/2011/layout/TabList"/>
    <dgm:cxn modelId="{41496EB1-B039-4C38-BC0A-12A75D0C218F}" srcId="{31B3E9A9-7683-4EEF-A1E3-D4B128817861}" destId="{119E635C-AE7C-4BA1-8025-7EE9964C586D}" srcOrd="0" destOrd="0" parTransId="{5270D1F9-6B64-4987-B1FF-9838A13D447F}" sibTransId="{E0D0BD5E-B353-4DF1-8260-A526A84A8965}"/>
    <dgm:cxn modelId="{4970EDBD-8C88-404A-AB0D-3150A9F37648}" srcId="{A9599533-1BB5-4650-B841-B2FABA2871CE}" destId="{ED32E17B-4C1C-4067-B9CD-C7411C6C218B}" srcOrd="0" destOrd="0" parTransId="{35C92C84-7A15-4E12-A6D6-80C1CE9B2DDE}" sibTransId="{4B6A6ED4-9200-4B6D-A810-3EEEE833601E}"/>
    <dgm:cxn modelId="{D13993D3-ED9F-4D6F-9D03-00C211E775C4}" srcId="{365D7540-0425-4901-8856-B09405DBA681}" destId="{5E114FD3-CCBF-4B5E-B8ED-F5AB4E1ABFF3}" srcOrd="0" destOrd="0" parTransId="{C666B438-1D4F-4681-BA2A-A35C81D46CD4}" sibTransId="{F428220E-E2A8-4AFC-BA2A-6B330EECE2BE}"/>
    <dgm:cxn modelId="{E65DA2EB-144C-40AE-9409-4FF867752E9E}" type="presOf" srcId="{ED32E17B-4C1C-4067-B9CD-C7411C6C218B}" destId="{F648053F-F649-4B6B-8960-C10DB3CD0BBB}" srcOrd="0" destOrd="0" presId="urn:microsoft.com/office/officeart/2011/layout/TabList"/>
    <dgm:cxn modelId="{4A599FEE-75ED-45B4-9B83-573B76740771}" type="presOf" srcId="{A9599533-1BB5-4650-B841-B2FABA2871CE}" destId="{69FA5D57-6FA9-433B-91A4-5D0CB4664A90}" srcOrd="0" destOrd="0" presId="urn:microsoft.com/office/officeart/2011/layout/TabList"/>
    <dgm:cxn modelId="{906321FB-02B5-4F48-B48E-723A8BC8B779}" type="presOf" srcId="{119E635C-AE7C-4BA1-8025-7EE9964C586D}" destId="{93CCE6FF-4D50-44AF-AC5D-4807A7F7FE77}" srcOrd="0" destOrd="0" presId="urn:microsoft.com/office/officeart/2011/layout/TabList"/>
    <dgm:cxn modelId="{77ADB4FD-D8A5-4E05-B7E5-D809BBF9C157}" type="presOf" srcId="{BFF6539C-5C6E-48C5-B443-7711BE7BC6A1}" destId="{2D5D1817-BB6F-470B-B2CB-3102F3808F59}" srcOrd="0" destOrd="0" presId="urn:microsoft.com/office/officeart/2011/layout/TabList"/>
    <dgm:cxn modelId="{445175F6-7E7F-44EE-B10D-0D36C9F99AC0}" type="presParOf" srcId="{C69FE986-12FB-41B8-ABD6-A3E500A84DF9}" destId="{44F2FC4E-69E2-4859-A2D0-F7B370B1FD7B}" srcOrd="0" destOrd="0" presId="urn:microsoft.com/office/officeart/2011/layout/TabList"/>
    <dgm:cxn modelId="{E1B75075-12AF-498B-84C9-259F4D63F17C}" type="presParOf" srcId="{44F2FC4E-69E2-4859-A2D0-F7B370B1FD7B}" destId="{93CCE6FF-4D50-44AF-AC5D-4807A7F7FE77}" srcOrd="0" destOrd="0" presId="urn:microsoft.com/office/officeart/2011/layout/TabList"/>
    <dgm:cxn modelId="{64F669A0-A93F-47D0-8E66-96B2FEC66891}" type="presParOf" srcId="{44F2FC4E-69E2-4859-A2D0-F7B370B1FD7B}" destId="{BA20428F-389E-494A-BB4B-4FC093E652DC}" srcOrd="1" destOrd="0" presId="urn:microsoft.com/office/officeart/2011/layout/TabList"/>
    <dgm:cxn modelId="{A4B72A21-6F2B-4B85-8464-B39F1703BD08}" type="presParOf" srcId="{44F2FC4E-69E2-4859-A2D0-F7B370B1FD7B}" destId="{BF5173FD-2067-429E-B453-8E0DDDDFD47B}" srcOrd="2" destOrd="0" presId="urn:microsoft.com/office/officeart/2011/layout/TabList"/>
    <dgm:cxn modelId="{5E061E56-67B1-46CE-B2DB-EEC4314E7524}" type="presParOf" srcId="{C69FE986-12FB-41B8-ABD6-A3E500A84DF9}" destId="{621F064B-EF50-498C-A9E8-73C80D21D120}" srcOrd="1" destOrd="0" presId="urn:microsoft.com/office/officeart/2011/layout/TabList"/>
    <dgm:cxn modelId="{F389CE3F-1DD0-4D4C-A5AA-724613B33B5B}" type="presParOf" srcId="{C69FE986-12FB-41B8-ABD6-A3E500A84DF9}" destId="{F379403E-423D-4A5D-8331-B8E4DF0F2E81}" srcOrd="2" destOrd="0" presId="urn:microsoft.com/office/officeart/2011/layout/TabList"/>
    <dgm:cxn modelId="{000413C5-540B-4A40-AEEF-E55509662255}" type="presParOf" srcId="{F379403E-423D-4A5D-8331-B8E4DF0F2E81}" destId="{2D5D1817-BB6F-470B-B2CB-3102F3808F59}" srcOrd="0" destOrd="0" presId="urn:microsoft.com/office/officeart/2011/layout/TabList"/>
    <dgm:cxn modelId="{24272861-A2D8-4284-A260-FE15C140D635}" type="presParOf" srcId="{F379403E-423D-4A5D-8331-B8E4DF0F2E81}" destId="{23690B21-8ED5-45A3-8E3D-6BA748DA9968}" srcOrd="1" destOrd="0" presId="urn:microsoft.com/office/officeart/2011/layout/TabList"/>
    <dgm:cxn modelId="{69FA732D-D0BF-4E5A-9B06-46A0C984018C}" type="presParOf" srcId="{F379403E-423D-4A5D-8331-B8E4DF0F2E81}" destId="{65CC52B2-FD14-4AFD-880F-1222ECA20419}" srcOrd="2" destOrd="0" presId="urn:microsoft.com/office/officeart/2011/layout/TabList"/>
    <dgm:cxn modelId="{18827F28-81D5-49B8-970F-56B6C7FE6B07}" type="presParOf" srcId="{C69FE986-12FB-41B8-ABD6-A3E500A84DF9}" destId="{117FC1FB-FD2B-481C-9C72-4F036FF5DBCC}" srcOrd="3" destOrd="0" presId="urn:microsoft.com/office/officeart/2011/layout/TabList"/>
    <dgm:cxn modelId="{4CF7EF59-D02D-429A-B35E-D4DA68F8CEAF}" type="presParOf" srcId="{C69FE986-12FB-41B8-ABD6-A3E500A84DF9}" destId="{285E712D-7131-4342-AF7D-CBF12D320B27}" srcOrd="4" destOrd="0" presId="urn:microsoft.com/office/officeart/2011/layout/TabList"/>
    <dgm:cxn modelId="{7E312AFD-E445-4C98-A14E-38020E7D99B1}" type="presParOf" srcId="{285E712D-7131-4342-AF7D-CBF12D320B27}" destId="{71509F02-41AF-4B5F-B7F0-F19E60C1A9FA}" srcOrd="0" destOrd="0" presId="urn:microsoft.com/office/officeart/2011/layout/TabList"/>
    <dgm:cxn modelId="{84C566EF-34B4-4D9E-92EF-FF29F148F371}" type="presParOf" srcId="{285E712D-7131-4342-AF7D-CBF12D320B27}" destId="{43087C6F-3FD7-447B-90BF-43F2A7AC4E4C}" srcOrd="1" destOrd="0" presId="urn:microsoft.com/office/officeart/2011/layout/TabList"/>
    <dgm:cxn modelId="{D26C6735-FD58-4559-8730-7F2F1053276C}" type="presParOf" srcId="{285E712D-7131-4342-AF7D-CBF12D320B27}" destId="{CCEB8263-A108-41E8-BE05-F961C0168AD6}" srcOrd="2" destOrd="0" presId="urn:microsoft.com/office/officeart/2011/layout/TabList"/>
    <dgm:cxn modelId="{30B14C28-FDF8-498F-9FD7-57D4916E3E43}" type="presParOf" srcId="{C69FE986-12FB-41B8-ABD6-A3E500A84DF9}" destId="{204C12C8-F7A7-4425-A3E0-CB95452218CC}" srcOrd="5" destOrd="0" presId="urn:microsoft.com/office/officeart/2011/layout/TabList"/>
    <dgm:cxn modelId="{E1B7FBBA-5933-4F02-BB6E-70F8E13A63A7}" type="presParOf" srcId="{C69FE986-12FB-41B8-ABD6-A3E500A84DF9}" destId="{954D5F77-FEB3-4AF9-B857-BD44DBA5F82E}" srcOrd="6" destOrd="0" presId="urn:microsoft.com/office/officeart/2011/layout/TabList"/>
    <dgm:cxn modelId="{984D0BDF-103C-4945-A700-67A8DD86F770}" type="presParOf" srcId="{954D5F77-FEB3-4AF9-B857-BD44DBA5F82E}" destId="{0A84ACBE-2770-496B-BBC2-6267AE452FE1}" srcOrd="0" destOrd="0" presId="urn:microsoft.com/office/officeart/2011/layout/TabList"/>
    <dgm:cxn modelId="{F0CBE6B9-FB9C-4100-BBA5-2935F9DDC6A8}" type="presParOf" srcId="{954D5F77-FEB3-4AF9-B857-BD44DBA5F82E}" destId="{B09677DC-A20B-4957-8F37-2A2CBF42D4E5}" srcOrd="1" destOrd="0" presId="urn:microsoft.com/office/officeart/2011/layout/TabList"/>
    <dgm:cxn modelId="{21072A49-ABAF-47E9-AD7C-468EE4BB2501}" type="presParOf" srcId="{954D5F77-FEB3-4AF9-B857-BD44DBA5F82E}" destId="{2E9C0FA7-EC53-4BE9-B319-E4232D5B9E79}" srcOrd="2" destOrd="0" presId="urn:microsoft.com/office/officeart/2011/layout/TabList"/>
    <dgm:cxn modelId="{6CE97868-731B-4829-B5D9-E292CAE90227}" type="presParOf" srcId="{C69FE986-12FB-41B8-ABD6-A3E500A84DF9}" destId="{66BF2C5C-E85E-4D83-BC5C-210EA966D8F1}" srcOrd="7" destOrd="0" presId="urn:microsoft.com/office/officeart/2011/layout/TabList"/>
    <dgm:cxn modelId="{4FA365EC-7232-4E78-B1FC-80475210B09F}" type="presParOf" srcId="{C69FE986-12FB-41B8-ABD6-A3E500A84DF9}" destId="{D3684697-5CD2-4532-84F7-F106DC9EC57E}" srcOrd="8" destOrd="0" presId="urn:microsoft.com/office/officeart/2011/layout/TabList"/>
    <dgm:cxn modelId="{16464275-DCEF-40E3-A7B0-9D21F8063720}" type="presParOf" srcId="{D3684697-5CD2-4532-84F7-F106DC9EC57E}" destId="{F648053F-F649-4B6B-8960-C10DB3CD0BBB}" srcOrd="0" destOrd="0" presId="urn:microsoft.com/office/officeart/2011/layout/TabList"/>
    <dgm:cxn modelId="{90FE395A-2A14-42FC-AC64-A7CD0C7190B5}" type="presParOf" srcId="{D3684697-5CD2-4532-84F7-F106DC9EC57E}" destId="{69FA5D57-6FA9-433B-91A4-5D0CB4664A90}" srcOrd="1" destOrd="0" presId="urn:microsoft.com/office/officeart/2011/layout/TabList"/>
    <dgm:cxn modelId="{CA302B71-2B9F-4045-B50D-9D8DA5DFE4E1}" type="presParOf" srcId="{D3684697-5CD2-4532-84F7-F106DC9EC57E}" destId="{3600EF34-7A53-497C-8916-1A066FE91D1C}" srcOrd="2" destOrd="0" presId="urn:microsoft.com/office/officeart/2011/layout/Tab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69.xml><?xml version="1.0" encoding="utf-8"?>
<dgm:dataModel xmlns:dgm="http://schemas.openxmlformats.org/drawingml/2006/diagram" xmlns:a="http://schemas.openxmlformats.org/drawingml/2006/main">
  <dgm:ptLst>
    <dgm:pt modelId="{0942F699-52AD-4C7F-8108-A04E89199E5D}" type="doc">
      <dgm:prSet loTypeId="urn:microsoft.com/office/officeart/2005/8/layout/hierarchy3" loCatId="relationship" qsTypeId="urn:microsoft.com/office/officeart/2005/8/quickstyle/simple3" qsCatId="simple" csTypeId="urn:microsoft.com/office/officeart/2005/8/colors/colorful1" csCatId="colorful" phldr="1"/>
      <dgm:spPr/>
      <dgm:t>
        <a:bodyPr/>
        <a:lstStyle/>
        <a:p>
          <a:endParaRPr lang="en-IN"/>
        </a:p>
      </dgm:t>
    </dgm:pt>
    <dgm:pt modelId="{B4CBB658-FAFB-43B0-9862-CAD1E31E50D4}">
      <dgm:prSet custT="1"/>
      <dgm:spPr/>
      <dgm:t>
        <a:bodyPr/>
        <a:lstStyle/>
        <a:p>
          <a:pPr>
            <a:spcAft>
              <a:spcPts val="0"/>
            </a:spcAft>
          </a:pPr>
          <a:r>
            <a:rPr lang="en-US" sz="1800" b="1" dirty="0"/>
            <a:t>@SpringBootApplication </a:t>
          </a:r>
        </a:p>
        <a:p>
          <a:pPr>
            <a:spcAft>
              <a:spcPts val="0"/>
            </a:spcAft>
          </a:pPr>
          <a:r>
            <a:rPr lang="en-US" sz="1800" b="0" dirty="0"/>
            <a:t>(It will Bootstraps the application)</a:t>
          </a:r>
          <a:endParaRPr lang="en-IN" sz="1800" b="0" dirty="0"/>
        </a:p>
      </dgm:t>
    </dgm:pt>
    <dgm:pt modelId="{DF491ACF-22D5-4F92-8139-FDBEB37EE374}" type="parTrans" cxnId="{C1249997-5E22-43AB-8AF6-877B711199ED}">
      <dgm:prSet/>
      <dgm:spPr/>
      <dgm:t>
        <a:bodyPr/>
        <a:lstStyle/>
        <a:p>
          <a:endParaRPr lang="en-IN" sz="1800" b="0"/>
        </a:p>
      </dgm:t>
    </dgm:pt>
    <dgm:pt modelId="{BF2C8013-8D8F-4415-AFA9-005C34887F60}" type="sibTrans" cxnId="{C1249997-5E22-43AB-8AF6-877B711199ED}">
      <dgm:prSet/>
      <dgm:spPr/>
      <dgm:t>
        <a:bodyPr/>
        <a:lstStyle/>
        <a:p>
          <a:endParaRPr lang="en-IN" sz="1800" b="0"/>
        </a:p>
      </dgm:t>
    </dgm:pt>
    <dgm:pt modelId="{44595D89-6BE5-466A-9BF9-B2110EB4034D}">
      <dgm:prSet custT="1"/>
      <dgm:spPr/>
      <dgm:t>
        <a:bodyPr/>
        <a:lstStyle/>
        <a:p>
          <a:pPr>
            <a:spcAft>
              <a:spcPts val="0"/>
            </a:spcAft>
          </a:pPr>
          <a:r>
            <a:rPr lang="en-US" sz="1800" b="1" dirty="0"/>
            <a:t>@EnableAutoConfiguration </a:t>
          </a:r>
        </a:p>
        <a:p>
          <a:pPr>
            <a:spcAft>
              <a:spcPts val="0"/>
            </a:spcAft>
          </a:pPr>
          <a:r>
            <a:rPr lang="en-US" sz="1800" b="0" dirty="0"/>
            <a:t>(Step3: </a:t>
          </a:r>
          <a:r>
            <a:rPr lang="en-US" sz="1800" dirty="0"/>
            <a:t>Automatically configures Spring components</a:t>
          </a:r>
          <a:r>
            <a:rPr lang="en-US" sz="1800" b="0" dirty="0"/>
            <a:t>)</a:t>
          </a:r>
          <a:endParaRPr lang="en-IN" sz="1800" b="0" dirty="0"/>
        </a:p>
      </dgm:t>
    </dgm:pt>
    <dgm:pt modelId="{FF12C133-CD0E-4881-9D6D-363666707AD8}" type="parTrans" cxnId="{E34E4EBA-7360-4EBA-94B2-E57E516B26FF}">
      <dgm:prSet/>
      <dgm:spPr/>
      <dgm:t>
        <a:bodyPr/>
        <a:lstStyle/>
        <a:p>
          <a:endParaRPr lang="en-IN" sz="1800" b="0"/>
        </a:p>
      </dgm:t>
    </dgm:pt>
    <dgm:pt modelId="{2C67938B-1340-4FCD-940F-0637B6D0B5D2}" type="sibTrans" cxnId="{E34E4EBA-7360-4EBA-94B2-E57E516B26FF}">
      <dgm:prSet/>
      <dgm:spPr/>
      <dgm:t>
        <a:bodyPr/>
        <a:lstStyle/>
        <a:p>
          <a:endParaRPr lang="en-IN" sz="1800" b="0"/>
        </a:p>
      </dgm:t>
    </dgm:pt>
    <dgm:pt modelId="{80F7C3EC-E4FB-410F-BB1D-F89975367D98}">
      <dgm:prSet custT="1"/>
      <dgm:spPr/>
      <dgm:t>
        <a:bodyPr/>
        <a:lstStyle/>
        <a:p>
          <a:pPr>
            <a:spcAft>
              <a:spcPts val="0"/>
            </a:spcAft>
          </a:pPr>
          <a:r>
            <a:rPr lang="en-US" sz="1800" b="1" dirty="0"/>
            <a:t>@Configuration </a:t>
          </a:r>
        </a:p>
        <a:p>
          <a:pPr>
            <a:spcAft>
              <a:spcPts val="0"/>
            </a:spcAft>
          </a:pPr>
          <a:r>
            <a:rPr lang="en-US" sz="1800" b="0" dirty="0"/>
            <a:t>(Step1: </a:t>
          </a:r>
          <a:r>
            <a:rPr lang="en-US" sz="1800" dirty="0"/>
            <a:t>marks a class as a source of Spring bean definitions.</a:t>
          </a:r>
          <a:r>
            <a:rPr lang="en-US" sz="1800" b="0" dirty="0"/>
            <a:t>)</a:t>
          </a:r>
          <a:endParaRPr lang="en-IN" sz="1800" b="0" dirty="0"/>
        </a:p>
      </dgm:t>
    </dgm:pt>
    <dgm:pt modelId="{7CBD855B-F7E7-4F20-89CA-2D0B79C67C89}" type="parTrans" cxnId="{E3C87075-6974-4CAB-8102-1BAAEA52039C}">
      <dgm:prSet/>
      <dgm:spPr/>
      <dgm:t>
        <a:bodyPr/>
        <a:lstStyle/>
        <a:p>
          <a:endParaRPr lang="en-IN"/>
        </a:p>
      </dgm:t>
    </dgm:pt>
    <dgm:pt modelId="{CACC5D4A-2907-4D4C-B903-EC542B41E830}" type="sibTrans" cxnId="{E3C87075-6974-4CAB-8102-1BAAEA52039C}">
      <dgm:prSet/>
      <dgm:spPr/>
      <dgm:t>
        <a:bodyPr/>
        <a:lstStyle/>
        <a:p>
          <a:endParaRPr lang="en-IN"/>
        </a:p>
      </dgm:t>
    </dgm:pt>
    <dgm:pt modelId="{7193E77E-3398-4CBE-A693-C584039568E6}">
      <dgm:prSet custT="1"/>
      <dgm:spPr/>
      <dgm:t>
        <a:bodyPr/>
        <a:lstStyle/>
        <a:p>
          <a:pPr>
            <a:spcAft>
              <a:spcPts val="0"/>
            </a:spcAft>
          </a:pPr>
          <a:r>
            <a:rPr lang="en-US" sz="1800" b="1" dirty="0"/>
            <a:t>@ComponentScan </a:t>
          </a:r>
        </a:p>
        <a:p>
          <a:pPr>
            <a:spcAft>
              <a:spcPts val="0"/>
            </a:spcAft>
          </a:pPr>
          <a:r>
            <a:rPr lang="en-US" sz="1800" b="0" dirty="0"/>
            <a:t>(Step2: </a:t>
          </a:r>
          <a:r>
            <a:rPr lang="en-US" sz="1800" dirty="0"/>
            <a:t>Scans package for Spring component</a:t>
          </a:r>
          <a:r>
            <a:rPr lang="en-US" sz="1800" b="0" dirty="0"/>
            <a:t>)</a:t>
          </a:r>
          <a:endParaRPr lang="en-IN" sz="1800" b="0" dirty="0"/>
        </a:p>
      </dgm:t>
    </dgm:pt>
    <dgm:pt modelId="{0F63CF2B-445B-48A6-8EB6-335D18184298}" type="parTrans" cxnId="{24B7778E-7962-41DE-8044-165E1BBD186B}">
      <dgm:prSet/>
      <dgm:spPr/>
      <dgm:t>
        <a:bodyPr/>
        <a:lstStyle/>
        <a:p>
          <a:endParaRPr lang="en-IN"/>
        </a:p>
      </dgm:t>
    </dgm:pt>
    <dgm:pt modelId="{4FC892AF-7F65-4344-BF80-E785803FF25C}" type="sibTrans" cxnId="{24B7778E-7962-41DE-8044-165E1BBD186B}">
      <dgm:prSet/>
      <dgm:spPr/>
      <dgm:t>
        <a:bodyPr/>
        <a:lstStyle/>
        <a:p>
          <a:endParaRPr lang="en-IN"/>
        </a:p>
      </dgm:t>
    </dgm:pt>
    <dgm:pt modelId="{166090B4-5086-492A-9163-5DDB9E5B0519}" type="pres">
      <dgm:prSet presAssocID="{0942F699-52AD-4C7F-8108-A04E89199E5D}" presName="diagram" presStyleCnt="0">
        <dgm:presLayoutVars>
          <dgm:chPref val="1"/>
          <dgm:dir/>
          <dgm:animOne val="branch"/>
          <dgm:animLvl val="lvl"/>
          <dgm:resizeHandles/>
        </dgm:presLayoutVars>
      </dgm:prSet>
      <dgm:spPr/>
    </dgm:pt>
    <dgm:pt modelId="{DBE1EFBF-E9E2-4546-BE97-EC57A9C7EB59}" type="pres">
      <dgm:prSet presAssocID="{B4CBB658-FAFB-43B0-9862-CAD1E31E50D4}" presName="root" presStyleCnt="0"/>
      <dgm:spPr/>
    </dgm:pt>
    <dgm:pt modelId="{E77DC685-6409-446D-9DDA-9AF4D282206B}" type="pres">
      <dgm:prSet presAssocID="{B4CBB658-FAFB-43B0-9862-CAD1E31E50D4}" presName="rootComposite" presStyleCnt="0"/>
      <dgm:spPr/>
    </dgm:pt>
    <dgm:pt modelId="{3A87CB55-CCF0-4330-B5A6-7AC6E7E4F98E}" type="pres">
      <dgm:prSet presAssocID="{B4CBB658-FAFB-43B0-9862-CAD1E31E50D4}" presName="rootText" presStyleLbl="node1" presStyleIdx="0" presStyleCnt="1" custScaleX="327474" custLinFactNeighborY="-10690"/>
      <dgm:spPr/>
    </dgm:pt>
    <dgm:pt modelId="{9390D430-42E2-4A95-919F-EA34D4BD5CE1}" type="pres">
      <dgm:prSet presAssocID="{B4CBB658-FAFB-43B0-9862-CAD1E31E50D4}" presName="rootConnector" presStyleLbl="node1" presStyleIdx="0" presStyleCnt="1"/>
      <dgm:spPr/>
    </dgm:pt>
    <dgm:pt modelId="{D96FE511-B438-4346-84DA-D4E78C524082}" type="pres">
      <dgm:prSet presAssocID="{B4CBB658-FAFB-43B0-9862-CAD1E31E50D4}" presName="childShape" presStyleCnt="0"/>
      <dgm:spPr/>
    </dgm:pt>
    <dgm:pt modelId="{93383E08-B4F9-4C01-B890-B2C3BCA4C432}" type="pres">
      <dgm:prSet presAssocID="{7CBD855B-F7E7-4F20-89CA-2D0B79C67C89}" presName="Name13" presStyleLbl="parChTrans1D2" presStyleIdx="0" presStyleCnt="3"/>
      <dgm:spPr/>
    </dgm:pt>
    <dgm:pt modelId="{50276B69-2762-4853-8E8C-AA9E22542FC2}" type="pres">
      <dgm:prSet presAssocID="{80F7C3EC-E4FB-410F-BB1D-F89975367D98}" presName="childText" presStyleLbl="bgAcc1" presStyleIdx="0" presStyleCnt="3" custScaleX="327474" custScaleY="111770">
        <dgm:presLayoutVars>
          <dgm:bulletEnabled val="1"/>
        </dgm:presLayoutVars>
      </dgm:prSet>
      <dgm:spPr/>
    </dgm:pt>
    <dgm:pt modelId="{26CB0BF3-E4FF-4BA0-AF9C-015D799111F5}" type="pres">
      <dgm:prSet presAssocID="{0F63CF2B-445B-48A6-8EB6-335D18184298}" presName="Name13" presStyleLbl="parChTrans1D2" presStyleIdx="1" presStyleCnt="3"/>
      <dgm:spPr/>
    </dgm:pt>
    <dgm:pt modelId="{FD174174-BD34-4BD9-9C9B-C62DFFE86833}" type="pres">
      <dgm:prSet presAssocID="{7193E77E-3398-4CBE-A693-C584039568E6}" presName="childText" presStyleLbl="bgAcc1" presStyleIdx="1" presStyleCnt="3" custScaleX="327696" custScaleY="111770">
        <dgm:presLayoutVars>
          <dgm:bulletEnabled val="1"/>
        </dgm:presLayoutVars>
      </dgm:prSet>
      <dgm:spPr/>
    </dgm:pt>
    <dgm:pt modelId="{4AC7E015-9615-4B0E-A21A-52233AB31AFC}" type="pres">
      <dgm:prSet presAssocID="{FF12C133-CD0E-4881-9D6D-363666707AD8}" presName="Name13" presStyleLbl="parChTrans1D2" presStyleIdx="2" presStyleCnt="3"/>
      <dgm:spPr/>
    </dgm:pt>
    <dgm:pt modelId="{B52B56DD-2501-4FCA-811A-1A0E606DEB9A}" type="pres">
      <dgm:prSet presAssocID="{44595D89-6BE5-466A-9BF9-B2110EB4034D}" presName="childText" presStyleLbl="bgAcc1" presStyleIdx="2" presStyleCnt="3" custScaleX="327474" custScaleY="111770">
        <dgm:presLayoutVars>
          <dgm:bulletEnabled val="1"/>
        </dgm:presLayoutVars>
      </dgm:prSet>
      <dgm:spPr/>
    </dgm:pt>
  </dgm:ptLst>
  <dgm:cxnLst>
    <dgm:cxn modelId="{73E2A80F-167D-4E08-932E-FAE51A6EAE48}" type="presOf" srcId="{0F63CF2B-445B-48A6-8EB6-335D18184298}" destId="{26CB0BF3-E4FF-4BA0-AF9C-015D799111F5}" srcOrd="0" destOrd="0" presId="urn:microsoft.com/office/officeart/2005/8/layout/hierarchy3"/>
    <dgm:cxn modelId="{88871C27-A013-42DE-8C7B-BEA648215CF1}" type="presOf" srcId="{7CBD855B-F7E7-4F20-89CA-2D0B79C67C89}" destId="{93383E08-B4F9-4C01-B890-B2C3BCA4C432}" srcOrd="0" destOrd="0" presId="urn:microsoft.com/office/officeart/2005/8/layout/hierarchy3"/>
    <dgm:cxn modelId="{61B03665-2282-4A9C-AEC8-C642378EB405}" type="presOf" srcId="{FF12C133-CD0E-4881-9D6D-363666707AD8}" destId="{4AC7E015-9615-4B0E-A21A-52233AB31AFC}" srcOrd="0" destOrd="0" presId="urn:microsoft.com/office/officeart/2005/8/layout/hierarchy3"/>
    <dgm:cxn modelId="{8C5C1650-A453-43B1-B79B-8AFA3E383A8C}" type="presOf" srcId="{B4CBB658-FAFB-43B0-9862-CAD1E31E50D4}" destId="{9390D430-42E2-4A95-919F-EA34D4BD5CE1}" srcOrd="1" destOrd="0" presId="urn:microsoft.com/office/officeart/2005/8/layout/hierarchy3"/>
    <dgm:cxn modelId="{E3C87075-6974-4CAB-8102-1BAAEA52039C}" srcId="{B4CBB658-FAFB-43B0-9862-CAD1E31E50D4}" destId="{80F7C3EC-E4FB-410F-BB1D-F89975367D98}" srcOrd="0" destOrd="0" parTransId="{7CBD855B-F7E7-4F20-89CA-2D0B79C67C89}" sibTransId="{CACC5D4A-2907-4D4C-B903-EC542B41E830}"/>
    <dgm:cxn modelId="{5EE8B27C-9841-4B15-8072-A6133CC18336}" type="presOf" srcId="{80F7C3EC-E4FB-410F-BB1D-F89975367D98}" destId="{50276B69-2762-4853-8E8C-AA9E22542FC2}" srcOrd="0" destOrd="0" presId="urn:microsoft.com/office/officeart/2005/8/layout/hierarchy3"/>
    <dgm:cxn modelId="{24B7778E-7962-41DE-8044-165E1BBD186B}" srcId="{B4CBB658-FAFB-43B0-9862-CAD1E31E50D4}" destId="{7193E77E-3398-4CBE-A693-C584039568E6}" srcOrd="1" destOrd="0" parTransId="{0F63CF2B-445B-48A6-8EB6-335D18184298}" sibTransId="{4FC892AF-7F65-4344-BF80-E785803FF25C}"/>
    <dgm:cxn modelId="{C1249997-5E22-43AB-8AF6-877B711199ED}" srcId="{0942F699-52AD-4C7F-8108-A04E89199E5D}" destId="{B4CBB658-FAFB-43B0-9862-CAD1E31E50D4}" srcOrd="0" destOrd="0" parTransId="{DF491ACF-22D5-4F92-8139-FDBEB37EE374}" sibTransId="{BF2C8013-8D8F-4415-AFA9-005C34887F60}"/>
    <dgm:cxn modelId="{0DB6309D-1960-4068-8FFE-7E54376E8EBE}" type="presOf" srcId="{0942F699-52AD-4C7F-8108-A04E89199E5D}" destId="{166090B4-5086-492A-9163-5DDB9E5B0519}" srcOrd="0" destOrd="0" presId="urn:microsoft.com/office/officeart/2005/8/layout/hierarchy3"/>
    <dgm:cxn modelId="{675F43B8-FFDC-404B-8249-511225C910EF}" type="presOf" srcId="{44595D89-6BE5-466A-9BF9-B2110EB4034D}" destId="{B52B56DD-2501-4FCA-811A-1A0E606DEB9A}" srcOrd="0" destOrd="0" presId="urn:microsoft.com/office/officeart/2005/8/layout/hierarchy3"/>
    <dgm:cxn modelId="{E34E4EBA-7360-4EBA-94B2-E57E516B26FF}" srcId="{B4CBB658-FAFB-43B0-9862-CAD1E31E50D4}" destId="{44595D89-6BE5-466A-9BF9-B2110EB4034D}" srcOrd="2" destOrd="0" parTransId="{FF12C133-CD0E-4881-9D6D-363666707AD8}" sibTransId="{2C67938B-1340-4FCD-940F-0637B6D0B5D2}"/>
    <dgm:cxn modelId="{0B2839D8-CF66-41D6-A37B-1297E51DD7A5}" type="presOf" srcId="{7193E77E-3398-4CBE-A693-C584039568E6}" destId="{FD174174-BD34-4BD9-9C9B-C62DFFE86833}" srcOrd="0" destOrd="0" presId="urn:microsoft.com/office/officeart/2005/8/layout/hierarchy3"/>
    <dgm:cxn modelId="{C9020CFC-64A1-4B5A-9480-8E7AFD1B79BB}" type="presOf" srcId="{B4CBB658-FAFB-43B0-9862-CAD1E31E50D4}" destId="{3A87CB55-CCF0-4330-B5A6-7AC6E7E4F98E}" srcOrd="0" destOrd="0" presId="urn:microsoft.com/office/officeart/2005/8/layout/hierarchy3"/>
    <dgm:cxn modelId="{9BF89126-A499-407B-BAA7-132FFF7D75D1}" type="presParOf" srcId="{166090B4-5086-492A-9163-5DDB9E5B0519}" destId="{DBE1EFBF-E9E2-4546-BE97-EC57A9C7EB59}" srcOrd="0" destOrd="0" presId="urn:microsoft.com/office/officeart/2005/8/layout/hierarchy3"/>
    <dgm:cxn modelId="{1037F35C-A7FC-466F-A075-54C6069446FD}" type="presParOf" srcId="{DBE1EFBF-E9E2-4546-BE97-EC57A9C7EB59}" destId="{E77DC685-6409-446D-9DDA-9AF4D282206B}" srcOrd="0" destOrd="0" presId="urn:microsoft.com/office/officeart/2005/8/layout/hierarchy3"/>
    <dgm:cxn modelId="{A40A1F46-744E-459C-AB93-E3E1B5EC7B8F}" type="presParOf" srcId="{E77DC685-6409-446D-9DDA-9AF4D282206B}" destId="{3A87CB55-CCF0-4330-B5A6-7AC6E7E4F98E}" srcOrd="0" destOrd="0" presId="urn:microsoft.com/office/officeart/2005/8/layout/hierarchy3"/>
    <dgm:cxn modelId="{757705E7-5566-4496-9879-EF9709FD9EBC}" type="presParOf" srcId="{E77DC685-6409-446D-9DDA-9AF4D282206B}" destId="{9390D430-42E2-4A95-919F-EA34D4BD5CE1}" srcOrd="1" destOrd="0" presId="urn:microsoft.com/office/officeart/2005/8/layout/hierarchy3"/>
    <dgm:cxn modelId="{4D604154-9E57-41F6-A619-9A9D864440E4}" type="presParOf" srcId="{DBE1EFBF-E9E2-4546-BE97-EC57A9C7EB59}" destId="{D96FE511-B438-4346-84DA-D4E78C524082}" srcOrd="1" destOrd="0" presId="urn:microsoft.com/office/officeart/2005/8/layout/hierarchy3"/>
    <dgm:cxn modelId="{9C7AA3AD-840D-42AE-9E2C-11AF034B90E0}" type="presParOf" srcId="{D96FE511-B438-4346-84DA-D4E78C524082}" destId="{93383E08-B4F9-4C01-B890-B2C3BCA4C432}" srcOrd="0" destOrd="0" presId="urn:microsoft.com/office/officeart/2005/8/layout/hierarchy3"/>
    <dgm:cxn modelId="{D89283E7-E477-4D75-80C8-66FA7081C57A}" type="presParOf" srcId="{D96FE511-B438-4346-84DA-D4E78C524082}" destId="{50276B69-2762-4853-8E8C-AA9E22542FC2}" srcOrd="1" destOrd="0" presId="urn:microsoft.com/office/officeart/2005/8/layout/hierarchy3"/>
    <dgm:cxn modelId="{97DC884B-DFAA-4902-B4B7-78CC5BD54A41}" type="presParOf" srcId="{D96FE511-B438-4346-84DA-D4E78C524082}" destId="{26CB0BF3-E4FF-4BA0-AF9C-015D799111F5}" srcOrd="2" destOrd="0" presId="urn:microsoft.com/office/officeart/2005/8/layout/hierarchy3"/>
    <dgm:cxn modelId="{1F9C5BFE-15A5-4DCB-A27F-E05810DD676F}" type="presParOf" srcId="{D96FE511-B438-4346-84DA-D4E78C524082}" destId="{FD174174-BD34-4BD9-9C9B-C62DFFE86833}" srcOrd="3" destOrd="0" presId="urn:microsoft.com/office/officeart/2005/8/layout/hierarchy3"/>
    <dgm:cxn modelId="{0CD6D16E-8249-42F7-A116-FF681203662D}" type="presParOf" srcId="{D96FE511-B438-4346-84DA-D4E78C524082}" destId="{4AC7E015-9615-4B0E-A21A-52233AB31AFC}" srcOrd="4" destOrd="0" presId="urn:microsoft.com/office/officeart/2005/8/layout/hierarchy3"/>
    <dgm:cxn modelId="{DE4EEF65-1C82-4652-859C-CC96D5612BD5}" type="presParOf" srcId="{D96FE511-B438-4346-84DA-D4E78C524082}" destId="{B52B56DD-2501-4FCA-811A-1A0E606DEB9A}" srcOrd="5" destOrd="0" presId="urn:microsoft.com/office/officeart/2005/8/layout/hierarchy3"/>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70.xml><?xml version="1.0" encoding="utf-8"?>
<dgm:dataModel xmlns:dgm="http://schemas.openxmlformats.org/drawingml/2006/diagram" xmlns:a="http://schemas.openxmlformats.org/drawingml/2006/main">
  <dgm:ptLst>
    <dgm:pt modelId="{3A294464-D1F7-4F7E-9974-DE06FD9C72F6}" type="doc">
      <dgm:prSet loTypeId="urn:microsoft.com/office/officeart/2005/8/layout/hierarchy4" loCatId="relationship" qsTypeId="urn:microsoft.com/office/officeart/2005/8/quickstyle/simple3" qsCatId="simple" csTypeId="urn:microsoft.com/office/officeart/2005/8/colors/colorful1" csCatId="colorful" phldr="1"/>
      <dgm:spPr/>
    </dgm:pt>
    <dgm:pt modelId="{573D39E3-3C01-43CA-88B8-48D80C1E3157}">
      <dgm:prSet phldrT="[Text]" custT="1"/>
      <dgm:spPr/>
      <dgm:t>
        <a:bodyPr/>
        <a:lstStyle/>
        <a:p>
          <a:r>
            <a:rPr lang="en-US" sz="1800" dirty="0"/>
            <a:t>Components</a:t>
          </a:r>
          <a:endParaRPr lang="en-IN" sz="1800" dirty="0"/>
        </a:p>
      </dgm:t>
    </dgm:pt>
    <dgm:pt modelId="{44791945-2F84-4039-A683-1342E09DA7EA}" type="parTrans" cxnId="{AD49C62C-5AA9-4A16-9475-B0FD16326374}">
      <dgm:prSet/>
      <dgm:spPr/>
      <dgm:t>
        <a:bodyPr/>
        <a:lstStyle/>
        <a:p>
          <a:endParaRPr lang="en-IN" sz="1800"/>
        </a:p>
      </dgm:t>
    </dgm:pt>
    <dgm:pt modelId="{BD04084C-DAEC-4C42-9BF0-117CA0F0B95A}" type="sibTrans" cxnId="{AD49C62C-5AA9-4A16-9475-B0FD16326374}">
      <dgm:prSet/>
      <dgm:spPr/>
      <dgm:t>
        <a:bodyPr/>
        <a:lstStyle/>
        <a:p>
          <a:endParaRPr lang="en-IN" sz="1800"/>
        </a:p>
      </dgm:t>
    </dgm:pt>
    <dgm:pt modelId="{797F80A5-6D99-4110-BF21-E969016AF125}">
      <dgm:prSet phldrT="[Text]" custT="1"/>
      <dgm:spPr/>
      <dgm:t>
        <a:bodyPr/>
        <a:lstStyle/>
        <a:p>
          <a:r>
            <a:rPr lang="en-US" sz="1800" dirty="0"/>
            <a:t>Auto-configuration</a:t>
          </a:r>
          <a:endParaRPr lang="en-IN" sz="1800" dirty="0"/>
        </a:p>
      </dgm:t>
    </dgm:pt>
    <dgm:pt modelId="{239CD6D7-1DFD-4EC9-9532-40EBBBCC2627}" type="parTrans" cxnId="{34A1D4D8-C790-459E-A3DF-8BC320674792}">
      <dgm:prSet/>
      <dgm:spPr/>
      <dgm:t>
        <a:bodyPr/>
        <a:lstStyle/>
        <a:p>
          <a:endParaRPr lang="en-IN" sz="1800"/>
        </a:p>
      </dgm:t>
    </dgm:pt>
    <dgm:pt modelId="{5BE49519-1D9C-422D-A493-3C8351061EA9}" type="sibTrans" cxnId="{34A1D4D8-C790-459E-A3DF-8BC320674792}">
      <dgm:prSet/>
      <dgm:spPr/>
      <dgm:t>
        <a:bodyPr/>
        <a:lstStyle/>
        <a:p>
          <a:endParaRPr lang="en-IN" sz="1800"/>
        </a:p>
      </dgm:t>
    </dgm:pt>
    <dgm:pt modelId="{4E064022-85DB-4D51-AA63-E6C42312C647}">
      <dgm:prSet phldrT="[Text]" custT="1"/>
      <dgm:spPr>
        <a:solidFill>
          <a:schemeClr val="accent6">
            <a:lumMod val="60000"/>
            <a:lumOff val="40000"/>
          </a:schemeClr>
        </a:solidFill>
      </dgm:spPr>
      <dgm:t>
        <a:bodyPr/>
        <a:lstStyle/>
        <a:p>
          <a:r>
            <a:rPr lang="en-US" sz="1800" dirty="0"/>
            <a:t>Embedded web server </a:t>
          </a:r>
        </a:p>
        <a:p>
          <a:r>
            <a:rPr lang="en-US" sz="1800" dirty="0"/>
            <a:t>(tomcat)</a:t>
          </a:r>
          <a:endParaRPr lang="en-IN" sz="1800" dirty="0"/>
        </a:p>
      </dgm:t>
    </dgm:pt>
    <dgm:pt modelId="{6C9761FE-F141-4B58-9599-16CB21B70981}" type="parTrans" cxnId="{B6ED5916-57AD-4A05-88D2-DA672E5B2205}">
      <dgm:prSet/>
      <dgm:spPr/>
      <dgm:t>
        <a:bodyPr/>
        <a:lstStyle/>
        <a:p>
          <a:endParaRPr lang="en-IN" sz="1800"/>
        </a:p>
      </dgm:t>
    </dgm:pt>
    <dgm:pt modelId="{ECA486A2-78DA-452D-BEEB-771F71F58121}" type="sibTrans" cxnId="{B6ED5916-57AD-4A05-88D2-DA672E5B2205}">
      <dgm:prSet/>
      <dgm:spPr/>
      <dgm:t>
        <a:bodyPr/>
        <a:lstStyle/>
        <a:p>
          <a:endParaRPr lang="en-IN" sz="1800"/>
        </a:p>
      </dgm:t>
    </dgm:pt>
    <dgm:pt modelId="{D25438BC-E101-443A-825A-45E7FBA16897}">
      <dgm:prSet phldrT="[Text]" custT="1"/>
      <dgm:spPr>
        <a:solidFill>
          <a:schemeClr val="accent4">
            <a:lumMod val="60000"/>
            <a:lumOff val="40000"/>
          </a:schemeClr>
        </a:solidFill>
      </dgm:spPr>
      <dgm:t>
        <a:bodyPr/>
        <a:lstStyle/>
        <a:p>
          <a:r>
            <a:rPr lang="en-IN" sz="1800" dirty="0"/>
            <a:t>Spring Boot Actuator (Optional)</a:t>
          </a:r>
        </a:p>
      </dgm:t>
    </dgm:pt>
    <dgm:pt modelId="{1DD04932-380B-4EB3-AD2E-C733D0D6CBA6}" type="parTrans" cxnId="{C699363E-97B5-4D86-A904-DC14924C6E90}">
      <dgm:prSet/>
      <dgm:spPr/>
      <dgm:t>
        <a:bodyPr/>
        <a:lstStyle/>
        <a:p>
          <a:endParaRPr lang="en-IN" sz="1800"/>
        </a:p>
      </dgm:t>
    </dgm:pt>
    <dgm:pt modelId="{E9C5814C-A45A-4AE4-8DC5-FB49ABEA3AB6}" type="sibTrans" cxnId="{C699363E-97B5-4D86-A904-DC14924C6E90}">
      <dgm:prSet/>
      <dgm:spPr/>
      <dgm:t>
        <a:bodyPr/>
        <a:lstStyle/>
        <a:p>
          <a:endParaRPr lang="en-IN" sz="1800"/>
        </a:p>
      </dgm:t>
    </dgm:pt>
    <dgm:pt modelId="{2DEF5E36-E74D-46E9-8740-4BB927ABDCE8}" type="pres">
      <dgm:prSet presAssocID="{3A294464-D1F7-4F7E-9974-DE06FD9C72F6}" presName="Name0" presStyleCnt="0">
        <dgm:presLayoutVars>
          <dgm:chPref val="1"/>
          <dgm:dir/>
          <dgm:animOne val="branch"/>
          <dgm:animLvl val="lvl"/>
          <dgm:resizeHandles/>
        </dgm:presLayoutVars>
      </dgm:prSet>
      <dgm:spPr/>
    </dgm:pt>
    <dgm:pt modelId="{2895DBAF-6ACE-46CB-A16E-A66659788E0E}" type="pres">
      <dgm:prSet presAssocID="{573D39E3-3C01-43CA-88B8-48D80C1E3157}" presName="vertOne" presStyleCnt="0"/>
      <dgm:spPr/>
    </dgm:pt>
    <dgm:pt modelId="{753941DD-95FD-40AB-96EB-7BA66D360FB5}" type="pres">
      <dgm:prSet presAssocID="{573D39E3-3C01-43CA-88B8-48D80C1E3157}" presName="txOne" presStyleLbl="node0" presStyleIdx="0" presStyleCnt="2" custScaleY="89203">
        <dgm:presLayoutVars>
          <dgm:chPref val="3"/>
        </dgm:presLayoutVars>
      </dgm:prSet>
      <dgm:spPr/>
    </dgm:pt>
    <dgm:pt modelId="{50E3F848-3256-42FA-A7E9-0A055937133A}" type="pres">
      <dgm:prSet presAssocID="{573D39E3-3C01-43CA-88B8-48D80C1E3157}" presName="parTransOne" presStyleCnt="0"/>
      <dgm:spPr/>
    </dgm:pt>
    <dgm:pt modelId="{20F0A21F-B62A-498C-BEA3-998EE53BD8A2}" type="pres">
      <dgm:prSet presAssocID="{573D39E3-3C01-43CA-88B8-48D80C1E3157}" presName="horzOne" presStyleCnt="0"/>
      <dgm:spPr/>
    </dgm:pt>
    <dgm:pt modelId="{902505A2-BAA4-44D9-9927-132FDDFF625B}" type="pres">
      <dgm:prSet presAssocID="{797F80A5-6D99-4110-BF21-E969016AF125}" presName="vertTwo" presStyleCnt="0"/>
      <dgm:spPr/>
    </dgm:pt>
    <dgm:pt modelId="{CEBAE773-47B1-4A53-98CA-E622C8BD6B17}" type="pres">
      <dgm:prSet presAssocID="{797F80A5-6D99-4110-BF21-E969016AF125}" presName="txTwo" presStyleLbl="node2" presStyleIdx="0" presStyleCnt="2">
        <dgm:presLayoutVars>
          <dgm:chPref val="3"/>
        </dgm:presLayoutVars>
      </dgm:prSet>
      <dgm:spPr/>
    </dgm:pt>
    <dgm:pt modelId="{63605D81-7E1A-45CC-8EE9-D6FBF5B6D1DB}" type="pres">
      <dgm:prSet presAssocID="{797F80A5-6D99-4110-BF21-E969016AF125}" presName="horzTwo" presStyleCnt="0"/>
      <dgm:spPr/>
    </dgm:pt>
    <dgm:pt modelId="{F66E3805-55E2-4BDE-9872-2C41AFFB5C0A}" type="pres">
      <dgm:prSet presAssocID="{BD04084C-DAEC-4C42-9BF0-117CA0F0B95A}" presName="sibSpaceOne" presStyleCnt="0"/>
      <dgm:spPr/>
    </dgm:pt>
    <dgm:pt modelId="{CC9CDE9D-4445-4819-87C0-D3E35AE65215}" type="pres">
      <dgm:prSet presAssocID="{4E064022-85DB-4D51-AA63-E6C42312C647}" presName="vertOne" presStyleCnt="0"/>
      <dgm:spPr/>
    </dgm:pt>
    <dgm:pt modelId="{45D0A72F-51CF-4BA6-BC1B-6786F9E7EE0F}" type="pres">
      <dgm:prSet presAssocID="{4E064022-85DB-4D51-AA63-E6C42312C647}" presName="txOne" presStyleLbl="node0" presStyleIdx="1" presStyleCnt="2">
        <dgm:presLayoutVars>
          <dgm:chPref val="3"/>
        </dgm:presLayoutVars>
      </dgm:prSet>
      <dgm:spPr/>
    </dgm:pt>
    <dgm:pt modelId="{BB6A8C9B-FA0A-47FB-BF5A-95DEC692CEF5}" type="pres">
      <dgm:prSet presAssocID="{4E064022-85DB-4D51-AA63-E6C42312C647}" presName="parTransOne" presStyleCnt="0"/>
      <dgm:spPr/>
    </dgm:pt>
    <dgm:pt modelId="{EC277356-5C3A-49BB-A77F-ECCC03100149}" type="pres">
      <dgm:prSet presAssocID="{4E064022-85DB-4D51-AA63-E6C42312C647}" presName="horzOne" presStyleCnt="0"/>
      <dgm:spPr/>
    </dgm:pt>
    <dgm:pt modelId="{C2FA9A31-8102-4BE2-9493-1F9D05955080}" type="pres">
      <dgm:prSet presAssocID="{D25438BC-E101-443A-825A-45E7FBA16897}" presName="vertTwo" presStyleCnt="0"/>
      <dgm:spPr/>
    </dgm:pt>
    <dgm:pt modelId="{45E9510C-D978-4016-9A13-4AE6FD804A3D}" type="pres">
      <dgm:prSet presAssocID="{D25438BC-E101-443A-825A-45E7FBA16897}" presName="txTwo" presStyleLbl="node2" presStyleIdx="1" presStyleCnt="2">
        <dgm:presLayoutVars>
          <dgm:chPref val="3"/>
        </dgm:presLayoutVars>
      </dgm:prSet>
      <dgm:spPr/>
    </dgm:pt>
    <dgm:pt modelId="{7B0C4072-A809-4BBF-8DF3-BA685B1EFB5C}" type="pres">
      <dgm:prSet presAssocID="{D25438BC-E101-443A-825A-45E7FBA16897}" presName="horzTwo" presStyleCnt="0"/>
      <dgm:spPr/>
    </dgm:pt>
  </dgm:ptLst>
  <dgm:cxnLst>
    <dgm:cxn modelId="{B6ED5916-57AD-4A05-88D2-DA672E5B2205}" srcId="{3A294464-D1F7-4F7E-9974-DE06FD9C72F6}" destId="{4E064022-85DB-4D51-AA63-E6C42312C647}" srcOrd="1" destOrd="0" parTransId="{6C9761FE-F141-4B58-9599-16CB21B70981}" sibTransId="{ECA486A2-78DA-452D-BEEB-771F71F58121}"/>
    <dgm:cxn modelId="{ABB96D1A-6A41-4D5A-A159-940CD4D3FD03}" type="presOf" srcId="{3A294464-D1F7-4F7E-9974-DE06FD9C72F6}" destId="{2DEF5E36-E74D-46E9-8740-4BB927ABDCE8}" srcOrd="0" destOrd="0" presId="urn:microsoft.com/office/officeart/2005/8/layout/hierarchy4"/>
    <dgm:cxn modelId="{AD49C62C-5AA9-4A16-9475-B0FD16326374}" srcId="{3A294464-D1F7-4F7E-9974-DE06FD9C72F6}" destId="{573D39E3-3C01-43CA-88B8-48D80C1E3157}" srcOrd="0" destOrd="0" parTransId="{44791945-2F84-4039-A683-1342E09DA7EA}" sibTransId="{BD04084C-DAEC-4C42-9BF0-117CA0F0B95A}"/>
    <dgm:cxn modelId="{C699363E-97B5-4D86-A904-DC14924C6E90}" srcId="{4E064022-85DB-4D51-AA63-E6C42312C647}" destId="{D25438BC-E101-443A-825A-45E7FBA16897}" srcOrd="0" destOrd="0" parTransId="{1DD04932-380B-4EB3-AD2E-C733D0D6CBA6}" sibTransId="{E9C5814C-A45A-4AE4-8DC5-FB49ABEA3AB6}"/>
    <dgm:cxn modelId="{EA0DE441-FCB2-4D7A-9995-1D3AA6E226E9}" type="presOf" srcId="{797F80A5-6D99-4110-BF21-E969016AF125}" destId="{CEBAE773-47B1-4A53-98CA-E622C8BD6B17}" srcOrd="0" destOrd="0" presId="urn:microsoft.com/office/officeart/2005/8/layout/hierarchy4"/>
    <dgm:cxn modelId="{C71F047C-56A7-4069-9EC5-E2D855830F62}" type="presOf" srcId="{D25438BC-E101-443A-825A-45E7FBA16897}" destId="{45E9510C-D978-4016-9A13-4AE6FD804A3D}" srcOrd="0" destOrd="0" presId="urn:microsoft.com/office/officeart/2005/8/layout/hierarchy4"/>
    <dgm:cxn modelId="{EFD4CCA4-C6C1-4FF8-9160-EA9F23C2553F}" type="presOf" srcId="{573D39E3-3C01-43CA-88B8-48D80C1E3157}" destId="{753941DD-95FD-40AB-96EB-7BA66D360FB5}" srcOrd="0" destOrd="0" presId="urn:microsoft.com/office/officeart/2005/8/layout/hierarchy4"/>
    <dgm:cxn modelId="{CF0434BC-6C89-4B36-BB5E-545EAEF90564}" type="presOf" srcId="{4E064022-85DB-4D51-AA63-E6C42312C647}" destId="{45D0A72F-51CF-4BA6-BC1B-6786F9E7EE0F}" srcOrd="0" destOrd="0" presId="urn:microsoft.com/office/officeart/2005/8/layout/hierarchy4"/>
    <dgm:cxn modelId="{34A1D4D8-C790-459E-A3DF-8BC320674792}" srcId="{573D39E3-3C01-43CA-88B8-48D80C1E3157}" destId="{797F80A5-6D99-4110-BF21-E969016AF125}" srcOrd="0" destOrd="0" parTransId="{239CD6D7-1DFD-4EC9-9532-40EBBBCC2627}" sibTransId="{5BE49519-1D9C-422D-A493-3C8351061EA9}"/>
    <dgm:cxn modelId="{B81629D0-096A-4B00-B702-313FFEE4BD68}" type="presParOf" srcId="{2DEF5E36-E74D-46E9-8740-4BB927ABDCE8}" destId="{2895DBAF-6ACE-46CB-A16E-A66659788E0E}" srcOrd="0" destOrd="0" presId="urn:microsoft.com/office/officeart/2005/8/layout/hierarchy4"/>
    <dgm:cxn modelId="{33ADE6ED-92C8-4EE2-83F1-0D19EDECDCEE}" type="presParOf" srcId="{2895DBAF-6ACE-46CB-A16E-A66659788E0E}" destId="{753941DD-95FD-40AB-96EB-7BA66D360FB5}" srcOrd="0" destOrd="0" presId="urn:microsoft.com/office/officeart/2005/8/layout/hierarchy4"/>
    <dgm:cxn modelId="{D55FE16F-1953-4FDD-9BEA-021E39EE6277}" type="presParOf" srcId="{2895DBAF-6ACE-46CB-A16E-A66659788E0E}" destId="{50E3F848-3256-42FA-A7E9-0A055937133A}" srcOrd="1" destOrd="0" presId="urn:microsoft.com/office/officeart/2005/8/layout/hierarchy4"/>
    <dgm:cxn modelId="{6A1F3466-9DA1-41B3-8412-A77B5B034942}" type="presParOf" srcId="{2895DBAF-6ACE-46CB-A16E-A66659788E0E}" destId="{20F0A21F-B62A-498C-BEA3-998EE53BD8A2}" srcOrd="2" destOrd="0" presId="urn:microsoft.com/office/officeart/2005/8/layout/hierarchy4"/>
    <dgm:cxn modelId="{9296B04A-8A7D-4259-840C-BAEB3A7A9B6E}" type="presParOf" srcId="{20F0A21F-B62A-498C-BEA3-998EE53BD8A2}" destId="{902505A2-BAA4-44D9-9927-132FDDFF625B}" srcOrd="0" destOrd="0" presId="urn:microsoft.com/office/officeart/2005/8/layout/hierarchy4"/>
    <dgm:cxn modelId="{41C8F0B9-E885-4264-890A-713007F191CE}" type="presParOf" srcId="{902505A2-BAA4-44D9-9927-132FDDFF625B}" destId="{CEBAE773-47B1-4A53-98CA-E622C8BD6B17}" srcOrd="0" destOrd="0" presId="urn:microsoft.com/office/officeart/2005/8/layout/hierarchy4"/>
    <dgm:cxn modelId="{D30F3035-45A8-489F-9AD2-C7C7D64E3558}" type="presParOf" srcId="{902505A2-BAA4-44D9-9927-132FDDFF625B}" destId="{63605D81-7E1A-45CC-8EE9-D6FBF5B6D1DB}" srcOrd="1" destOrd="0" presId="urn:microsoft.com/office/officeart/2005/8/layout/hierarchy4"/>
    <dgm:cxn modelId="{DA678EF3-B078-4DB0-A218-908E9A304455}" type="presParOf" srcId="{2DEF5E36-E74D-46E9-8740-4BB927ABDCE8}" destId="{F66E3805-55E2-4BDE-9872-2C41AFFB5C0A}" srcOrd="1" destOrd="0" presId="urn:microsoft.com/office/officeart/2005/8/layout/hierarchy4"/>
    <dgm:cxn modelId="{FF6ECE58-AC91-421E-8A4B-CF7608CC9583}" type="presParOf" srcId="{2DEF5E36-E74D-46E9-8740-4BB927ABDCE8}" destId="{CC9CDE9D-4445-4819-87C0-D3E35AE65215}" srcOrd="2" destOrd="0" presId="urn:microsoft.com/office/officeart/2005/8/layout/hierarchy4"/>
    <dgm:cxn modelId="{4C1678AE-9B7B-4217-AF17-ABA8AF80290C}" type="presParOf" srcId="{CC9CDE9D-4445-4819-87C0-D3E35AE65215}" destId="{45D0A72F-51CF-4BA6-BC1B-6786F9E7EE0F}" srcOrd="0" destOrd="0" presId="urn:microsoft.com/office/officeart/2005/8/layout/hierarchy4"/>
    <dgm:cxn modelId="{F61183DF-0958-47CC-AE10-36457B553673}" type="presParOf" srcId="{CC9CDE9D-4445-4819-87C0-D3E35AE65215}" destId="{BB6A8C9B-FA0A-47FB-BF5A-95DEC692CEF5}" srcOrd="1" destOrd="0" presId="urn:microsoft.com/office/officeart/2005/8/layout/hierarchy4"/>
    <dgm:cxn modelId="{2B0B5149-F6F6-4283-9815-D1D0A7083B92}" type="presParOf" srcId="{CC9CDE9D-4445-4819-87C0-D3E35AE65215}" destId="{EC277356-5C3A-49BB-A77F-ECCC03100149}" srcOrd="2" destOrd="0" presId="urn:microsoft.com/office/officeart/2005/8/layout/hierarchy4"/>
    <dgm:cxn modelId="{9D86E60C-988D-4F68-951A-29A6EA651B00}" type="presParOf" srcId="{EC277356-5C3A-49BB-A77F-ECCC03100149}" destId="{C2FA9A31-8102-4BE2-9493-1F9D05955080}" srcOrd="0" destOrd="0" presId="urn:microsoft.com/office/officeart/2005/8/layout/hierarchy4"/>
    <dgm:cxn modelId="{1931CA53-816B-4D44-9989-86CA0A079B9B}" type="presParOf" srcId="{C2FA9A31-8102-4BE2-9493-1F9D05955080}" destId="{45E9510C-D978-4016-9A13-4AE6FD804A3D}" srcOrd="0" destOrd="0" presId="urn:microsoft.com/office/officeart/2005/8/layout/hierarchy4"/>
    <dgm:cxn modelId="{DCBDC1FB-8E99-4ACB-813D-BD82496A7006}" type="presParOf" srcId="{C2FA9A31-8102-4BE2-9493-1F9D05955080}" destId="{7B0C4072-A809-4BBF-8DF3-BA685B1EFB5C}" srcOrd="1" destOrd="0" presId="urn:microsoft.com/office/officeart/2005/8/layout/hierarchy4"/>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71.xml><?xml version="1.0" encoding="utf-8"?>
<dgm:dataModel xmlns:dgm="http://schemas.openxmlformats.org/drawingml/2006/diagram" xmlns:a="http://schemas.openxmlformats.org/drawingml/2006/main">
  <dgm:ptLst>
    <dgm:pt modelId="{AD5AE79C-34C4-4EA7-86CE-4599F01E2280}" type="doc">
      <dgm:prSet loTypeId="urn:microsoft.com/office/officeart/2011/layout/TabList" loCatId="list" qsTypeId="urn:microsoft.com/office/officeart/2005/8/quickstyle/simple3" qsCatId="simple" csTypeId="urn:microsoft.com/office/officeart/2005/8/colors/colorful1" csCatId="colorful" phldr="1"/>
      <dgm:spPr/>
      <dgm:t>
        <a:bodyPr/>
        <a:lstStyle/>
        <a:p>
          <a:endParaRPr lang="en-IN"/>
        </a:p>
      </dgm:t>
    </dgm:pt>
    <dgm:pt modelId="{378230A1-1287-4347-88B9-A8E3F3C10C08}">
      <dgm:prSet phldrT="[Text]" custT="1"/>
      <dgm:spPr/>
      <dgm:t>
        <a:bodyPr/>
        <a:lstStyle/>
        <a:p>
          <a:pPr algn="l"/>
          <a:r>
            <a:rPr lang="en-IN" sz="1800" b="1" dirty="0"/>
            <a:t>1. System Metrics:</a:t>
          </a:r>
        </a:p>
      </dgm:t>
    </dgm:pt>
    <dgm:pt modelId="{E38E63A8-9DF3-421E-A339-A369A260DDD9}" type="parTrans" cxnId="{D9661FF0-1865-455E-925C-6F8AF3FD7E11}">
      <dgm:prSet/>
      <dgm:spPr/>
      <dgm:t>
        <a:bodyPr/>
        <a:lstStyle/>
        <a:p>
          <a:endParaRPr lang="en-IN" sz="1800"/>
        </a:p>
      </dgm:t>
    </dgm:pt>
    <dgm:pt modelId="{A38C4B7E-E1F9-4B0B-B33B-44875F3D60D9}" type="sibTrans" cxnId="{D9661FF0-1865-455E-925C-6F8AF3FD7E11}">
      <dgm:prSet/>
      <dgm:spPr/>
      <dgm:t>
        <a:bodyPr/>
        <a:lstStyle/>
        <a:p>
          <a:endParaRPr lang="en-IN" sz="1800"/>
        </a:p>
      </dgm:t>
    </dgm:pt>
    <dgm:pt modelId="{2EE6A18A-144C-4EB7-A99C-99C14E27B4A6}">
      <dgm:prSet phldrT="[Text]" custT="1"/>
      <dgm:spPr/>
      <dgm:t>
        <a:bodyPr/>
        <a:lstStyle/>
        <a:p>
          <a:r>
            <a:rPr lang="en-US" sz="1800" dirty="0"/>
            <a:t>JVM Metrics: Memory usage, garbage collection, threads, class loading.</a:t>
          </a:r>
          <a:endParaRPr lang="en-IN" sz="1800" dirty="0"/>
        </a:p>
      </dgm:t>
    </dgm:pt>
    <dgm:pt modelId="{736A2733-F30C-4854-BA7F-C0FBF7741665}" type="parTrans" cxnId="{A3EA1611-BE76-4D21-A0B4-E9CAE9271FAD}">
      <dgm:prSet/>
      <dgm:spPr/>
      <dgm:t>
        <a:bodyPr/>
        <a:lstStyle/>
        <a:p>
          <a:endParaRPr lang="en-IN" sz="1800"/>
        </a:p>
      </dgm:t>
    </dgm:pt>
    <dgm:pt modelId="{F4E39E4F-756B-4C9F-8B5D-CB91C46242EA}" type="sibTrans" cxnId="{A3EA1611-BE76-4D21-A0B4-E9CAE9271FAD}">
      <dgm:prSet/>
      <dgm:spPr/>
      <dgm:t>
        <a:bodyPr/>
        <a:lstStyle/>
        <a:p>
          <a:endParaRPr lang="en-IN" sz="1800"/>
        </a:p>
      </dgm:t>
    </dgm:pt>
    <dgm:pt modelId="{4C738ECA-D299-42C9-BECB-5F284F122152}">
      <dgm:prSet phldrT="[Text]" custT="1"/>
      <dgm:spPr/>
      <dgm:t>
        <a:bodyPr/>
        <a:lstStyle/>
        <a:p>
          <a:pPr algn="l"/>
          <a:r>
            <a:rPr lang="en-IN" sz="1800" b="1" dirty="0"/>
            <a:t>2. Application Metrics:</a:t>
          </a:r>
        </a:p>
      </dgm:t>
    </dgm:pt>
    <dgm:pt modelId="{38B1A75A-3D14-4918-9701-252FE23C0BE6}" type="parTrans" cxnId="{38FF904C-06AD-4972-B05D-D49B90D25AB5}">
      <dgm:prSet/>
      <dgm:spPr/>
      <dgm:t>
        <a:bodyPr/>
        <a:lstStyle/>
        <a:p>
          <a:endParaRPr lang="en-IN" sz="1800"/>
        </a:p>
      </dgm:t>
    </dgm:pt>
    <dgm:pt modelId="{03EA3E9D-FDAF-444A-B126-EC252F952171}" type="sibTrans" cxnId="{38FF904C-06AD-4972-B05D-D49B90D25AB5}">
      <dgm:prSet/>
      <dgm:spPr/>
      <dgm:t>
        <a:bodyPr/>
        <a:lstStyle/>
        <a:p>
          <a:endParaRPr lang="en-IN" sz="1800"/>
        </a:p>
      </dgm:t>
    </dgm:pt>
    <dgm:pt modelId="{D3EC7BCF-CFA4-4541-8E08-8AB4D5DDF391}">
      <dgm:prSet phldrT="[Text]" custT="1"/>
      <dgm:spPr/>
      <dgm:t>
        <a:bodyPr/>
        <a:lstStyle/>
        <a:p>
          <a:r>
            <a:rPr lang="en-IN" sz="1800" dirty="0"/>
            <a:t>HTTP Metrics: Request count, response times, status codes. </a:t>
          </a:r>
        </a:p>
      </dgm:t>
    </dgm:pt>
    <dgm:pt modelId="{592A4536-557F-45F1-98C9-63D762850177}" type="parTrans" cxnId="{040A2D8B-8E33-4608-85E3-08E397FF59C6}">
      <dgm:prSet/>
      <dgm:spPr/>
      <dgm:t>
        <a:bodyPr/>
        <a:lstStyle/>
        <a:p>
          <a:endParaRPr lang="en-IN" sz="1800"/>
        </a:p>
      </dgm:t>
    </dgm:pt>
    <dgm:pt modelId="{1B1A5AFC-0E79-4FEF-B6D1-EE16768EBA1A}" type="sibTrans" cxnId="{040A2D8B-8E33-4608-85E3-08E397FF59C6}">
      <dgm:prSet/>
      <dgm:spPr/>
      <dgm:t>
        <a:bodyPr/>
        <a:lstStyle/>
        <a:p>
          <a:endParaRPr lang="en-IN" sz="1800"/>
        </a:p>
      </dgm:t>
    </dgm:pt>
    <dgm:pt modelId="{228E497A-C9F9-4FEE-9EFE-ECB7330C9AD9}">
      <dgm:prSet phldrT="[Text]" custT="1"/>
      <dgm:spPr/>
      <dgm:t>
        <a:bodyPr/>
        <a:lstStyle/>
        <a:p>
          <a:pPr algn="l"/>
          <a:r>
            <a:rPr lang="en-IN" sz="1800" b="1" dirty="0"/>
            <a:t>3. Health Metrics:</a:t>
          </a:r>
        </a:p>
      </dgm:t>
    </dgm:pt>
    <dgm:pt modelId="{4551AA04-9CDF-4BF9-B38F-5D7F11E76669}" type="parTrans" cxnId="{0DFF495A-F5B9-4AB4-8C91-C95772AA5D84}">
      <dgm:prSet/>
      <dgm:spPr/>
      <dgm:t>
        <a:bodyPr/>
        <a:lstStyle/>
        <a:p>
          <a:endParaRPr lang="en-IN" sz="1800"/>
        </a:p>
      </dgm:t>
    </dgm:pt>
    <dgm:pt modelId="{7516604C-4A1B-4D00-82A6-2C4704DD1B0A}" type="sibTrans" cxnId="{0DFF495A-F5B9-4AB4-8C91-C95772AA5D84}">
      <dgm:prSet/>
      <dgm:spPr/>
      <dgm:t>
        <a:bodyPr/>
        <a:lstStyle/>
        <a:p>
          <a:endParaRPr lang="en-IN" sz="1800"/>
        </a:p>
      </dgm:t>
    </dgm:pt>
    <dgm:pt modelId="{36DFF0E9-B5EA-4B0F-9CAF-31CA3FABC149}">
      <dgm:prSet phldrT="[Text]" custT="1"/>
      <dgm:spPr/>
      <dgm:t>
        <a:bodyPr/>
        <a:lstStyle/>
        <a:p>
          <a:r>
            <a:rPr lang="en-US" sz="1800" dirty="0"/>
            <a:t>Health Checks: Application health status, custom health indicators (e.g., database connectivity, disk space).</a:t>
          </a:r>
          <a:endParaRPr lang="en-IN" sz="1800" dirty="0"/>
        </a:p>
      </dgm:t>
    </dgm:pt>
    <dgm:pt modelId="{5B03962A-0852-4E71-BED1-46AD444CD8C9}" type="parTrans" cxnId="{ABD54EFF-F332-426F-AD56-05D29E7A6BF0}">
      <dgm:prSet/>
      <dgm:spPr/>
      <dgm:t>
        <a:bodyPr/>
        <a:lstStyle/>
        <a:p>
          <a:endParaRPr lang="en-IN" sz="1800"/>
        </a:p>
      </dgm:t>
    </dgm:pt>
    <dgm:pt modelId="{E588C15E-76A7-43F1-8D3B-0C887B4CAFED}" type="sibTrans" cxnId="{ABD54EFF-F332-426F-AD56-05D29E7A6BF0}">
      <dgm:prSet/>
      <dgm:spPr/>
      <dgm:t>
        <a:bodyPr/>
        <a:lstStyle/>
        <a:p>
          <a:endParaRPr lang="en-IN" sz="1800"/>
        </a:p>
      </dgm:t>
    </dgm:pt>
    <dgm:pt modelId="{8F855BC7-0B76-437E-8CD3-BAF2EEE6F0F5}">
      <dgm:prSet phldrT="[Text]" custT="1"/>
      <dgm:spPr/>
      <dgm:t>
        <a:bodyPr/>
        <a:lstStyle/>
        <a:p>
          <a:pPr algn="l"/>
          <a:r>
            <a:rPr lang="en-IN" sz="1800" b="1" dirty="0"/>
            <a:t>4. Environment Metrics:</a:t>
          </a:r>
        </a:p>
      </dgm:t>
    </dgm:pt>
    <dgm:pt modelId="{96114D73-886D-4B5E-A492-884E56142853}" type="parTrans" cxnId="{0ADD74E6-E103-47A4-8235-358AA1CDD592}">
      <dgm:prSet/>
      <dgm:spPr/>
      <dgm:t>
        <a:bodyPr/>
        <a:lstStyle/>
        <a:p>
          <a:endParaRPr lang="en-IN" sz="1800"/>
        </a:p>
      </dgm:t>
    </dgm:pt>
    <dgm:pt modelId="{936CECA7-40A5-4580-BA78-C8033CBBC8DE}" type="sibTrans" cxnId="{0ADD74E6-E103-47A4-8235-358AA1CDD592}">
      <dgm:prSet/>
      <dgm:spPr/>
      <dgm:t>
        <a:bodyPr/>
        <a:lstStyle/>
        <a:p>
          <a:endParaRPr lang="en-IN" sz="1800"/>
        </a:p>
      </dgm:t>
    </dgm:pt>
    <dgm:pt modelId="{8460B44C-EC0F-42EC-A548-A2D262E9FBB4}">
      <dgm:prSet phldrT="[Text]" custT="1"/>
      <dgm:spPr/>
      <dgm:t>
        <a:bodyPr/>
        <a:lstStyle/>
        <a:p>
          <a:r>
            <a:rPr lang="fr-FR" sz="1800" dirty="0"/>
            <a:t>Configuration </a:t>
          </a:r>
          <a:r>
            <a:rPr lang="fr-FR" sz="1800" dirty="0" err="1"/>
            <a:t>Properties</a:t>
          </a:r>
          <a:r>
            <a:rPr lang="fr-FR" sz="1800" dirty="0"/>
            <a:t>: Active profiles, configuration </a:t>
          </a:r>
          <a:r>
            <a:rPr lang="fr-FR" sz="1800" dirty="0" err="1"/>
            <a:t>properties</a:t>
          </a:r>
          <a:r>
            <a:rPr lang="fr-FR" sz="1800" dirty="0"/>
            <a:t>. </a:t>
          </a:r>
          <a:endParaRPr lang="en-IN" sz="1800" dirty="0"/>
        </a:p>
      </dgm:t>
    </dgm:pt>
    <dgm:pt modelId="{246E5C98-031D-4780-B38D-32F972A45C3A}" type="parTrans" cxnId="{D6C48C93-82D0-45BF-8291-F0D58F7D0C3D}">
      <dgm:prSet/>
      <dgm:spPr/>
      <dgm:t>
        <a:bodyPr/>
        <a:lstStyle/>
        <a:p>
          <a:endParaRPr lang="en-IN" sz="1800"/>
        </a:p>
      </dgm:t>
    </dgm:pt>
    <dgm:pt modelId="{C74B2461-5A7A-4189-AE42-82E0AC4045FB}" type="sibTrans" cxnId="{D6C48C93-82D0-45BF-8291-F0D58F7D0C3D}">
      <dgm:prSet/>
      <dgm:spPr/>
      <dgm:t>
        <a:bodyPr/>
        <a:lstStyle/>
        <a:p>
          <a:endParaRPr lang="en-IN" sz="1800"/>
        </a:p>
      </dgm:t>
    </dgm:pt>
    <dgm:pt modelId="{C7C06737-83DE-4EE2-8BF5-56C3250223F2}">
      <dgm:prSet phldrT="[Text]" custT="1"/>
      <dgm:spPr/>
      <dgm:t>
        <a:bodyPr/>
        <a:lstStyle/>
        <a:p>
          <a:pPr algn="l"/>
          <a:r>
            <a:rPr lang="en-IN" sz="1800" b="1" dirty="0"/>
            <a:t>5. Logging Metrics:</a:t>
          </a:r>
        </a:p>
      </dgm:t>
    </dgm:pt>
    <dgm:pt modelId="{1D517965-948C-4045-8144-9E8503CCEBC1}" type="parTrans" cxnId="{956FC6D8-A950-4219-90B4-F30D015803C3}">
      <dgm:prSet/>
      <dgm:spPr/>
      <dgm:t>
        <a:bodyPr/>
        <a:lstStyle/>
        <a:p>
          <a:endParaRPr lang="en-IN" sz="1800"/>
        </a:p>
      </dgm:t>
    </dgm:pt>
    <dgm:pt modelId="{EC868787-23D7-4522-B8AC-59CA0A65FA1E}" type="sibTrans" cxnId="{956FC6D8-A950-4219-90B4-F30D015803C3}">
      <dgm:prSet/>
      <dgm:spPr/>
      <dgm:t>
        <a:bodyPr/>
        <a:lstStyle/>
        <a:p>
          <a:endParaRPr lang="en-IN" sz="1800"/>
        </a:p>
      </dgm:t>
    </dgm:pt>
    <dgm:pt modelId="{1A76E33A-6174-4923-9A87-8107009D9E95}">
      <dgm:prSet phldrT="[Text]" custT="1"/>
      <dgm:spPr/>
      <dgm:t>
        <a:bodyPr/>
        <a:lstStyle/>
        <a:p>
          <a:r>
            <a:rPr lang="en-US" sz="1800" dirty="0"/>
            <a:t>Loggers: Logging levels and changes.</a:t>
          </a:r>
          <a:endParaRPr lang="en-IN" sz="1800" dirty="0"/>
        </a:p>
      </dgm:t>
    </dgm:pt>
    <dgm:pt modelId="{9F078015-82AE-4897-9BB4-5D0FDCE497E3}" type="parTrans" cxnId="{098D760B-1BEF-48CA-A565-B7F8BC973F2A}">
      <dgm:prSet/>
      <dgm:spPr/>
      <dgm:t>
        <a:bodyPr/>
        <a:lstStyle/>
        <a:p>
          <a:endParaRPr lang="en-IN" sz="1800"/>
        </a:p>
      </dgm:t>
    </dgm:pt>
    <dgm:pt modelId="{BA86AF86-E5D5-4C37-A04F-5ACFA7AEB4E2}" type="sibTrans" cxnId="{098D760B-1BEF-48CA-A565-B7F8BC973F2A}">
      <dgm:prSet/>
      <dgm:spPr/>
      <dgm:t>
        <a:bodyPr/>
        <a:lstStyle/>
        <a:p>
          <a:endParaRPr lang="en-IN" sz="1800"/>
        </a:p>
      </dgm:t>
    </dgm:pt>
    <dgm:pt modelId="{B34675F5-D54C-46AC-95FF-11B54DB66BD3}">
      <dgm:prSet phldrT="[Text]" custT="1"/>
      <dgm:spPr/>
      <dgm:t>
        <a:bodyPr/>
        <a:lstStyle/>
        <a:p>
          <a:pPr algn="l"/>
          <a:r>
            <a:rPr lang="en-IN" sz="1800" b="1" dirty="0"/>
            <a:t>6. Application Info:</a:t>
          </a:r>
        </a:p>
      </dgm:t>
    </dgm:pt>
    <dgm:pt modelId="{F0E20716-0727-4644-BAC7-5954CB450093}" type="parTrans" cxnId="{DBD93795-92F1-4053-B769-EEAA5CF60167}">
      <dgm:prSet/>
      <dgm:spPr/>
      <dgm:t>
        <a:bodyPr/>
        <a:lstStyle/>
        <a:p>
          <a:endParaRPr lang="en-IN" sz="1800"/>
        </a:p>
      </dgm:t>
    </dgm:pt>
    <dgm:pt modelId="{6CAF8DFF-0DC9-4863-800D-A29286448EBE}" type="sibTrans" cxnId="{DBD93795-92F1-4053-B769-EEAA5CF60167}">
      <dgm:prSet/>
      <dgm:spPr/>
      <dgm:t>
        <a:bodyPr/>
        <a:lstStyle/>
        <a:p>
          <a:endParaRPr lang="en-IN" sz="1800"/>
        </a:p>
      </dgm:t>
    </dgm:pt>
    <dgm:pt modelId="{EA352683-FAC3-4AD8-B4AC-959B59773E9F}">
      <dgm:prSet phldrT="[Text]" custT="1"/>
      <dgm:spPr/>
      <dgm:t>
        <a:bodyPr/>
        <a:lstStyle/>
        <a:p>
          <a:r>
            <a:rPr lang="en-US" sz="1800" dirty="0"/>
            <a:t>Build Information: Application version, build time.        </a:t>
          </a:r>
          <a:endParaRPr lang="en-IN" sz="1800" dirty="0"/>
        </a:p>
      </dgm:t>
    </dgm:pt>
    <dgm:pt modelId="{00FAFE92-089B-4340-98BD-D26356A1FA0A}" type="parTrans" cxnId="{EBEA304A-54A8-4E6E-BA1E-C4F47996100F}">
      <dgm:prSet/>
      <dgm:spPr/>
      <dgm:t>
        <a:bodyPr/>
        <a:lstStyle/>
        <a:p>
          <a:endParaRPr lang="en-IN" sz="1800"/>
        </a:p>
      </dgm:t>
    </dgm:pt>
    <dgm:pt modelId="{D8694C29-DBBD-43CA-9048-F7F9CF1E9A53}" type="sibTrans" cxnId="{EBEA304A-54A8-4E6E-BA1E-C4F47996100F}">
      <dgm:prSet/>
      <dgm:spPr/>
      <dgm:t>
        <a:bodyPr/>
        <a:lstStyle/>
        <a:p>
          <a:endParaRPr lang="en-IN" sz="1800"/>
        </a:p>
      </dgm:t>
    </dgm:pt>
    <dgm:pt modelId="{2EC2C0AD-B54B-4B31-B6D7-E58F8C69F57A}" type="pres">
      <dgm:prSet presAssocID="{AD5AE79C-34C4-4EA7-86CE-4599F01E2280}" presName="Name0" presStyleCnt="0">
        <dgm:presLayoutVars>
          <dgm:chMax/>
          <dgm:chPref val="3"/>
          <dgm:dir/>
          <dgm:animOne val="branch"/>
          <dgm:animLvl val="lvl"/>
        </dgm:presLayoutVars>
      </dgm:prSet>
      <dgm:spPr/>
    </dgm:pt>
    <dgm:pt modelId="{C5013A44-6E6D-41D9-ACD1-46A8CF5FB338}" type="pres">
      <dgm:prSet presAssocID="{378230A1-1287-4347-88B9-A8E3F3C10C08}" presName="composite" presStyleCnt="0"/>
      <dgm:spPr/>
    </dgm:pt>
    <dgm:pt modelId="{4FDFD6AB-6FAA-41E1-993E-17F3C7E54FD4}" type="pres">
      <dgm:prSet presAssocID="{378230A1-1287-4347-88B9-A8E3F3C10C08}" presName="FirstChild" presStyleLbl="revTx" presStyleIdx="0" presStyleCnt="6" custScaleX="96307" custScaleY="113728">
        <dgm:presLayoutVars>
          <dgm:chMax val="0"/>
          <dgm:chPref val="0"/>
          <dgm:bulletEnabled val="1"/>
        </dgm:presLayoutVars>
      </dgm:prSet>
      <dgm:spPr/>
    </dgm:pt>
    <dgm:pt modelId="{10B69713-2C5C-41AD-9267-9D0A09034326}" type="pres">
      <dgm:prSet presAssocID="{378230A1-1287-4347-88B9-A8E3F3C10C08}" presName="Parent" presStyleLbl="alignNode1" presStyleIdx="0" presStyleCnt="6" custScaleY="113728">
        <dgm:presLayoutVars>
          <dgm:chMax val="3"/>
          <dgm:chPref val="3"/>
          <dgm:bulletEnabled val="1"/>
        </dgm:presLayoutVars>
      </dgm:prSet>
      <dgm:spPr/>
    </dgm:pt>
    <dgm:pt modelId="{D9A6694C-2127-4B5C-9E60-FCC2EB90DA0E}" type="pres">
      <dgm:prSet presAssocID="{378230A1-1287-4347-88B9-A8E3F3C10C08}" presName="Accent" presStyleLbl="parChTrans1D1" presStyleIdx="0" presStyleCnt="6"/>
      <dgm:spPr/>
    </dgm:pt>
    <dgm:pt modelId="{FA2D9132-61D0-41AF-9800-008AD07410D8}" type="pres">
      <dgm:prSet presAssocID="{A38C4B7E-E1F9-4B0B-B33B-44875F3D60D9}" presName="sibTrans" presStyleCnt="0"/>
      <dgm:spPr/>
    </dgm:pt>
    <dgm:pt modelId="{05AD7339-904E-4098-B6B6-2C8242E48B5A}" type="pres">
      <dgm:prSet presAssocID="{4C738ECA-D299-42C9-BECB-5F284F122152}" presName="composite" presStyleCnt="0"/>
      <dgm:spPr/>
    </dgm:pt>
    <dgm:pt modelId="{ACEE37C7-405D-43A3-9779-D28AE05DC19B}" type="pres">
      <dgm:prSet presAssocID="{4C738ECA-D299-42C9-BECB-5F284F122152}" presName="FirstChild" presStyleLbl="revTx" presStyleIdx="1" presStyleCnt="6" custScaleX="96307" custScaleY="72551">
        <dgm:presLayoutVars>
          <dgm:chMax val="0"/>
          <dgm:chPref val="0"/>
          <dgm:bulletEnabled val="1"/>
        </dgm:presLayoutVars>
      </dgm:prSet>
      <dgm:spPr/>
    </dgm:pt>
    <dgm:pt modelId="{CE3BA098-50F6-4680-9E9F-1C68B64A1806}" type="pres">
      <dgm:prSet presAssocID="{4C738ECA-D299-42C9-BECB-5F284F122152}" presName="Parent" presStyleLbl="alignNode1" presStyleIdx="1" presStyleCnt="6" custScaleY="134850">
        <dgm:presLayoutVars>
          <dgm:chMax val="3"/>
          <dgm:chPref val="3"/>
          <dgm:bulletEnabled val="1"/>
        </dgm:presLayoutVars>
      </dgm:prSet>
      <dgm:spPr/>
    </dgm:pt>
    <dgm:pt modelId="{885A0BD0-AA25-4CA7-A3CA-B7E5CCAB8CD4}" type="pres">
      <dgm:prSet presAssocID="{4C738ECA-D299-42C9-BECB-5F284F122152}" presName="Accent" presStyleLbl="parChTrans1D1" presStyleIdx="1" presStyleCnt="6"/>
      <dgm:spPr/>
    </dgm:pt>
    <dgm:pt modelId="{598EEE52-5B95-44C1-A38E-345528B4727C}" type="pres">
      <dgm:prSet presAssocID="{03EA3E9D-FDAF-444A-B126-EC252F952171}" presName="sibTrans" presStyleCnt="0"/>
      <dgm:spPr/>
    </dgm:pt>
    <dgm:pt modelId="{DD3ADB99-D06B-4535-8A7F-B8EBF35CB929}" type="pres">
      <dgm:prSet presAssocID="{228E497A-C9F9-4FEE-9EFE-ECB7330C9AD9}" presName="composite" presStyleCnt="0"/>
      <dgm:spPr/>
    </dgm:pt>
    <dgm:pt modelId="{4D397B1A-73C4-4203-9B62-4D1E610E2C48}" type="pres">
      <dgm:prSet presAssocID="{228E497A-C9F9-4FEE-9EFE-ECB7330C9AD9}" presName="FirstChild" presStyleLbl="revTx" presStyleIdx="2" presStyleCnt="6" custScaleX="96307">
        <dgm:presLayoutVars>
          <dgm:chMax val="0"/>
          <dgm:chPref val="0"/>
          <dgm:bulletEnabled val="1"/>
        </dgm:presLayoutVars>
      </dgm:prSet>
      <dgm:spPr/>
    </dgm:pt>
    <dgm:pt modelId="{AD8DCA9C-8EE1-4B61-962F-E2ABEC134150}" type="pres">
      <dgm:prSet presAssocID="{228E497A-C9F9-4FEE-9EFE-ECB7330C9AD9}" presName="Parent" presStyleLbl="alignNode1" presStyleIdx="2" presStyleCnt="6">
        <dgm:presLayoutVars>
          <dgm:chMax val="3"/>
          <dgm:chPref val="3"/>
          <dgm:bulletEnabled val="1"/>
        </dgm:presLayoutVars>
      </dgm:prSet>
      <dgm:spPr/>
    </dgm:pt>
    <dgm:pt modelId="{7AFA7F0B-41F7-4B97-90E3-2BF61E2342B9}" type="pres">
      <dgm:prSet presAssocID="{228E497A-C9F9-4FEE-9EFE-ECB7330C9AD9}" presName="Accent" presStyleLbl="parChTrans1D1" presStyleIdx="2" presStyleCnt="6"/>
      <dgm:spPr/>
    </dgm:pt>
    <dgm:pt modelId="{5C89E3DE-5624-4B54-8590-41EC5B8C3708}" type="pres">
      <dgm:prSet presAssocID="{7516604C-4A1B-4D00-82A6-2C4704DD1B0A}" presName="sibTrans" presStyleCnt="0"/>
      <dgm:spPr/>
    </dgm:pt>
    <dgm:pt modelId="{6B258FA1-B1B0-4C3D-AB38-4AF8C3710227}" type="pres">
      <dgm:prSet presAssocID="{8F855BC7-0B76-437E-8CD3-BAF2EEE6F0F5}" presName="composite" presStyleCnt="0"/>
      <dgm:spPr/>
    </dgm:pt>
    <dgm:pt modelId="{2DF3E7B6-9690-4BB1-BE9F-7CA83F409BE9}" type="pres">
      <dgm:prSet presAssocID="{8F855BC7-0B76-437E-8CD3-BAF2EEE6F0F5}" presName="FirstChild" presStyleLbl="revTx" presStyleIdx="3" presStyleCnt="6" custScaleX="96307">
        <dgm:presLayoutVars>
          <dgm:chMax val="0"/>
          <dgm:chPref val="0"/>
          <dgm:bulletEnabled val="1"/>
        </dgm:presLayoutVars>
      </dgm:prSet>
      <dgm:spPr/>
    </dgm:pt>
    <dgm:pt modelId="{28C2F217-4ECE-478D-A105-FCEE21A36F41}" type="pres">
      <dgm:prSet presAssocID="{8F855BC7-0B76-437E-8CD3-BAF2EEE6F0F5}" presName="Parent" presStyleLbl="alignNode1" presStyleIdx="3" presStyleCnt="6">
        <dgm:presLayoutVars>
          <dgm:chMax val="3"/>
          <dgm:chPref val="3"/>
          <dgm:bulletEnabled val="1"/>
        </dgm:presLayoutVars>
      </dgm:prSet>
      <dgm:spPr/>
    </dgm:pt>
    <dgm:pt modelId="{69F3FA44-D2BA-4552-8F9D-FA8C993235B4}" type="pres">
      <dgm:prSet presAssocID="{8F855BC7-0B76-437E-8CD3-BAF2EEE6F0F5}" presName="Accent" presStyleLbl="parChTrans1D1" presStyleIdx="3" presStyleCnt="6"/>
      <dgm:spPr/>
    </dgm:pt>
    <dgm:pt modelId="{E6F7FB69-5414-444E-8B3F-5609A838DD05}" type="pres">
      <dgm:prSet presAssocID="{936CECA7-40A5-4580-BA78-C8033CBBC8DE}" presName="sibTrans" presStyleCnt="0"/>
      <dgm:spPr/>
    </dgm:pt>
    <dgm:pt modelId="{CDE0D567-A46B-4D85-949E-B3BE7DEEAFBB}" type="pres">
      <dgm:prSet presAssocID="{C7C06737-83DE-4EE2-8BF5-56C3250223F2}" presName="composite" presStyleCnt="0"/>
      <dgm:spPr/>
    </dgm:pt>
    <dgm:pt modelId="{A910DB2C-DE18-4F5A-A907-EA34B8ABAE55}" type="pres">
      <dgm:prSet presAssocID="{C7C06737-83DE-4EE2-8BF5-56C3250223F2}" presName="FirstChild" presStyleLbl="revTx" presStyleIdx="4" presStyleCnt="6" custScaleX="96307">
        <dgm:presLayoutVars>
          <dgm:chMax val="0"/>
          <dgm:chPref val="0"/>
          <dgm:bulletEnabled val="1"/>
        </dgm:presLayoutVars>
      </dgm:prSet>
      <dgm:spPr/>
    </dgm:pt>
    <dgm:pt modelId="{09E4FB31-4673-4285-9B45-7A92E0F2BF6F}" type="pres">
      <dgm:prSet presAssocID="{C7C06737-83DE-4EE2-8BF5-56C3250223F2}" presName="Parent" presStyleLbl="alignNode1" presStyleIdx="4" presStyleCnt="6">
        <dgm:presLayoutVars>
          <dgm:chMax val="3"/>
          <dgm:chPref val="3"/>
          <dgm:bulletEnabled val="1"/>
        </dgm:presLayoutVars>
      </dgm:prSet>
      <dgm:spPr/>
    </dgm:pt>
    <dgm:pt modelId="{1A17036B-2FF4-4693-BBA4-B07B0B81D881}" type="pres">
      <dgm:prSet presAssocID="{C7C06737-83DE-4EE2-8BF5-56C3250223F2}" presName="Accent" presStyleLbl="parChTrans1D1" presStyleIdx="4" presStyleCnt="6"/>
      <dgm:spPr/>
    </dgm:pt>
    <dgm:pt modelId="{CB62BE7E-43F4-48E5-9E81-86ABAE7727DD}" type="pres">
      <dgm:prSet presAssocID="{EC868787-23D7-4522-B8AC-59CA0A65FA1E}" presName="sibTrans" presStyleCnt="0"/>
      <dgm:spPr/>
    </dgm:pt>
    <dgm:pt modelId="{CF1CC9C1-EA23-4073-9CAD-18D59C87B992}" type="pres">
      <dgm:prSet presAssocID="{B34675F5-D54C-46AC-95FF-11B54DB66BD3}" presName="composite" presStyleCnt="0"/>
      <dgm:spPr/>
    </dgm:pt>
    <dgm:pt modelId="{5C7EBD48-8F60-4893-AFAD-C1B9C2577240}" type="pres">
      <dgm:prSet presAssocID="{B34675F5-D54C-46AC-95FF-11B54DB66BD3}" presName="FirstChild" presStyleLbl="revTx" presStyleIdx="5" presStyleCnt="6" custScaleX="96307">
        <dgm:presLayoutVars>
          <dgm:chMax val="0"/>
          <dgm:chPref val="0"/>
          <dgm:bulletEnabled val="1"/>
        </dgm:presLayoutVars>
      </dgm:prSet>
      <dgm:spPr/>
    </dgm:pt>
    <dgm:pt modelId="{FE4A942B-6AA8-4E9A-9167-08D6ABBA0429}" type="pres">
      <dgm:prSet presAssocID="{B34675F5-D54C-46AC-95FF-11B54DB66BD3}" presName="Parent" presStyleLbl="alignNode1" presStyleIdx="5" presStyleCnt="6">
        <dgm:presLayoutVars>
          <dgm:chMax val="3"/>
          <dgm:chPref val="3"/>
          <dgm:bulletEnabled val="1"/>
        </dgm:presLayoutVars>
      </dgm:prSet>
      <dgm:spPr/>
    </dgm:pt>
    <dgm:pt modelId="{10CF2650-44C3-4797-9164-DFAD8C580615}" type="pres">
      <dgm:prSet presAssocID="{B34675F5-D54C-46AC-95FF-11B54DB66BD3}" presName="Accent" presStyleLbl="parChTrans1D1" presStyleIdx="5" presStyleCnt="6"/>
      <dgm:spPr/>
    </dgm:pt>
  </dgm:ptLst>
  <dgm:cxnLst>
    <dgm:cxn modelId="{B2494201-B182-4AA6-BC07-C4DF87FA6C29}" type="presOf" srcId="{AD5AE79C-34C4-4EA7-86CE-4599F01E2280}" destId="{2EC2C0AD-B54B-4B31-B6D7-E58F8C69F57A}" srcOrd="0" destOrd="0" presId="urn:microsoft.com/office/officeart/2011/layout/TabList"/>
    <dgm:cxn modelId="{EE7C3809-6A4F-42E3-A3EC-36FBC05D91CA}" type="presOf" srcId="{4C738ECA-D299-42C9-BECB-5F284F122152}" destId="{CE3BA098-50F6-4680-9E9F-1C68B64A1806}" srcOrd="0" destOrd="0" presId="urn:microsoft.com/office/officeart/2011/layout/TabList"/>
    <dgm:cxn modelId="{098D760B-1BEF-48CA-A565-B7F8BC973F2A}" srcId="{C7C06737-83DE-4EE2-8BF5-56C3250223F2}" destId="{1A76E33A-6174-4923-9A87-8107009D9E95}" srcOrd="0" destOrd="0" parTransId="{9F078015-82AE-4897-9BB4-5D0FDCE497E3}" sibTransId="{BA86AF86-E5D5-4C37-A04F-5ACFA7AEB4E2}"/>
    <dgm:cxn modelId="{A3EA1611-BE76-4D21-A0B4-E9CAE9271FAD}" srcId="{378230A1-1287-4347-88B9-A8E3F3C10C08}" destId="{2EE6A18A-144C-4EB7-A99C-99C14E27B4A6}" srcOrd="0" destOrd="0" parTransId="{736A2733-F30C-4854-BA7F-C0FBF7741665}" sibTransId="{F4E39E4F-756B-4C9F-8B5D-CB91C46242EA}"/>
    <dgm:cxn modelId="{01A4851B-0E50-46CC-A8CF-7916D806B610}" type="presOf" srcId="{36DFF0E9-B5EA-4B0F-9CAF-31CA3FABC149}" destId="{4D397B1A-73C4-4203-9B62-4D1E610E2C48}" srcOrd="0" destOrd="0" presId="urn:microsoft.com/office/officeart/2011/layout/TabList"/>
    <dgm:cxn modelId="{426A672D-2B28-4D20-8D4D-C0483D270A28}" type="presOf" srcId="{D3EC7BCF-CFA4-4541-8E08-8AB4D5DDF391}" destId="{ACEE37C7-405D-43A3-9779-D28AE05DC19B}" srcOrd="0" destOrd="0" presId="urn:microsoft.com/office/officeart/2011/layout/TabList"/>
    <dgm:cxn modelId="{770C653D-8C46-42DB-A61C-E1534687C8BA}" type="presOf" srcId="{2EE6A18A-144C-4EB7-A99C-99C14E27B4A6}" destId="{4FDFD6AB-6FAA-41E1-993E-17F3C7E54FD4}" srcOrd="0" destOrd="0" presId="urn:microsoft.com/office/officeart/2011/layout/TabList"/>
    <dgm:cxn modelId="{88EB0A69-DF62-4C51-8C05-7FA5476F8455}" type="presOf" srcId="{C7C06737-83DE-4EE2-8BF5-56C3250223F2}" destId="{09E4FB31-4673-4285-9B45-7A92E0F2BF6F}" srcOrd="0" destOrd="0" presId="urn:microsoft.com/office/officeart/2011/layout/TabList"/>
    <dgm:cxn modelId="{F8B2186A-D91B-44D5-A32D-1CEC8F38995C}" type="presOf" srcId="{378230A1-1287-4347-88B9-A8E3F3C10C08}" destId="{10B69713-2C5C-41AD-9267-9D0A09034326}" srcOrd="0" destOrd="0" presId="urn:microsoft.com/office/officeart/2011/layout/TabList"/>
    <dgm:cxn modelId="{EBEA304A-54A8-4E6E-BA1E-C4F47996100F}" srcId="{B34675F5-D54C-46AC-95FF-11B54DB66BD3}" destId="{EA352683-FAC3-4AD8-B4AC-959B59773E9F}" srcOrd="0" destOrd="0" parTransId="{00FAFE92-089B-4340-98BD-D26356A1FA0A}" sibTransId="{D8694C29-DBBD-43CA-9048-F7F9CF1E9A53}"/>
    <dgm:cxn modelId="{38FF904C-06AD-4972-B05D-D49B90D25AB5}" srcId="{AD5AE79C-34C4-4EA7-86CE-4599F01E2280}" destId="{4C738ECA-D299-42C9-BECB-5F284F122152}" srcOrd="1" destOrd="0" parTransId="{38B1A75A-3D14-4918-9701-252FE23C0BE6}" sibTransId="{03EA3E9D-FDAF-444A-B126-EC252F952171}"/>
    <dgm:cxn modelId="{77D72D52-F942-442F-B235-C17EB6E96936}" type="presOf" srcId="{1A76E33A-6174-4923-9A87-8107009D9E95}" destId="{A910DB2C-DE18-4F5A-A907-EA34B8ABAE55}" srcOrd="0" destOrd="0" presId="urn:microsoft.com/office/officeart/2011/layout/TabList"/>
    <dgm:cxn modelId="{0DFF495A-F5B9-4AB4-8C91-C95772AA5D84}" srcId="{AD5AE79C-34C4-4EA7-86CE-4599F01E2280}" destId="{228E497A-C9F9-4FEE-9EFE-ECB7330C9AD9}" srcOrd="2" destOrd="0" parTransId="{4551AA04-9CDF-4BF9-B38F-5D7F11E76669}" sibTransId="{7516604C-4A1B-4D00-82A6-2C4704DD1B0A}"/>
    <dgm:cxn modelId="{040A2D8B-8E33-4608-85E3-08E397FF59C6}" srcId="{4C738ECA-D299-42C9-BECB-5F284F122152}" destId="{D3EC7BCF-CFA4-4541-8E08-8AB4D5DDF391}" srcOrd="0" destOrd="0" parTransId="{592A4536-557F-45F1-98C9-63D762850177}" sibTransId="{1B1A5AFC-0E79-4FEF-B6D1-EE16768EBA1A}"/>
    <dgm:cxn modelId="{D6C48C93-82D0-45BF-8291-F0D58F7D0C3D}" srcId="{8F855BC7-0B76-437E-8CD3-BAF2EEE6F0F5}" destId="{8460B44C-EC0F-42EC-A548-A2D262E9FBB4}" srcOrd="0" destOrd="0" parTransId="{246E5C98-031D-4780-B38D-32F972A45C3A}" sibTransId="{C74B2461-5A7A-4189-AE42-82E0AC4045FB}"/>
    <dgm:cxn modelId="{DBD93795-92F1-4053-B769-EEAA5CF60167}" srcId="{AD5AE79C-34C4-4EA7-86CE-4599F01E2280}" destId="{B34675F5-D54C-46AC-95FF-11B54DB66BD3}" srcOrd="5" destOrd="0" parTransId="{F0E20716-0727-4644-BAC7-5954CB450093}" sibTransId="{6CAF8DFF-0DC9-4863-800D-A29286448EBE}"/>
    <dgm:cxn modelId="{29813897-DED3-45B9-84D2-0299780D9647}" type="presOf" srcId="{B34675F5-D54C-46AC-95FF-11B54DB66BD3}" destId="{FE4A942B-6AA8-4E9A-9167-08D6ABBA0429}" srcOrd="0" destOrd="0" presId="urn:microsoft.com/office/officeart/2011/layout/TabList"/>
    <dgm:cxn modelId="{4D3E679F-B88B-402F-B8C6-21382ADC45BF}" type="presOf" srcId="{EA352683-FAC3-4AD8-B4AC-959B59773E9F}" destId="{5C7EBD48-8F60-4893-AFAD-C1B9C2577240}" srcOrd="0" destOrd="0" presId="urn:microsoft.com/office/officeart/2011/layout/TabList"/>
    <dgm:cxn modelId="{6B3916BE-749B-4EE7-BE37-0AE068E52A7A}" type="presOf" srcId="{228E497A-C9F9-4FEE-9EFE-ECB7330C9AD9}" destId="{AD8DCA9C-8EE1-4B61-962F-E2ABEC134150}" srcOrd="0" destOrd="0" presId="urn:microsoft.com/office/officeart/2011/layout/TabList"/>
    <dgm:cxn modelId="{EBB59CCE-D9C2-40EC-909F-FB811D5CECDA}" type="presOf" srcId="{8F855BC7-0B76-437E-8CD3-BAF2EEE6F0F5}" destId="{28C2F217-4ECE-478D-A105-FCEE21A36F41}" srcOrd="0" destOrd="0" presId="urn:microsoft.com/office/officeart/2011/layout/TabList"/>
    <dgm:cxn modelId="{956FC6D8-A950-4219-90B4-F30D015803C3}" srcId="{AD5AE79C-34C4-4EA7-86CE-4599F01E2280}" destId="{C7C06737-83DE-4EE2-8BF5-56C3250223F2}" srcOrd="4" destOrd="0" parTransId="{1D517965-948C-4045-8144-9E8503CCEBC1}" sibTransId="{EC868787-23D7-4522-B8AC-59CA0A65FA1E}"/>
    <dgm:cxn modelId="{0ADD74E6-E103-47A4-8235-358AA1CDD592}" srcId="{AD5AE79C-34C4-4EA7-86CE-4599F01E2280}" destId="{8F855BC7-0B76-437E-8CD3-BAF2EEE6F0F5}" srcOrd="3" destOrd="0" parTransId="{96114D73-886D-4B5E-A492-884E56142853}" sibTransId="{936CECA7-40A5-4580-BA78-C8033CBBC8DE}"/>
    <dgm:cxn modelId="{D9661FF0-1865-455E-925C-6F8AF3FD7E11}" srcId="{AD5AE79C-34C4-4EA7-86CE-4599F01E2280}" destId="{378230A1-1287-4347-88B9-A8E3F3C10C08}" srcOrd="0" destOrd="0" parTransId="{E38E63A8-9DF3-421E-A339-A369A260DDD9}" sibTransId="{A38C4B7E-E1F9-4B0B-B33B-44875F3D60D9}"/>
    <dgm:cxn modelId="{F6BB84F7-EC8B-45C9-8E7B-A4B5CA464BF2}" type="presOf" srcId="{8460B44C-EC0F-42EC-A548-A2D262E9FBB4}" destId="{2DF3E7B6-9690-4BB1-BE9F-7CA83F409BE9}" srcOrd="0" destOrd="0" presId="urn:microsoft.com/office/officeart/2011/layout/TabList"/>
    <dgm:cxn modelId="{ABD54EFF-F332-426F-AD56-05D29E7A6BF0}" srcId="{228E497A-C9F9-4FEE-9EFE-ECB7330C9AD9}" destId="{36DFF0E9-B5EA-4B0F-9CAF-31CA3FABC149}" srcOrd="0" destOrd="0" parTransId="{5B03962A-0852-4E71-BED1-46AD444CD8C9}" sibTransId="{E588C15E-76A7-43F1-8D3B-0C887B4CAFED}"/>
    <dgm:cxn modelId="{22A2EB91-4DDD-4A2A-8359-B757D83414C4}" type="presParOf" srcId="{2EC2C0AD-B54B-4B31-B6D7-E58F8C69F57A}" destId="{C5013A44-6E6D-41D9-ACD1-46A8CF5FB338}" srcOrd="0" destOrd="0" presId="urn:microsoft.com/office/officeart/2011/layout/TabList"/>
    <dgm:cxn modelId="{12B62F69-C41D-4F84-9AD2-7AB6C449435E}" type="presParOf" srcId="{C5013A44-6E6D-41D9-ACD1-46A8CF5FB338}" destId="{4FDFD6AB-6FAA-41E1-993E-17F3C7E54FD4}" srcOrd="0" destOrd="0" presId="urn:microsoft.com/office/officeart/2011/layout/TabList"/>
    <dgm:cxn modelId="{BA35C396-B3BE-464A-A080-2882C8E70383}" type="presParOf" srcId="{C5013A44-6E6D-41D9-ACD1-46A8CF5FB338}" destId="{10B69713-2C5C-41AD-9267-9D0A09034326}" srcOrd="1" destOrd="0" presId="urn:microsoft.com/office/officeart/2011/layout/TabList"/>
    <dgm:cxn modelId="{6BDC4FBD-1291-46E0-9EA3-552997E050B5}" type="presParOf" srcId="{C5013A44-6E6D-41D9-ACD1-46A8CF5FB338}" destId="{D9A6694C-2127-4B5C-9E60-FCC2EB90DA0E}" srcOrd="2" destOrd="0" presId="urn:microsoft.com/office/officeart/2011/layout/TabList"/>
    <dgm:cxn modelId="{09535607-CD35-4503-BD30-9D2244B62D42}" type="presParOf" srcId="{2EC2C0AD-B54B-4B31-B6D7-E58F8C69F57A}" destId="{FA2D9132-61D0-41AF-9800-008AD07410D8}" srcOrd="1" destOrd="0" presId="urn:microsoft.com/office/officeart/2011/layout/TabList"/>
    <dgm:cxn modelId="{6EAB011A-0C6F-431E-8719-A755C023F357}" type="presParOf" srcId="{2EC2C0AD-B54B-4B31-B6D7-E58F8C69F57A}" destId="{05AD7339-904E-4098-B6B6-2C8242E48B5A}" srcOrd="2" destOrd="0" presId="urn:microsoft.com/office/officeart/2011/layout/TabList"/>
    <dgm:cxn modelId="{681B6ACC-3A44-4A6B-84B0-D93C6F6C37A1}" type="presParOf" srcId="{05AD7339-904E-4098-B6B6-2C8242E48B5A}" destId="{ACEE37C7-405D-43A3-9779-D28AE05DC19B}" srcOrd="0" destOrd="0" presId="urn:microsoft.com/office/officeart/2011/layout/TabList"/>
    <dgm:cxn modelId="{CC7E1D9B-8747-4F03-AA13-6BF69747FC5A}" type="presParOf" srcId="{05AD7339-904E-4098-B6B6-2C8242E48B5A}" destId="{CE3BA098-50F6-4680-9E9F-1C68B64A1806}" srcOrd="1" destOrd="0" presId="urn:microsoft.com/office/officeart/2011/layout/TabList"/>
    <dgm:cxn modelId="{9C077F8D-C308-4E3F-92DB-F78D42A777AE}" type="presParOf" srcId="{05AD7339-904E-4098-B6B6-2C8242E48B5A}" destId="{885A0BD0-AA25-4CA7-A3CA-B7E5CCAB8CD4}" srcOrd="2" destOrd="0" presId="urn:microsoft.com/office/officeart/2011/layout/TabList"/>
    <dgm:cxn modelId="{59DA30B5-1B7C-4B9E-933D-2C505745CD55}" type="presParOf" srcId="{2EC2C0AD-B54B-4B31-B6D7-E58F8C69F57A}" destId="{598EEE52-5B95-44C1-A38E-345528B4727C}" srcOrd="3" destOrd="0" presId="urn:microsoft.com/office/officeart/2011/layout/TabList"/>
    <dgm:cxn modelId="{54EE577E-A058-493D-8477-7FB086C797CF}" type="presParOf" srcId="{2EC2C0AD-B54B-4B31-B6D7-E58F8C69F57A}" destId="{DD3ADB99-D06B-4535-8A7F-B8EBF35CB929}" srcOrd="4" destOrd="0" presId="urn:microsoft.com/office/officeart/2011/layout/TabList"/>
    <dgm:cxn modelId="{3036AAB7-420E-4C38-9690-BB07E6E27357}" type="presParOf" srcId="{DD3ADB99-D06B-4535-8A7F-B8EBF35CB929}" destId="{4D397B1A-73C4-4203-9B62-4D1E610E2C48}" srcOrd="0" destOrd="0" presId="urn:microsoft.com/office/officeart/2011/layout/TabList"/>
    <dgm:cxn modelId="{11D23CFF-3708-46C5-B6FF-491368B811C0}" type="presParOf" srcId="{DD3ADB99-D06B-4535-8A7F-B8EBF35CB929}" destId="{AD8DCA9C-8EE1-4B61-962F-E2ABEC134150}" srcOrd="1" destOrd="0" presId="urn:microsoft.com/office/officeart/2011/layout/TabList"/>
    <dgm:cxn modelId="{24344F6F-970A-4E7F-A6BD-63688C436356}" type="presParOf" srcId="{DD3ADB99-D06B-4535-8A7F-B8EBF35CB929}" destId="{7AFA7F0B-41F7-4B97-90E3-2BF61E2342B9}" srcOrd="2" destOrd="0" presId="urn:microsoft.com/office/officeart/2011/layout/TabList"/>
    <dgm:cxn modelId="{8E786225-34A5-415F-9BD8-6B82C859B39E}" type="presParOf" srcId="{2EC2C0AD-B54B-4B31-B6D7-E58F8C69F57A}" destId="{5C89E3DE-5624-4B54-8590-41EC5B8C3708}" srcOrd="5" destOrd="0" presId="urn:microsoft.com/office/officeart/2011/layout/TabList"/>
    <dgm:cxn modelId="{21EF8A8E-B18C-4FC8-9858-C738F7310A7A}" type="presParOf" srcId="{2EC2C0AD-B54B-4B31-B6D7-E58F8C69F57A}" destId="{6B258FA1-B1B0-4C3D-AB38-4AF8C3710227}" srcOrd="6" destOrd="0" presId="urn:microsoft.com/office/officeart/2011/layout/TabList"/>
    <dgm:cxn modelId="{8F482339-77C0-41AC-9E85-3799FC266B41}" type="presParOf" srcId="{6B258FA1-B1B0-4C3D-AB38-4AF8C3710227}" destId="{2DF3E7B6-9690-4BB1-BE9F-7CA83F409BE9}" srcOrd="0" destOrd="0" presId="urn:microsoft.com/office/officeart/2011/layout/TabList"/>
    <dgm:cxn modelId="{6A4188BD-5782-43AA-A75D-C34D63EB328B}" type="presParOf" srcId="{6B258FA1-B1B0-4C3D-AB38-4AF8C3710227}" destId="{28C2F217-4ECE-478D-A105-FCEE21A36F41}" srcOrd="1" destOrd="0" presId="urn:microsoft.com/office/officeart/2011/layout/TabList"/>
    <dgm:cxn modelId="{E8FBCB00-25AE-47C8-B6C6-94189944578B}" type="presParOf" srcId="{6B258FA1-B1B0-4C3D-AB38-4AF8C3710227}" destId="{69F3FA44-D2BA-4552-8F9D-FA8C993235B4}" srcOrd="2" destOrd="0" presId="urn:microsoft.com/office/officeart/2011/layout/TabList"/>
    <dgm:cxn modelId="{92E2DEDB-76F6-4A14-A0E2-82D8224F7C1B}" type="presParOf" srcId="{2EC2C0AD-B54B-4B31-B6D7-E58F8C69F57A}" destId="{E6F7FB69-5414-444E-8B3F-5609A838DD05}" srcOrd="7" destOrd="0" presId="urn:microsoft.com/office/officeart/2011/layout/TabList"/>
    <dgm:cxn modelId="{DFE4ACC5-1D22-4A3C-A03A-A224C48FA528}" type="presParOf" srcId="{2EC2C0AD-B54B-4B31-B6D7-E58F8C69F57A}" destId="{CDE0D567-A46B-4D85-949E-B3BE7DEEAFBB}" srcOrd="8" destOrd="0" presId="urn:microsoft.com/office/officeart/2011/layout/TabList"/>
    <dgm:cxn modelId="{91248BDD-6C48-42D1-86FB-4D69F7ECC05A}" type="presParOf" srcId="{CDE0D567-A46B-4D85-949E-B3BE7DEEAFBB}" destId="{A910DB2C-DE18-4F5A-A907-EA34B8ABAE55}" srcOrd="0" destOrd="0" presId="urn:microsoft.com/office/officeart/2011/layout/TabList"/>
    <dgm:cxn modelId="{2660E3B5-BC52-48F0-9641-67085E8BEE89}" type="presParOf" srcId="{CDE0D567-A46B-4D85-949E-B3BE7DEEAFBB}" destId="{09E4FB31-4673-4285-9B45-7A92E0F2BF6F}" srcOrd="1" destOrd="0" presId="urn:microsoft.com/office/officeart/2011/layout/TabList"/>
    <dgm:cxn modelId="{9DEA8BEA-E9CA-459D-8629-82CE610AE0BA}" type="presParOf" srcId="{CDE0D567-A46B-4D85-949E-B3BE7DEEAFBB}" destId="{1A17036B-2FF4-4693-BBA4-B07B0B81D881}" srcOrd="2" destOrd="0" presId="urn:microsoft.com/office/officeart/2011/layout/TabList"/>
    <dgm:cxn modelId="{1F0296CE-2331-4A62-8D10-378D9CABD63C}" type="presParOf" srcId="{2EC2C0AD-B54B-4B31-B6D7-E58F8C69F57A}" destId="{CB62BE7E-43F4-48E5-9E81-86ABAE7727DD}" srcOrd="9" destOrd="0" presId="urn:microsoft.com/office/officeart/2011/layout/TabList"/>
    <dgm:cxn modelId="{64062CAB-7DA5-400F-B7D8-0E05588F75C8}" type="presParOf" srcId="{2EC2C0AD-B54B-4B31-B6D7-E58F8C69F57A}" destId="{CF1CC9C1-EA23-4073-9CAD-18D59C87B992}" srcOrd="10" destOrd="0" presId="urn:microsoft.com/office/officeart/2011/layout/TabList"/>
    <dgm:cxn modelId="{7607A2FD-7124-4E2A-B90F-19999E73F7F0}" type="presParOf" srcId="{CF1CC9C1-EA23-4073-9CAD-18D59C87B992}" destId="{5C7EBD48-8F60-4893-AFAD-C1B9C2577240}" srcOrd="0" destOrd="0" presId="urn:microsoft.com/office/officeart/2011/layout/TabList"/>
    <dgm:cxn modelId="{3CAEE91E-F782-43F6-995D-8B24E21BCB70}" type="presParOf" srcId="{CF1CC9C1-EA23-4073-9CAD-18D59C87B992}" destId="{FE4A942B-6AA8-4E9A-9167-08D6ABBA0429}" srcOrd="1" destOrd="0" presId="urn:microsoft.com/office/officeart/2011/layout/TabList"/>
    <dgm:cxn modelId="{DBC54010-F580-4A86-9E82-77F439E9C88B}" type="presParOf" srcId="{CF1CC9C1-EA23-4073-9CAD-18D59C87B992}" destId="{10CF2650-44C3-4797-9164-DFAD8C580615}" srcOrd="2" destOrd="0" presId="urn:microsoft.com/office/officeart/2011/layout/Tab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72.xml><?xml version="1.0" encoding="utf-8"?>
<dgm:dataModel xmlns:dgm="http://schemas.openxmlformats.org/drawingml/2006/diagram" xmlns:a="http://schemas.openxmlformats.org/drawingml/2006/main">
  <dgm:ptLst>
    <dgm:pt modelId="{AD5AE79C-34C4-4EA7-86CE-4599F01E2280}" type="doc">
      <dgm:prSet loTypeId="urn:microsoft.com/office/officeart/2005/8/layout/vProcess5" loCatId="process" qsTypeId="urn:microsoft.com/office/officeart/2005/8/quickstyle/simple3" qsCatId="simple" csTypeId="urn:microsoft.com/office/officeart/2005/8/colors/colorful1" csCatId="colorful" phldr="1"/>
      <dgm:spPr/>
      <dgm:t>
        <a:bodyPr/>
        <a:lstStyle/>
        <a:p>
          <a:endParaRPr lang="en-IN"/>
        </a:p>
      </dgm:t>
    </dgm:pt>
    <dgm:pt modelId="{378230A1-1287-4347-88B9-A8E3F3C10C08}">
      <dgm:prSet phldrT="[Text]" custT="1"/>
      <dgm:spPr/>
      <dgm:t>
        <a:bodyPr/>
        <a:lstStyle/>
        <a:p>
          <a:pPr algn="ctr"/>
          <a:r>
            <a:rPr lang="en-IN" sz="1600" b="1" dirty="0"/>
            <a:t>Step 1: Add Dependencies: </a:t>
          </a:r>
          <a:r>
            <a:rPr lang="en-US" sz="1600" dirty="0"/>
            <a:t>Ensure all necessary dependencies are included in your pom.xml (for Maven) or </a:t>
          </a:r>
          <a:r>
            <a:rPr lang="en-US" sz="1600" dirty="0" err="1"/>
            <a:t>build.gradle</a:t>
          </a:r>
          <a:r>
            <a:rPr lang="en-US" sz="1600" dirty="0"/>
            <a:t> (for Gradle).</a:t>
          </a:r>
          <a:endParaRPr lang="en-IN" sz="1600" b="1" dirty="0"/>
        </a:p>
      </dgm:t>
    </dgm:pt>
    <dgm:pt modelId="{E38E63A8-9DF3-421E-A339-A369A260DDD9}" type="parTrans" cxnId="{D9661FF0-1865-455E-925C-6F8AF3FD7E11}">
      <dgm:prSet/>
      <dgm:spPr/>
      <dgm:t>
        <a:bodyPr/>
        <a:lstStyle/>
        <a:p>
          <a:pPr algn="ctr"/>
          <a:endParaRPr lang="en-IN" sz="1600"/>
        </a:p>
      </dgm:t>
    </dgm:pt>
    <dgm:pt modelId="{A38C4B7E-E1F9-4B0B-B33B-44875F3D60D9}" type="sibTrans" cxnId="{D9661FF0-1865-455E-925C-6F8AF3FD7E11}">
      <dgm:prSet custT="1"/>
      <dgm:spPr/>
      <dgm:t>
        <a:bodyPr/>
        <a:lstStyle/>
        <a:p>
          <a:pPr algn="ctr"/>
          <a:endParaRPr lang="en-IN" sz="1600"/>
        </a:p>
      </dgm:t>
    </dgm:pt>
    <dgm:pt modelId="{4C738ECA-D299-42C9-BECB-5F284F122152}">
      <dgm:prSet phldrT="[Text]" custT="1"/>
      <dgm:spPr/>
      <dgm:t>
        <a:bodyPr/>
        <a:lstStyle/>
        <a:p>
          <a:pPr algn="ctr"/>
          <a:r>
            <a:rPr lang="en-IN" sz="1600" b="1" dirty="0"/>
            <a:t>Step 2: Configure the Main Class: </a:t>
          </a:r>
          <a:r>
            <a:rPr lang="en-US" sz="1600" dirty="0"/>
            <a:t>Make sure your main class is annotated with @SpringBootApplication and has a main method to run the application.</a:t>
          </a:r>
          <a:endParaRPr lang="en-IN" sz="1600" b="1" dirty="0"/>
        </a:p>
      </dgm:t>
    </dgm:pt>
    <dgm:pt modelId="{38B1A75A-3D14-4918-9701-252FE23C0BE6}" type="parTrans" cxnId="{38FF904C-06AD-4972-B05D-D49B90D25AB5}">
      <dgm:prSet/>
      <dgm:spPr/>
      <dgm:t>
        <a:bodyPr/>
        <a:lstStyle/>
        <a:p>
          <a:pPr algn="ctr"/>
          <a:endParaRPr lang="en-IN" sz="1600"/>
        </a:p>
      </dgm:t>
    </dgm:pt>
    <dgm:pt modelId="{03EA3E9D-FDAF-444A-B126-EC252F952171}" type="sibTrans" cxnId="{38FF904C-06AD-4972-B05D-D49B90D25AB5}">
      <dgm:prSet custT="1"/>
      <dgm:spPr/>
      <dgm:t>
        <a:bodyPr/>
        <a:lstStyle/>
        <a:p>
          <a:pPr algn="ctr"/>
          <a:endParaRPr lang="en-IN" sz="1600"/>
        </a:p>
      </dgm:t>
    </dgm:pt>
    <dgm:pt modelId="{228E497A-C9F9-4FEE-9EFE-ECB7330C9AD9}">
      <dgm:prSet phldrT="[Text]" custT="1"/>
      <dgm:spPr/>
      <dgm:t>
        <a:bodyPr/>
        <a:lstStyle/>
        <a:p>
          <a:pPr algn="ctr"/>
          <a:r>
            <a:rPr lang="en-IN" sz="1600" b="1" dirty="0"/>
            <a:t>Step 3: Build the Application: </a:t>
          </a:r>
          <a:r>
            <a:rPr lang="en-US" sz="1600" dirty="0"/>
            <a:t>Build the application as per Maven or Gradle</a:t>
          </a:r>
          <a:endParaRPr lang="en-IN" sz="1600" b="1" dirty="0"/>
        </a:p>
      </dgm:t>
    </dgm:pt>
    <dgm:pt modelId="{4551AA04-9CDF-4BF9-B38F-5D7F11E76669}" type="parTrans" cxnId="{0DFF495A-F5B9-4AB4-8C91-C95772AA5D84}">
      <dgm:prSet/>
      <dgm:spPr/>
      <dgm:t>
        <a:bodyPr/>
        <a:lstStyle/>
        <a:p>
          <a:pPr algn="ctr"/>
          <a:endParaRPr lang="en-IN" sz="1600"/>
        </a:p>
      </dgm:t>
    </dgm:pt>
    <dgm:pt modelId="{7516604C-4A1B-4D00-82A6-2C4704DD1B0A}" type="sibTrans" cxnId="{0DFF495A-F5B9-4AB4-8C91-C95772AA5D84}">
      <dgm:prSet custT="1"/>
      <dgm:spPr/>
      <dgm:t>
        <a:bodyPr/>
        <a:lstStyle/>
        <a:p>
          <a:pPr algn="ctr"/>
          <a:endParaRPr lang="en-IN" sz="1600"/>
        </a:p>
      </dgm:t>
    </dgm:pt>
    <dgm:pt modelId="{8F855BC7-0B76-437E-8CD3-BAF2EEE6F0F5}">
      <dgm:prSet phldrT="[Text]" custT="1"/>
      <dgm:spPr/>
      <dgm:t>
        <a:bodyPr/>
        <a:lstStyle/>
        <a:p>
          <a:pPr algn="ctr"/>
          <a:r>
            <a:rPr lang="en-IN" sz="1600" b="1" dirty="0"/>
            <a:t>Step 4: Executable JAR: </a:t>
          </a:r>
          <a:r>
            <a:rPr lang="en-US" sz="1600" dirty="0"/>
            <a:t>The generated JAR file is an executable JAR, which includes the application and an embedded server (Tomcat by default).</a:t>
          </a:r>
          <a:endParaRPr lang="en-IN" sz="1600" b="1" dirty="0"/>
        </a:p>
      </dgm:t>
    </dgm:pt>
    <dgm:pt modelId="{96114D73-886D-4B5E-A492-884E56142853}" type="parTrans" cxnId="{0ADD74E6-E103-47A4-8235-358AA1CDD592}">
      <dgm:prSet/>
      <dgm:spPr/>
      <dgm:t>
        <a:bodyPr/>
        <a:lstStyle/>
        <a:p>
          <a:pPr algn="ctr"/>
          <a:endParaRPr lang="en-IN" sz="1600"/>
        </a:p>
      </dgm:t>
    </dgm:pt>
    <dgm:pt modelId="{936CECA7-40A5-4580-BA78-C8033CBBC8DE}" type="sibTrans" cxnId="{0ADD74E6-E103-47A4-8235-358AA1CDD592}">
      <dgm:prSet custT="1"/>
      <dgm:spPr/>
      <dgm:t>
        <a:bodyPr/>
        <a:lstStyle/>
        <a:p>
          <a:pPr algn="ctr"/>
          <a:endParaRPr lang="en-IN" sz="1600"/>
        </a:p>
      </dgm:t>
    </dgm:pt>
    <dgm:pt modelId="{E2CB2459-8B23-4BD6-91BC-E4CF3228D88B}">
      <dgm:prSet phldrT="[Text]" custT="1"/>
      <dgm:spPr/>
      <dgm:t>
        <a:bodyPr/>
        <a:lstStyle/>
        <a:p>
          <a:pPr algn="ctr"/>
          <a:r>
            <a:rPr lang="en-US" sz="1600" b="1" dirty="0"/>
            <a:t>Step 5: Deploying Application: </a:t>
          </a:r>
          <a:r>
            <a:rPr lang="en-IN" sz="1600" dirty="0"/>
            <a:t>Standalone Deployment/ Cloud/ Docker</a:t>
          </a:r>
          <a:endParaRPr lang="en-IN" sz="1600" b="1" dirty="0"/>
        </a:p>
      </dgm:t>
    </dgm:pt>
    <dgm:pt modelId="{447BB7BC-B7C3-43FC-8E35-B2FD25B9DFBF}" type="parTrans" cxnId="{8F378E17-99CE-4AF8-A7D4-A9B2F1FC7A68}">
      <dgm:prSet/>
      <dgm:spPr/>
      <dgm:t>
        <a:bodyPr/>
        <a:lstStyle/>
        <a:p>
          <a:pPr algn="ctr"/>
          <a:endParaRPr lang="en-IN" sz="1600"/>
        </a:p>
      </dgm:t>
    </dgm:pt>
    <dgm:pt modelId="{0D741543-DAC5-4F55-AF0C-B55F975438EE}" type="sibTrans" cxnId="{8F378E17-99CE-4AF8-A7D4-A9B2F1FC7A68}">
      <dgm:prSet/>
      <dgm:spPr/>
      <dgm:t>
        <a:bodyPr/>
        <a:lstStyle/>
        <a:p>
          <a:pPr algn="ctr"/>
          <a:endParaRPr lang="en-IN" sz="1600"/>
        </a:p>
      </dgm:t>
    </dgm:pt>
    <dgm:pt modelId="{EA69A51F-5183-408B-ADFD-6BE6EB936ED5}" type="pres">
      <dgm:prSet presAssocID="{AD5AE79C-34C4-4EA7-86CE-4599F01E2280}" presName="outerComposite" presStyleCnt="0">
        <dgm:presLayoutVars>
          <dgm:chMax val="5"/>
          <dgm:dir/>
          <dgm:resizeHandles val="exact"/>
        </dgm:presLayoutVars>
      </dgm:prSet>
      <dgm:spPr/>
    </dgm:pt>
    <dgm:pt modelId="{1613FB95-7249-4B78-8D48-A9610B5BFBA2}" type="pres">
      <dgm:prSet presAssocID="{AD5AE79C-34C4-4EA7-86CE-4599F01E2280}" presName="dummyMaxCanvas" presStyleCnt="0">
        <dgm:presLayoutVars/>
      </dgm:prSet>
      <dgm:spPr/>
    </dgm:pt>
    <dgm:pt modelId="{7AD25738-711B-423B-989F-6F7305DBC6B9}" type="pres">
      <dgm:prSet presAssocID="{AD5AE79C-34C4-4EA7-86CE-4599F01E2280}" presName="FiveNodes_1" presStyleLbl="node1" presStyleIdx="0" presStyleCnt="5" custScaleY="78770">
        <dgm:presLayoutVars>
          <dgm:bulletEnabled val="1"/>
        </dgm:presLayoutVars>
      </dgm:prSet>
      <dgm:spPr/>
    </dgm:pt>
    <dgm:pt modelId="{0CE5B14B-997C-4458-8E68-2C472B632913}" type="pres">
      <dgm:prSet presAssocID="{AD5AE79C-34C4-4EA7-86CE-4599F01E2280}" presName="FiveNodes_2" presStyleLbl="node1" presStyleIdx="1" presStyleCnt="5" custScaleY="78770">
        <dgm:presLayoutVars>
          <dgm:bulletEnabled val="1"/>
        </dgm:presLayoutVars>
      </dgm:prSet>
      <dgm:spPr/>
    </dgm:pt>
    <dgm:pt modelId="{EA6068C1-65D5-4296-AA26-89F5B3834797}" type="pres">
      <dgm:prSet presAssocID="{AD5AE79C-34C4-4EA7-86CE-4599F01E2280}" presName="FiveNodes_3" presStyleLbl="node1" presStyleIdx="2" presStyleCnt="5" custScaleY="78770">
        <dgm:presLayoutVars>
          <dgm:bulletEnabled val="1"/>
        </dgm:presLayoutVars>
      </dgm:prSet>
      <dgm:spPr/>
    </dgm:pt>
    <dgm:pt modelId="{5A8BB15B-AB2F-43F2-BB2A-B19702EDE8BC}" type="pres">
      <dgm:prSet presAssocID="{AD5AE79C-34C4-4EA7-86CE-4599F01E2280}" presName="FiveNodes_4" presStyleLbl="node1" presStyleIdx="3" presStyleCnt="5" custScaleY="78770">
        <dgm:presLayoutVars>
          <dgm:bulletEnabled val="1"/>
        </dgm:presLayoutVars>
      </dgm:prSet>
      <dgm:spPr/>
    </dgm:pt>
    <dgm:pt modelId="{74906825-CB28-4799-8429-E0520A7D2397}" type="pres">
      <dgm:prSet presAssocID="{AD5AE79C-34C4-4EA7-86CE-4599F01E2280}" presName="FiveNodes_5" presStyleLbl="node1" presStyleIdx="4" presStyleCnt="5" custScaleY="78770">
        <dgm:presLayoutVars>
          <dgm:bulletEnabled val="1"/>
        </dgm:presLayoutVars>
      </dgm:prSet>
      <dgm:spPr/>
    </dgm:pt>
    <dgm:pt modelId="{E407CA5E-9034-45AD-B409-F6EB1F7214C6}" type="pres">
      <dgm:prSet presAssocID="{AD5AE79C-34C4-4EA7-86CE-4599F01E2280}" presName="FiveConn_1-2" presStyleLbl="fgAccFollowNode1" presStyleIdx="0" presStyleCnt="4">
        <dgm:presLayoutVars>
          <dgm:bulletEnabled val="1"/>
        </dgm:presLayoutVars>
      </dgm:prSet>
      <dgm:spPr/>
    </dgm:pt>
    <dgm:pt modelId="{0897DB3B-0836-4E94-B0A8-B907AF45887F}" type="pres">
      <dgm:prSet presAssocID="{AD5AE79C-34C4-4EA7-86CE-4599F01E2280}" presName="FiveConn_2-3" presStyleLbl="fgAccFollowNode1" presStyleIdx="1" presStyleCnt="4">
        <dgm:presLayoutVars>
          <dgm:bulletEnabled val="1"/>
        </dgm:presLayoutVars>
      </dgm:prSet>
      <dgm:spPr/>
    </dgm:pt>
    <dgm:pt modelId="{674CAAC8-BE15-4BF2-842A-A94C3D40F3F8}" type="pres">
      <dgm:prSet presAssocID="{AD5AE79C-34C4-4EA7-86CE-4599F01E2280}" presName="FiveConn_3-4" presStyleLbl="fgAccFollowNode1" presStyleIdx="2" presStyleCnt="4">
        <dgm:presLayoutVars>
          <dgm:bulletEnabled val="1"/>
        </dgm:presLayoutVars>
      </dgm:prSet>
      <dgm:spPr/>
    </dgm:pt>
    <dgm:pt modelId="{B2F95A35-FD21-4CE6-8CB3-CD7109968907}" type="pres">
      <dgm:prSet presAssocID="{AD5AE79C-34C4-4EA7-86CE-4599F01E2280}" presName="FiveConn_4-5" presStyleLbl="fgAccFollowNode1" presStyleIdx="3" presStyleCnt="4">
        <dgm:presLayoutVars>
          <dgm:bulletEnabled val="1"/>
        </dgm:presLayoutVars>
      </dgm:prSet>
      <dgm:spPr/>
    </dgm:pt>
    <dgm:pt modelId="{701113B8-A0AE-4BDA-A9A2-4A2081519DC3}" type="pres">
      <dgm:prSet presAssocID="{AD5AE79C-34C4-4EA7-86CE-4599F01E2280}" presName="FiveNodes_1_text" presStyleLbl="node1" presStyleIdx="4" presStyleCnt="5">
        <dgm:presLayoutVars>
          <dgm:bulletEnabled val="1"/>
        </dgm:presLayoutVars>
      </dgm:prSet>
      <dgm:spPr/>
    </dgm:pt>
    <dgm:pt modelId="{761DD488-1A53-4D33-949A-ED040966ACB4}" type="pres">
      <dgm:prSet presAssocID="{AD5AE79C-34C4-4EA7-86CE-4599F01E2280}" presName="FiveNodes_2_text" presStyleLbl="node1" presStyleIdx="4" presStyleCnt="5">
        <dgm:presLayoutVars>
          <dgm:bulletEnabled val="1"/>
        </dgm:presLayoutVars>
      </dgm:prSet>
      <dgm:spPr/>
    </dgm:pt>
    <dgm:pt modelId="{860FB444-628E-4FA2-A53C-A7E4A3CC7D81}" type="pres">
      <dgm:prSet presAssocID="{AD5AE79C-34C4-4EA7-86CE-4599F01E2280}" presName="FiveNodes_3_text" presStyleLbl="node1" presStyleIdx="4" presStyleCnt="5">
        <dgm:presLayoutVars>
          <dgm:bulletEnabled val="1"/>
        </dgm:presLayoutVars>
      </dgm:prSet>
      <dgm:spPr/>
    </dgm:pt>
    <dgm:pt modelId="{425E5818-1733-4E41-AE5E-B9A1052292FE}" type="pres">
      <dgm:prSet presAssocID="{AD5AE79C-34C4-4EA7-86CE-4599F01E2280}" presName="FiveNodes_4_text" presStyleLbl="node1" presStyleIdx="4" presStyleCnt="5">
        <dgm:presLayoutVars>
          <dgm:bulletEnabled val="1"/>
        </dgm:presLayoutVars>
      </dgm:prSet>
      <dgm:spPr/>
    </dgm:pt>
    <dgm:pt modelId="{126B311C-E18D-427B-873C-F311DB634AE0}" type="pres">
      <dgm:prSet presAssocID="{AD5AE79C-34C4-4EA7-86CE-4599F01E2280}" presName="FiveNodes_5_text" presStyleLbl="node1" presStyleIdx="4" presStyleCnt="5">
        <dgm:presLayoutVars>
          <dgm:bulletEnabled val="1"/>
        </dgm:presLayoutVars>
      </dgm:prSet>
      <dgm:spPr/>
    </dgm:pt>
  </dgm:ptLst>
  <dgm:cxnLst>
    <dgm:cxn modelId="{2D8EC909-1946-437F-8BE9-32E915FB1B8E}" type="presOf" srcId="{228E497A-C9F9-4FEE-9EFE-ECB7330C9AD9}" destId="{EA6068C1-65D5-4296-AA26-89F5B3834797}" srcOrd="0" destOrd="0" presId="urn:microsoft.com/office/officeart/2005/8/layout/vProcess5"/>
    <dgm:cxn modelId="{4A529D15-8748-45AE-B75E-BD965A2475B1}" type="presOf" srcId="{4C738ECA-D299-42C9-BECB-5F284F122152}" destId="{761DD488-1A53-4D33-949A-ED040966ACB4}" srcOrd="1" destOrd="0" presId="urn:microsoft.com/office/officeart/2005/8/layout/vProcess5"/>
    <dgm:cxn modelId="{180C7216-AF61-42F1-B8AF-3F77D67DAE43}" type="presOf" srcId="{4C738ECA-D299-42C9-BECB-5F284F122152}" destId="{0CE5B14B-997C-4458-8E68-2C472B632913}" srcOrd="0" destOrd="0" presId="urn:microsoft.com/office/officeart/2005/8/layout/vProcess5"/>
    <dgm:cxn modelId="{8F378E17-99CE-4AF8-A7D4-A9B2F1FC7A68}" srcId="{AD5AE79C-34C4-4EA7-86CE-4599F01E2280}" destId="{E2CB2459-8B23-4BD6-91BC-E4CF3228D88B}" srcOrd="4" destOrd="0" parTransId="{447BB7BC-B7C3-43FC-8E35-B2FD25B9DFBF}" sibTransId="{0D741543-DAC5-4F55-AF0C-B55F975438EE}"/>
    <dgm:cxn modelId="{95007526-CCB7-40A6-B7C0-13CED927FFF4}" type="presOf" srcId="{E2CB2459-8B23-4BD6-91BC-E4CF3228D88B}" destId="{126B311C-E18D-427B-873C-F311DB634AE0}" srcOrd="1" destOrd="0" presId="urn:microsoft.com/office/officeart/2005/8/layout/vProcess5"/>
    <dgm:cxn modelId="{8639EF28-F822-459B-8D2F-8F1FBD04705D}" type="presOf" srcId="{7516604C-4A1B-4D00-82A6-2C4704DD1B0A}" destId="{674CAAC8-BE15-4BF2-842A-A94C3D40F3F8}" srcOrd="0" destOrd="0" presId="urn:microsoft.com/office/officeart/2005/8/layout/vProcess5"/>
    <dgm:cxn modelId="{95A1F72F-892D-42D2-A005-ACE1AB616146}" type="presOf" srcId="{03EA3E9D-FDAF-444A-B126-EC252F952171}" destId="{0897DB3B-0836-4E94-B0A8-B907AF45887F}" srcOrd="0" destOrd="0" presId="urn:microsoft.com/office/officeart/2005/8/layout/vProcess5"/>
    <dgm:cxn modelId="{5407B53E-B94A-440C-9F1C-0130ACFD9839}" type="presOf" srcId="{378230A1-1287-4347-88B9-A8E3F3C10C08}" destId="{701113B8-A0AE-4BDA-A9A2-4A2081519DC3}" srcOrd="1" destOrd="0" presId="urn:microsoft.com/office/officeart/2005/8/layout/vProcess5"/>
    <dgm:cxn modelId="{9DC63746-86EC-40BB-93AF-74E7D3E815A6}" type="presOf" srcId="{AD5AE79C-34C4-4EA7-86CE-4599F01E2280}" destId="{EA69A51F-5183-408B-ADFD-6BE6EB936ED5}" srcOrd="0" destOrd="0" presId="urn:microsoft.com/office/officeart/2005/8/layout/vProcess5"/>
    <dgm:cxn modelId="{2949CF4B-3AA6-4C45-ACE4-1FC08AE62459}" type="presOf" srcId="{8F855BC7-0B76-437E-8CD3-BAF2EEE6F0F5}" destId="{425E5818-1733-4E41-AE5E-B9A1052292FE}" srcOrd="1" destOrd="0" presId="urn:microsoft.com/office/officeart/2005/8/layout/vProcess5"/>
    <dgm:cxn modelId="{38FF904C-06AD-4972-B05D-D49B90D25AB5}" srcId="{AD5AE79C-34C4-4EA7-86CE-4599F01E2280}" destId="{4C738ECA-D299-42C9-BECB-5F284F122152}" srcOrd="1" destOrd="0" parTransId="{38B1A75A-3D14-4918-9701-252FE23C0BE6}" sibTransId="{03EA3E9D-FDAF-444A-B126-EC252F952171}"/>
    <dgm:cxn modelId="{C00FD06E-FC5B-460F-890B-0BC6BB315B3E}" type="presOf" srcId="{8F855BC7-0B76-437E-8CD3-BAF2EEE6F0F5}" destId="{5A8BB15B-AB2F-43F2-BB2A-B19702EDE8BC}" srcOrd="0" destOrd="0" presId="urn:microsoft.com/office/officeart/2005/8/layout/vProcess5"/>
    <dgm:cxn modelId="{75401753-C7A5-4F23-9503-245D58C8125F}" type="presOf" srcId="{378230A1-1287-4347-88B9-A8E3F3C10C08}" destId="{7AD25738-711B-423B-989F-6F7305DBC6B9}" srcOrd="0" destOrd="0" presId="urn:microsoft.com/office/officeart/2005/8/layout/vProcess5"/>
    <dgm:cxn modelId="{0DFF495A-F5B9-4AB4-8C91-C95772AA5D84}" srcId="{AD5AE79C-34C4-4EA7-86CE-4599F01E2280}" destId="{228E497A-C9F9-4FEE-9EFE-ECB7330C9AD9}" srcOrd="2" destOrd="0" parTransId="{4551AA04-9CDF-4BF9-B38F-5D7F11E76669}" sibTransId="{7516604C-4A1B-4D00-82A6-2C4704DD1B0A}"/>
    <dgm:cxn modelId="{3DB2DF5A-FA6C-4292-883E-8A7B66F8661F}" type="presOf" srcId="{936CECA7-40A5-4580-BA78-C8033CBBC8DE}" destId="{B2F95A35-FD21-4CE6-8CB3-CD7109968907}" srcOrd="0" destOrd="0" presId="urn:microsoft.com/office/officeart/2005/8/layout/vProcess5"/>
    <dgm:cxn modelId="{D613A494-BDA2-49DC-B3A5-E13846A441DB}" type="presOf" srcId="{228E497A-C9F9-4FEE-9EFE-ECB7330C9AD9}" destId="{860FB444-628E-4FA2-A53C-A7E4A3CC7D81}" srcOrd="1" destOrd="0" presId="urn:microsoft.com/office/officeart/2005/8/layout/vProcess5"/>
    <dgm:cxn modelId="{65258B9E-3424-4A42-AE4E-31E9FC6747C7}" type="presOf" srcId="{A38C4B7E-E1F9-4B0B-B33B-44875F3D60D9}" destId="{E407CA5E-9034-45AD-B409-F6EB1F7214C6}" srcOrd="0" destOrd="0" presId="urn:microsoft.com/office/officeart/2005/8/layout/vProcess5"/>
    <dgm:cxn modelId="{0E13899F-704F-4FC7-96CE-736C2FB49851}" type="presOf" srcId="{E2CB2459-8B23-4BD6-91BC-E4CF3228D88B}" destId="{74906825-CB28-4799-8429-E0520A7D2397}" srcOrd="0" destOrd="0" presId="urn:microsoft.com/office/officeart/2005/8/layout/vProcess5"/>
    <dgm:cxn modelId="{0ADD74E6-E103-47A4-8235-358AA1CDD592}" srcId="{AD5AE79C-34C4-4EA7-86CE-4599F01E2280}" destId="{8F855BC7-0B76-437E-8CD3-BAF2EEE6F0F5}" srcOrd="3" destOrd="0" parTransId="{96114D73-886D-4B5E-A492-884E56142853}" sibTransId="{936CECA7-40A5-4580-BA78-C8033CBBC8DE}"/>
    <dgm:cxn modelId="{D9661FF0-1865-455E-925C-6F8AF3FD7E11}" srcId="{AD5AE79C-34C4-4EA7-86CE-4599F01E2280}" destId="{378230A1-1287-4347-88B9-A8E3F3C10C08}" srcOrd="0" destOrd="0" parTransId="{E38E63A8-9DF3-421E-A339-A369A260DDD9}" sibTransId="{A38C4B7E-E1F9-4B0B-B33B-44875F3D60D9}"/>
    <dgm:cxn modelId="{6A96E9A8-E93B-4839-B7A6-5865E12DF8DF}" type="presParOf" srcId="{EA69A51F-5183-408B-ADFD-6BE6EB936ED5}" destId="{1613FB95-7249-4B78-8D48-A9610B5BFBA2}" srcOrd="0" destOrd="0" presId="urn:microsoft.com/office/officeart/2005/8/layout/vProcess5"/>
    <dgm:cxn modelId="{E1C3B2F3-D7DD-4E47-805F-942C957EE061}" type="presParOf" srcId="{EA69A51F-5183-408B-ADFD-6BE6EB936ED5}" destId="{7AD25738-711B-423B-989F-6F7305DBC6B9}" srcOrd="1" destOrd="0" presId="urn:microsoft.com/office/officeart/2005/8/layout/vProcess5"/>
    <dgm:cxn modelId="{4715B077-4FA6-4ED2-A78E-4F99E9F2332B}" type="presParOf" srcId="{EA69A51F-5183-408B-ADFD-6BE6EB936ED5}" destId="{0CE5B14B-997C-4458-8E68-2C472B632913}" srcOrd="2" destOrd="0" presId="urn:microsoft.com/office/officeart/2005/8/layout/vProcess5"/>
    <dgm:cxn modelId="{6FE87EA5-3498-4E36-A497-77F7294EA3A1}" type="presParOf" srcId="{EA69A51F-5183-408B-ADFD-6BE6EB936ED5}" destId="{EA6068C1-65D5-4296-AA26-89F5B3834797}" srcOrd="3" destOrd="0" presId="urn:microsoft.com/office/officeart/2005/8/layout/vProcess5"/>
    <dgm:cxn modelId="{9002C860-6A2F-44FF-B332-CCDBBC4E053F}" type="presParOf" srcId="{EA69A51F-5183-408B-ADFD-6BE6EB936ED5}" destId="{5A8BB15B-AB2F-43F2-BB2A-B19702EDE8BC}" srcOrd="4" destOrd="0" presId="urn:microsoft.com/office/officeart/2005/8/layout/vProcess5"/>
    <dgm:cxn modelId="{4FAA5D9C-A120-4851-9B95-639F325F9897}" type="presParOf" srcId="{EA69A51F-5183-408B-ADFD-6BE6EB936ED5}" destId="{74906825-CB28-4799-8429-E0520A7D2397}" srcOrd="5" destOrd="0" presId="urn:microsoft.com/office/officeart/2005/8/layout/vProcess5"/>
    <dgm:cxn modelId="{D96F0382-8D48-40A3-820D-2170A38580BC}" type="presParOf" srcId="{EA69A51F-5183-408B-ADFD-6BE6EB936ED5}" destId="{E407CA5E-9034-45AD-B409-F6EB1F7214C6}" srcOrd="6" destOrd="0" presId="urn:microsoft.com/office/officeart/2005/8/layout/vProcess5"/>
    <dgm:cxn modelId="{747A2422-A110-4D5B-9EDD-D9BA2A2E6555}" type="presParOf" srcId="{EA69A51F-5183-408B-ADFD-6BE6EB936ED5}" destId="{0897DB3B-0836-4E94-B0A8-B907AF45887F}" srcOrd="7" destOrd="0" presId="urn:microsoft.com/office/officeart/2005/8/layout/vProcess5"/>
    <dgm:cxn modelId="{95B8C805-8E7A-4BF8-9833-8AF286E20BF2}" type="presParOf" srcId="{EA69A51F-5183-408B-ADFD-6BE6EB936ED5}" destId="{674CAAC8-BE15-4BF2-842A-A94C3D40F3F8}" srcOrd="8" destOrd="0" presId="urn:microsoft.com/office/officeart/2005/8/layout/vProcess5"/>
    <dgm:cxn modelId="{61832989-B2B0-4E19-9862-8B5855ABF4AE}" type="presParOf" srcId="{EA69A51F-5183-408B-ADFD-6BE6EB936ED5}" destId="{B2F95A35-FD21-4CE6-8CB3-CD7109968907}" srcOrd="9" destOrd="0" presId="urn:microsoft.com/office/officeart/2005/8/layout/vProcess5"/>
    <dgm:cxn modelId="{0087B2D6-DFF7-413C-A16B-CCDE55FD2FD1}" type="presParOf" srcId="{EA69A51F-5183-408B-ADFD-6BE6EB936ED5}" destId="{701113B8-A0AE-4BDA-A9A2-4A2081519DC3}" srcOrd="10" destOrd="0" presId="urn:microsoft.com/office/officeart/2005/8/layout/vProcess5"/>
    <dgm:cxn modelId="{654B4BED-91E2-4922-AE9D-197618C3E2FB}" type="presParOf" srcId="{EA69A51F-5183-408B-ADFD-6BE6EB936ED5}" destId="{761DD488-1A53-4D33-949A-ED040966ACB4}" srcOrd="11" destOrd="0" presId="urn:microsoft.com/office/officeart/2005/8/layout/vProcess5"/>
    <dgm:cxn modelId="{5BBBD451-FB9B-4E08-807C-153663019C5A}" type="presParOf" srcId="{EA69A51F-5183-408B-ADFD-6BE6EB936ED5}" destId="{860FB444-628E-4FA2-A53C-A7E4A3CC7D81}" srcOrd="12" destOrd="0" presId="urn:microsoft.com/office/officeart/2005/8/layout/vProcess5"/>
    <dgm:cxn modelId="{A515816A-6759-4388-9101-A5355D953658}" type="presParOf" srcId="{EA69A51F-5183-408B-ADFD-6BE6EB936ED5}" destId="{425E5818-1733-4E41-AE5E-B9A1052292FE}" srcOrd="13" destOrd="0" presId="urn:microsoft.com/office/officeart/2005/8/layout/vProcess5"/>
    <dgm:cxn modelId="{968170B8-BD3D-404F-9F2A-3AEBE8A4B07D}" type="presParOf" srcId="{EA69A51F-5183-408B-ADFD-6BE6EB936ED5}" destId="{126B311C-E18D-427B-873C-F311DB634AE0}" srcOrd="14" destOrd="0" presId="urn:microsoft.com/office/officeart/2005/8/layout/vProcess5"/>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73.xml><?xml version="1.0" encoding="utf-8"?>
<dgm:dataModel xmlns:dgm="http://schemas.openxmlformats.org/drawingml/2006/diagram" xmlns:a="http://schemas.openxmlformats.org/drawingml/2006/main">
  <dgm:ptLst>
    <dgm:pt modelId="{0CFA7A53-0996-402A-9C55-F7B68D5588E2}" type="doc">
      <dgm:prSet loTypeId="urn:microsoft.com/office/officeart/2005/8/layout/orgChart1" loCatId="hierarchy" qsTypeId="urn:microsoft.com/office/officeart/2005/8/quickstyle/simple3" qsCatId="simple" csTypeId="urn:microsoft.com/office/officeart/2005/8/colors/colorful5" csCatId="colorful" phldr="1"/>
      <dgm:spPr/>
      <dgm:t>
        <a:bodyPr/>
        <a:lstStyle/>
        <a:p>
          <a:endParaRPr lang="en-IN"/>
        </a:p>
      </dgm:t>
    </dgm:pt>
    <dgm:pt modelId="{C1E2A21F-E191-4934-B09A-55F8E9F8CBA4}">
      <dgm:prSet phldrT="[Text]" custT="1"/>
      <dgm:spPr/>
      <dgm:t>
        <a:bodyPr/>
        <a:lstStyle/>
        <a:p>
          <a:r>
            <a:rPr lang="en-IN" sz="2400" b="1" dirty="0"/>
            <a:t>@ModelAttribute annotation use</a:t>
          </a:r>
        </a:p>
      </dgm:t>
    </dgm:pt>
    <dgm:pt modelId="{B2B91609-6212-482D-AAEB-2CE2A212DEDB}" type="parTrans" cxnId="{5190E59D-C921-447E-AE71-E2F104C68023}">
      <dgm:prSet/>
      <dgm:spPr/>
      <dgm:t>
        <a:bodyPr/>
        <a:lstStyle/>
        <a:p>
          <a:endParaRPr lang="en-IN" sz="1800"/>
        </a:p>
      </dgm:t>
    </dgm:pt>
    <dgm:pt modelId="{727DA524-06DA-4AA4-B206-F93E947EF381}" type="sibTrans" cxnId="{5190E59D-C921-447E-AE71-E2F104C68023}">
      <dgm:prSet/>
      <dgm:spPr/>
      <dgm:t>
        <a:bodyPr/>
        <a:lstStyle/>
        <a:p>
          <a:endParaRPr lang="en-IN" sz="1800"/>
        </a:p>
      </dgm:t>
    </dgm:pt>
    <dgm:pt modelId="{43940E27-BAAA-4A12-8C76-74D028FB7D46}">
      <dgm:prSet phldrT="[Text]" custT="1"/>
      <dgm:spPr/>
      <dgm:t>
        <a:bodyPr/>
        <a:lstStyle/>
        <a:p>
          <a:r>
            <a:rPr lang="en-IN" sz="1800" b="1" dirty="0"/>
            <a:t>At Method Level </a:t>
          </a:r>
        </a:p>
        <a:p>
          <a:r>
            <a:rPr lang="en-IN" sz="1800" dirty="0"/>
            <a:t>(</a:t>
          </a:r>
          <a:r>
            <a:rPr lang="en-US" sz="1800" dirty="0"/>
            <a:t>Adding Attributes to the Model</a:t>
          </a:r>
          <a:r>
            <a:rPr lang="en-IN" sz="1800" dirty="0"/>
            <a:t>)</a:t>
          </a:r>
        </a:p>
      </dgm:t>
    </dgm:pt>
    <dgm:pt modelId="{86C20287-E119-4685-96A7-802CE5BE4AC4}" type="parTrans" cxnId="{5B2AF815-4A3E-42AE-8ADF-B74D78E171DF}">
      <dgm:prSet/>
      <dgm:spPr/>
      <dgm:t>
        <a:bodyPr/>
        <a:lstStyle/>
        <a:p>
          <a:endParaRPr lang="en-IN" sz="1800"/>
        </a:p>
      </dgm:t>
    </dgm:pt>
    <dgm:pt modelId="{92AC7A8A-FAB6-48B8-B997-E30B77CDC9FB}" type="sibTrans" cxnId="{5B2AF815-4A3E-42AE-8ADF-B74D78E171DF}">
      <dgm:prSet/>
      <dgm:spPr/>
      <dgm:t>
        <a:bodyPr/>
        <a:lstStyle/>
        <a:p>
          <a:endParaRPr lang="en-IN" sz="1800"/>
        </a:p>
      </dgm:t>
    </dgm:pt>
    <dgm:pt modelId="{E5426506-2734-4824-9F8D-2DD9D58DDCD5}">
      <dgm:prSet phldrT="[Text]" custT="1"/>
      <dgm:spPr/>
      <dgm:t>
        <a:bodyPr/>
        <a:lstStyle/>
        <a:p>
          <a:r>
            <a:rPr lang="en-IN" sz="1800" b="1" dirty="0"/>
            <a:t>With Method Parameter </a:t>
          </a:r>
        </a:p>
        <a:p>
          <a:r>
            <a:rPr lang="en-IN" sz="1800" dirty="0"/>
            <a:t>(</a:t>
          </a:r>
          <a:r>
            <a:rPr lang="en-US" sz="1800" dirty="0"/>
            <a:t>Binding Request Parameters to a Model Object)</a:t>
          </a:r>
          <a:endParaRPr lang="en-IN" sz="1800" dirty="0"/>
        </a:p>
      </dgm:t>
    </dgm:pt>
    <dgm:pt modelId="{B4BC9F82-8C19-4EE8-915A-A02305B1E552}" type="parTrans" cxnId="{1248935A-23F8-44CC-9461-BEF30F84FE05}">
      <dgm:prSet/>
      <dgm:spPr/>
      <dgm:t>
        <a:bodyPr/>
        <a:lstStyle/>
        <a:p>
          <a:endParaRPr lang="en-IN" sz="1800"/>
        </a:p>
      </dgm:t>
    </dgm:pt>
    <dgm:pt modelId="{20A50158-B430-4A44-A2F3-E35055462FCE}" type="sibTrans" cxnId="{1248935A-23F8-44CC-9461-BEF30F84FE05}">
      <dgm:prSet/>
      <dgm:spPr/>
      <dgm:t>
        <a:bodyPr/>
        <a:lstStyle/>
        <a:p>
          <a:endParaRPr lang="en-IN" sz="1800"/>
        </a:p>
      </dgm:t>
    </dgm:pt>
    <dgm:pt modelId="{AE7DE8F5-0226-499D-887C-BAB95EE49996}" type="pres">
      <dgm:prSet presAssocID="{0CFA7A53-0996-402A-9C55-F7B68D5588E2}" presName="hierChild1" presStyleCnt="0">
        <dgm:presLayoutVars>
          <dgm:orgChart val="1"/>
          <dgm:chPref val="1"/>
          <dgm:dir/>
          <dgm:animOne val="branch"/>
          <dgm:animLvl val="lvl"/>
          <dgm:resizeHandles/>
        </dgm:presLayoutVars>
      </dgm:prSet>
      <dgm:spPr/>
    </dgm:pt>
    <dgm:pt modelId="{C49AE1DD-7CBF-454F-A664-2A868822DED0}" type="pres">
      <dgm:prSet presAssocID="{C1E2A21F-E191-4934-B09A-55F8E9F8CBA4}" presName="hierRoot1" presStyleCnt="0">
        <dgm:presLayoutVars>
          <dgm:hierBranch val="init"/>
        </dgm:presLayoutVars>
      </dgm:prSet>
      <dgm:spPr/>
    </dgm:pt>
    <dgm:pt modelId="{BDB856FE-A488-4E51-93AC-859D650E6A83}" type="pres">
      <dgm:prSet presAssocID="{C1E2A21F-E191-4934-B09A-55F8E9F8CBA4}" presName="rootComposite1" presStyleCnt="0"/>
      <dgm:spPr/>
    </dgm:pt>
    <dgm:pt modelId="{0CBC2672-16F5-4EB9-896F-9225096286E3}" type="pres">
      <dgm:prSet presAssocID="{C1E2A21F-E191-4934-B09A-55F8E9F8CBA4}" presName="rootText1" presStyleLbl="node0" presStyleIdx="0" presStyleCnt="1" custScaleX="164905" custScaleY="59632">
        <dgm:presLayoutVars>
          <dgm:chPref val="3"/>
        </dgm:presLayoutVars>
      </dgm:prSet>
      <dgm:spPr>
        <a:prstGeom prst="roundRect">
          <a:avLst/>
        </a:prstGeom>
      </dgm:spPr>
    </dgm:pt>
    <dgm:pt modelId="{A05BEE8E-7373-4223-A91A-D0B085CCCCB6}" type="pres">
      <dgm:prSet presAssocID="{C1E2A21F-E191-4934-B09A-55F8E9F8CBA4}" presName="rootConnector1" presStyleLbl="node1" presStyleIdx="0" presStyleCnt="0"/>
      <dgm:spPr/>
    </dgm:pt>
    <dgm:pt modelId="{728171AF-10FE-4C00-93F5-BF4A0EDF026B}" type="pres">
      <dgm:prSet presAssocID="{C1E2A21F-E191-4934-B09A-55F8E9F8CBA4}" presName="hierChild2" presStyleCnt="0"/>
      <dgm:spPr/>
    </dgm:pt>
    <dgm:pt modelId="{596C441B-58A7-4EC9-9E55-52971CBCE60A}" type="pres">
      <dgm:prSet presAssocID="{86C20287-E119-4685-96A7-802CE5BE4AC4}" presName="Name37" presStyleLbl="parChTrans1D2" presStyleIdx="0" presStyleCnt="2"/>
      <dgm:spPr/>
    </dgm:pt>
    <dgm:pt modelId="{F0F1ED9A-16A5-48ED-9749-5A1497230579}" type="pres">
      <dgm:prSet presAssocID="{43940E27-BAAA-4A12-8C76-74D028FB7D46}" presName="hierRoot2" presStyleCnt="0">
        <dgm:presLayoutVars>
          <dgm:hierBranch val="init"/>
        </dgm:presLayoutVars>
      </dgm:prSet>
      <dgm:spPr/>
    </dgm:pt>
    <dgm:pt modelId="{C9DE8D84-4EB5-4B4B-A51A-1B1A60D043C2}" type="pres">
      <dgm:prSet presAssocID="{43940E27-BAAA-4A12-8C76-74D028FB7D46}" presName="rootComposite" presStyleCnt="0"/>
      <dgm:spPr/>
    </dgm:pt>
    <dgm:pt modelId="{5649C7A1-941B-4130-AFB3-17DAE2BD1437}" type="pres">
      <dgm:prSet presAssocID="{43940E27-BAAA-4A12-8C76-74D028FB7D46}" presName="rootText" presStyleLbl="node2" presStyleIdx="0" presStyleCnt="2" custScaleX="146330" custScaleY="65734" custLinFactNeighborY="27610">
        <dgm:presLayoutVars>
          <dgm:chPref val="3"/>
        </dgm:presLayoutVars>
      </dgm:prSet>
      <dgm:spPr>
        <a:prstGeom prst="roundRect">
          <a:avLst/>
        </a:prstGeom>
      </dgm:spPr>
    </dgm:pt>
    <dgm:pt modelId="{1031051A-A5BF-4D8E-9D07-63DAB004BC0A}" type="pres">
      <dgm:prSet presAssocID="{43940E27-BAAA-4A12-8C76-74D028FB7D46}" presName="rootConnector" presStyleLbl="node2" presStyleIdx="0" presStyleCnt="2"/>
      <dgm:spPr/>
    </dgm:pt>
    <dgm:pt modelId="{36D7BE7A-02FD-4D44-BBF3-7A0A967E8DCE}" type="pres">
      <dgm:prSet presAssocID="{43940E27-BAAA-4A12-8C76-74D028FB7D46}" presName="hierChild4" presStyleCnt="0"/>
      <dgm:spPr/>
    </dgm:pt>
    <dgm:pt modelId="{42134A35-6704-4CA5-ABD4-51514C888EBC}" type="pres">
      <dgm:prSet presAssocID="{43940E27-BAAA-4A12-8C76-74D028FB7D46}" presName="hierChild5" presStyleCnt="0"/>
      <dgm:spPr/>
    </dgm:pt>
    <dgm:pt modelId="{99D160E0-6ABE-4450-B4B4-45744E2F68BF}" type="pres">
      <dgm:prSet presAssocID="{B4BC9F82-8C19-4EE8-915A-A02305B1E552}" presName="Name37" presStyleLbl="parChTrans1D2" presStyleIdx="1" presStyleCnt="2"/>
      <dgm:spPr/>
    </dgm:pt>
    <dgm:pt modelId="{61B22355-E27C-4736-A3F3-F230EBAD9495}" type="pres">
      <dgm:prSet presAssocID="{E5426506-2734-4824-9F8D-2DD9D58DDCD5}" presName="hierRoot2" presStyleCnt="0">
        <dgm:presLayoutVars>
          <dgm:hierBranch val="init"/>
        </dgm:presLayoutVars>
      </dgm:prSet>
      <dgm:spPr/>
    </dgm:pt>
    <dgm:pt modelId="{E442F808-0200-4D84-B962-29787225ABBF}" type="pres">
      <dgm:prSet presAssocID="{E5426506-2734-4824-9F8D-2DD9D58DDCD5}" presName="rootComposite" presStyleCnt="0"/>
      <dgm:spPr/>
    </dgm:pt>
    <dgm:pt modelId="{8438A40D-7FDA-41A9-8D88-905A6CF8DA8C}" type="pres">
      <dgm:prSet presAssocID="{E5426506-2734-4824-9F8D-2DD9D58DDCD5}" presName="rootText" presStyleLbl="node2" presStyleIdx="1" presStyleCnt="2" custScaleX="146330" custScaleY="65734" custLinFactNeighborY="27610">
        <dgm:presLayoutVars>
          <dgm:chPref val="3"/>
        </dgm:presLayoutVars>
      </dgm:prSet>
      <dgm:spPr>
        <a:prstGeom prst="roundRect">
          <a:avLst/>
        </a:prstGeom>
      </dgm:spPr>
    </dgm:pt>
    <dgm:pt modelId="{C3A647F5-23F7-4970-8ADE-5A3AFA3233B7}" type="pres">
      <dgm:prSet presAssocID="{E5426506-2734-4824-9F8D-2DD9D58DDCD5}" presName="rootConnector" presStyleLbl="node2" presStyleIdx="1" presStyleCnt="2"/>
      <dgm:spPr/>
    </dgm:pt>
    <dgm:pt modelId="{8F2A1831-D787-47B2-B0A3-835E5533D119}" type="pres">
      <dgm:prSet presAssocID="{E5426506-2734-4824-9F8D-2DD9D58DDCD5}" presName="hierChild4" presStyleCnt="0"/>
      <dgm:spPr/>
    </dgm:pt>
    <dgm:pt modelId="{92EAD1F8-7AEA-41FC-9B0A-0CD48B306365}" type="pres">
      <dgm:prSet presAssocID="{E5426506-2734-4824-9F8D-2DD9D58DDCD5}" presName="hierChild5" presStyleCnt="0"/>
      <dgm:spPr/>
    </dgm:pt>
    <dgm:pt modelId="{7DD9F107-2B61-4310-AD0C-82F9EA4CB9BE}" type="pres">
      <dgm:prSet presAssocID="{C1E2A21F-E191-4934-B09A-55F8E9F8CBA4}" presName="hierChild3" presStyleCnt="0"/>
      <dgm:spPr/>
    </dgm:pt>
  </dgm:ptLst>
  <dgm:cxnLst>
    <dgm:cxn modelId="{E8E6A30A-CD9D-4FE1-85E4-4F8B744A06A1}" type="presOf" srcId="{43940E27-BAAA-4A12-8C76-74D028FB7D46}" destId="{1031051A-A5BF-4D8E-9D07-63DAB004BC0A}" srcOrd="1" destOrd="0" presId="urn:microsoft.com/office/officeart/2005/8/layout/orgChart1"/>
    <dgm:cxn modelId="{5B2AF815-4A3E-42AE-8ADF-B74D78E171DF}" srcId="{C1E2A21F-E191-4934-B09A-55F8E9F8CBA4}" destId="{43940E27-BAAA-4A12-8C76-74D028FB7D46}" srcOrd="0" destOrd="0" parTransId="{86C20287-E119-4685-96A7-802CE5BE4AC4}" sibTransId="{92AC7A8A-FAB6-48B8-B997-E30B77CDC9FB}"/>
    <dgm:cxn modelId="{885F242A-5A71-40EB-8853-4C6C235AF7BC}" type="presOf" srcId="{E5426506-2734-4824-9F8D-2DD9D58DDCD5}" destId="{C3A647F5-23F7-4970-8ADE-5A3AFA3233B7}" srcOrd="1" destOrd="0" presId="urn:microsoft.com/office/officeart/2005/8/layout/orgChart1"/>
    <dgm:cxn modelId="{1248935A-23F8-44CC-9461-BEF30F84FE05}" srcId="{C1E2A21F-E191-4934-B09A-55F8E9F8CBA4}" destId="{E5426506-2734-4824-9F8D-2DD9D58DDCD5}" srcOrd="1" destOrd="0" parTransId="{B4BC9F82-8C19-4EE8-915A-A02305B1E552}" sibTransId="{20A50158-B430-4A44-A2F3-E35055462FCE}"/>
    <dgm:cxn modelId="{E649A196-1AA4-45B6-B87D-C847F2D1226D}" type="presOf" srcId="{B4BC9F82-8C19-4EE8-915A-A02305B1E552}" destId="{99D160E0-6ABE-4450-B4B4-45744E2F68BF}" srcOrd="0" destOrd="0" presId="urn:microsoft.com/office/officeart/2005/8/layout/orgChart1"/>
    <dgm:cxn modelId="{0F2FE49C-C10C-4CD8-887E-9F61349E40CD}" type="presOf" srcId="{43940E27-BAAA-4A12-8C76-74D028FB7D46}" destId="{5649C7A1-941B-4130-AFB3-17DAE2BD1437}" srcOrd="0" destOrd="0" presId="urn:microsoft.com/office/officeart/2005/8/layout/orgChart1"/>
    <dgm:cxn modelId="{5190E59D-C921-447E-AE71-E2F104C68023}" srcId="{0CFA7A53-0996-402A-9C55-F7B68D5588E2}" destId="{C1E2A21F-E191-4934-B09A-55F8E9F8CBA4}" srcOrd="0" destOrd="0" parTransId="{B2B91609-6212-482D-AAEB-2CE2A212DEDB}" sibTransId="{727DA524-06DA-4AA4-B206-F93E947EF381}"/>
    <dgm:cxn modelId="{448022B2-7967-4027-9FE6-9F39B0AE26D0}" type="presOf" srcId="{86C20287-E119-4685-96A7-802CE5BE4AC4}" destId="{596C441B-58A7-4EC9-9E55-52971CBCE60A}" srcOrd="0" destOrd="0" presId="urn:microsoft.com/office/officeart/2005/8/layout/orgChart1"/>
    <dgm:cxn modelId="{2C6A44CB-403A-4A11-BD29-F314755F297E}" type="presOf" srcId="{0CFA7A53-0996-402A-9C55-F7B68D5588E2}" destId="{AE7DE8F5-0226-499D-887C-BAB95EE49996}" srcOrd="0" destOrd="0" presId="urn:microsoft.com/office/officeart/2005/8/layout/orgChart1"/>
    <dgm:cxn modelId="{2A7AC7D3-A3F5-4892-931F-91FB08EE575E}" type="presOf" srcId="{C1E2A21F-E191-4934-B09A-55F8E9F8CBA4}" destId="{A05BEE8E-7373-4223-A91A-D0B085CCCCB6}" srcOrd="1" destOrd="0" presId="urn:microsoft.com/office/officeart/2005/8/layout/orgChart1"/>
    <dgm:cxn modelId="{5C23D0ED-335C-40FB-9967-E4022410BF68}" type="presOf" srcId="{E5426506-2734-4824-9F8D-2DD9D58DDCD5}" destId="{8438A40D-7FDA-41A9-8D88-905A6CF8DA8C}" srcOrd="0" destOrd="0" presId="urn:microsoft.com/office/officeart/2005/8/layout/orgChart1"/>
    <dgm:cxn modelId="{4D5385F9-EB1A-4E85-B5BE-325736E41D8F}" type="presOf" srcId="{C1E2A21F-E191-4934-B09A-55F8E9F8CBA4}" destId="{0CBC2672-16F5-4EB9-896F-9225096286E3}" srcOrd="0" destOrd="0" presId="urn:microsoft.com/office/officeart/2005/8/layout/orgChart1"/>
    <dgm:cxn modelId="{83A89D07-812B-4B22-A0C0-9B4C2C535C9C}" type="presParOf" srcId="{AE7DE8F5-0226-499D-887C-BAB95EE49996}" destId="{C49AE1DD-7CBF-454F-A664-2A868822DED0}" srcOrd="0" destOrd="0" presId="urn:microsoft.com/office/officeart/2005/8/layout/orgChart1"/>
    <dgm:cxn modelId="{A7C876FB-6641-4589-8386-233DD8501B31}" type="presParOf" srcId="{C49AE1DD-7CBF-454F-A664-2A868822DED0}" destId="{BDB856FE-A488-4E51-93AC-859D650E6A83}" srcOrd="0" destOrd="0" presId="urn:microsoft.com/office/officeart/2005/8/layout/orgChart1"/>
    <dgm:cxn modelId="{0463ABD2-8347-497D-9692-61EC6D5EFC99}" type="presParOf" srcId="{BDB856FE-A488-4E51-93AC-859D650E6A83}" destId="{0CBC2672-16F5-4EB9-896F-9225096286E3}" srcOrd="0" destOrd="0" presId="urn:microsoft.com/office/officeart/2005/8/layout/orgChart1"/>
    <dgm:cxn modelId="{CE0BB3BA-31CD-4DAA-BA94-31765B5C9F1B}" type="presParOf" srcId="{BDB856FE-A488-4E51-93AC-859D650E6A83}" destId="{A05BEE8E-7373-4223-A91A-D0B085CCCCB6}" srcOrd="1" destOrd="0" presId="urn:microsoft.com/office/officeart/2005/8/layout/orgChart1"/>
    <dgm:cxn modelId="{56A4D2A3-FE9F-4840-9D7A-32B3870A2E44}" type="presParOf" srcId="{C49AE1DD-7CBF-454F-A664-2A868822DED0}" destId="{728171AF-10FE-4C00-93F5-BF4A0EDF026B}" srcOrd="1" destOrd="0" presId="urn:microsoft.com/office/officeart/2005/8/layout/orgChart1"/>
    <dgm:cxn modelId="{72CC2087-0D5F-4443-86F5-6E318AA890AD}" type="presParOf" srcId="{728171AF-10FE-4C00-93F5-BF4A0EDF026B}" destId="{596C441B-58A7-4EC9-9E55-52971CBCE60A}" srcOrd="0" destOrd="0" presId="urn:microsoft.com/office/officeart/2005/8/layout/orgChart1"/>
    <dgm:cxn modelId="{755D3639-C33B-41B4-92EF-DF00E05577BC}" type="presParOf" srcId="{728171AF-10FE-4C00-93F5-BF4A0EDF026B}" destId="{F0F1ED9A-16A5-48ED-9749-5A1497230579}" srcOrd="1" destOrd="0" presId="urn:microsoft.com/office/officeart/2005/8/layout/orgChart1"/>
    <dgm:cxn modelId="{5E176006-C086-4D9C-8636-E9A9FAD15721}" type="presParOf" srcId="{F0F1ED9A-16A5-48ED-9749-5A1497230579}" destId="{C9DE8D84-4EB5-4B4B-A51A-1B1A60D043C2}" srcOrd="0" destOrd="0" presId="urn:microsoft.com/office/officeart/2005/8/layout/orgChart1"/>
    <dgm:cxn modelId="{C8C0F499-0DF3-4C7C-9E12-1628EBCEA67B}" type="presParOf" srcId="{C9DE8D84-4EB5-4B4B-A51A-1B1A60D043C2}" destId="{5649C7A1-941B-4130-AFB3-17DAE2BD1437}" srcOrd="0" destOrd="0" presId="urn:microsoft.com/office/officeart/2005/8/layout/orgChart1"/>
    <dgm:cxn modelId="{E67809A7-F27E-4F28-BA94-32CD99D64D0C}" type="presParOf" srcId="{C9DE8D84-4EB5-4B4B-A51A-1B1A60D043C2}" destId="{1031051A-A5BF-4D8E-9D07-63DAB004BC0A}" srcOrd="1" destOrd="0" presId="urn:microsoft.com/office/officeart/2005/8/layout/orgChart1"/>
    <dgm:cxn modelId="{D98EFED6-E264-4675-8CCB-8D01C7381A07}" type="presParOf" srcId="{F0F1ED9A-16A5-48ED-9749-5A1497230579}" destId="{36D7BE7A-02FD-4D44-BBF3-7A0A967E8DCE}" srcOrd="1" destOrd="0" presId="urn:microsoft.com/office/officeart/2005/8/layout/orgChart1"/>
    <dgm:cxn modelId="{D239F2CC-34F3-413A-AC0C-0937F9BD7A24}" type="presParOf" srcId="{F0F1ED9A-16A5-48ED-9749-5A1497230579}" destId="{42134A35-6704-4CA5-ABD4-51514C888EBC}" srcOrd="2" destOrd="0" presId="urn:microsoft.com/office/officeart/2005/8/layout/orgChart1"/>
    <dgm:cxn modelId="{9A84084C-5985-4F16-93B1-49A6629DCF33}" type="presParOf" srcId="{728171AF-10FE-4C00-93F5-BF4A0EDF026B}" destId="{99D160E0-6ABE-4450-B4B4-45744E2F68BF}" srcOrd="2" destOrd="0" presId="urn:microsoft.com/office/officeart/2005/8/layout/orgChart1"/>
    <dgm:cxn modelId="{7E209443-81CD-46DC-A660-F198F610E89E}" type="presParOf" srcId="{728171AF-10FE-4C00-93F5-BF4A0EDF026B}" destId="{61B22355-E27C-4736-A3F3-F230EBAD9495}" srcOrd="3" destOrd="0" presId="urn:microsoft.com/office/officeart/2005/8/layout/orgChart1"/>
    <dgm:cxn modelId="{F48D8BA5-307A-4C90-83CE-82CAB95A4B24}" type="presParOf" srcId="{61B22355-E27C-4736-A3F3-F230EBAD9495}" destId="{E442F808-0200-4D84-B962-29787225ABBF}" srcOrd="0" destOrd="0" presId="urn:microsoft.com/office/officeart/2005/8/layout/orgChart1"/>
    <dgm:cxn modelId="{999F766E-E487-4DF8-BCA0-5438678319E6}" type="presParOf" srcId="{E442F808-0200-4D84-B962-29787225ABBF}" destId="{8438A40D-7FDA-41A9-8D88-905A6CF8DA8C}" srcOrd="0" destOrd="0" presId="urn:microsoft.com/office/officeart/2005/8/layout/orgChart1"/>
    <dgm:cxn modelId="{0AF9B1D3-5F58-4800-BC6A-9BA09ACFAD63}" type="presParOf" srcId="{E442F808-0200-4D84-B962-29787225ABBF}" destId="{C3A647F5-23F7-4970-8ADE-5A3AFA3233B7}" srcOrd="1" destOrd="0" presId="urn:microsoft.com/office/officeart/2005/8/layout/orgChart1"/>
    <dgm:cxn modelId="{C4AEF003-C7F0-4E92-BBA9-9AA8CC6104BF}" type="presParOf" srcId="{61B22355-E27C-4736-A3F3-F230EBAD9495}" destId="{8F2A1831-D787-47B2-B0A3-835E5533D119}" srcOrd="1" destOrd="0" presId="urn:microsoft.com/office/officeart/2005/8/layout/orgChart1"/>
    <dgm:cxn modelId="{45710C27-685D-4AD5-B326-326AB11442EF}" type="presParOf" srcId="{61B22355-E27C-4736-A3F3-F230EBAD9495}" destId="{92EAD1F8-7AEA-41FC-9B0A-0CD48B306365}" srcOrd="2" destOrd="0" presId="urn:microsoft.com/office/officeart/2005/8/layout/orgChart1"/>
    <dgm:cxn modelId="{90035E17-16A8-4176-963E-381B0951100B}" type="presParOf" srcId="{C49AE1DD-7CBF-454F-A664-2A868822DED0}" destId="{7DD9F107-2B61-4310-AD0C-82F9EA4CB9BE}" srcOrd="2" destOrd="0" presId="urn:microsoft.com/office/officeart/2005/8/layout/orgChar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74.xml><?xml version="1.0" encoding="utf-8"?>
<dgm:dataModel xmlns:dgm="http://schemas.openxmlformats.org/drawingml/2006/diagram" xmlns:a="http://schemas.openxmlformats.org/drawingml/2006/main">
  <dgm:ptLst>
    <dgm:pt modelId="{0C2C8388-9F7C-462C-B74F-FE77BEFC1527}" type="doc">
      <dgm:prSet loTypeId="urn:microsoft.com/office/officeart/2005/8/layout/chevron2" loCatId="process" qsTypeId="urn:microsoft.com/office/officeart/2005/8/quickstyle/simple3" qsCatId="simple" csTypeId="urn:microsoft.com/office/officeart/2005/8/colors/colorful1" csCatId="colorful" phldr="1"/>
      <dgm:spPr/>
      <dgm:t>
        <a:bodyPr/>
        <a:lstStyle/>
        <a:p>
          <a:endParaRPr lang="en-IN"/>
        </a:p>
      </dgm:t>
    </dgm:pt>
    <dgm:pt modelId="{44AED966-EAE8-4574-99D8-78F8B66D115B}">
      <dgm:prSet custT="1"/>
      <dgm:spPr/>
      <dgm:t>
        <a:bodyPr/>
        <a:lstStyle/>
        <a:p>
          <a:r>
            <a:rPr lang="en-US" sz="1600" dirty="0"/>
            <a:t>Step 1</a:t>
          </a:r>
          <a:endParaRPr lang="en-IN" sz="1600" dirty="0"/>
        </a:p>
      </dgm:t>
    </dgm:pt>
    <dgm:pt modelId="{70B0B9C0-3368-45B2-AB25-8680B31DC18A}" type="parTrans" cxnId="{388D3772-D261-4956-9521-7ADEC5B9FF4F}">
      <dgm:prSet/>
      <dgm:spPr/>
      <dgm:t>
        <a:bodyPr/>
        <a:lstStyle/>
        <a:p>
          <a:endParaRPr lang="en-IN" sz="1600"/>
        </a:p>
      </dgm:t>
    </dgm:pt>
    <dgm:pt modelId="{80D32620-5ABC-4874-8F80-8B1A4B59173D}" type="sibTrans" cxnId="{388D3772-D261-4956-9521-7ADEC5B9FF4F}">
      <dgm:prSet/>
      <dgm:spPr/>
      <dgm:t>
        <a:bodyPr/>
        <a:lstStyle/>
        <a:p>
          <a:endParaRPr lang="en-IN" sz="1600"/>
        </a:p>
      </dgm:t>
    </dgm:pt>
    <dgm:pt modelId="{C70129B8-0CB6-483A-80F2-996D2C686455}">
      <dgm:prSet custT="1"/>
      <dgm:spPr/>
      <dgm:t>
        <a:bodyPr/>
        <a:lstStyle/>
        <a:p>
          <a:r>
            <a:rPr lang="en-US" sz="1600" dirty="0"/>
            <a:t>Step 2</a:t>
          </a:r>
          <a:endParaRPr lang="en-IN" sz="1600" dirty="0"/>
        </a:p>
      </dgm:t>
    </dgm:pt>
    <dgm:pt modelId="{03B00AAE-AC4C-4301-A55C-22AA92921BDC}" type="parTrans" cxnId="{71BAA6FF-9F89-49D2-8BCF-242A4EAC740C}">
      <dgm:prSet/>
      <dgm:spPr/>
      <dgm:t>
        <a:bodyPr/>
        <a:lstStyle/>
        <a:p>
          <a:endParaRPr lang="en-IN" sz="1600"/>
        </a:p>
      </dgm:t>
    </dgm:pt>
    <dgm:pt modelId="{9108EF9A-E7B2-4E3F-BFC4-8F1A873913DC}" type="sibTrans" cxnId="{71BAA6FF-9F89-49D2-8BCF-242A4EAC740C}">
      <dgm:prSet/>
      <dgm:spPr/>
      <dgm:t>
        <a:bodyPr/>
        <a:lstStyle/>
        <a:p>
          <a:endParaRPr lang="en-IN" sz="1600"/>
        </a:p>
      </dgm:t>
    </dgm:pt>
    <dgm:pt modelId="{BD0DA776-31FB-4E8A-9168-C95F0CBCC8C8}">
      <dgm:prSet custT="1"/>
      <dgm:spPr/>
      <dgm:t>
        <a:bodyPr/>
        <a:lstStyle/>
        <a:p>
          <a:r>
            <a:rPr lang="en-US" sz="1600" dirty="0"/>
            <a:t>Step 3</a:t>
          </a:r>
          <a:endParaRPr lang="en-IN" sz="1600" dirty="0"/>
        </a:p>
      </dgm:t>
    </dgm:pt>
    <dgm:pt modelId="{00FCE182-2620-4B68-A365-7BBAEB1E9390}" type="parTrans" cxnId="{2980BD40-7F10-46A6-8C4A-0EF5340051A3}">
      <dgm:prSet/>
      <dgm:spPr/>
      <dgm:t>
        <a:bodyPr/>
        <a:lstStyle/>
        <a:p>
          <a:endParaRPr lang="en-IN" sz="1600"/>
        </a:p>
      </dgm:t>
    </dgm:pt>
    <dgm:pt modelId="{8F7DF104-CEC9-47FB-9A19-D06DD3495AC6}" type="sibTrans" cxnId="{2980BD40-7F10-46A6-8C4A-0EF5340051A3}">
      <dgm:prSet/>
      <dgm:spPr/>
      <dgm:t>
        <a:bodyPr/>
        <a:lstStyle/>
        <a:p>
          <a:endParaRPr lang="en-IN" sz="1600"/>
        </a:p>
      </dgm:t>
    </dgm:pt>
    <dgm:pt modelId="{D7923518-9786-4B68-A865-E669BF94999C}">
      <dgm:prSet custT="1"/>
      <dgm:spPr/>
      <dgm:t>
        <a:bodyPr/>
        <a:lstStyle/>
        <a:p>
          <a:r>
            <a:rPr lang="en-US" sz="1600" dirty="0"/>
            <a:t>Add </a:t>
          </a:r>
          <a:r>
            <a:rPr lang="en-US" sz="1600" b="1" dirty="0"/>
            <a:t>Validation Annotations</a:t>
          </a:r>
          <a:r>
            <a:rPr lang="en-US" sz="1600" dirty="0"/>
            <a:t>(@NotNull, @Size, @Email, </a:t>
          </a:r>
          <a:r>
            <a:rPr lang="en-US" sz="1600" dirty="0" err="1"/>
            <a:t>etc</a:t>
          </a:r>
          <a:r>
            <a:rPr lang="en-US" sz="1600" dirty="0"/>
            <a:t>) to the Model Class.</a:t>
          </a:r>
          <a:endParaRPr lang="en-IN" sz="1600" dirty="0"/>
        </a:p>
      </dgm:t>
    </dgm:pt>
    <dgm:pt modelId="{ACEC85C9-2ED2-4932-8514-D26C8DE362F2}" type="parTrans" cxnId="{D832CC96-53F4-4D7B-9B76-1D6B8378FB05}">
      <dgm:prSet/>
      <dgm:spPr/>
      <dgm:t>
        <a:bodyPr/>
        <a:lstStyle/>
        <a:p>
          <a:endParaRPr lang="en-IN" sz="1600"/>
        </a:p>
      </dgm:t>
    </dgm:pt>
    <dgm:pt modelId="{6FB743C3-FE07-4EB3-A3FB-809D863A4B71}" type="sibTrans" cxnId="{D832CC96-53F4-4D7B-9B76-1D6B8378FB05}">
      <dgm:prSet/>
      <dgm:spPr/>
      <dgm:t>
        <a:bodyPr/>
        <a:lstStyle/>
        <a:p>
          <a:endParaRPr lang="en-IN" sz="1600"/>
        </a:p>
      </dgm:t>
    </dgm:pt>
    <dgm:pt modelId="{E567FCB6-6BAE-4049-84C7-E026AFCCF761}">
      <dgm:prSet custT="1"/>
      <dgm:spPr/>
      <dgm:t>
        <a:bodyPr/>
        <a:lstStyle/>
        <a:p>
          <a:r>
            <a:rPr lang="en-US" sz="1600" dirty="0"/>
            <a:t>Use </a:t>
          </a:r>
          <a:r>
            <a:rPr lang="en-US" sz="1600" b="1" dirty="0"/>
            <a:t>@Valid</a:t>
          </a:r>
          <a:r>
            <a:rPr lang="en-US" sz="1600" dirty="0"/>
            <a:t> in the Controller to trigger validation.</a:t>
          </a:r>
          <a:endParaRPr lang="en-IN" sz="1600" dirty="0"/>
        </a:p>
      </dgm:t>
    </dgm:pt>
    <dgm:pt modelId="{4EAC0755-274A-496B-9DDD-705CE535E9D6}" type="parTrans" cxnId="{203E23E8-CCF9-4284-979E-48F57FEA88DC}">
      <dgm:prSet/>
      <dgm:spPr/>
      <dgm:t>
        <a:bodyPr/>
        <a:lstStyle/>
        <a:p>
          <a:endParaRPr lang="en-IN" sz="1600"/>
        </a:p>
      </dgm:t>
    </dgm:pt>
    <dgm:pt modelId="{ED3112E1-BBE9-4C0E-BE5A-BE7118D351C2}" type="sibTrans" cxnId="{203E23E8-CCF9-4284-979E-48F57FEA88DC}">
      <dgm:prSet/>
      <dgm:spPr/>
      <dgm:t>
        <a:bodyPr/>
        <a:lstStyle/>
        <a:p>
          <a:endParaRPr lang="en-IN" sz="1600"/>
        </a:p>
      </dgm:t>
    </dgm:pt>
    <dgm:pt modelId="{6A2DB525-7EEB-41BB-8687-7AF29A507456}">
      <dgm:prSet custT="1"/>
      <dgm:spPr/>
      <dgm:t>
        <a:bodyPr/>
        <a:lstStyle/>
        <a:p>
          <a:r>
            <a:rPr lang="en-US" sz="1600" dirty="0"/>
            <a:t>Add a </a:t>
          </a:r>
          <a:r>
            <a:rPr lang="en-US" sz="1600" b="1" dirty="0" err="1"/>
            <a:t>BindingResult</a:t>
          </a:r>
          <a:r>
            <a:rPr lang="en-US" sz="1600" dirty="0"/>
            <a:t> parameter to capture validation errors.</a:t>
          </a:r>
          <a:endParaRPr lang="en-IN" sz="1600" dirty="0"/>
        </a:p>
      </dgm:t>
    </dgm:pt>
    <dgm:pt modelId="{C20DFBD7-78A8-4829-9852-2177C29F4272}" type="parTrans" cxnId="{8E4FD8AE-E309-4728-B440-003E2E0780BE}">
      <dgm:prSet/>
      <dgm:spPr/>
      <dgm:t>
        <a:bodyPr/>
        <a:lstStyle/>
        <a:p>
          <a:endParaRPr lang="en-IN" sz="1600"/>
        </a:p>
      </dgm:t>
    </dgm:pt>
    <dgm:pt modelId="{CBD6B28B-E924-41EF-AF53-32CC1AD29A77}" type="sibTrans" cxnId="{8E4FD8AE-E309-4728-B440-003E2E0780BE}">
      <dgm:prSet/>
      <dgm:spPr/>
      <dgm:t>
        <a:bodyPr/>
        <a:lstStyle/>
        <a:p>
          <a:endParaRPr lang="en-IN" sz="1600"/>
        </a:p>
      </dgm:t>
    </dgm:pt>
    <dgm:pt modelId="{5B8CEF17-8E4C-4F11-94CD-3ADCAC8C3315}" type="pres">
      <dgm:prSet presAssocID="{0C2C8388-9F7C-462C-B74F-FE77BEFC1527}" presName="linearFlow" presStyleCnt="0">
        <dgm:presLayoutVars>
          <dgm:dir/>
          <dgm:animLvl val="lvl"/>
          <dgm:resizeHandles val="exact"/>
        </dgm:presLayoutVars>
      </dgm:prSet>
      <dgm:spPr/>
    </dgm:pt>
    <dgm:pt modelId="{2B7BDC49-EBB0-4F57-BFEE-F5E94333E695}" type="pres">
      <dgm:prSet presAssocID="{44AED966-EAE8-4574-99D8-78F8B66D115B}" presName="composite" presStyleCnt="0"/>
      <dgm:spPr/>
    </dgm:pt>
    <dgm:pt modelId="{41D49D52-C623-428F-8264-E42DE9602E9E}" type="pres">
      <dgm:prSet presAssocID="{44AED966-EAE8-4574-99D8-78F8B66D115B}" presName="parentText" presStyleLbl="alignNode1" presStyleIdx="0" presStyleCnt="3">
        <dgm:presLayoutVars>
          <dgm:chMax val="1"/>
          <dgm:bulletEnabled val="1"/>
        </dgm:presLayoutVars>
      </dgm:prSet>
      <dgm:spPr/>
    </dgm:pt>
    <dgm:pt modelId="{6962818C-E614-4228-9956-A802CFB353AD}" type="pres">
      <dgm:prSet presAssocID="{44AED966-EAE8-4574-99D8-78F8B66D115B}" presName="descendantText" presStyleLbl="alignAcc1" presStyleIdx="0" presStyleCnt="3">
        <dgm:presLayoutVars>
          <dgm:bulletEnabled val="1"/>
        </dgm:presLayoutVars>
      </dgm:prSet>
      <dgm:spPr/>
    </dgm:pt>
    <dgm:pt modelId="{891E5CF2-3635-4C83-9A2A-B9BEF32BF9D3}" type="pres">
      <dgm:prSet presAssocID="{80D32620-5ABC-4874-8F80-8B1A4B59173D}" presName="sp" presStyleCnt="0"/>
      <dgm:spPr/>
    </dgm:pt>
    <dgm:pt modelId="{0FD0C853-4523-42E9-995A-08060D87EFF8}" type="pres">
      <dgm:prSet presAssocID="{C70129B8-0CB6-483A-80F2-996D2C686455}" presName="composite" presStyleCnt="0"/>
      <dgm:spPr/>
    </dgm:pt>
    <dgm:pt modelId="{D8A19947-4013-4E7B-BF8E-055542582F0E}" type="pres">
      <dgm:prSet presAssocID="{C70129B8-0CB6-483A-80F2-996D2C686455}" presName="parentText" presStyleLbl="alignNode1" presStyleIdx="1" presStyleCnt="3">
        <dgm:presLayoutVars>
          <dgm:chMax val="1"/>
          <dgm:bulletEnabled val="1"/>
        </dgm:presLayoutVars>
      </dgm:prSet>
      <dgm:spPr/>
    </dgm:pt>
    <dgm:pt modelId="{9C75F2BB-0F66-4436-B2D3-C6F06ECCB5D6}" type="pres">
      <dgm:prSet presAssocID="{C70129B8-0CB6-483A-80F2-996D2C686455}" presName="descendantText" presStyleLbl="alignAcc1" presStyleIdx="1" presStyleCnt="3">
        <dgm:presLayoutVars>
          <dgm:bulletEnabled val="1"/>
        </dgm:presLayoutVars>
      </dgm:prSet>
      <dgm:spPr/>
    </dgm:pt>
    <dgm:pt modelId="{E5708F62-17D6-4F20-8780-73FF9DAF1067}" type="pres">
      <dgm:prSet presAssocID="{9108EF9A-E7B2-4E3F-BFC4-8F1A873913DC}" presName="sp" presStyleCnt="0"/>
      <dgm:spPr/>
    </dgm:pt>
    <dgm:pt modelId="{7E6F94B7-317E-4B54-929A-43C1156155F1}" type="pres">
      <dgm:prSet presAssocID="{BD0DA776-31FB-4E8A-9168-C95F0CBCC8C8}" presName="composite" presStyleCnt="0"/>
      <dgm:spPr/>
    </dgm:pt>
    <dgm:pt modelId="{A41B738A-093F-48F6-8FDB-0B914191C295}" type="pres">
      <dgm:prSet presAssocID="{BD0DA776-31FB-4E8A-9168-C95F0CBCC8C8}" presName="parentText" presStyleLbl="alignNode1" presStyleIdx="2" presStyleCnt="3">
        <dgm:presLayoutVars>
          <dgm:chMax val="1"/>
          <dgm:bulletEnabled val="1"/>
        </dgm:presLayoutVars>
      </dgm:prSet>
      <dgm:spPr/>
    </dgm:pt>
    <dgm:pt modelId="{E630C170-493D-4909-96B8-CCB60E2BDEB5}" type="pres">
      <dgm:prSet presAssocID="{BD0DA776-31FB-4E8A-9168-C95F0CBCC8C8}" presName="descendantText" presStyleLbl="alignAcc1" presStyleIdx="2" presStyleCnt="3">
        <dgm:presLayoutVars>
          <dgm:bulletEnabled val="1"/>
        </dgm:presLayoutVars>
      </dgm:prSet>
      <dgm:spPr/>
    </dgm:pt>
  </dgm:ptLst>
  <dgm:cxnLst>
    <dgm:cxn modelId="{B34BFB02-9414-48F4-94AF-B0429CAAA883}" type="presOf" srcId="{6A2DB525-7EEB-41BB-8687-7AF29A507456}" destId="{E630C170-493D-4909-96B8-CCB60E2BDEB5}" srcOrd="0" destOrd="0" presId="urn:microsoft.com/office/officeart/2005/8/layout/chevron2"/>
    <dgm:cxn modelId="{E2BF6F21-3711-407C-A922-3313902CBFD3}" type="presOf" srcId="{C70129B8-0CB6-483A-80F2-996D2C686455}" destId="{D8A19947-4013-4E7B-BF8E-055542582F0E}" srcOrd="0" destOrd="0" presId="urn:microsoft.com/office/officeart/2005/8/layout/chevron2"/>
    <dgm:cxn modelId="{F0913E2C-E4D5-40FD-BCCC-9B42288C1CD2}" type="presOf" srcId="{D7923518-9786-4B68-A865-E669BF94999C}" destId="{6962818C-E614-4228-9956-A802CFB353AD}" srcOrd="0" destOrd="0" presId="urn:microsoft.com/office/officeart/2005/8/layout/chevron2"/>
    <dgm:cxn modelId="{47142435-7DE8-4072-98A7-0FDAC14BF115}" type="presOf" srcId="{BD0DA776-31FB-4E8A-9168-C95F0CBCC8C8}" destId="{A41B738A-093F-48F6-8FDB-0B914191C295}" srcOrd="0" destOrd="0" presId="urn:microsoft.com/office/officeart/2005/8/layout/chevron2"/>
    <dgm:cxn modelId="{2980BD40-7F10-46A6-8C4A-0EF5340051A3}" srcId="{0C2C8388-9F7C-462C-B74F-FE77BEFC1527}" destId="{BD0DA776-31FB-4E8A-9168-C95F0CBCC8C8}" srcOrd="2" destOrd="0" parTransId="{00FCE182-2620-4B68-A365-7BBAEB1E9390}" sibTransId="{8F7DF104-CEC9-47FB-9A19-D06DD3495AC6}"/>
    <dgm:cxn modelId="{388D3772-D261-4956-9521-7ADEC5B9FF4F}" srcId="{0C2C8388-9F7C-462C-B74F-FE77BEFC1527}" destId="{44AED966-EAE8-4574-99D8-78F8B66D115B}" srcOrd="0" destOrd="0" parTransId="{70B0B9C0-3368-45B2-AB25-8680B31DC18A}" sibTransId="{80D32620-5ABC-4874-8F80-8B1A4B59173D}"/>
    <dgm:cxn modelId="{62EDB95A-019E-4E97-A8F3-4CD273914481}" type="presOf" srcId="{44AED966-EAE8-4574-99D8-78F8B66D115B}" destId="{41D49D52-C623-428F-8264-E42DE9602E9E}" srcOrd="0" destOrd="0" presId="urn:microsoft.com/office/officeart/2005/8/layout/chevron2"/>
    <dgm:cxn modelId="{D832CC96-53F4-4D7B-9B76-1D6B8378FB05}" srcId="{44AED966-EAE8-4574-99D8-78F8B66D115B}" destId="{D7923518-9786-4B68-A865-E669BF94999C}" srcOrd="0" destOrd="0" parTransId="{ACEC85C9-2ED2-4932-8514-D26C8DE362F2}" sibTransId="{6FB743C3-FE07-4EB3-A3FB-809D863A4B71}"/>
    <dgm:cxn modelId="{8E4FD8AE-E309-4728-B440-003E2E0780BE}" srcId="{BD0DA776-31FB-4E8A-9168-C95F0CBCC8C8}" destId="{6A2DB525-7EEB-41BB-8687-7AF29A507456}" srcOrd="0" destOrd="0" parTransId="{C20DFBD7-78A8-4829-9852-2177C29F4272}" sibTransId="{CBD6B28B-E924-41EF-AF53-32CC1AD29A77}"/>
    <dgm:cxn modelId="{2B7110D5-CEC5-4203-BB95-D373FD4F5038}" type="presOf" srcId="{E567FCB6-6BAE-4049-84C7-E026AFCCF761}" destId="{9C75F2BB-0F66-4436-B2D3-C6F06ECCB5D6}" srcOrd="0" destOrd="0" presId="urn:microsoft.com/office/officeart/2005/8/layout/chevron2"/>
    <dgm:cxn modelId="{203E23E8-CCF9-4284-979E-48F57FEA88DC}" srcId="{C70129B8-0CB6-483A-80F2-996D2C686455}" destId="{E567FCB6-6BAE-4049-84C7-E026AFCCF761}" srcOrd="0" destOrd="0" parTransId="{4EAC0755-274A-496B-9DDD-705CE535E9D6}" sibTransId="{ED3112E1-BBE9-4C0E-BE5A-BE7118D351C2}"/>
    <dgm:cxn modelId="{6B6887EF-BAD1-4AF6-AE5A-B1CC40A31010}" type="presOf" srcId="{0C2C8388-9F7C-462C-B74F-FE77BEFC1527}" destId="{5B8CEF17-8E4C-4F11-94CD-3ADCAC8C3315}" srcOrd="0" destOrd="0" presId="urn:microsoft.com/office/officeart/2005/8/layout/chevron2"/>
    <dgm:cxn modelId="{71BAA6FF-9F89-49D2-8BCF-242A4EAC740C}" srcId="{0C2C8388-9F7C-462C-B74F-FE77BEFC1527}" destId="{C70129B8-0CB6-483A-80F2-996D2C686455}" srcOrd="1" destOrd="0" parTransId="{03B00AAE-AC4C-4301-A55C-22AA92921BDC}" sibTransId="{9108EF9A-E7B2-4E3F-BFC4-8F1A873913DC}"/>
    <dgm:cxn modelId="{0F0DE834-B55C-4EE7-BE09-80D88000BF97}" type="presParOf" srcId="{5B8CEF17-8E4C-4F11-94CD-3ADCAC8C3315}" destId="{2B7BDC49-EBB0-4F57-BFEE-F5E94333E695}" srcOrd="0" destOrd="0" presId="urn:microsoft.com/office/officeart/2005/8/layout/chevron2"/>
    <dgm:cxn modelId="{AAB7F7A4-298C-40C1-BDE6-F53F73462028}" type="presParOf" srcId="{2B7BDC49-EBB0-4F57-BFEE-F5E94333E695}" destId="{41D49D52-C623-428F-8264-E42DE9602E9E}" srcOrd="0" destOrd="0" presId="urn:microsoft.com/office/officeart/2005/8/layout/chevron2"/>
    <dgm:cxn modelId="{2C9E7B0A-E922-4772-A2BD-57A958015EB8}" type="presParOf" srcId="{2B7BDC49-EBB0-4F57-BFEE-F5E94333E695}" destId="{6962818C-E614-4228-9956-A802CFB353AD}" srcOrd="1" destOrd="0" presId="urn:microsoft.com/office/officeart/2005/8/layout/chevron2"/>
    <dgm:cxn modelId="{47A570AB-035A-4B73-A491-DBA97F6A4977}" type="presParOf" srcId="{5B8CEF17-8E4C-4F11-94CD-3ADCAC8C3315}" destId="{891E5CF2-3635-4C83-9A2A-B9BEF32BF9D3}" srcOrd="1" destOrd="0" presId="urn:microsoft.com/office/officeart/2005/8/layout/chevron2"/>
    <dgm:cxn modelId="{113716D1-C1B4-4B9D-8E78-5D5D559121A2}" type="presParOf" srcId="{5B8CEF17-8E4C-4F11-94CD-3ADCAC8C3315}" destId="{0FD0C853-4523-42E9-995A-08060D87EFF8}" srcOrd="2" destOrd="0" presId="urn:microsoft.com/office/officeart/2005/8/layout/chevron2"/>
    <dgm:cxn modelId="{5B263727-2A77-416B-BC9A-D5C15AF8C1A0}" type="presParOf" srcId="{0FD0C853-4523-42E9-995A-08060D87EFF8}" destId="{D8A19947-4013-4E7B-BF8E-055542582F0E}" srcOrd="0" destOrd="0" presId="urn:microsoft.com/office/officeart/2005/8/layout/chevron2"/>
    <dgm:cxn modelId="{E88B5839-4035-4051-8B3E-B0FB64FB0E67}" type="presParOf" srcId="{0FD0C853-4523-42E9-995A-08060D87EFF8}" destId="{9C75F2BB-0F66-4436-B2D3-C6F06ECCB5D6}" srcOrd="1" destOrd="0" presId="urn:microsoft.com/office/officeart/2005/8/layout/chevron2"/>
    <dgm:cxn modelId="{763D60C3-152F-4B3A-A424-61FDB07013F0}" type="presParOf" srcId="{5B8CEF17-8E4C-4F11-94CD-3ADCAC8C3315}" destId="{E5708F62-17D6-4F20-8780-73FF9DAF1067}" srcOrd="3" destOrd="0" presId="urn:microsoft.com/office/officeart/2005/8/layout/chevron2"/>
    <dgm:cxn modelId="{300054C8-B27B-474B-BCA5-E7926813684E}" type="presParOf" srcId="{5B8CEF17-8E4C-4F11-94CD-3ADCAC8C3315}" destId="{7E6F94B7-317E-4B54-929A-43C1156155F1}" srcOrd="4" destOrd="0" presId="urn:microsoft.com/office/officeart/2005/8/layout/chevron2"/>
    <dgm:cxn modelId="{CDAE8DFE-8811-4EC2-BB02-0A4ACA8A6071}" type="presParOf" srcId="{7E6F94B7-317E-4B54-929A-43C1156155F1}" destId="{A41B738A-093F-48F6-8FDB-0B914191C295}" srcOrd="0" destOrd="0" presId="urn:microsoft.com/office/officeart/2005/8/layout/chevron2"/>
    <dgm:cxn modelId="{E379F2F2-EC55-455C-92E1-CBF973294A90}" type="presParOf" srcId="{7E6F94B7-317E-4B54-929A-43C1156155F1}" destId="{E630C170-493D-4909-96B8-CCB60E2BDEB5}" srcOrd="1" destOrd="0" presId="urn:microsoft.com/office/officeart/2005/8/layout/chevron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75.xml><?xml version="1.0" encoding="utf-8"?>
<dgm:dataModel xmlns:dgm="http://schemas.openxmlformats.org/drawingml/2006/diagram" xmlns:a="http://schemas.openxmlformats.org/drawingml/2006/main">
  <dgm:ptLst>
    <dgm:pt modelId="{53828CE4-A1A0-45EE-8C2F-D442C0D8C410}" type="doc">
      <dgm:prSet loTypeId="urn:microsoft.com/office/officeart/2005/8/layout/process2" loCatId="process" qsTypeId="urn:microsoft.com/office/officeart/2005/8/quickstyle/simple3" qsCatId="simple" csTypeId="urn:microsoft.com/office/officeart/2005/8/colors/colorful1" csCatId="colorful" phldr="1"/>
      <dgm:spPr/>
      <dgm:t>
        <a:bodyPr/>
        <a:lstStyle/>
        <a:p>
          <a:endParaRPr lang="en-IN"/>
        </a:p>
      </dgm:t>
    </dgm:pt>
    <dgm:pt modelId="{E8D4253D-2713-4886-9D72-678AE848F0B7}">
      <dgm:prSet custT="1"/>
      <dgm:spPr/>
      <dgm:t>
        <a:bodyPr/>
        <a:lstStyle/>
        <a:p>
          <a:pPr algn="l"/>
          <a:r>
            <a:rPr lang="en-US" sz="1800" dirty="0"/>
            <a:t>1. Display Form (using @GETMapping)</a:t>
          </a:r>
          <a:endParaRPr lang="en-IN" sz="1800" dirty="0"/>
        </a:p>
      </dgm:t>
    </dgm:pt>
    <dgm:pt modelId="{D37D86B6-9A21-437A-92F8-B78FD400EE3D}" type="parTrans" cxnId="{7DC0C6BD-CF0E-422E-BFFE-8B0AA6CE8086}">
      <dgm:prSet/>
      <dgm:spPr/>
      <dgm:t>
        <a:bodyPr/>
        <a:lstStyle/>
        <a:p>
          <a:pPr algn="l"/>
          <a:endParaRPr lang="en-IN"/>
        </a:p>
      </dgm:t>
    </dgm:pt>
    <dgm:pt modelId="{2C8A4A82-A3E5-4ADF-9DFB-427646F644B2}" type="sibTrans" cxnId="{7DC0C6BD-CF0E-422E-BFFE-8B0AA6CE8086}">
      <dgm:prSet/>
      <dgm:spPr/>
      <dgm:t>
        <a:bodyPr/>
        <a:lstStyle/>
        <a:p>
          <a:pPr algn="l"/>
          <a:endParaRPr lang="en-IN"/>
        </a:p>
      </dgm:t>
    </dgm:pt>
    <dgm:pt modelId="{38D94492-8ACB-4677-AFEE-B7E3AC53DB06}">
      <dgm:prSet phldrT="[Text]" custT="1"/>
      <dgm:spPr/>
      <dgm:t>
        <a:bodyPr/>
        <a:lstStyle/>
        <a:p>
          <a:pPr algn="l">
            <a:buNone/>
          </a:pPr>
          <a:r>
            <a:rPr lang="en-US" sz="1800" dirty="0"/>
            <a:t>2. User Submits Form (using @POSTMapping)</a:t>
          </a:r>
          <a:endParaRPr lang="en-IN" sz="1800" dirty="0"/>
        </a:p>
      </dgm:t>
    </dgm:pt>
    <dgm:pt modelId="{4FEBDEEC-DF18-4B47-A9C9-3B08F5D430D8}" type="parTrans" cxnId="{4C176CCA-AE76-4079-9863-47D2105ABC03}">
      <dgm:prSet/>
      <dgm:spPr/>
      <dgm:t>
        <a:bodyPr/>
        <a:lstStyle/>
        <a:p>
          <a:pPr algn="l"/>
          <a:endParaRPr lang="en-IN"/>
        </a:p>
      </dgm:t>
    </dgm:pt>
    <dgm:pt modelId="{2828D8BB-4947-416B-9697-47C476D155A0}" type="sibTrans" cxnId="{4C176CCA-AE76-4079-9863-47D2105ABC03}">
      <dgm:prSet/>
      <dgm:spPr/>
      <dgm:t>
        <a:bodyPr/>
        <a:lstStyle/>
        <a:p>
          <a:pPr algn="l"/>
          <a:endParaRPr lang="en-IN"/>
        </a:p>
      </dgm:t>
    </dgm:pt>
    <dgm:pt modelId="{209B128C-BE27-44BB-8704-7ABA99775693}">
      <dgm:prSet phldrT="[Text]" custT="1"/>
      <dgm:spPr/>
      <dgm:t>
        <a:bodyPr/>
        <a:lstStyle/>
        <a:p>
          <a:pPr algn="l">
            <a:buNone/>
          </a:pPr>
          <a:r>
            <a:rPr lang="en-US" sz="1800" dirty="0"/>
            <a:t>3. Bind Form Data (using @ModelAttribute)</a:t>
          </a:r>
          <a:endParaRPr lang="en-IN" sz="1800" dirty="0"/>
        </a:p>
      </dgm:t>
    </dgm:pt>
    <dgm:pt modelId="{6A346659-873F-4E33-BD72-1CA1A28FA83A}" type="parTrans" cxnId="{1D80C478-09DA-4E97-A6BA-29A6FFB2E496}">
      <dgm:prSet/>
      <dgm:spPr/>
      <dgm:t>
        <a:bodyPr/>
        <a:lstStyle/>
        <a:p>
          <a:pPr algn="l"/>
          <a:endParaRPr lang="en-IN"/>
        </a:p>
      </dgm:t>
    </dgm:pt>
    <dgm:pt modelId="{D290F076-5855-4E5B-97C9-D916A94BDF87}" type="sibTrans" cxnId="{1D80C478-09DA-4E97-A6BA-29A6FFB2E496}">
      <dgm:prSet/>
      <dgm:spPr/>
      <dgm:t>
        <a:bodyPr/>
        <a:lstStyle/>
        <a:p>
          <a:pPr algn="l"/>
          <a:endParaRPr lang="en-IN"/>
        </a:p>
      </dgm:t>
    </dgm:pt>
    <dgm:pt modelId="{E91D26A6-58DB-45C3-B7A2-C8C5ACEF8990}">
      <dgm:prSet phldrT="[Text]" custT="1"/>
      <dgm:spPr/>
      <dgm:t>
        <a:bodyPr/>
        <a:lstStyle/>
        <a:p>
          <a:pPr algn="l">
            <a:buNone/>
          </a:pPr>
          <a:r>
            <a:rPr lang="en-US" sz="1800" dirty="0"/>
            <a:t>4. Validate Data (using @Valid)</a:t>
          </a:r>
          <a:endParaRPr lang="en-IN" sz="1800" dirty="0"/>
        </a:p>
      </dgm:t>
    </dgm:pt>
    <dgm:pt modelId="{99DB8B80-7789-4869-9751-2F5FA667B48F}" type="parTrans" cxnId="{A08A1B6E-4299-472D-86F3-CEBF2641D949}">
      <dgm:prSet/>
      <dgm:spPr/>
      <dgm:t>
        <a:bodyPr/>
        <a:lstStyle/>
        <a:p>
          <a:pPr algn="l"/>
          <a:endParaRPr lang="en-IN"/>
        </a:p>
      </dgm:t>
    </dgm:pt>
    <dgm:pt modelId="{2F14BE82-42D6-4220-A0D9-5EF43D819CB1}" type="sibTrans" cxnId="{A08A1B6E-4299-472D-86F3-CEBF2641D949}">
      <dgm:prSet/>
      <dgm:spPr/>
      <dgm:t>
        <a:bodyPr/>
        <a:lstStyle/>
        <a:p>
          <a:pPr algn="l"/>
          <a:endParaRPr lang="en-IN"/>
        </a:p>
      </dgm:t>
    </dgm:pt>
    <dgm:pt modelId="{CC461CAE-61E2-41F4-B0A1-23A4A65F87E8}">
      <dgm:prSet phldrT="[Text]" custT="1"/>
      <dgm:spPr/>
      <dgm:t>
        <a:bodyPr/>
        <a:lstStyle/>
        <a:p>
          <a:pPr algn="l">
            <a:buNone/>
          </a:pPr>
          <a:r>
            <a:rPr lang="en-US" sz="1800" dirty="0"/>
            <a:t>5. Check for Errors (using </a:t>
          </a:r>
          <a:r>
            <a:rPr lang="en-US" sz="1800" dirty="0" err="1"/>
            <a:t>BindingResult</a:t>
          </a:r>
          <a:r>
            <a:rPr lang="en-US" sz="1800" dirty="0"/>
            <a:t>)</a:t>
          </a:r>
          <a:endParaRPr lang="en-IN" sz="1800" dirty="0"/>
        </a:p>
      </dgm:t>
    </dgm:pt>
    <dgm:pt modelId="{C5A93952-EC13-4A47-8B0F-1E26878CD1F8}" type="parTrans" cxnId="{DC8A4BDF-EF01-48D5-BFBB-DC25891CB919}">
      <dgm:prSet/>
      <dgm:spPr/>
      <dgm:t>
        <a:bodyPr/>
        <a:lstStyle/>
        <a:p>
          <a:pPr algn="l"/>
          <a:endParaRPr lang="en-IN"/>
        </a:p>
      </dgm:t>
    </dgm:pt>
    <dgm:pt modelId="{769E2720-BFE8-49A8-A8D0-A659ED07219B}" type="sibTrans" cxnId="{DC8A4BDF-EF01-48D5-BFBB-DC25891CB919}">
      <dgm:prSet/>
      <dgm:spPr/>
      <dgm:t>
        <a:bodyPr/>
        <a:lstStyle/>
        <a:p>
          <a:pPr algn="l"/>
          <a:endParaRPr lang="en-IN"/>
        </a:p>
      </dgm:t>
    </dgm:pt>
    <dgm:pt modelId="{57567D9C-17C2-4666-B6F1-E8F381DA9DEC}" type="pres">
      <dgm:prSet presAssocID="{53828CE4-A1A0-45EE-8C2F-D442C0D8C410}" presName="linearFlow" presStyleCnt="0">
        <dgm:presLayoutVars>
          <dgm:resizeHandles val="exact"/>
        </dgm:presLayoutVars>
      </dgm:prSet>
      <dgm:spPr/>
    </dgm:pt>
    <dgm:pt modelId="{02033660-272C-47EA-A177-8F207099703D}" type="pres">
      <dgm:prSet presAssocID="{E8D4253D-2713-4886-9D72-678AE848F0B7}" presName="node" presStyleLbl="node1" presStyleIdx="0" presStyleCnt="5" custScaleX="236261">
        <dgm:presLayoutVars>
          <dgm:bulletEnabled val="1"/>
        </dgm:presLayoutVars>
      </dgm:prSet>
      <dgm:spPr/>
    </dgm:pt>
    <dgm:pt modelId="{A52DE3F1-F523-4DB2-A496-2E4F626DA6B5}" type="pres">
      <dgm:prSet presAssocID="{2C8A4A82-A3E5-4ADF-9DFB-427646F644B2}" presName="sibTrans" presStyleLbl="sibTrans2D1" presStyleIdx="0" presStyleCnt="4"/>
      <dgm:spPr/>
    </dgm:pt>
    <dgm:pt modelId="{94528194-42FB-42A5-82BE-C8B183B061CB}" type="pres">
      <dgm:prSet presAssocID="{2C8A4A82-A3E5-4ADF-9DFB-427646F644B2}" presName="connectorText" presStyleLbl="sibTrans2D1" presStyleIdx="0" presStyleCnt="4"/>
      <dgm:spPr/>
    </dgm:pt>
    <dgm:pt modelId="{85276EE9-CEE2-4BA4-B4CD-9DB4F7C67BC8}" type="pres">
      <dgm:prSet presAssocID="{38D94492-8ACB-4677-AFEE-B7E3AC53DB06}" presName="node" presStyleLbl="node1" presStyleIdx="1" presStyleCnt="5" custScaleX="236261">
        <dgm:presLayoutVars>
          <dgm:bulletEnabled val="1"/>
        </dgm:presLayoutVars>
      </dgm:prSet>
      <dgm:spPr/>
    </dgm:pt>
    <dgm:pt modelId="{16FAA695-3F1A-43B8-90B4-B1B8291C432A}" type="pres">
      <dgm:prSet presAssocID="{2828D8BB-4947-416B-9697-47C476D155A0}" presName="sibTrans" presStyleLbl="sibTrans2D1" presStyleIdx="1" presStyleCnt="4"/>
      <dgm:spPr/>
    </dgm:pt>
    <dgm:pt modelId="{D6C433C0-1B96-4214-9058-032E9D1BB83A}" type="pres">
      <dgm:prSet presAssocID="{2828D8BB-4947-416B-9697-47C476D155A0}" presName="connectorText" presStyleLbl="sibTrans2D1" presStyleIdx="1" presStyleCnt="4"/>
      <dgm:spPr/>
    </dgm:pt>
    <dgm:pt modelId="{715E60FA-4780-4E73-B3B4-3159857DE4A6}" type="pres">
      <dgm:prSet presAssocID="{209B128C-BE27-44BB-8704-7ABA99775693}" presName="node" presStyleLbl="node1" presStyleIdx="2" presStyleCnt="5" custScaleX="236261">
        <dgm:presLayoutVars>
          <dgm:bulletEnabled val="1"/>
        </dgm:presLayoutVars>
      </dgm:prSet>
      <dgm:spPr/>
    </dgm:pt>
    <dgm:pt modelId="{EDABDDE8-7FCA-4AA8-AD03-AA469E6EF5E2}" type="pres">
      <dgm:prSet presAssocID="{D290F076-5855-4E5B-97C9-D916A94BDF87}" presName="sibTrans" presStyleLbl="sibTrans2D1" presStyleIdx="2" presStyleCnt="4"/>
      <dgm:spPr/>
    </dgm:pt>
    <dgm:pt modelId="{FCF85774-B974-4470-B1BE-8590DBA22584}" type="pres">
      <dgm:prSet presAssocID="{D290F076-5855-4E5B-97C9-D916A94BDF87}" presName="connectorText" presStyleLbl="sibTrans2D1" presStyleIdx="2" presStyleCnt="4"/>
      <dgm:spPr/>
    </dgm:pt>
    <dgm:pt modelId="{CF9753F1-9E59-4EC7-81C6-B57D8389E579}" type="pres">
      <dgm:prSet presAssocID="{E91D26A6-58DB-45C3-B7A2-C8C5ACEF8990}" presName="node" presStyleLbl="node1" presStyleIdx="3" presStyleCnt="5" custScaleX="236261">
        <dgm:presLayoutVars>
          <dgm:bulletEnabled val="1"/>
        </dgm:presLayoutVars>
      </dgm:prSet>
      <dgm:spPr/>
    </dgm:pt>
    <dgm:pt modelId="{3BE66B76-19A3-4C25-B32E-B5336C9F360C}" type="pres">
      <dgm:prSet presAssocID="{2F14BE82-42D6-4220-A0D9-5EF43D819CB1}" presName="sibTrans" presStyleLbl="sibTrans2D1" presStyleIdx="3" presStyleCnt="4"/>
      <dgm:spPr/>
    </dgm:pt>
    <dgm:pt modelId="{8027B350-0E1E-46C5-A7E7-C33A8068F25E}" type="pres">
      <dgm:prSet presAssocID="{2F14BE82-42D6-4220-A0D9-5EF43D819CB1}" presName="connectorText" presStyleLbl="sibTrans2D1" presStyleIdx="3" presStyleCnt="4"/>
      <dgm:spPr/>
    </dgm:pt>
    <dgm:pt modelId="{E6962E3C-3FA9-41B5-A6C7-9ED424F6A724}" type="pres">
      <dgm:prSet presAssocID="{CC461CAE-61E2-41F4-B0A1-23A4A65F87E8}" presName="node" presStyleLbl="node1" presStyleIdx="4" presStyleCnt="5" custScaleX="236261">
        <dgm:presLayoutVars>
          <dgm:bulletEnabled val="1"/>
        </dgm:presLayoutVars>
      </dgm:prSet>
      <dgm:spPr/>
    </dgm:pt>
  </dgm:ptLst>
  <dgm:cxnLst>
    <dgm:cxn modelId="{981ED515-2C1E-4744-9CD8-B1B5C95E7F0D}" type="presOf" srcId="{53828CE4-A1A0-45EE-8C2F-D442C0D8C410}" destId="{57567D9C-17C2-4666-B6F1-E8F381DA9DEC}" srcOrd="0" destOrd="0" presId="urn:microsoft.com/office/officeart/2005/8/layout/process2"/>
    <dgm:cxn modelId="{C2D89519-32D7-4915-957C-933775331D7E}" type="presOf" srcId="{38D94492-8ACB-4677-AFEE-B7E3AC53DB06}" destId="{85276EE9-CEE2-4BA4-B4CD-9DB4F7C67BC8}" srcOrd="0" destOrd="0" presId="urn:microsoft.com/office/officeart/2005/8/layout/process2"/>
    <dgm:cxn modelId="{585B432D-2C55-4CA7-9691-34295B4A37DF}" type="presOf" srcId="{E91D26A6-58DB-45C3-B7A2-C8C5ACEF8990}" destId="{CF9753F1-9E59-4EC7-81C6-B57D8389E579}" srcOrd="0" destOrd="0" presId="urn:microsoft.com/office/officeart/2005/8/layout/process2"/>
    <dgm:cxn modelId="{7AD50B36-9791-4AA8-A4A0-0C4F739AA2CA}" type="presOf" srcId="{2828D8BB-4947-416B-9697-47C476D155A0}" destId="{16FAA695-3F1A-43B8-90B4-B1B8291C432A}" srcOrd="0" destOrd="0" presId="urn:microsoft.com/office/officeart/2005/8/layout/process2"/>
    <dgm:cxn modelId="{C2F77C40-FDC4-4409-A3D3-D37B74A69D4B}" type="presOf" srcId="{2C8A4A82-A3E5-4ADF-9DFB-427646F644B2}" destId="{94528194-42FB-42A5-82BE-C8B183B061CB}" srcOrd="1" destOrd="0" presId="urn:microsoft.com/office/officeart/2005/8/layout/process2"/>
    <dgm:cxn modelId="{83DB7665-0F46-4544-8F23-BFD4154EB86C}" type="presOf" srcId="{2F14BE82-42D6-4220-A0D9-5EF43D819CB1}" destId="{8027B350-0E1E-46C5-A7E7-C33A8068F25E}" srcOrd="1" destOrd="0" presId="urn:microsoft.com/office/officeart/2005/8/layout/process2"/>
    <dgm:cxn modelId="{D457AE6B-0D57-4DBB-82E3-8A93DC7E44C8}" type="presOf" srcId="{2C8A4A82-A3E5-4ADF-9DFB-427646F644B2}" destId="{A52DE3F1-F523-4DB2-A496-2E4F626DA6B5}" srcOrd="0" destOrd="0" presId="urn:microsoft.com/office/officeart/2005/8/layout/process2"/>
    <dgm:cxn modelId="{A08A1B6E-4299-472D-86F3-CEBF2641D949}" srcId="{53828CE4-A1A0-45EE-8C2F-D442C0D8C410}" destId="{E91D26A6-58DB-45C3-B7A2-C8C5ACEF8990}" srcOrd="3" destOrd="0" parTransId="{99DB8B80-7789-4869-9751-2F5FA667B48F}" sibTransId="{2F14BE82-42D6-4220-A0D9-5EF43D819CB1}"/>
    <dgm:cxn modelId="{1D80C478-09DA-4E97-A6BA-29A6FFB2E496}" srcId="{53828CE4-A1A0-45EE-8C2F-D442C0D8C410}" destId="{209B128C-BE27-44BB-8704-7ABA99775693}" srcOrd="2" destOrd="0" parTransId="{6A346659-873F-4E33-BD72-1CA1A28FA83A}" sibTransId="{D290F076-5855-4E5B-97C9-D916A94BDF87}"/>
    <dgm:cxn modelId="{2779DB95-3A18-474B-8EBC-81D0DC46BD4C}" type="presOf" srcId="{D290F076-5855-4E5B-97C9-D916A94BDF87}" destId="{FCF85774-B974-4470-B1BE-8590DBA22584}" srcOrd="1" destOrd="0" presId="urn:microsoft.com/office/officeart/2005/8/layout/process2"/>
    <dgm:cxn modelId="{CB7808B6-A892-4900-8159-FA1FF297AB41}" type="presOf" srcId="{CC461CAE-61E2-41F4-B0A1-23A4A65F87E8}" destId="{E6962E3C-3FA9-41B5-A6C7-9ED424F6A724}" srcOrd="0" destOrd="0" presId="urn:microsoft.com/office/officeart/2005/8/layout/process2"/>
    <dgm:cxn modelId="{7DC0C6BD-CF0E-422E-BFFE-8B0AA6CE8086}" srcId="{53828CE4-A1A0-45EE-8C2F-D442C0D8C410}" destId="{E8D4253D-2713-4886-9D72-678AE848F0B7}" srcOrd="0" destOrd="0" parTransId="{D37D86B6-9A21-437A-92F8-B78FD400EE3D}" sibTransId="{2C8A4A82-A3E5-4ADF-9DFB-427646F644B2}"/>
    <dgm:cxn modelId="{3D5785C5-20A5-4190-AE33-873D1D1B7337}" type="presOf" srcId="{E8D4253D-2713-4886-9D72-678AE848F0B7}" destId="{02033660-272C-47EA-A177-8F207099703D}" srcOrd="0" destOrd="0" presId="urn:microsoft.com/office/officeart/2005/8/layout/process2"/>
    <dgm:cxn modelId="{80D6DFC6-BB5D-491A-8412-56699683EA67}" type="presOf" srcId="{2F14BE82-42D6-4220-A0D9-5EF43D819CB1}" destId="{3BE66B76-19A3-4C25-B32E-B5336C9F360C}" srcOrd="0" destOrd="0" presId="urn:microsoft.com/office/officeart/2005/8/layout/process2"/>
    <dgm:cxn modelId="{4C176CCA-AE76-4079-9863-47D2105ABC03}" srcId="{53828CE4-A1A0-45EE-8C2F-D442C0D8C410}" destId="{38D94492-8ACB-4677-AFEE-B7E3AC53DB06}" srcOrd="1" destOrd="0" parTransId="{4FEBDEEC-DF18-4B47-A9C9-3B08F5D430D8}" sibTransId="{2828D8BB-4947-416B-9697-47C476D155A0}"/>
    <dgm:cxn modelId="{5E4B10D1-69D0-4BB9-B09F-A4F2A5A921D9}" type="presOf" srcId="{2828D8BB-4947-416B-9697-47C476D155A0}" destId="{D6C433C0-1B96-4214-9058-032E9D1BB83A}" srcOrd="1" destOrd="0" presId="urn:microsoft.com/office/officeart/2005/8/layout/process2"/>
    <dgm:cxn modelId="{DC8A4BDF-EF01-48D5-BFBB-DC25891CB919}" srcId="{53828CE4-A1A0-45EE-8C2F-D442C0D8C410}" destId="{CC461CAE-61E2-41F4-B0A1-23A4A65F87E8}" srcOrd="4" destOrd="0" parTransId="{C5A93952-EC13-4A47-8B0F-1E26878CD1F8}" sibTransId="{769E2720-BFE8-49A8-A8D0-A659ED07219B}"/>
    <dgm:cxn modelId="{81B6CCED-311C-4ACE-92FD-56216FE5C7C9}" type="presOf" srcId="{D290F076-5855-4E5B-97C9-D916A94BDF87}" destId="{EDABDDE8-7FCA-4AA8-AD03-AA469E6EF5E2}" srcOrd="0" destOrd="0" presId="urn:microsoft.com/office/officeart/2005/8/layout/process2"/>
    <dgm:cxn modelId="{6FC167F0-5946-4775-9A41-13CFE600F995}" type="presOf" srcId="{209B128C-BE27-44BB-8704-7ABA99775693}" destId="{715E60FA-4780-4E73-B3B4-3159857DE4A6}" srcOrd="0" destOrd="0" presId="urn:microsoft.com/office/officeart/2005/8/layout/process2"/>
    <dgm:cxn modelId="{CFC81C09-B391-4A82-9534-BF2579B5F092}" type="presParOf" srcId="{57567D9C-17C2-4666-B6F1-E8F381DA9DEC}" destId="{02033660-272C-47EA-A177-8F207099703D}" srcOrd="0" destOrd="0" presId="urn:microsoft.com/office/officeart/2005/8/layout/process2"/>
    <dgm:cxn modelId="{F382654A-C1A3-41A4-83C9-5184451B4572}" type="presParOf" srcId="{57567D9C-17C2-4666-B6F1-E8F381DA9DEC}" destId="{A52DE3F1-F523-4DB2-A496-2E4F626DA6B5}" srcOrd="1" destOrd="0" presId="urn:microsoft.com/office/officeart/2005/8/layout/process2"/>
    <dgm:cxn modelId="{7F2B3B5B-40BD-4B14-8EE0-5F032E25A435}" type="presParOf" srcId="{A52DE3F1-F523-4DB2-A496-2E4F626DA6B5}" destId="{94528194-42FB-42A5-82BE-C8B183B061CB}" srcOrd="0" destOrd="0" presId="urn:microsoft.com/office/officeart/2005/8/layout/process2"/>
    <dgm:cxn modelId="{0D1828F2-7EDD-4B69-8143-CDA2F204F48E}" type="presParOf" srcId="{57567D9C-17C2-4666-B6F1-E8F381DA9DEC}" destId="{85276EE9-CEE2-4BA4-B4CD-9DB4F7C67BC8}" srcOrd="2" destOrd="0" presId="urn:microsoft.com/office/officeart/2005/8/layout/process2"/>
    <dgm:cxn modelId="{328E337B-2543-49BB-AAF5-BEF0E3AA3627}" type="presParOf" srcId="{57567D9C-17C2-4666-B6F1-E8F381DA9DEC}" destId="{16FAA695-3F1A-43B8-90B4-B1B8291C432A}" srcOrd="3" destOrd="0" presId="urn:microsoft.com/office/officeart/2005/8/layout/process2"/>
    <dgm:cxn modelId="{0F54DF92-E75E-49A2-99F0-1AC79C404EAE}" type="presParOf" srcId="{16FAA695-3F1A-43B8-90B4-B1B8291C432A}" destId="{D6C433C0-1B96-4214-9058-032E9D1BB83A}" srcOrd="0" destOrd="0" presId="urn:microsoft.com/office/officeart/2005/8/layout/process2"/>
    <dgm:cxn modelId="{C561F50B-8C67-422C-9CC4-C67936A48025}" type="presParOf" srcId="{57567D9C-17C2-4666-B6F1-E8F381DA9DEC}" destId="{715E60FA-4780-4E73-B3B4-3159857DE4A6}" srcOrd="4" destOrd="0" presId="urn:microsoft.com/office/officeart/2005/8/layout/process2"/>
    <dgm:cxn modelId="{87BA2333-8C88-40A9-9B49-E63B1294A730}" type="presParOf" srcId="{57567D9C-17C2-4666-B6F1-E8F381DA9DEC}" destId="{EDABDDE8-7FCA-4AA8-AD03-AA469E6EF5E2}" srcOrd="5" destOrd="0" presId="urn:microsoft.com/office/officeart/2005/8/layout/process2"/>
    <dgm:cxn modelId="{8238C635-7963-4F47-904F-B68B0B528F03}" type="presParOf" srcId="{EDABDDE8-7FCA-4AA8-AD03-AA469E6EF5E2}" destId="{FCF85774-B974-4470-B1BE-8590DBA22584}" srcOrd="0" destOrd="0" presId="urn:microsoft.com/office/officeart/2005/8/layout/process2"/>
    <dgm:cxn modelId="{61F5663D-E68A-4275-BED0-E6809EA7AD3F}" type="presParOf" srcId="{57567D9C-17C2-4666-B6F1-E8F381DA9DEC}" destId="{CF9753F1-9E59-4EC7-81C6-B57D8389E579}" srcOrd="6" destOrd="0" presId="urn:microsoft.com/office/officeart/2005/8/layout/process2"/>
    <dgm:cxn modelId="{683376B8-6A75-4C35-AD18-290098C1207D}" type="presParOf" srcId="{57567D9C-17C2-4666-B6F1-E8F381DA9DEC}" destId="{3BE66B76-19A3-4C25-B32E-B5336C9F360C}" srcOrd="7" destOrd="0" presId="urn:microsoft.com/office/officeart/2005/8/layout/process2"/>
    <dgm:cxn modelId="{E32583B0-8116-4B8E-B6D8-7E7BC1F966DE}" type="presParOf" srcId="{3BE66B76-19A3-4C25-B32E-B5336C9F360C}" destId="{8027B350-0E1E-46C5-A7E7-C33A8068F25E}" srcOrd="0" destOrd="0" presId="urn:microsoft.com/office/officeart/2005/8/layout/process2"/>
    <dgm:cxn modelId="{ED3472C8-3B68-492A-94EC-2027805AAD61}" type="presParOf" srcId="{57567D9C-17C2-4666-B6F1-E8F381DA9DEC}" destId="{E6962E3C-3FA9-41B5-A6C7-9ED424F6A724}" srcOrd="8" destOrd="0" presId="urn:microsoft.com/office/officeart/2005/8/layout/process2"/>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76.xml><?xml version="1.0" encoding="utf-8"?>
<dgm:dataModel xmlns:dgm="http://schemas.openxmlformats.org/drawingml/2006/diagram" xmlns:a="http://schemas.openxmlformats.org/drawingml/2006/main">
  <dgm:ptLst>
    <dgm:pt modelId="{0C2C8388-9F7C-462C-B74F-FE77BEFC1527}" type="doc">
      <dgm:prSet loTypeId="urn:microsoft.com/office/officeart/2011/layout/TabList" loCatId="list" qsTypeId="urn:microsoft.com/office/officeart/2005/8/quickstyle/simple3" qsCatId="simple" csTypeId="urn:microsoft.com/office/officeart/2005/8/colors/colorful1" csCatId="colorful" phldr="1"/>
      <dgm:spPr/>
      <dgm:t>
        <a:bodyPr/>
        <a:lstStyle/>
        <a:p>
          <a:endParaRPr lang="en-IN"/>
        </a:p>
      </dgm:t>
    </dgm:pt>
    <dgm:pt modelId="{44AED966-EAE8-4574-99D8-78F8B66D115B}">
      <dgm:prSet custT="1"/>
      <dgm:spPr/>
      <dgm:t>
        <a:bodyPr/>
        <a:lstStyle/>
        <a:p>
          <a:pPr algn="l"/>
          <a:r>
            <a:rPr lang="en-US" sz="1600" dirty="0"/>
            <a:t>1. Display Form:</a:t>
          </a:r>
          <a:endParaRPr lang="en-IN" sz="1600" dirty="0"/>
        </a:p>
      </dgm:t>
    </dgm:pt>
    <dgm:pt modelId="{70B0B9C0-3368-45B2-AB25-8680B31DC18A}" type="parTrans" cxnId="{388D3772-D261-4956-9521-7ADEC5B9FF4F}">
      <dgm:prSet/>
      <dgm:spPr/>
      <dgm:t>
        <a:bodyPr/>
        <a:lstStyle/>
        <a:p>
          <a:endParaRPr lang="en-IN" sz="1600"/>
        </a:p>
      </dgm:t>
    </dgm:pt>
    <dgm:pt modelId="{80D32620-5ABC-4874-8F80-8B1A4B59173D}" type="sibTrans" cxnId="{388D3772-D261-4956-9521-7ADEC5B9FF4F}">
      <dgm:prSet/>
      <dgm:spPr/>
      <dgm:t>
        <a:bodyPr/>
        <a:lstStyle/>
        <a:p>
          <a:endParaRPr lang="en-IN" sz="1600"/>
        </a:p>
      </dgm:t>
    </dgm:pt>
    <dgm:pt modelId="{F6553F0A-B04B-4C84-AE0F-90F71C25F462}">
      <dgm:prSet custT="1"/>
      <dgm:spPr/>
      <dgm:t>
        <a:bodyPr/>
        <a:lstStyle/>
        <a:p>
          <a:r>
            <a:rPr lang="en-US" sz="1600" dirty="0"/>
            <a:t>Controller serves the form with an empty model object.</a:t>
          </a:r>
          <a:endParaRPr lang="en-IN" sz="1600" dirty="0"/>
        </a:p>
      </dgm:t>
    </dgm:pt>
    <dgm:pt modelId="{D52543AB-ECBD-4706-BC41-78E37DAF985A}" type="parTrans" cxnId="{33432AB2-83CC-4FA4-9F68-B395D78DB6A9}">
      <dgm:prSet/>
      <dgm:spPr/>
      <dgm:t>
        <a:bodyPr/>
        <a:lstStyle/>
        <a:p>
          <a:endParaRPr lang="en-IN"/>
        </a:p>
      </dgm:t>
    </dgm:pt>
    <dgm:pt modelId="{92199B99-8D7C-4734-AA24-5AFE027B052D}" type="sibTrans" cxnId="{33432AB2-83CC-4FA4-9F68-B395D78DB6A9}">
      <dgm:prSet/>
      <dgm:spPr/>
      <dgm:t>
        <a:bodyPr/>
        <a:lstStyle/>
        <a:p>
          <a:endParaRPr lang="en-IN"/>
        </a:p>
      </dgm:t>
    </dgm:pt>
    <dgm:pt modelId="{020E768E-7321-496B-A8E3-75CCA7C339C0}">
      <dgm:prSet custT="1"/>
      <dgm:spPr/>
      <dgm:t>
        <a:bodyPr/>
        <a:lstStyle/>
        <a:p>
          <a:pPr algn="l"/>
          <a:r>
            <a:rPr lang="en-US" sz="1600" dirty="0"/>
            <a:t>2. User Submits Form:</a:t>
          </a:r>
          <a:endParaRPr lang="en-IN" sz="1600" dirty="0"/>
        </a:p>
      </dgm:t>
    </dgm:pt>
    <dgm:pt modelId="{2E03FD3F-EA23-4F99-8D2F-8E720FABCE36}" type="parTrans" cxnId="{CB092B91-C7CD-42D8-9C54-19BF4E7628C7}">
      <dgm:prSet/>
      <dgm:spPr/>
      <dgm:t>
        <a:bodyPr/>
        <a:lstStyle/>
        <a:p>
          <a:endParaRPr lang="en-IN"/>
        </a:p>
      </dgm:t>
    </dgm:pt>
    <dgm:pt modelId="{F597345F-ECDD-45B7-AD48-CE0AE30005B9}" type="sibTrans" cxnId="{CB092B91-C7CD-42D8-9C54-19BF4E7628C7}">
      <dgm:prSet/>
      <dgm:spPr/>
      <dgm:t>
        <a:bodyPr/>
        <a:lstStyle/>
        <a:p>
          <a:endParaRPr lang="en-IN"/>
        </a:p>
      </dgm:t>
    </dgm:pt>
    <dgm:pt modelId="{4A80CD0C-36B8-4F32-8D35-54BCE9F5F08D}">
      <dgm:prSet custT="1"/>
      <dgm:spPr/>
      <dgm:t>
        <a:bodyPr/>
        <a:lstStyle/>
        <a:p>
          <a:r>
            <a:rPr lang="en-US" sz="1600" dirty="0"/>
            <a:t>Form data is sent to the server.</a:t>
          </a:r>
          <a:endParaRPr lang="en-IN" sz="1600" dirty="0"/>
        </a:p>
      </dgm:t>
    </dgm:pt>
    <dgm:pt modelId="{982AC1A5-3445-4B3C-8623-AABDF2D76CFE}" type="parTrans" cxnId="{D751B84D-9DDF-432C-BA5B-A9D839EFF914}">
      <dgm:prSet/>
      <dgm:spPr/>
      <dgm:t>
        <a:bodyPr/>
        <a:lstStyle/>
        <a:p>
          <a:endParaRPr lang="en-IN"/>
        </a:p>
      </dgm:t>
    </dgm:pt>
    <dgm:pt modelId="{378BB317-EB88-47C2-B0B5-1AD8F823C210}" type="sibTrans" cxnId="{D751B84D-9DDF-432C-BA5B-A9D839EFF914}">
      <dgm:prSet/>
      <dgm:spPr/>
      <dgm:t>
        <a:bodyPr/>
        <a:lstStyle/>
        <a:p>
          <a:endParaRPr lang="en-IN"/>
        </a:p>
      </dgm:t>
    </dgm:pt>
    <dgm:pt modelId="{59718BD8-77ED-4C16-94BD-2620633C6DB0}">
      <dgm:prSet custT="1"/>
      <dgm:spPr/>
      <dgm:t>
        <a:bodyPr/>
        <a:lstStyle/>
        <a:p>
          <a:pPr algn="l"/>
          <a:r>
            <a:rPr lang="en-US" sz="1600" dirty="0"/>
            <a:t>3. Bind Form Data:</a:t>
          </a:r>
          <a:endParaRPr lang="en-IN" sz="1600" dirty="0"/>
        </a:p>
      </dgm:t>
    </dgm:pt>
    <dgm:pt modelId="{75FF15F9-F611-4026-B507-A7EC63C372E3}" type="parTrans" cxnId="{54BFC581-4263-4C2E-8589-6F7FA8798EB0}">
      <dgm:prSet/>
      <dgm:spPr/>
      <dgm:t>
        <a:bodyPr/>
        <a:lstStyle/>
        <a:p>
          <a:endParaRPr lang="en-IN"/>
        </a:p>
      </dgm:t>
    </dgm:pt>
    <dgm:pt modelId="{FF72F56A-918D-48A2-B9C5-16068CAD7261}" type="sibTrans" cxnId="{54BFC581-4263-4C2E-8589-6F7FA8798EB0}">
      <dgm:prSet/>
      <dgm:spPr/>
      <dgm:t>
        <a:bodyPr/>
        <a:lstStyle/>
        <a:p>
          <a:endParaRPr lang="en-IN"/>
        </a:p>
      </dgm:t>
    </dgm:pt>
    <dgm:pt modelId="{8081FFB9-D6EF-4CF8-BCB3-B29EC37F653C}">
      <dgm:prSet custT="1"/>
      <dgm:spPr/>
      <dgm:t>
        <a:bodyPr/>
        <a:lstStyle/>
        <a:p>
          <a:r>
            <a:rPr lang="en-US" sz="1600" dirty="0"/>
            <a:t>Spring binds form data to a model object using @ModelAttribute.</a:t>
          </a:r>
          <a:endParaRPr lang="en-IN" sz="1600" dirty="0"/>
        </a:p>
      </dgm:t>
    </dgm:pt>
    <dgm:pt modelId="{E5EA58D6-57EC-4ADB-A8C6-9886308B0581}" type="parTrans" cxnId="{5FB0D999-800C-4C5E-B793-82AABD2C828A}">
      <dgm:prSet/>
      <dgm:spPr/>
      <dgm:t>
        <a:bodyPr/>
        <a:lstStyle/>
        <a:p>
          <a:endParaRPr lang="en-IN"/>
        </a:p>
      </dgm:t>
    </dgm:pt>
    <dgm:pt modelId="{B4DBEA68-47E7-4A8C-81EC-0241E8BFB735}" type="sibTrans" cxnId="{5FB0D999-800C-4C5E-B793-82AABD2C828A}">
      <dgm:prSet/>
      <dgm:spPr/>
      <dgm:t>
        <a:bodyPr/>
        <a:lstStyle/>
        <a:p>
          <a:endParaRPr lang="en-IN"/>
        </a:p>
      </dgm:t>
    </dgm:pt>
    <dgm:pt modelId="{F2D6CA38-FC9B-48D3-8545-9F6A5BFF85A7}">
      <dgm:prSet custT="1"/>
      <dgm:spPr/>
      <dgm:t>
        <a:bodyPr/>
        <a:lstStyle/>
        <a:p>
          <a:pPr algn="l"/>
          <a:r>
            <a:rPr lang="en-US" sz="1600" dirty="0"/>
            <a:t>4. Validate Data:</a:t>
          </a:r>
          <a:endParaRPr lang="en-IN" sz="1600" dirty="0"/>
        </a:p>
      </dgm:t>
    </dgm:pt>
    <dgm:pt modelId="{A59239DE-BB75-4DC3-ABDD-1DF0838DE1DC}" type="parTrans" cxnId="{90997385-2274-4789-AA3F-1E8796A91272}">
      <dgm:prSet/>
      <dgm:spPr/>
      <dgm:t>
        <a:bodyPr/>
        <a:lstStyle/>
        <a:p>
          <a:endParaRPr lang="en-IN"/>
        </a:p>
      </dgm:t>
    </dgm:pt>
    <dgm:pt modelId="{4DBE0AE8-BF12-4420-B25D-E93C81F8EBE2}" type="sibTrans" cxnId="{90997385-2274-4789-AA3F-1E8796A91272}">
      <dgm:prSet/>
      <dgm:spPr/>
      <dgm:t>
        <a:bodyPr/>
        <a:lstStyle/>
        <a:p>
          <a:endParaRPr lang="en-IN"/>
        </a:p>
      </dgm:t>
    </dgm:pt>
    <dgm:pt modelId="{6A2A0D11-E770-49CE-9327-AE6B4870EFA8}">
      <dgm:prSet custT="1"/>
      <dgm:spPr/>
      <dgm:t>
        <a:bodyPr/>
        <a:lstStyle/>
        <a:p>
          <a:r>
            <a:rPr lang="en-US" sz="1600" dirty="0"/>
            <a:t>Spring validates the model object using @Valid and captures errors in </a:t>
          </a:r>
          <a:r>
            <a:rPr lang="en-US" sz="1600" dirty="0" err="1"/>
            <a:t>BindingResult</a:t>
          </a:r>
          <a:r>
            <a:rPr lang="en-US" sz="1600" dirty="0"/>
            <a:t>.</a:t>
          </a:r>
          <a:endParaRPr lang="en-IN" sz="1600" dirty="0"/>
        </a:p>
      </dgm:t>
    </dgm:pt>
    <dgm:pt modelId="{6DF2AA2D-F454-492F-9C4C-31BABA6A7F4B}" type="parTrans" cxnId="{BEF142EC-2F6E-4270-AF25-787BB6A5ADE3}">
      <dgm:prSet/>
      <dgm:spPr/>
      <dgm:t>
        <a:bodyPr/>
        <a:lstStyle/>
        <a:p>
          <a:endParaRPr lang="en-IN"/>
        </a:p>
      </dgm:t>
    </dgm:pt>
    <dgm:pt modelId="{7C6E11BF-871A-4231-BD1A-C357AC8451DA}" type="sibTrans" cxnId="{BEF142EC-2F6E-4270-AF25-787BB6A5ADE3}">
      <dgm:prSet/>
      <dgm:spPr/>
      <dgm:t>
        <a:bodyPr/>
        <a:lstStyle/>
        <a:p>
          <a:endParaRPr lang="en-IN"/>
        </a:p>
      </dgm:t>
    </dgm:pt>
    <dgm:pt modelId="{2308F2BB-27F6-4E56-8C1B-0F17529C6407}">
      <dgm:prSet custT="1"/>
      <dgm:spPr/>
      <dgm:t>
        <a:bodyPr/>
        <a:lstStyle/>
        <a:p>
          <a:pPr algn="l"/>
          <a:r>
            <a:rPr lang="en-US" sz="1600" dirty="0"/>
            <a:t>5. Check for Errors:</a:t>
          </a:r>
          <a:endParaRPr lang="en-IN" sz="1600" dirty="0"/>
        </a:p>
      </dgm:t>
    </dgm:pt>
    <dgm:pt modelId="{0848C9D5-8040-4451-BC84-50741FEA3B94}" type="parTrans" cxnId="{65C33839-0195-49FC-950A-91FBEE95DB6D}">
      <dgm:prSet/>
      <dgm:spPr/>
      <dgm:t>
        <a:bodyPr/>
        <a:lstStyle/>
        <a:p>
          <a:endParaRPr lang="en-IN"/>
        </a:p>
      </dgm:t>
    </dgm:pt>
    <dgm:pt modelId="{10BB32C7-C166-454F-8F5C-B05F16A322AD}" type="sibTrans" cxnId="{65C33839-0195-49FC-950A-91FBEE95DB6D}">
      <dgm:prSet/>
      <dgm:spPr/>
      <dgm:t>
        <a:bodyPr/>
        <a:lstStyle/>
        <a:p>
          <a:endParaRPr lang="en-IN"/>
        </a:p>
      </dgm:t>
    </dgm:pt>
    <dgm:pt modelId="{4D50BF45-332C-441A-8938-204A3D07667E}">
      <dgm:prSet custT="1"/>
      <dgm:spPr/>
      <dgm:t>
        <a:bodyPr/>
        <a:lstStyle/>
        <a:p>
          <a:r>
            <a:rPr lang="en-US" sz="1600" dirty="0"/>
            <a:t>Controller checks </a:t>
          </a:r>
          <a:r>
            <a:rPr lang="en-US" sz="1600" dirty="0" err="1"/>
            <a:t>BindingResult</a:t>
          </a:r>
          <a:r>
            <a:rPr lang="en-US" sz="1600" dirty="0"/>
            <a:t> for validation errors.</a:t>
          </a:r>
          <a:endParaRPr lang="en-IN" sz="1600" dirty="0"/>
        </a:p>
      </dgm:t>
    </dgm:pt>
    <dgm:pt modelId="{6ED07682-E7EA-4CA9-9D02-7F41051B0745}" type="parTrans" cxnId="{E7CFBB77-981B-4590-999B-53D18334660F}">
      <dgm:prSet/>
      <dgm:spPr/>
      <dgm:t>
        <a:bodyPr/>
        <a:lstStyle/>
        <a:p>
          <a:endParaRPr lang="en-IN"/>
        </a:p>
      </dgm:t>
    </dgm:pt>
    <dgm:pt modelId="{824F4FAF-F4AF-483C-BE40-630994A17F05}" type="sibTrans" cxnId="{E7CFBB77-981B-4590-999B-53D18334660F}">
      <dgm:prSet/>
      <dgm:spPr/>
      <dgm:t>
        <a:bodyPr/>
        <a:lstStyle/>
        <a:p>
          <a:endParaRPr lang="en-IN"/>
        </a:p>
      </dgm:t>
    </dgm:pt>
    <dgm:pt modelId="{E2243708-8CE9-4214-96A2-E5EDEC2DA988}">
      <dgm:prSet custT="1"/>
      <dgm:spPr/>
      <dgm:t>
        <a:bodyPr/>
        <a:lstStyle/>
        <a:p>
          <a:pPr algn="l"/>
          <a:r>
            <a:rPr lang="en-US" sz="1600" dirty="0"/>
            <a:t>6. Process Valid Data:</a:t>
          </a:r>
          <a:endParaRPr lang="en-IN" sz="1600" dirty="0"/>
        </a:p>
      </dgm:t>
    </dgm:pt>
    <dgm:pt modelId="{5359BAB0-5628-40F4-A218-F8B8CB3D33CF}" type="parTrans" cxnId="{12319970-0FEA-49D7-BCB9-729CB1657FAE}">
      <dgm:prSet/>
      <dgm:spPr/>
      <dgm:t>
        <a:bodyPr/>
        <a:lstStyle/>
        <a:p>
          <a:endParaRPr lang="en-IN"/>
        </a:p>
      </dgm:t>
    </dgm:pt>
    <dgm:pt modelId="{B0A86B03-DA14-46DB-8C23-C0A2561AFF09}" type="sibTrans" cxnId="{12319970-0FEA-49D7-BCB9-729CB1657FAE}">
      <dgm:prSet/>
      <dgm:spPr/>
      <dgm:t>
        <a:bodyPr/>
        <a:lstStyle/>
        <a:p>
          <a:endParaRPr lang="en-IN"/>
        </a:p>
      </dgm:t>
    </dgm:pt>
    <dgm:pt modelId="{86891355-1724-4C8F-B97F-9795AF0466D5}">
      <dgm:prSet custT="1"/>
      <dgm:spPr/>
      <dgm:t>
        <a:bodyPr/>
        <a:lstStyle/>
        <a:p>
          <a:r>
            <a:rPr lang="en-US" sz="1600" dirty="0"/>
            <a:t>If no errors, the controller processes the valid data.</a:t>
          </a:r>
          <a:endParaRPr lang="en-IN" sz="1600" dirty="0"/>
        </a:p>
      </dgm:t>
    </dgm:pt>
    <dgm:pt modelId="{1C9BA340-ADE9-41E2-A928-FF541C3B9CC7}" type="parTrans" cxnId="{69DB1BFC-871A-4C4A-949D-8CD11803778F}">
      <dgm:prSet/>
      <dgm:spPr/>
      <dgm:t>
        <a:bodyPr/>
        <a:lstStyle/>
        <a:p>
          <a:endParaRPr lang="en-IN"/>
        </a:p>
      </dgm:t>
    </dgm:pt>
    <dgm:pt modelId="{37ADF64F-5DC1-4FB0-ADFA-B88A2B222114}" type="sibTrans" cxnId="{69DB1BFC-871A-4C4A-949D-8CD11803778F}">
      <dgm:prSet/>
      <dgm:spPr/>
      <dgm:t>
        <a:bodyPr/>
        <a:lstStyle/>
        <a:p>
          <a:endParaRPr lang="en-IN"/>
        </a:p>
      </dgm:t>
    </dgm:pt>
    <dgm:pt modelId="{29B2FE13-8D25-43C0-87CD-B109216E0FB3}">
      <dgm:prSet custT="1"/>
      <dgm:spPr/>
      <dgm:t>
        <a:bodyPr/>
        <a:lstStyle/>
        <a:p>
          <a:pPr algn="l"/>
          <a:r>
            <a:rPr lang="en-US" sz="1600" dirty="0"/>
            <a:t>7. Return View:</a:t>
          </a:r>
          <a:endParaRPr lang="en-IN" sz="1600" dirty="0"/>
        </a:p>
      </dgm:t>
    </dgm:pt>
    <dgm:pt modelId="{D9EA5DF7-F3B0-492C-9EA1-8A505D1A0471}" type="parTrans" cxnId="{DD0F93A8-EA15-4DB8-B55C-5112C1391847}">
      <dgm:prSet/>
      <dgm:spPr/>
      <dgm:t>
        <a:bodyPr/>
        <a:lstStyle/>
        <a:p>
          <a:endParaRPr lang="en-IN"/>
        </a:p>
      </dgm:t>
    </dgm:pt>
    <dgm:pt modelId="{FB3669DA-896C-4AFF-8AF1-F2A83C9133E4}" type="sibTrans" cxnId="{DD0F93A8-EA15-4DB8-B55C-5112C1391847}">
      <dgm:prSet/>
      <dgm:spPr/>
      <dgm:t>
        <a:bodyPr/>
        <a:lstStyle/>
        <a:p>
          <a:endParaRPr lang="en-IN"/>
        </a:p>
      </dgm:t>
    </dgm:pt>
    <dgm:pt modelId="{7CA85566-50CF-4BAE-89FD-D0B9F5BC29E0}">
      <dgm:prSet custT="1"/>
      <dgm:spPr/>
      <dgm:t>
        <a:bodyPr/>
        <a:lstStyle/>
        <a:p>
          <a:r>
            <a:rPr lang="en-US" sz="1600" dirty="0"/>
            <a:t>Return a success view or redisplay form with errors.</a:t>
          </a:r>
          <a:endParaRPr lang="en-IN" sz="1600" dirty="0"/>
        </a:p>
      </dgm:t>
    </dgm:pt>
    <dgm:pt modelId="{7B1C750B-4352-4064-B697-20B5F606907F}" type="parTrans" cxnId="{1581385B-436A-42FA-B3D9-A0753181C547}">
      <dgm:prSet/>
      <dgm:spPr/>
      <dgm:t>
        <a:bodyPr/>
        <a:lstStyle/>
        <a:p>
          <a:endParaRPr lang="en-IN"/>
        </a:p>
      </dgm:t>
    </dgm:pt>
    <dgm:pt modelId="{7B45871B-0E68-43CA-A28E-CFA2AB5ED418}" type="sibTrans" cxnId="{1581385B-436A-42FA-B3D9-A0753181C547}">
      <dgm:prSet/>
      <dgm:spPr/>
      <dgm:t>
        <a:bodyPr/>
        <a:lstStyle/>
        <a:p>
          <a:endParaRPr lang="en-IN"/>
        </a:p>
      </dgm:t>
    </dgm:pt>
    <dgm:pt modelId="{D0ED258E-1FD8-4E2B-9D9F-229ED8348D16}">
      <dgm:prSet custT="1"/>
      <dgm:spPr/>
      <dgm:t>
        <a:bodyPr/>
        <a:lstStyle/>
        <a:p>
          <a:pPr algn="l"/>
          <a:r>
            <a:rPr lang="en-US" sz="1600" dirty="0"/>
            <a:t>8. Show Validation Errors:</a:t>
          </a:r>
          <a:endParaRPr lang="en-IN" sz="1600" dirty="0"/>
        </a:p>
      </dgm:t>
    </dgm:pt>
    <dgm:pt modelId="{1E144EC6-827E-4208-BEF8-47AAA73A047A}" type="parTrans" cxnId="{0E000FF1-D745-43F6-98CE-22AAA51C32CD}">
      <dgm:prSet/>
      <dgm:spPr/>
      <dgm:t>
        <a:bodyPr/>
        <a:lstStyle/>
        <a:p>
          <a:endParaRPr lang="en-IN"/>
        </a:p>
      </dgm:t>
    </dgm:pt>
    <dgm:pt modelId="{17E6F466-B12C-4CD9-A1D7-97902668CFF3}" type="sibTrans" cxnId="{0E000FF1-D745-43F6-98CE-22AAA51C32CD}">
      <dgm:prSet/>
      <dgm:spPr/>
      <dgm:t>
        <a:bodyPr/>
        <a:lstStyle/>
        <a:p>
          <a:endParaRPr lang="en-IN"/>
        </a:p>
      </dgm:t>
    </dgm:pt>
    <dgm:pt modelId="{38CA9EE1-70B0-487C-92EA-0BDF91ED052F}">
      <dgm:prSet custT="1"/>
      <dgm:spPr/>
      <dgm:t>
        <a:bodyPr/>
        <a:lstStyle/>
        <a:p>
          <a:r>
            <a:rPr lang="en-US" sz="1600" dirty="0"/>
            <a:t>Errors are displayed next to form fields in the view.</a:t>
          </a:r>
          <a:endParaRPr lang="en-IN" sz="1600" dirty="0"/>
        </a:p>
      </dgm:t>
    </dgm:pt>
    <dgm:pt modelId="{85C39A01-6C6B-4857-87BE-02F960AAB08E}" type="parTrans" cxnId="{C3422921-A4F1-4069-8F7B-E6C775AA8401}">
      <dgm:prSet/>
      <dgm:spPr/>
      <dgm:t>
        <a:bodyPr/>
        <a:lstStyle/>
        <a:p>
          <a:endParaRPr lang="en-IN"/>
        </a:p>
      </dgm:t>
    </dgm:pt>
    <dgm:pt modelId="{1E1326D7-629F-4DBC-8099-878D4198606A}" type="sibTrans" cxnId="{C3422921-A4F1-4069-8F7B-E6C775AA8401}">
      <dgm:prSet/>
      <dgm:spPr/>
      <dgm:t>
        <a:bodyPr/>
        <a:lstStyle/>
        <a:p>
          <a:endParaRPr lang="en-IN"/>
        </a:p>
      </dgm:t>
    </dgm:pt>
    <dgm:pt modelId="{0FBF2B5A-B8DA-4A1F-B0D3-0FE28252C219}" type="pres">
      <dgm:prSet presAssocID="{0C2C8388-9F7C-462C-B74F-FE77BEFC1527}" presName="Name0" presStyleCnt="0">
        <dgm:presLayoutVars>
          <dgm:chMax/>
          <dgm:chPref val="3"/>
          <dgm:dir/>
          <dgm:animOne val="branch"/>
          <dgm:animLvl val="lvl"/>
        </dgm:presLayoutVars>
      </dgm:prSet>
      <dgm:spPr/>
    </dgm:pt>
    <dgm:pt modelId="{FB1FB30B-4355-4C19-9A0A-ADC0252EABD8}" type="pres">
      <dgm:prSet presAssocID="{44AED966-EAE8-4574-99D8-78F8B66D115B}" presName="composite" presStyleCnt="0"/>
      <dgm:spPr/>
    </dgm:pt>
    <dgm:pt modelId="{6EC9CFE4-789B-4804-BF63-3F43E6B74338}" type="pres">
      <dgm:prSet presAssocID="{44AED966-EAE8-4574-99D8-78F8B66D115B}" presName="FirstChild" presStyleLbl="revTx" presStyleIdx="0" presStyleCnt="8" custScaleX="90242">
        <dgm:presLayoutVars>
          <dgm:chMax val="0"/>
          <dgm:chPref val="0"/>
          <dgm:bulletEnabled val="1"/>
        </dgm:presLayoutVars>
      </dgm:prSet>
      <dgm:spPr/>
    </dgm:pt>
    <dgm:pt modelId="{9E6421AF-C839-4BFB-83B8-DEA08AB7742E}" type="pres">
      <dgm:prSet presAssocID="{44AED966-EAE8-4574-99D8-78F8B66D115B}" presName="Parent" presStyleLbl="alignNode1" presStyleIdx="0" presStyleCnt="8" custScaleX="107911">
        <dgm:presLayoutVars>
          <dgm:chMax val="3"/>
          <dgm:chPref val="3"/>
          <dgm:bulletEnabled val="1"/>
        </dgm:presLayoutVars>
      </dgm:prSet>
      <dgm:spPr/>
    </dgm:pt>
    <dgm:pt modelId="{B8568A06-37B1-4808-9E3C-8A7FEF0C4834}" type="pres">
      <dgm:prSet presAssocID="{44AED966-EAE8-4574-99D8-78F8B66D115B}" presName="Accent" presStyleLbl="parChTrans1D1" presStyleIdx="0" presStyleCnt="8"/>
      <dgm:spPr/>
    </dgm:pt>
    <dgm:pt modelId="{BD14F23F-F027-4635-A5FF-9E47CE8A7F8D}" type="pres">
      <dgm:prSet presAssocID="{80D32620-5ABC-4874-8F80-8B1A4B59173D}" presName="sibTrans" presStyleCnt="0"/>
      <dgm:spPr/>
    </dgm:pt>
    <dgm:pt modelId="{85DBA636-C72B-4D20-803A-44744FDCB90E}" type="pres">
      <dgm:prSet presAssocID="{020E768E-7321-496B-A8E3-75CCA7C339C0}" presName="composite" presStyleCnt="0"/>
      <dgm:spPr/>
    </dgm:pt>
    <dgm:pt modelId="{D1B411CE-1843-41B4-BF2A-BEA68A9AF5FA}" type="pres">
      <dgm:prSet presAssocID="{020E768E-7321-496B-A8E3-75CCA7C339C0}" presName="FirstChild" presStyleLbl="revTx" presStyleIdx="1" presStyleCnt="8" custScaleX="90242">
        <dgm:presLayoutVars>
          <dgm:chMax val="0"/>
          <dgm:chPref val="0"/>
          <dgm:bulletEnabled val="1"/>
        </dgm:presLayoutVars>
      </dgm:prSet>
      <dgm:spPr/>
    </dgm:pt>
    <dgm:pt modelId="{AD7D5A55-C657-406F-AECC-AD66CBD4426B}" type="pres">
      <dgm:prSet presAssocID="{020E768E-7321-496B-A8E3-75CCA7C339C0}" presName="Parent" presStyleLbl="alignNode1" presStyleIdx="1" presStyleCnt="8" custScaleX="107911">
        <dgm:presLayoutVars>
          <dgm:chMax val="3"/>
          <dgm:chPref val="3"/>
          <dgm:bulletEnabled val="1"/>
        </dgm:presLayoutVars>
      </dgm:prSet>
      <dgm:spPr/>
    </dgm:pt>
    <dgm:pt modelId="{4ED08645-F957-4245-99A6-0E335028A6FA}" type="pres">
      <dgm:prSet presAssocID="{020E768E-7321-496B-A8E3-75CCA7C339C0}" presName="Accent" presStyleLbl="parChTrans1D1" presStyleIdx="1" presStyleCnt="8"/>
      <dgm:spPr/>
    </dgm:pt>
    <dgm:pt modelId="{F9184C34-7986-4436-B372-B3F5C1BA7CB8}" type="pres">
      <dgm:prSet presAssocID="{F597345F-ECDD-45B7-AD48-CE0AE30005B9}" presName="sibTrans" presStyleCnt="0"/>
      <dgm:spPr/>
    </dgm:pt>
    <dgm:pt modelId="{99A1243A-C408-41F6-B23D-4F0C4E139CC5}" type="pres">
      <dgm:prSet presAssocID="{59718BD8-77ED-4C16-94BD-2620633C6DB0}" presName="composite" presStyleCnt="0"/>
      <dgm:spPr/>
    </dgm:pt>
    <dgm:pt modelId="{54D3EB49-31E0-4B30-B27D-A84297F533E2}" type="pres">
      <dgm:prSet presAssocID="{59718BD8-77ED-4C16-94BD-2620633C6DB0}" presName="FirstChild" presStyleLbl="revTx" presStyleIdx="2" presStyleCnt="8" custScaleX="90242">
        <dgm:presLayoutVars>
          <dgm:chMax val="0"/>
          <dgm:chPref val="0"/>
          <dgm:bulletEnabled val="1"/>
        </dgm:presLayoutVars>
      </dgm:prSet>
      <dgm:spPr/>
    </dgm:pt>
    <dgm:pt modelId="{E9C89E01-F7AF-4A97-9EBD-5AD364BD9749}" type="pres">
      <dgm:prSet presAssocID="{59718BD8-77ED-4C16-94BD-2620633C6DB0}" presName="Parent" presStyleLbl="alignNode1" presStyleIdx="2" presStyleCnt="8" custScaleX="107911">
        <dgm:presLayoutVars>
          <dgm:chMax val="3"/>
          <dgm:chPref val="3"/>
          <dgm:bulletEnabled val="1"/>
        </dgm:presLayoutVars>
      </dgm:prSet>
      <dgm:spPr/>
    </dgm:pt>
    <dgm:pt modelId="{AA5CC69E-B172-4F53-948A-7E4E83804EB0}" type="pres">
      <dgm:prSet presAssocID="{59718BD8-77ED-4C16-94BD-2620633C6DB0}" presName="Accent" presStyleLbl="parChTrans1D1" presStyleIdx="2" presStyleCnt="8"/>
      <dgm:spPr/>
    </dgm:pt>
    <dgm:pt modelId="{A5B273B1-F4EA-48B3-B1BD-06FB838AC212}" type="pres">
      <dgm:prSet presAssocID="{FF72F56A-918D-48A2-B9C5-16068CAD7261}" presName="sibTrans" presStyleCnt="0"/>
      <dgm:spPr/>
    </dgm:pt>
    <dgm:pt modelId="{C8D01C64-28C6-415C-96F6-B811C2A0596E}" type="pres">
      <dgm:prSet presAssocID="{F2D6CA38-FC9B-48D3-8545-9F6A5BFF85A7}" presName="composite" presStyleCnt="0"/>
      <dgm:spPr/>
    </dgm:pt>
    <dgm:pt modelId="{A78EEEBC-F77A-4185-8BB5-E9257A8BB809}" type="pres">
      <dgm:prSet presAssocID="{F2D6CA38-FC9B-48D3-8545-9F6A5BFF85A7}" presName="FirstChild" presStyleLbl="revTx" presStyleIdx="3" presStyleCnt="8" custScaleX="90242">
        <dgm:presLayoutVars>
          <dgm:chMax val="0"/>
          <dgm:chPref val="0"/>
          <dgm:bulletEnabled val="1"/>
        </dgm:presLayoutVars>
      </dgm:prSet>
      <dgm:spPr/>
    </dgm:pt>
    <dgm:pt modelId="{A2C725C0-8B36-4703-B2EC-094ADAF5144D}" type="pres">
      <dgm:prSet presAssocID="{F2D6CA38-FC9B-48D3-8545-9F6A5BFF85A7}" presName="Parent" presStyleLbl="alignNode1" presStyleIdx="3" presStyleCnt="8" custScaleX="107911">
        <dgm:presLayoutVars>
          <dgm:chMax val="3"/>
          <dgm:chPref val="3"/>
          <dgm:bulletEnabled val="1"/>
        </dgm:presLayoutVars>
      </dgm:prSet>
      <dgm:spPr/>
    </dgm:pt>
    <dgm:pt modelId="{D1F689B2-53C9-40DE-BCB7-294D8A083DE8}" type="pres">
      <dgm:prSet presAssocID="{F2D6CA38-FC9B-48D3-8545-9F6A5BFF85A7}" presName="Accent" presStyleLbl="parChTrans1D1" presStyleIdx="3" presStyleCnt="8"/>
      <dgm:spPr/>
    </dgm:pt>
    <dgm:pt modelId="{DFBFA751-6437-4582-B043-2CE77A4E04E6}" type="pres">
      <dgm:prSet presAssocID="{4DBE0AE8-BF12-4420-B25D-E93C81F8EBE2}" presName="sibTrans" presStyleCnt="0"/>
      <dgm:spPr/>
    </dgm:pt>
    <dgm:pt modelId="{0B36C2E0-E890-4FE9-87A9-704D55A88FA6}" type="pres">
      <dgm:prSet presAssocID="{2308F2BB-27F6-4E56-8C1B-0F17529C6407}" presName="composite" presStyleCnt="0"/>
      <dgm:spPr/>
    </dgm:pt>
    <dgm:pt modelId="{5FF4948D-912E-4BCD-B122-8E0E5CE60FCD}" type="pres">
      <dgm:prSet presAssocID="{2308F2BB-27F6-4E56-8C1B-0F17529C6407}" presName="FirstChild" presStyleLbl="revTx" presStyleIdx="4" presStyleCnt="8" custScaleX="90242">
        <dgm:presLayoutVars>
          <dgm:chMax val="0"/>
          <dgm:chPref val="0"/>
          <dgm:bulletEnabled val="1"/>
        </dgm:presLayoutVars>
      </dgm:prSet>
      <dgm:spPr/>
    </dgm:pt>
    <dgm:pt modelId="{F3DDCE11-00DB-472E-81B4-7A577509D438}" type="pres">
      <dgm:prSet presAssocID="{2308F2BB-27F6-4E56-8C1B-0F17529C6407}" presName="Parent" presStyleLbl="alignNode1" presStyleIdx="4" presStyleCnt="8" custScaleX="107911">
        <dgm:presLayoutVars>
          <dgm:chMax val="3"/>
          <dgm:chPref val="3"/>
          <dgm:bulletEnabled val="1"/>
        </dgm:presLayoutVars>
      </dgm:prSet>
      <dgm:spPr/>
    </dgm:pt>
    <dgm:pt modelId="{AD14C642-D59A-46F7-97DF-76C40DFA987E}" type="pres">
      <dgm:prSet presAssocID="{2308F2BB-27F6-4E56-8C1B-0F17529C6407}" presName="Accent" presStyleLbl="parChTrans1D1" presStyleIdx="4" presStyleCnt="8"/>
      <dgm:spPr/>
    </dgm:pt>
    <dgm:pt modelId="{09F10B5C-DEAD-46B5-A54B-A30240CEC61A}" type="pres">
      <dgm:prSet presAssocID="{10BB32C7-C166-454F-8F5C-B05F16A322AD}" presName="sibTrans" presStyleCnt="0"/>
      <dgm:spPr/>
    </dgm:pt>
    <dgm:pt modelId="{2BBC69FE-2001-457F-B7CA-8694911FB99F}" type="pres">
      <dgm:prSet presAssocID="{E2243708-8CE9-4214-96A2-E5EDEC2DA988}" presName="composite" presStyleCnt="0"/>
      <dgm:spPr/>
    </dgm:pt>
    <dgm:pt modelId="{50D1C6B7-658C-4EDF-A89E-B8465B5CB981}" type="pres">
      <dgm:prSet presAssocID="{E2243708-8CE9-4214-96A2-E5EDEC2DA988}" presName="FirstChild" presStyleLbl="revTx" presStyleIdx="5" presStyleCnt="8" custScaleX="90242">
        <dgm:presLayoutVars>
          <dgm:chMax val="0"/>
          <dgm:chPref val="0"/>
          <dgm:bulletEnabled val="1"/>
        </dgm:presLayoutVars>
      </dgm:prSet>
      <dgm:spPr/>
    </dgm:pt>
    <dgm:pt modelId="{A716AAC0-F0E0-4B08-B08E-763E2EAA6BC4}" type="pres">
      <dgm:prSet presAssocID="{E2243708-8CE9-4214-96A2-E5EDEC2DA988}" presName="Parent" presStyleLbl="alignNode1" presStyleIdx="5" presStyleCnt="8" custScaleX="107911">
        <dgm:presLayoutVars>
          <dgm:chMax val="3"/>
          <dgm:chPref val="3"/>
          <dgm:bulletEnabled val="1"/>
        </dgm:presLayoutVars>
      </dgm:prSet>
      <dgm:spPr/>
    </dgm:pt>
    <dgm:pt modelId="{9F4C1F0C-C141-44DC-99EA-5B19F5EB3772}" type="pres">
      <dgm:prSet presAssocID="{E2243708-8CE9-4214-96A2-E5EDEC2DA988}" presName="Accent" presStyleLbl="parChTrans1D1" presStyleIdx="5" presStyleCnt="8"/>
      <dgm:spPr/>
    </dgm:pt>
    <dgm:pt modelId="{0A1F360D-C80B-4910-98B6-FCCE6F2C2C87}" type="pres">
      <dgm:prSet presAssocID="{B0A86B03-DA14-46DB-8C23-C0A2561AFF09}" presName="sibTrans" presStyleCnt="0"/>
      <dgm:spPr/>
    </dgm:pt>
    <dgm:pt modelId="{70781BE9-4133-47E7-870F-4CF568967D9B}" type="pres">
      <dgm:prSet presAssocID="{29B2FE13-8D25-43C0-87CD-B109216E0FB3}" presName="composite" presStyleCnt="0"/>
      <dgm:spPr/>
    </dgm:pt>
    <dgm:pt modelId="{A70E9F4A-9042-42F1-A7B7-D120C4A1F6A0}" type="pres">
      <dgm:prSet presAssocID="{29B2FE13-8D25-43C0-87CD-B109216E0FB3}" presName="FirstChild" presStyleLbl="revTx" presStyleIdx="6" presStyleCnt="8" custScaleX="90242">
        <dgm:presLayoutVars>
          <dgm:chMax val="0"/>
          <dgm:chPref val="0"/>
          <dgm:bulletEnabled val="1"/>
        </dgm:presLayoutVars>
      </dgm:prSet>
      <dgm:spPr/>
    </dgm:pt>
    <dgm:pt modelId="{0A88D37B-9A58-484F-8BED-7555F9992636}" type="pres">
      <dgm:prSet presAssocID="{29B2FE13-8D25-43C0-87CD-B109216E0FB3}" presName="Parent" presStyleLbl="alignNode1" presStyleIdx="6" presStyleCnt="8" custScaleX="107911">
        <dgm:presLayoutVars>
          <dgm:chMax val="3"/>
          <dgm:chPref val="3"/>
          <dgm:bulletEnabled val="1"/>
        </dgm:presLayoutVars>
      </dgm:prSet>
      <dgm:spPr/>
    </dgm:pt>
    <dgm:pt modelId="{3D34E974-93EF-4367-A424-B2EF7D984455}" type="pres">
      <dgm:prSet presAssocID="{29B2FE13-8D25-43C0-87CD-B109216E0FB3}" presName="Accent" presStyleLbl="parChTrans1D1" presStyleIdx="6" presStyleCnt="8"/>
      <dgm:spPr/>
    </dgm:pt>
    <dgm:pt modelId="{FC617B0D-4493-4A10-831A-6EF892903DA8}" type="pres">
      <dgm:prSet presAssocID="{FB3669DA-896C-4AFF-8AF1-F2A83C9133E4}" presName="sibTrans" presStyleCnt="0"/>
      <dgm:spPr/>
    </dgm:pt>
    <dgm:pt modelId="{7FDDF4A0-6EBC-4820-9A67-777DF7030EC4}" type="pres">
      <dgm:prSet presAssocID="{D0ED258E-1FD8-4E2B-9D9F-229ED8348D16}" presName="composite" presStyleCnt="0"/>
      <dgm:spPr/>
    </dgm:pt>
    <dgm:pt modelId="{ECACA3A1-3BFF-4D72-BCA0-F9418ED8C1ED}" type="pres">
      <dgm:prSet presAssocID="{D0ED258E-1FD8-4E2B-9D9F-229ED8348D16}" presName="FirstChild" presStyleLbl="revTx" presStyleIdx="7" presStyleCnt="8" custScaleX="90242">
        <dgm:presLayoutVars>
          <dgm:chMax val="0"/>
          <dgm:chPref val="0"/>
          <dgm:bulletEnabled val="1"/>
        </dgm:presLayoutVars>
      </dgm:prSet>
      <dgm:spPr/>
    </dgm:pt>
    <dgm:pt modelId="{70E3BD7B-8600-4F75-B660-9B0928B72A42}" type="pres">
      <dgm:prSet presAssocID="{D0ED258E-1FD8-4E2B-9D9F-229ED8348D16}" presName="Parent" presStyleLbl="alignNode1" presStyleIdx="7" presStyleCnt="8" custScaleX="107911">
        <dgm:presLayoutVars>
          <dgm:chMax val="3"/>
          <dgm:chPref val="3"/>
          <dgm:bulletEnabled val="1"/>
        </dgm:presLayoutVars>
      </dgm:prSet>
      <dgm:spPr/>
    </dgm:pt>
    <dgm:pt modelId="{CA1B1DC1-CEE0-4EC3-AF29-CEBF2B64193B}" type="pres">
      <dgm:prSet presAssocID="{D0ED258E-1FD8-4E2B-9D9F-229ED8348D16}" presName="Accent" presStyleLbl="parChTrans1D1" presStyleIdx="7" presStyleCnt="8"/>
      <dgm:spPr/>
    </dgm:pt>
  </dgm:ptLst>
  <dgm:cxnLst>
    <dgm:cxn modelId="{4ABB3E16-48C6-4A13-83F6-7020307426CA}" type="presOf" srcId="{7CA85566-50CF-4BAE-89FD-D0B9F5BC29E0}" destId="{A70E9F4A-9042-42F1-A7B7-D120C4A1F6A0}" srcOrd="0" destOrd="0" presId="urn:microsoft.com/office/officeart/2011/layout/TabList"/>
    <dgm:cxn modelId="{76125018-514C-4F4B-8057-412B78781C04}" type="presOf" srcId="{29B2FE13-8D25-43C0-87CD-B109216E0FB3}" destId="{0A88D37B-9A58-484F-8BED-7555F9992636}" srcOrd="0" destOrd="0" presId="urn:microsoft.com/office/officeart/2011/layout/TabList"/>
    <dgm:cxn modelId="{C8987A1D-ECB1-4200-9858-3AAEB2A2A550}" type="presOf" srcId="{D0ED258E-1FD8-4E2B-9D9F-229ED8348D16}" destId="{70E3BD7B-8600-4F75-B660-9B0928B72A42}" srcOrd="0" destOrd="0" presId="urn:microsoft.com/office/officeart/2011/layout/TabList"/>
    <dgm:cxn modelId="{BA29501F-5C31-4019-A839-7023AA1653C9}" type="presOf" srcId="{38CA9EE1-70B0-487C-92EA-0BDF91ED052F}" destId="{ECACA3A1-3BFF-4D72-BCA0-F9418ED8C1ED}" srcOrd="0" destOrd="0" presId="urn:microsoft.com/office/officeart/2011/layout/TabList"/>
    <dgm:cxn modelId="{8BF0DC20-A32E-445F-AE4B-6BE2808A85B0}" type="presOf" srcId="{F6553F0A-B04B-4C84-AE0F-90F71C25F462}" destId="{6EC9CFE4-789B-4804-BF63-3F43E6B74338}" srcOrd="0" destOrd="0" presId="urn:microsoft.com/office/officeart/2011/layout/TabList"/>
    <dgm:cxn modelId="{C3422921-A4F1-4069-8F7B-E6C775AA8401}" srcId="{D0ED258E-1FD8-4E2B-9D9F-229ED8348D16}" destId="{38CA9EE1-70B0-487C-92EA-0BDF91ED052F}" srcOrd="0" destOrd="0" parTransId="{85C39A01-6C6B-4857-87BE-02F960AAB08E}" sibTransId="{1E1326D7-629F-4DBC-8099-878D4198606A}"/>
    <dgm:cxn modelId="{90B96631-3360-42B6-8FEB-170CBE5838B9}" type="presOf" srcId="{86891355-1724-4C8F-B97F-9795AF0466D5}" destId="{50D1C6B7-658C-4EDF-A89E-B8465B5CB981}" srcOrd="0" destOrd="0" presId="urn:microsoft.com/office/officeart/2011/layout/TabList"/>
    <dgm:cxn modelId="{3BA03D34-2DF2-45A8-9CF4-9C6640EE54BF}" type="presOf" srcId="{F2D6CA38-FC9B-48D3-8545-9F6A5BFF85A7}" destId="{A2C725C0-8B36-4703-B2EC-094ADAF5144D}" srcOrd="0" destOrd="0" presId="urn:microsoft.com/office/officeart/2011/layout/TabList"/>
    <dgm:cxn modelId="{65C33839-0195-49FC-950A-91FBEE95DB6D}" srcId="{0C2C8388-9F7C-462C-B74F-FE77BEFC1527}" destId="{2308F2BB-27F6-4E56-8C1B-0F17529C6407}" srcOrd="4" destOrd="0" parTransId="{0848C9D5-8040-4451-BC84-50741FEA3B94}" sibTransId="{10BB32C7-C166-454F-8F5C-B05F16A322AD}"/>
    <dgm:cxn modelId="{1581385B-436A-42FA-B3D9-A0753181C547}" srcId="{29B2FE13-8D25-43C0-87CD-B109216E0FB3}" destId="{7CA85566-50CF-4BAE-89FD-D0B9F5BC29E0}" srcOrd="0" destOrd="0" parTransId="{7B1C750B-4352-4064-B697-20B5F606907F}" sibTransId="{7B45871B-0E68-43CA-A28E-CFA2AB5ED418}"/>
    <dgm:cxn modelId="{942FF841-7CF7-4841-AF01-8FB8AAF9095B}" type="presOf" srcId="{0C2C8388-9F7C-462C-B74F-FE77BEFC1527}" destId="{0FBF2B5A-B8DA-4A1F-B0D3-0FE28252C219}" srcOrd="0" destOrd="0" presId="urn:microsoft.com/office/officeart/2011/layout/TabList"/>
    <dgm:cxn modelId="{C3B4A842-FDD6-4625-88F3-B4E15CA311E3}" type="presOf" srcId="{6A2A0D11-E770-49CE-9327-AE6B4870EFA8}" destId="{A78EEEBC-F77A-4185-8BB5-E9257A8BB809}" srcOrd="0" destOrd="0" presId="urn:microsoft.com/office/officeart/2011/layout/TabList"/>
    <dgm:cxn modelId="{D751B84D-9DDF-432C-BA5B-A9D839EFF914}" srcId="{020E768E-7321-496B-A8E3-75CCA7C339C0}" destId="{4A80CD0C-36B8-4F32-8D35-54BCE9F5F08D}" srcOrd="0" destOrd="0" parTransId="{982AC1A5-3445-4B3C-8623-AABDF2D76CFE}" sibTransId="{378BB317-EB88-47C2-B0B5-1AD8F823C210}"/>
    <dgm:cxn modelId="{12319970-0FEA-49D7-BCB9-729CB1657FAE}" srcId="{0C2C8388-9F7C-462C-B74F-FE77BEFC1527}" destId="{E2243708-8CE9-4214-96A2-E5EDEC2DA988}" srcOrd="5" destOrd="0" parTransId="{5359BAB0-5628-40F4-A218-F8B8CB3D33CF}" sibTransId="{B0A86B03-DA14-46DB-8C23-C0A2561AFF09}"/>
    <dgm:cxn modelId="{388D3772-D261-4956-9521-7ADEC5B9FF4F}" srcId="{0C2C8388-9F7C-462C-B74F-FE77BEFC1527}" destId="{44AED966-EAE8-4574-99D8-78F8B66D115B}" srcOrd="0" destOrd="0" parTransId="{70B0B9C0-3368-45B2-AB25-8680B31DC18A}" sibTransId="{80D32620-5ABC-4874-8F80-8B1A4B59173D}"/>
    <dgm:cxn modelId="{E7CFBB77-981B-4590-999B-53D18334660F}" srcId="{2308F2BB-27F6-4E56-8C1B-0F17529C6407}" destId="{4D50BF45-332C-441A-8938-204A3D07667E}" srcOrd="0" destOrd="0" parTransId="{6ED07682-E7EA-4CA9-9D02-7F41051B0745}" sibTransId="{824F4FAF-F4AF-483C-BE40-630994A17F05}"/>
    <dgm:cxn modelId="{54BFC581-4263-4C2E-8589-6F7FA8798EB0}" srcId="{0C2C8388-9F7C-462C-B74F-FE77BEFC1527}" destId="{59718BD8-77ED-4C16-94BD-2620633C6DB0}" srcOrd="2" destOrd="0" parTransId="{75FF15F9-F611-4026-B507-A7EC63C372E3}" sibTransId="{FF72F56A-918D-48A2-B9C5-16068CAD7261}"/>
    <dgm:cxn modelId="{90997385-2274-4789-AA3F-1E8796A91272}" srcId="{0C2C8388-9F7C-462C-B74F-FE77BEFC1527}" destId="{F2D6CA38-FC9B-48D3-8545-9F6A5BFF85A7}" srcOrd="3" destOrd="0" parTransId="{A59239DE-BB75-4DC3-ABDD-1DF0838DE1DC}" sibTransId="{4DBE0AE8-BF12-4420-B25D-E93C81F8EBE2}"/>
    <dgm:cxn modelId="{CB092B91-C7CD-42D8-9C54-19BF4E7628C7}" srcId="{0C2C8388-9F7C-462C-B74F-FE77BEFC1527}" destId="{020E768E-7321-496B-A8E3-75CCA7C339C0}" srcOrd="1" destOrd="0" parTransId="{2E03FD3F-EA23-4F99-8D2F-8E720FABCE36}" sibTransId="{F597345F-ECDD-45B7-AD48-CE0AE30005B9}"/>
    <dgm:cxn modelId="{5FB0D999-800C-4C5E-B793-82AABD2C828A}" srcId="{59718BD8-77ED-4C16-94BD-2620633C6DB0}" destId="{8081FFB9-D6EF-4CF8-BCB3-B29EC37F653C}" srcOrd="0" destOrd="0" parTransId="{E5EA58D6-57EC-4ADB-A8C6-9886308B0581}" sibTransId="{B4DBEA68-47E7-4A8C-81EC-0241E8BFB735}"/>
    <dgm:cxn modelId="{BCB844A2-F38A-42A3-8A27-4541AA8955FC}" type="presOf" srcId="{8081FFB9-D6EF-4CF8-BCB3-B29EC37F653C}" destId="{54D3EB49-31E0-4B30-B27D-A84297F533E2}" srcOrd="0" destOrd="0" presId="urn:microsoft.com/office/officeart/2011/layout/TabList"/>
    <dgm:cxn modelId="{DD0F93A8-EA15-4DB8-B55C-5112C1391847}" srcId="{0C2C8388-9F7C-462C-B74F-FE77BEFC1527}" destId="{29B2FE13-8D25-43C0-87CD-B109216E0FB3}" srcOrd="6" destOrd="0" parTransId="{D9EA5DF7-F3B0-492C-9EA1-8A505D1A0471}" sibTransId="{FB3669DA-896C-4AFF-8AF1-F2A83C9133E4}"/>
    <dgm:cxn modelId="{254243AC-0B5D-473F-9ED4-809D69546652}" type="presOf" srcId="{020E768E-7321-496B-A8E3-75CCA7C339C0}" destId="{AD7D5A55-C657-406F-AECC-AD66CBD4426B}" srcOrd="0" destOrd="0" presId="urn:microsoft.com/office/officeart/2011/layout/TabList"/>
    <dgm:cxn modelId="{ED0AEAB1-54AC-4B8C-866E-C09BC801E787}" type="presOf" srcId="{2308F2BB-27F6-4E56-8C1B-0F17529C6407}" destId="{F3DDCE11-00DB-472E-81B4-7A577509D438}" srcOrd="0" destOrd="0" presId="urn:microsoft.com/office/officeart/2011/layout/TabList"/>
    <dgm:cxn modelId="{33432AB2-83CC-4FA4-9F68-B395D78DB6A9}" srcId="{44AED966-EAE8-4574-99D8-78F8B66D115B}" destId="{F6553F0A-B04B-4C84-AE0F-90F71C25F462}" srcOrd="0" destOrd="0" parTransId="{D52543AB-ECBD-4706-BC41-78E37DAF985A}" sibTransId="{92199B99-8D7C-4734-AA24-5AFE027B052D}"/>
    <dgm:cxn modelId="{3A2551B7-8AF4-4FBA-BD3C-383B4831B132}" type="presOf" srcId="{44AED966-EAE8-4574-99D8-78F8B66D115B}" destId="{9E6421AF-C839-4BFB-83B8-DEA08AB7742E}" srcOrd="0" destOrd="0" presId="urn:microsoft.com/office/officeart/2011/layout/TabList"/>
    <dgm:cxn modelId="{013054C6-EC56-4010-95CF-C2CC27A12B23}" type="presOf" srcId="{4A80CD0C-36B8-4F32-8D35-54BCE9F5F08D}" destId="{D1B411CE-1843-41B4-BF2A-BEA68A9AF5FA}" srcOrd="0" destOrd="0" presId="urn:microsoft.com/office/officeart/2011/layout/TabList"/>
    <dgm:cxn modelId="{E7B9ABC9-51C0-462A-8F10-59C621304D84}" type="presOf" srcId="{4D50BF45-332C-441A-8938-204A3D07667E}" destId="{5FF4948D-912E-4BCD-B122-8E0E5CE60FCD}" srcOrd="0" destOrd="0" presId="urn:microsoft.com/office/officeart/2011/layout/TabList"/>
    <dgm:cxn modelId="{BEF142EC-2F6E-4270-AF25-787BB6A5ADE3}" srcId="{F2D6CA38-FC9B-48D3-8545-9F6A5BFF85A7}" destId="{6A2A0D11-E770-49CE-9327-AE6B4870EFA8}" srcOrd="0" destOrd="0" parTransId="{6DF2AA2D-F454-492F-9C4C-31BABA6A7F4B}" sibTransId="{7C6E11BF-871A-4231-BD1A-C357AC8451DA}"/>
    <dgm:cxn modelId="{9E4878F0-2A7C-4054-86D6-EBA1D53B1B2D}" type="presOf" srcId="{E2243708-8CE9-4214-96A2-E5EDEC2DA988}" destId="{A716AAC0-F0E0-4B08-B08E-763E2EAA6BC4}" srcOrd="0" destOrd="0" presId="urn:microsoft.com/office/officeart/2011/layout/TabList"/>
    <dgm:cxn modelId="{0E000FF1-D745-43F6-98CE-22AAA51C32CD}" srcId="{0C2C8388-9F7C-462C-B74F-FE77BEFC1527}" destId="{D0ED258E-1FD8-4E2B-9D9F-229ED8348D16}" srcOrd="7" destOrd="0" parTransId="{1E144EC6-827E-4208-BEF8-47AAA73A047A}" sibTransId="{17E6F466-B12C-4CD9-A1D7-97902668CFF3}"/>
    <dgm:cxn modelId="{E858FBF2-1616-4DFB-861F-6D83A208C2C2}" type="presOf" srcId="{59718BD8-77ED-4C16-94BD-2620633C6DB0}" destId="{E9C89E01-F7AF-4A97-9EBD-5AD364BD9749}" srcOrd="0" destOrd="0" presId="urn:microsoft.com/office/officeart/2011/layout/TabList"/>
    <dgm:cxn modelId="{69DB1BFC-871A-4C4A-949D-8CD11803778F}" srcId="{E2243708-8CE9-4214-96A2-E5EDEC2DA988}" destId="{86891355-1724-4C8F-B97F-9795AF0466D5}" srcOrd="0" destOrd="0" parTransId="{1C9BA340-ADE9-41E2-A928-FF541C3B9CC7}" sibTransId="{37ADF64F-5DC1-4FB0-ADFA-B88A2B222114}"/>
    <dgm:cxn modelId="{B0B6974D-6CE8-4D8D-8EB1-5EAF49CF50FD}" type="presParOf" srcId="{0FBF2B5A-B8DA-4A1F-B0D3-0FE28252C219}" destId="{FB1FB30B-4355-4C19-9A0A-ADC0252EABD8}" srcOrd="0" destOrd="0" presId="urn:microsoft.com/office/officeart/2011/layout/TabList"/>
    <dgm:cxn modelId="{19FCA60A-8D74-43AA-8CA6-0EA9D66F56B4}" type="presParOf" srcId="{FB1FB30B-4355-4C19-9A0A-ADC0252EABD8}" destId="{6EC9CFE4-789B-4804-BF63-3F43E6B74338}" srcOrd="0" destOrd="0" presId="urn:microsoft.com/office/officeart/2011/layout/TabList"/>
    <dgm:cxn modelId="{3ADEDAD0-36F5-42D8-8BBD-FB9E9B1670FC}" type="presParOf" srcId="{FB1FB30B-4355-4C19-9A0A-ADC0252EABD8}" destId="{9E6421AF-C839-4BFB-83B8-DEA08AB7742E}" srcOrd="1" destOrd="0" presId="urn:microsoft.com/office/officeart/2011/layout/TabList"/>
    <dgm:cxn modelId="{23B1810C-ABCB-477F-9860-38037F1350F0}" type="presParOf" srcId="{FB1FB30B-4355-4C19-9A0A-ADC0252EABD8}" destId="{B8568A06-37B1-4808-9E3C-8A7FEF0C4834}" srcOrd="2" destOrd="0" presId="urn:microsoft.com/office/officeart/2011/layout/TabList"/>
    <dgm:cxn modelId="{63A32375-E60F-4482-A5EF-30875C9817FE}" type="presParOf" srcId="{0FBF2B5A-B8DA-4A1F-B0D3-0FE28252C219}" destId="{BD14F23F-F027-4635-A5FF-9E47CE8A7F8D}" srcOrd="1" destOrd="0" presId="urn:microsoft.com/office/officeart/2011/layout/TabList"/>
    <dgm:cxn modelId="{29444B1B-8FC7-4674-9490-E853478C31F2}" type="presParOf" srcId="{0FBF2B5A-B8DA-4A1F-B0D3-0FE28252C219}" destId="{85DBA636-C72B-4D20-803A-44744FDCB90E}" srcOrd="2" destOrd="0" presId="urn:microsoft.com/office/officeart/2011/layout/TabList"/>
    <dgm:cxn modelId="{F8A77E86-6F04-49CE-AE0F-4F1B3E89DF08}" type="presParOf" srcId="{85DBA636-C72B-4D20-803A-44744FDCB90E}" destId="{D1B411CE-1843-41B4-BF2A-BEA68A9AF5FA}" srcOrd="0" destOrd="0" presId="urn:microsoft.com/office/officeart/2011/layout/TabList"/>
    <dgm:cxn modelId="{D2082C9C-F157-4053-BBF9-D154D274FA89}" type="presParOf" srcId="{85DBA636-C72B-4D20-803A-44744FDCB90E}" destId="{AD7D5A55-C657-406F-AECC-AD66CBD4426B}" srcOrd="1" destOrd="0" presId="urn:microsoft.com/office/officeart/2011/layout/TabList"/>
    <dgm:cxn modelId="{BE292D7F-A58D-459C-A11A-AA70D9EE52B4}" type="presParOf" srcId="{85DBA636-C72B-4D20-803A-44744FDCB90E}" destId="{4ED08645-F957-4245-99A6-0E335028A6FA}" srcOrd="2" destOrd="0" presId="urn:microsoft.com/office/officeart/2011/layout/TabList"/>
    <dgm:cxn modelId="{5FAEF2E9-03F8-41F9-9238-22375A229591}" type="presParOf" srcId="{0FBF2B5A-B8DA-4A1F-B0D3-0FE28252C219}" destId="{F9184C34-7986-4436-B372-B3F5C1BA7CB8}" srcOrd="3" destOrd="0" presId="urn:microsoft.com/office/officeart/2011/layout/TabList"/>
    <dgm:cxn modelId="{18C99BE4-D765-4AA2-AC32-22BCFCE17EEF}" type="presParOf" srcId="{0FBF2B5A-B8DA-4A1F-B0D3-0FE28252C219}" destId="{99A1243A-C408-41F6-B23D-4F0C4E139CC5}" srcOrd="4" destOrd="0" presId="urn:microsoft.com/office/officeart/2011/layout/TabList"/>
    <dgm:cxn modelId="{49C8DA50-BF07-47BA-8809-FA84E6B5CC1E}" type="presParOf" srcId="{99A1243A-C408-41F6-B23D-4F0C4E139CC5}" destId="{54D3EB49-31E0-4B30-B27D-A84297F533E2}" srcOrd="0" destOrd="0" presId="urn:microsoft.com/office/officeart/2011/layout/TabList"/>
    <dgm:cxn modelId="{E9ECAA95-19B6-44DF-B1C3-40C8DD710C99}" type="presParOf" srcId="{99A1243A-C408-41F6-B23D-4F0C4E139CC5}" destId="{E9C89E01-F7AF-4A97-9EBD-5AD364BD9749}" srcOrd="1" destOrd="0" presId="urn:microsoft.com/office/officeart/2011/layout/TabList"/>
    <dgm:cxn modelId="{D2CE65AA-C8BA-40EE-8459-DC07806DE623}" type="presParOf" srcId="{99A1243A-C408-41F6-B23D-4F0C4E139CC5}" destId="{AA5CC69E-B172-4F53-948A-7E4E83804EB0}" srcOrd="2" destOrd="0" presId="urn:microsoft.com/office/officeart/2011/layout/TabList"/>
    <dgm:cxn modelId="{BBCB19BC-E6B9-4C5F-A3C1-8D90613913B1}" type="presParOf" srcId="{0FBF2B5A-B8DA-4A1F-B0D3-0FE28252C219}" destId="{A5B273B1-F4EA-48B3-B1BD-06FB838AC212}" srcOrd="5" destOrd="0" presId="urn:microsoft.com/office/officeart/2011/layout/TabList"/>
    <dgm:cxn modelId="{8C06B764-2BDC-447F-AF20-C42E14CF9C49}" type="presParOf" srcId="{0FBF2B5A-B8DA-4A1F-B0D3-0FE28252C219}" destId="{C8D01C64-28C6-415C-96F6-B811C2A0596E}" srcOrd="6" destOrd="0" presId="urn:microsoft.com/office/officeart/2011/layout/TabList"/>
    <dgm:cxn modelId="{31EC3A2B-9235-4CFF-8740-760BAE4D153E}" type="presParOf" srcId="{C8D01C64-28C6-415C-96F6-B811C2A0596E}" destId="{A78EEEBC-F77A-4185-8BB5-E9257A8BB809}" srcOrd="0" destOrd="0" presId="urn:microsoft.com/office/officeart/2011/layout/TabList"/>
    <dgm:cxn modelId="{DDF56554-CBF8-4F53-99D1-437733A46FB1}" type="presParOf" srcId="{C8D01C64-28C6-415C-96F6-B811C2A0596E}" destId="{A2C725C0-8B36-4703-B2EC-094ADAF5144D}" srcOrd="1" destOrd="0" presId="urn:microsoft.com/office/officeart/2011/layout/TabList"/>
    <dgm:cxn modelId="{437BC11D-2CAB-4AD2-BDE8-70B1A166D02D}" type="presParOf" srcId="{C8D01C64-28C6-415C-96F6-B811C2A0596E}" destId="{D1F689B2-53C9-40DE-BCB7-294D8A083DE8}" srcOrd="2" destOrd="0" presId="urn:microsoft.com/office/officeart/2011/layout/TabList"/>
    <dgm:cxn modelId="{F0B3F1D6-7112-4F93-9883-BDCE69FA0E56}" type="presParOf" srcId="{0FBF2B5A-B8DA-4A1F-B0D3-0FE28252C219}" destId="{DFBFA751-6437-4582-B043-2CE77A4E04E6}" srcOrd="7" destOrd="0" presId="urn:microsoft.com/office/officeart/2011/layout/TabList"/>
    <dgm:cxn modelId="{26EF031C-CD3F-4152-BE52-B88D738B82BB}" type="presParOf" srcId="{0FBF2B5A-B8DA-4A1F-B0D3-0FE28252C219}" destId="{0B36C2E0-E890-4FE9-87A9-704D55A88FA6}" srcOrd="8" destOrd="0" presId="urn:microsoft.com/office/officeart/2011/layout/TabList"/>
    <dgm:cxn modelId="{C8D577D1-4F6E-4E43-8DF1-113D8261CAD2}" type="presParOf" srcId="{0B36C2E0-E890-4FE9-87A9-704D55A88FA6}" destId="{5FF4948D-912E-4BCD-B122-8E0E5CE60FCD}" srcOrd="0" destOrd="0" presId="urn:microsoft.com/office/officeart/2011/layout/TabList"/>
    <dgm:cxn modelId="{CCA86A32-3472-4A20-8397-EE5263281BCE}" type="presParOf" srcId="{0B36C2E0-E890-4FE9-87A9-704D55A88FA6}" destId="{F3DDCE11-00DB-472E-81B4-7A577509D438}" srcOrd="1" destOrd="0" presId="urn:microsoft.com/office/officeart/2011/layout/TabList"/>
    <dgm:cxn modelId="{42777367-3588-47DD-B005-554BC36B8B4B}" type="presParOf" srcId="{0B36C2E0-E890-4FE9-87A9-704D55A88FA6}" destId="{AD14C642-D59A-46F7-97DF-76C40DFA987E}" srcOrd="2" destOrd="0" presId="urn:microsoft.com/office/officeart/2011/layout/TabList"/>
    <dgm:cxn modelId="{A5C2E213-6C6C-49BA-B0FF-5C9282211A9E}" type="presParOf" srcId="{0FBF2B5A-B8DA-4A1F-B0D3-0FE28252C219}" destId="{09F10B5C-DEAD-46B5-A54B-A30240CEC61A}" srcOrd="9" destOrd="0" presId="urn:microsoft.com/office/officeart/2011/layout/TabList"/>
    <dgm:cxn modelId="{5E79DB2E-5002-4F9C-BF90-7833BF440459}" type="presParOf" srcId="{0FBF2B5A-B8DA-4A1F-B0D3-0FE28252C219}" destId="{2BBC69FE-2001-457F-B7CA-8694911FB99F}" srcOrd="10" destOrd="0" presId="urn:microsoft.com/office/officeart/2011/layout/TabList"/>
    <dgm:cxn modelId="{A9D04E6A-CD6B-4FFC-87D7-F443BCD515C0}" type="presParOf" srcId="{2BBC69FE-2001-457F-B7CA-8694911FB99F}" destId="{50D1C6B7-658C-4EDF-A89E-B8465B5CB981}" srcOrd="0" destOrd="0" presId="urn:microsoft.com/office/officeart/2011/layout/TabList"/>
    <dgm:cxn modelId="{56CF9D18-3C96-4BBE-B097-BC887E644CFC}" type="presParOf" srcId="{2BBC69FE-2001-457F-B7CA-8694911FB99F}" destId="{A716AAC0-F0E0-4B08-B08E-763E2EAA6BC4}" srcOrd="1" destOrd="0" presId="urn:microsoft.com/office/officeart/2011/layout/TabList"/>
    <dgm:cxn modelId="{AD2AA556-C505-483E-A850-F96B8CA8D8D8}" type="presParOf" srcId="{2BBC69FE-2001-457F-B7CA-8694911FB99F}" destId="{9F4C1F0C-C141-44DC-99EA-5B19F5EB3772}" srcOrd="2" destOrd="0" presId="urn:microsoft.com/office/officeart/2011/layout/TabList"/>
    <dgm:cxn modelId="{B44A6C5E-3664-4664-9A6C-EC42D82719A8}" type="presParOf" srcId="{0FBF2B5A-B8DA-4A1F-B0D3-0FE28252C219}" destId="{0A1F360D-C80B-4910-98B6-FCCE6F2C2C87}" srcOrd="11" destOrd="0" presId="urn:microsoft.com/office/officeart/2011/layout/TabList"/>
    <dgm:cxn modelId="{1C54EEE6-E788-42BC-9B57-F5CE7A001023}" type="presParOf" srcId="{0FBF2B5A-B8DA-4A1F-B0D3-0FE28252C219}" destId="{70781BE9-4133-47E7-870F-4CF568967D9B}" srcOrd="12" destOrd="0" presId="urn:microsoft.com/office/officeart/2011/layout/TabList"/>
    <dgm:cxn modelId="{D15B1CED-E0E7-4A2C-A16A-9609511212BB}" type="presParOf" srcId="{70781BE9-4133-47E7-870F-4CF568967D9B}" destId="{A70E9F4A-9042-42F1-A7B7-D120C4A1F6A0}" srcOrd="0" destOrd="0" presId="urn:microsoft.com/office/officeart/2011/layout/TabList"/>
    <dgm:cxn modelId="{67670129-CA53-4463-A11F-DCA0E47E4BA9}" type="presParOf" srcId="{70781BE9-4133-47E7-870F-4CF568967D9B}" destId="{0A88D37B-9A58-484F-8BED-7555F9992636}" srcOrd="1" destOrd="0" presId="urn:microsoft.com/office/officeart/2011/layout/TabList"/>
    <dgm:cxn modelId="{44E7CFA4-FACC-494B-ACA2-E96101541E92}" type="presParOf" srcId="{70781BE9-4133-47E7-870F-4CF568967D9B}" destId="{3D34E974-93EF-4367-A424-B2EF7D984455}" srcOrd="2" destOrd="0" presId="urn:microsoft.com/office/officeart/2011/layout/TabList"/>
    <dgm:cxn modelId="{9AB537F6-0211-44B6-92CD-37C2047FE850}" type="presParOf" srcId="{0FBF2B5A-B8DA-4A1F-B0D3-0FE28252C219}" destId="{FC617B0D-4493-4A10-831A-6EF892903DA8}" srcOrd="13" destOrd="0" presId="urn:microsoft.com/office/officeart/2011/layout/TabList"/>
    <dgm:cxn modelId="{309F5F76-FF7C-4432-809C-8674C4EE25B6}" type="presParOf" srcId="{0FBF2B5A-B8DA-4A1F-B0D3-0FE28252C219}" destId="{7FDDF4A0-6EBC-4820-9A67-777DF7030EC4}" srcOrd="14" destOrd="0" presId="urn:microsoft.com/office/officeart/2011/layout/TabList"/>
    <dgm:cxn modelId="{0DD2C391-294D-45F9-90DA-10AB08BF5B6D}" type="presParOf" srcId="{7FDDF4A0-6EBC-4820-9A67-777DF7030EC4}" destId="{ECACA3A1-3BFF-4D72-BCA0-F9418ED8C1ED}" srcOrd="0" destOrd="0" presId="urn:microsoft.com/office/officeart/2011/layout/TabList"/>
    <dgm:cxn modelId="{E064F464-03CC-4FFC-8690-E51C23E44425}" type="presParOf" srcId="{7FDDF4A0-6EBC-4820-9A67-777DF7030EC4}" destId="{70E3BD7B-8600-4F75-B660-9B0928B72A42}" srcOrd="1" destOrd="0" presId="urn:microsoft.com/office/officeart/2011/layout/TabList"/>
    <dgm:cxn modelId="{B9733B77-7BDE-458A-831B-6183C31A413F}" type="presParOf" srcId="{7FDDF4A0-6EBC-4820-9A67-777DF7030EC4}" destId="{CA1B1DC1-CEE0-4EC3-AF29-CEBF2B64193B}" srcOrd="2" destOrd="0" presId="urn:microsoft.com/office/officeart/2011/layout/Tab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77.xml><?xml version="1.0" encoding="utf-8"?>
<dgm:dataModel xmlns:dgm="http://schemas.openxmlformats.org/drawingml/2006/diagram" xmlns:a="http://schemas.openxmlformats.org/drawingml/2006/main">
  <dgm:ptLst>
    <dgm:pt modelId="{8904117C-1A25-4EA6-8403-134F8FB594F7}" type="doc">
      <dgm:prSet loTypeId="urn:microsoft.com/office/officeart/2005/8/layout/hList1" loCatId="list" qsTypeId="urn:microsoft.com/office/officeart/2005/8/quickstyle/simple1" qsCatId="simple" csTypeId="urn:microsoft.com/office/officeart/2005/8/colors/colorful5" csCatId="colorful" phldr="1"/>
      <dgm:spPr/>
      <dgm:t>
        <a:bodyPr/>
        <a:lstStyle/>
        <a:p>
          <a:endParaRPr lang="en-IN"/>
        </a:p>
      </dgm:t>
    </dgm:pt>
    <dgm:pt modelId="{D96126CB-8B05-4721-9740-3DA691C30D2A}">
      <dgm:prSet phldrT="[Text]" custT="1"/>
      <dgm:spPr/>
      <dgm:t>
        <a:bodyPr/>
        <a:lstStyle/>
        <a:p>
          <a:r>
            <a:rPr lang="en-US" sz="3200" dirty="0"/>
            <a:t>HTTP Request</a:t>
          </a:r>
          <a:endParaRPr lang="en-IN" sz="3200" dirty="0"/>
        </a:p>
      </dgm:t>
    </dgm:pt>
    <dgm:pt modelId="{9D9289B7-42D5-4EC4-A885-9FD7BE89C824}" type="parTrans" cxnId="{64BBD57F-5425-43A3-8D31-EDC3350610F4}">
      <dgm:prSet/>
      <dgm:spPr/>
      <dgm:t>
        <a:bodyPr/>
        <a:lstStyle/>
        <a:p>
          <a:endParaRPr lang="en-IN" sz="1800"/>
        </a:p>
      </dgm:t>
    </dgm:pt>
    <dgm:pt modelId="{64D0758F-BBFB-45EC-8F07-0C8139EA811A}" type="sibTrans" cxnId="{64BBD57F-5425-43A3-8D31-EDC3350610F4}">
      <dgm:prSet/>
      <dgm:spPr/>
      <dgm:t>
        <a:bodyPr/>
        <a:lstStyle/>
        <a:p>
          <a:endParaRPr lang="en-IN" sz="1800"/>
        </a:p>
      </dgm:t>
    </dgm:pt>
    <dgm:pt modelId="{8B0499FC-DC0D-4A45-9DCE-E4B62F561AF0}">
      <dgm:prSet phldrT="[Text]" custT="1"/>
      <dgm:spPr/>
      <dgm:t>
        <a:bodyPr/>
        <a:lstStyle/>
        <a:p>
          <a:r>
            <a:rPr lang="en-US" sz="1800" dirty="0"/>
            <a:t>An HTTP (Hypertext Transfer Protocol) request is a message sent by a client (such as a web browser or a mobile app) to a server, requesting a particular action or resource.</a:t>
          </a:r>
          <a:endParaRPr lang="en-IN" sz="1800" dirty="0"/>
        </a:p>
      </dgm:t>
    </dgm:pt>
    <dgm:pt modelId="{5585474C-62B3-4781-A628-FEFF231E134E}" type="parTrans" cxnId="{BEF3B406-D5A1-4CE4-AB7F-B1E7A09889EE}">
      <dgm:prSet/>
      <dgm:spPr/>
      <dgm:t>
        <a:bodyPr/>
        <a:lstStyle/>
        <a:p>
          <a:endParaRPr lang="en-IN" sz="1800"/>
        </a:p>
      </dgm:t>
    </dgm:pt>
    <dgm:pt modelId="{6AF2912C-16B8-4995-AF6C-C64B964948FD}" type="sibTrans" cxnId="{BEF3B406-D5A1-4CE4-AB7F-B1E7A09889EE}">
      <dgm:prSet/>
      <dgm:spPr/>
      <dgm:t>
        <a:bodyPr/>
        <a:lstStyle/>
        <a:p>
          <a:endParaRPr lang="en-IN" sz="1800"/>
        </a:p>
      </dgm:t>
    </dgm:pt>
    <dgm:pt modelId="{51C7CC20-AC62-456B-9510-D4D3E5622FF8}">
      <dgm:prSet phldrT="[Text]" custT="1"/>
      <dgm:spPr/>
      <dgm:t>
        <a:bodyPr/>
        <a:lstStyle/>
        <a:p>
          <a:r>
            <a:rPr lang="en-US" sz="1800" dirty="0"/>
            <a:t>It contains HTTP Action(GET, POST…), URL, Request Body, Request Header.</a:t>
          </a:r>
          <a:endParaRPr lang="en-IN" sz="1800" dirty="0"/>
        </a:p>
      </dgm:t>
    </dgm:pt>
    <dgm:pt modelId="{3926122E-30A7-4A80-9527-316E38775806}" type="parTrans" cxnId="{B15C314E-A2B7-4D86-8D56-5226D6F3A90A}">
      <dgm:prSet/>
      <dgm:spPr/>
      <dgm:t>
        <a:bodyPr/>
        <a:lstStyle/>
        <a:p>
          <a:endParaRPr lang="en-IN" sz="1800"/>
        </a:p>
      </dgm:t>
    </dgm:pt>
    <dgm:pt modelId="{6C27AEC5-8277-4475-A53D-FE5AA2903E6B}" type="sibTrans" cxnId="{B15C314E-A2B7-4D86-8D56-5226D6F3A90A}">
      <dgm:prSet/>
      <dgm:spPr/>
      <dgm:t>
        <a:bodyPr/>
        <a:lstStyle/>
        <a:p>
          <a:endParaRPr lang="en-IN" sz="1800"/>
        </a:p>
      </dgm:t>
    </dgm:pt>
    <dgm:pt modelId="{BA531068-98B7-4E53-975A-3F3046A6EAD7}">
      <dgm:prSet phldrT="[Text]" custT="1"/>
      <dgm:spPr/>
      <dgm:t>
        <a:bodyPr/>
        <a:lstStyle/>
        <a:p>
          <a:r>
            <a:rPr lang="en-US" sz="3200" dirty="0"/>
            <a:t>HTTP Response</a:t>
          </a:r>
          <a:endParaRPr lang="en-IN" sz="3200" dirty="0"/>
        </a:p>
      </dgm:t>
    </dgm:pt>
    <dgm:pt modelId="{2F3097BE-F345-4615-B9A4-0FA7E79A3BE9}" type="parTrans" cxnId="{EB41BAF2-7FDA-4A78-884F-B15F548CBF37}">
      <dgm:prSet/>
      <dgm:spPr/>
      <dgm:t>
        <a:bodyPr/>
        <a:lstStyle/>
        <a:p>
          <a:endParaRPr lang="en-IN" sz="1800"/>
        </a:p>
      </dgm:t>
    </dgm:pt>
    <dgm:pt modelId="{C867A3F1-4785-4F74-A3CA-DFFC45505ABC}" type="sibTrans" cxnId="{EB41BAF2-7FDA-4A78-884F-B15F548CBF37}">
      <dgm:prSet/>
      <dgm:spPr/>
      <dgm:t>
        <a:bodyPr/>
        <a:lstStyle/>
        <a:p>
          <a:endParaRPr lang="en-IN" sz="1800"/>
        </a:p>
      </dgm:t>
    </dgm:pt>
    <dgm:pt modelId="{91DE5F4C-2099-4EA3-B91B-58C536EF162E}">
      <dgm:prSet phldrT="[Text]" custT="1"/>
      <dgm:spPr/>
      <dgm:t>
        <a:bodyPr/>
        <a:lstStyle/>
        <a:p>
          <a:r>
            <a:rPr lang="en-US" sz="1800" dirty="0"/>
            <a:t>An HTTP response is a message sent by a server back to the client in response to an HTTP request.</a:t>
          </a:r>
          <a:endParaRPr lang="en-IN" sz="1800" dirty="0"/>
        </a:p>
      </dgm:t>
    </dgm:pt>
    <dgm:pt modelId="{088407B7-9760-4CD0-9D75-46BC61E456E8}" type="parTrans" cxnId="{102FA29D-CD6A-4BC0-B01B-F64C5F647ECA}">
      <dgm:prSet/>
      <dgm:spPr/>
      <dgm:t>
        <a:bodyPr/>
        <a:lstStyle/>
        <a:p>
          <a:endParaRPr lang="en-IN" sz="1800"/>
        </a:p>
      </dgm:t>
    </dgm:pt>
    <dgm:pt modelId="{CD5A873A-53A3-40D7-9F88-199D80B708ED}" type="sibTrans" cxnId="{102FA29D-CD6A-4BC0-B01B-F64C5F647ECA}">
      <dgm:prSet/>
      <dgm:spPr/>
      <dgm:t>
        <a:bodyPr/>
        <a:lstStyle/>
        <a:p>
          <a:endParaRPr lang="en-IN" sz="1800"/>
        </a:p>
      </dgm:t>
    </dgm:pt>
    <dgm:pt modelId="{BC244F7C-5FEB-4102-B2CC-357E2B9DA238}">
      <dgm:prSet phldrT="[Text]" custT="1"/>
      <dgm:spPr/>
      <dgm:t>
        <a:bodyPr/>
        <a:lstStyle/>
        <a:p>
          <a:r>
            <a:rPr lang="en-US" sz="1800" dirty="0"/>
            <a:t>It includes status code, content type, content.</a:t>
          </a:r>
          <a:endParaRPr lang="en-IN" sz="1800" dirty="0"/>
        </a:p>
      </dgm:t>
    </dgm:pt>
    <dgm:pt modelId="{7F1A6FFC-E885-45E4-B6AF-88F1B51643C9}" type="parTrans" cxnId="{B2BF4FFD-4277-4EFD-81F4-AD1DEF2EC7BE}">
      <dgm:prSet/>
      <dgm:spPr/>
      <dgm:t>
        <a:bodyPr/>
        <a:lstStyle/>
        <a:p>
          <a:endParaRPr lang="en-IN" sz="1800"/>
        </a:p>
      </dgm:t>
    </dgm:pt>
    <dgm:pt modelId="{317951E5-4FD0-4369-8997-5E4B953B9E0B}" type="sibTrans" cxnId="{B2BF4FFD-4277-4EFD-81F4-AD1DEF2EC7BE}">
      <dgm:prSet/>
      <dgm:spPr/>
      <dgm:t>
        <a:bodyPr/>
        <a:lstStyle/>
        <a:p>
          <a:endParaRPr lang="en-IN" sz="1800"/>
        </a:p>
      </dgm:t>
    </dgm:pt>
    <dgm:pt modelId="{9AE8F8FA-4B96-4B28-BE71-A9AC2B2EA0D0}">
      <dgm:prSet custT="1"/>
      <dgm:spPr/>
      <dgm:t>
        <a:bodyPr/>
        <a:lstStyle/>
        <a:p>
          <a:endParaRPr lang="en-IN" sz="1800" dirty="0"/>
        </a:p>
      </dgm:t>
    </dgm:pt>
    <dgm:pt modelId="{F79FF90F-D20D-4A97-A4CA-FE1F95CBC28B}" type="parTrans" cxnId="{1B56CAE1-70A8-4E83-B666-0E95170B1473}">
      <dgm:prSet/>
      <dgm:spPr/>
      <dgm:t>
        <a:bodyPr/>
        <a:lstStyle/>
        <a:p>
          <a:endParaRPr lang="en-IN" sz="1800"/>
        </a:p>
      </dgm:t>
    </dgm:pt>
    <dgm:pt modelId="{F0799476-A0AE-45DA-948F-2857EE392D39}" type="sibTrans" cxnId="{1B56CAE1-70A8-4E83-B666-0E95170B1473}">
      <dgm:prSet/>
      <dgm:spPr/>
      <dgm:t>
        <a:bodyPr/>
        <a:lstStyle/>
        <a:p>
          <a:endParaRPr lang="en-IN" sz="1800"/>
        </a:p>
      </dgm:t>
    </dgm:pt>
    <dgm:pt modelId="{3855484C-86D3-4AE0-9786-151EB873536D}">
      <dgm:prSet custT="1"/>
      <dgm:spPr/>
      <dgm:t>
        <a:bodyPr/>
        <a:lstStyle/>
        <a:p>
          <a:endParaRPr lang="en-IN" sz="1800" dirty="0"/>
        </a:p>
      </dgm:t>
    </dgm:pt>
    <dgm:pt modelId="{43F4C17E-5E21-4CCF-88A9-CF54E9F2FC30}" type="parTrans" cxnId="{20D8207C-AC27-478F-BB31-EEFF7E954BAC}">
      <dgm:prSet/>
      <dgm:spPr/>
      <dgm:t>
        <a:bodyPr/>
        <a:lstStyle/>
        <a:p>
          <a:endParaRPr lang="en-IN" sz="1800"/>
        </a:p>
      </dgm:t>
    </dgm:pt>
    <dgm:pt modelId="{6721A041-F11E-4E8C-955A-EDE2772CDE8E}" type="sibTrans" cxnId="{20D8207C-AC27-478F-BB31-EEFF7E954BAC}">
      <dgm:prSet/>
      <dgm:spPr/>
      <dgm:t>
        <a:bodyPr/>
        <a:lstStyle/>
        <a:p>
          <a:endParaRPr lang="en-IN" sz="1800"/>
        </a:p>
      </dgm:t>
    </dgm:pt>
    <dgm:pt modelId="{EC828A96-E343-43D4-A2BE-D3E9B1C7A66D}">
      <dgm:prSet phldrT="[Text]" custT="1"/>
      <dgm:spPr/>
      <dgm:t>
        <a:bodyPr/>
        <a:lstStyle/>
        <a:p>
          <a:endParaRPr lang="en-IN" sz="1800" dirty="0"/>
        </a:p>
      </dgm:t>
    </dgm:pt>
    <dgm:pt modelId="{C52E8A04-14D9-4305-8413-B479B0248371}" type="parTrans" cxnId="{DFBB987E-31BD-47D5-8964-96277F4515EE}">
      <dgm:prSet/>
      <dgm:spPr/>
      <dgm:t>
        <a:bodyPr/>
        <a:lstStyle/>
        <a:p>
          <a:endParaRPr lang="en-IN" sz="1800"/>
        </a:p>
      </dgm:t>
    </dgm:pt>
    <dgm:pt modelId="{7F135972-E5CB-49B4-A33A-8E7875A50797}" type="sibTrans" cxnId="{DFBB987E-31BD-47D5-8964-96277F4515EE}">
      <dgm:prSet/>
      <dgm:spPr/>
      <dgm:t>
        <a:bodyPr/>
        <a:lstStyle/>
        <a:p>
          <a:endParaRPr lang="en-IN" sz="1800"/>
        </a:p>
      </dgm:t>
    </dgm:pt>
    <dgm:pt modelId="{67F1E00F-35D7-43BA-BB39-C916553CDE9E}">
      <dgm:prSet phldrT="[Text]" custT="1"/>
      <dgm:spPr/>
      <dgm:t>
        <a:bodyPr/>
        <a:lstStyle/>
        <a:p>
          <a:endParaRPr lang="en-IN" sz="1800" dirty="0"/>
        </a:p>
      </dgm:t>
    </dgm:pt>
    <dgm:pt modelId="{13B45A4E-81B1-464D-A694-2CAB7B9F8762}" type="parTrans" cxnId="{16743233-0C49-4DD2-8821-4F83920C2A93}">
      <dgm:prSet/>
      <dgm:spPr/>
      <dgm:t>
        <a:bodyPr/>
        <a:lstStyle/>
        <a:p>
          <a:endParaRPr lang="en-IN"/>
        </a:p>
      </dgm:t>
    </dgm:pt>
    <dgm:pt modelId="{879888A7-B5C4-491C-8CD8-06364B19B479}" type="sibTrans" cxnId="{16743233-0C49-4DD2-8821-4F83920C2A93}">
      <dgm:prSet/>
      <dgm:spPr/>
      <dgm:t>
        <a:bodyPr/>
        <a:lstStyle/>
        <a:p>
          <a:endParaRPr lang="en-IN"/>
        </a:p>
      </dgm:t>
    </dgm:pt>
    <dgm:pt modelId="{B7E2F716-FA1D-4248-A3CF-21E95F52B9E8}">
      <dgm:prSet phldrT="[Text]" custT="1"/>
      <dgm:spPr/>
      <dgm:t>
        <a:bodyPr/>
        <a:lstStyle/>
        <a:p>
          <a:endParaRPr lang="en-IN" sz="1800" dirty="0"/>
        </a:p>
      </dgm:t>
    </dgm:pt>
    <dgm:pt modelId="{C6CAA012-F63F-4DF2-9B3F-824B3B3320B8}" type="parTrans" cxnId="{8816A860-84FD-4AD2-8410-8323205749AA}">
      <dgm:prSet/>
      <dgm:spPr/>
      <dgm:t>
        <a:bodyPr/>
        <a:lstStyle/>
        <a:p>
          <a:endParaRPr lang="en-IN"/>
        </a:p>
      </dgm:t>
    </dgm:pt>
    <dgm:pt modelId="{9428BF03-B495-4FF7-B525-C94E659D1FCE}" type="sibTrans" cxnId="{8816A860-84FD-4AD2-8410-8323205749AA}">
      <dgm:prSet/>
      <dgm:spPr/>
      <dgm:t>
        <a:bodyPr/>
        <a:lstStyle/>
        <a:p>
          <a:endParaRPr lang="en-IN"/>
        </a:p>
      </dgm:t>
    </dgm:pt>
    <dgm:pt modelId="{CDE6AD1D-FB73-41D5-A15C-F66628246707}" type="pres">
      <dgm:prSet presAssocID="{8904117C-1A25-4EA6-8403-134F8FB594F7}" presName="Name0" presStyleCnt="0">
        <dgm:presLayoutVars>
          <dgm:dir/>
          <dgm:animLvl val="lvl"/>
          <dgm:resizeHandles val="exact"/>
        </dgm:presLayoutVars>
      </dgm:prSet>
      <dgm:spPr/>
    </dgm:pt>
    <dgm:pt modelId="{2667DF67-B34F-430E-AB45-E234CA92EDE2}" type="pres">
      <dgm:prSet presAssocID="{D96126CB-8B05-4721-9740-3DA691C30D2A}" presName="composite" presStyleCnt="0"/>
      <dgm:spPr/>
    </dgm:pt>
    <dgm:pt modelId="{2CA8AA82-EF44-46EE-9864-45884AD1E811}" type="pres">
      <dgm:prSet presAssocID="{D96126CB-8B05-4721-9740-3DA691C30D2A}" presName="parTx" presStyleLbl="alignNode1" presStyleIdx="0" presStyleCnt="2" custScaleY="92930">
        <dgm:presLayoutVars>
          <dgm:chMax val="0"/>
          <dgm:chPref val="0"/>
          <dgm:bulletEnabled val="1"/>
        </dgm:presLayoutVars>
      </dgm:prSet>
      <dgm:spPr/>
    </dgm:pt>
    <dgm:pt modelId="{28D59113-BBA2-4597-8992-B8D506FEA86A}" type="pres">
      <dgm:prSet presAssocID="{D96126CB-8B05-4721-9740-3DA691C30D2A}" presName="desTx" presStyleLbl="alignAccFollowNode1" presStyleIdx="0" presStyleCnt="2">
        <dgm:presLayoutVars>
          <dgm:bulletEnabled val="1"/>
        </dgm:presLayoutVars>
      </dgm:prSet>
      <dgm:spPr/>
    </dgm:pt>
    <dgm:pt modelId="{655CE68F-BDE3-4D68-8F44-3D0E58A41135}" type="pres">
      <dgm:prSet presAssocID="{64D0758F-BBFB-45EC-8F07-0C8139EA811A}" presName="space" presStyleCnt="0"/>
      <dgm:spPr/>
    </dgm:pt>
    <dgm:pt modelId="{F10ADE54-B272-4E24-B015-047EA5ECB57C}" type="pres">
      <dgm:prSet presAssocID="{BA531068-98B7-4E53-975A-3F3046A6EAD7}" presName="composite" presStyleCnt="0"/>
      <dgm:spPr/>
    </dgm:pt>
    <dgm:pt modelId="{708A711E-50F9-4AF4-AD08-988FCB824A2D}" type="pres">
      <dgm:prSet presAssocID="{BA531068-98B7-4E53-975A-3F3046A6EAD7}" presName="parTx" presStyleLbl="alignNode1" presStyleIdx="1" presStyleCnt="2" custScaleY="92930">
        <dgm:presLayoutVars>
          <dgm:chMax val="0"/>
          <dgm:chPref val="0"/>
          <dgm:bulletEnabled val="1"/>
        </dgm:presLayoutVars>
      </dgm:prSet>
      <dgm:spPr/>
    </dgm:pt>
    <dgm:pt modelId="{39AAB3CC-6154-472E-81A7-C20FAB82F198}" type="pres">
      <dgm:prSet presAssocID="{BA531068-98B7-4E53-975A-3F3046A6EAD7}" presName="desTx" presStyleLbl="alignAccFollowNode1" presStyleIdx="1" presStyleCnt="2">
        <dgm:presLayoutVars>
          <dgm:bulletEnabled val="1"/>
        </dgm:presLayoutVars>
      </dgm:prSet>
      <dgm:spPr/>
    </dgm:pt>
  </dgm:ptLst>
  <dgm:cxnLst>
    <dgm:cxn modelId="{F1DD2E04-1DEB-48D0-86BC-5405ECB5DDDC}" type="presOf" srcId="{8904117C-1A25-4EA6-8403-134F8FB594F7}" destId="{CDE6AD1D-FB73-41D5-A15C-F66628246707}" srcOrd="0" destOrd="0" presId="urn:microsoft.com/office/officeart/2005/8/layout/hList1"/>
    <dgm:cxn modelId="{BEF3B406-D5A1-4CE4-AB7F-B1E7A09889EE}" srcId="{D96126CB-8B05-4721-9740-3DA691C30D2A}" destId="{8B0499FC-DC0D-4A45-9DCE-E4B62F561AF0}" srcOrd="1" destOrd="0" parTransId="{5585474C-62B3-4781-A628-FEFF231E134E}" sibTransId="{6AF2912C-16B8-4995-AF6C-C64B964948FD}"/>
    <dgm:cxn modelId="{27D2B91A-F68E-4E64-8A88-73A6A710313C}" type="presOf" srcId="{BC244F7C-5FEB-4102-B2CC-357E2B9DA238}" destId="{39AAB3CC-6154-472E-81A7-C20FAB82F198}" srcOrd="0" destOrd="3" presId="urn:microsoft.com/office/officeart/2005/8/layout/hList1"/>
    <dgm:cxn modelId="{9F238631-E577-4A92-B97B-39C9254C4B7A}" type="presOf" srcId="{91DE5F4C-2099-4EA3-B91B-58C536EF162E}" destId="{39AAB3CC-6154-472E-81A7-C20FAB82F198}" srcOrd="0" destOrd="1" presId="urn:microsoft.com/office/officeart/2005/8/layout/hList1"/>
    <dgm:cxn modelId="{16743233-0C49-4DD2-8821-4F83920C2A93}" srcId="{D96126CB-8B05-4721-9740-3DA691C30D2A}" destId="{67F1E00F-35D7-43BA-BB39-C916553CDE9E}" srcOrd="0" destOrd="0" parTransId="{13B45A4E-81B1-464D-A694-2CAB7B9F8762}" sibTransId="{879888A7-B5C4-491C-8CD8-06364B19B479}"/>
    <dgm:cxn modelId="{49DA093A-D7DD-425E-8A6E-47C4758328DE}" type="presOf" srcId="{3855484C-86D3-4AE0-9786-151EB873536D}" destId="{28D59113-BBA2-4597-8992-B8D506FEA86A}" srcOrd="0" destOrd="4" presId="urn:microsoft.com/office/officeart/2005/8/layout/hList1"/>
    <dgm:cxn modelId="{8816A860-84FD-4AD2-8410-8323205749AA}" srcId="{BA531068-98B7-4E53-975A-3F3046A6EAD7}" destId="{B7E2F716-FA1D-4248-A3CF-21E95F52B9E8}" srcOrd="0" destOrd="0" parTransId="{C6CAA012-F63F-4DF2-9B3F-824B3B3320B8}" sibTransId="{9428BF03-B495-4FF7-B525-C94E659D1FCE}"/>
    <dgm:cxn modelId="{B15C314E-A2B7-4D86-8D56-5226D6F3A90A}" srcId="{D96126CB-8B05-4721-9740-3DA691C30D2A}" destId="{51C7CC20-AC62-456B-9510-D4D3E5622FF8}" srcOrd="3" destOrd="0" parTransId="{3926122E-30A7-4A80-9527-316E38775806}" sibTransId="{6C27AEC5-8277-4475-A53D-FE5AA2903E6B}"/>
    <dgm:cxn modelId="{20D8207C-AC27-478F-BB31-EEFF7E954BAC}" srcId="{D96126CB-8B05-4721-9740-3DA691C30D2A}" destId="{3855484C-86D3-4AE0-9786-151EB873536D}" srcOrd="4" destOrd="0" parTransId="{43F4C17E-5E21-4CCF-88A9-CF54E9F2FC30}" sibTransId="{6721A041-F11E-4E8C-955A-EDE2772CDE8E}"/>
    <dgm:cxn modelId="{DFBB987E-31BD-47D5-8964-96277F4515EE}" srcId="{BA531068-98B7-4E53-975A-3F3046A6EAD7}" destId="{EC828A96-E343-43D4-A2BE-D3E9B1C7A66D}" srcOrd="2" destOrd="0" parTransId="{C52E8A04-14D9-4305-8413-B479B0248371}" sibTransId="{7F135972-E5CB-49B4-A33A-8E7875A50797}"/>
    <dgm:cxn modelId="{64BBD57F-5425-43A3-8D31-EDC3350610F4}" srcId="{8904117C-1A25-4EA6-8403-134F8FB594F7}" destId="{D96126CB-8B05-4721-9740-3DA691C30D2A}" srcOrd="0" destOrd="0" parTransId="{9D9289B7-42D5-4EC4-A885-9FD7BE89C824}" sibTransId="{64D0758F-BBFB-45EC-8F07-0C8139EA811A}"/>
    <dgm:cxn modelId="{E10D2385-D66C-4559-A6B9-21D3D9167623}" type="presOf" srcId="{B7E2F716-FA1D-4248-A3CF-21E95F52B9E8}" destId="{39AAB3CC-6154-472E-81A7-C20FAB82F198}" srcOrd="0" destOrd="0" presId="urn:microsoft.com/office/officeart/2005/8/layout/hList1"/>
    <dgm:cxn modelId="{D9AE0E97-D65A-454B-8F23-77874B1AFCD2}" type="presOf" srcId="{9AE8F8FA-4B96-4B28-BE71-A9AC2B2EA0D0}" destId="{28D59113-BBA2-4597-8992-B8D506FEA86A}" srcOrd="0" destOrd="2" presId="urn:microsoft.com/office/officeart/2005/8/layout/hList1"/>
    <dgm:cxn modelId="{102FA29D-CD6A-4BC0-B01B-F64C5F647ECA}" srcId="{BA531068-98B7-4E53-975A-3F3046A6EAD7}" destId="{91DE5F4C-2099-4EA3-B91B-58C536EF162E}" srcOrd="1" destOrd="0" parTransId="{088407B7-9760-4CD0-9D75-46BC61E456E8}" sibTransId="{CD5A873A-53A3-40D7-9F88-199D80B708ED}"/>
    <dgm:cxn modelId="{4DE8739E-EF93-440D-B869-461ABB234CCF}" type="presOf" srcId="{EC828A96-E343-43D4-A2BE-D3E9B1C7A66D}" destId="{39AAB3CC-6154-472E-81A7-C20FAB82F198}" srcOrd="0" destOrd="2" presId="urn:microsoft.com/office/officeart/2005/8/layout/hList1"/>
    <dgm:cxn modelId="{BC4D4FB8-7C47-402E-A8A6-4632B7B7F028}" type="presOf" srcId="{67F1E00F-35D7-43BA-BB39-C916553CDE9E}" destId="{28D59113-BBA2-4597-8992-B8D506FEA86A}" srcOrd="0" destOrd="0" presId="urn:microsoft.com/office/officeart/2005/8/layout/hList1"/>
    <dgm:cxn modelId="{1ECFBEBB-F877-4B9F-AB3E-75E82365322B}" type="presOf" srcId="{8B0499FC-DC0D-4A45-9DCE-E4B62F561AF0}" destId="{28D59113-BBA2-4597-8992-B8D506FEA86A}" srcOrd="0" destOrd="1" presId="urn:microsoft.com/office/officeart/2005/8/layout/hList1"/>
    <dgm:cxn modelId="{A58359BD-B21A-4DA1-8EAC-A5F1929AB052}" type="presOf" srcId="{51C7CC20-AC62-456B-9510-D4D3E5622FF8}" destId="{28D59113-BBA2-4597-8992-B8D506FEA86A}" srcOrd="0" destOrd="3" presId="urn:microsoft.com/office/officeart/2005/8/layout/hList1"/>
    <dgm:cxn modelId="{4C425DDE-E3C7-46DD-B927-80405005A061}" type="presOf" srcId="{D96126CB-8B05-4721-9740-3DA691C30D2A}" destId="{2CA8AA82-EF44-46EE-9864-45884AD1E811}" srcOrd="0" destOrd="0" presId="urn:microsoft.com/office/officeart/2005/8/layout/hList1"/>
    <dgm:cxn modelId="{1B56CAE1-70A8-4E83-B666-0E95170B1473}" srcId="{D96126CB-8B05-4721-9740-3DA691C30D2A}" destId="{9AE8F8FA-4B96-4B28-BE71-A9AC2B2EA0D0}" srcOrd="2" destOrd="0" parTransId="{F79FF90F-D20D-4A97-A4CA-FE1F95CBC28B}" sibTransId="{F0799476-A0AE-45DA-948F-2857EE392D39}"/>
    <dgm:cxn modelId="{EB41BAF2-7FDA-4A78-884F-B15F548CBF37}" srcId="{8904117C-1A25-4EA6-8403-134F8FB594F7}" destId="{BA531068-98B7-4E53-975A-3F3046A6EAD7}" srcOrd="1" destOrd="0" parTransId="{2F3097BE-F345-4615-B9A4-0FA7E79A3BE9}" sibTransId="{C867A3F1-4785-4F74-A3CA-DFFC45505ABC}"/>
    <dgm:cxn modelId="{F14241F5-CE12-46AA-9E75-B96362858DC9}" type="presOf" srcId="{BA531068-98B7-4E53-975A-3F3046A6EAD7}" destId="{708A711E-50F9-4AF4-AD08-988FCB824A2D}" srcOrd="0" destOrd="0" presId="urn:microsoft.com/office/officeart/2005/8/layout/hList1"/>
    <dgm:cxn modelId="{B2BF4FFD-4277-4EFD-81F4-AD1DEF2EC7BE}" srcId="{BA531068-98B7-4E53-975A-3F3046A6EAD7}" destId="{BC244F7C-5FEB-4102-B2CC-357E2B9DA238}" srcOrd="3" destOrd="0" parTransId="{7F1A6FFC-E885-45E4-B6AF-88F1B51643C9}" sibTransId="{317951E5-4FD0-4369-8997-5E4B953B9E0B}"/>
    <dgm:cxn modelId="{EFD7826F-3994-4E9A-B857-B729A36E0C2F}" type="presParOf" srcId="{CDE6AD1D-FB73-41D5-A15C-F66628246707}" destId="{2667DF67-B34F-430E-AB45-E234CA92EDE2}" srcOrd="0" destOrd="0" presId="urn:microsoft.com/office/officeart/2005/8/layout/hList1"/>
    <dgm:cxn modelId="{8208015E-1DA6-45FC-917A-D1F475B78120}" type="presParOf" srcId="{2667DF67-B34F-430E-AB45-E234CA92EDE2}" destId="{2CA8AA82-EF44-46EE-9864-45884AD1E811}" srcOrd="0" destOrd="0" presId="urn:microsoft.com/office/officeart/2005/8/layout/hList1"/>
    <dgm:cxn modelId="{D0BD6158-B6EA-43D6-9A9A-06ECA7686A3D}" type="presParOf" srcId="{2667DF67-B34F-430E-AB45-E234CA92EDE2}" destId="{28D59113-BBA2-4597-8992-B8D506FEA86A}" srcOrd="1" destOrd="0" presId="urn:microsoft.com/office/officeart/2005/8/layout/hList1"/>
    <dgm:cxn modelId="{01217B92-5B13-4284-B028-EFC1DB09BA84}" type="presParOf" srcId="{CDE6AD1D-FB73-41D5-A15C-F66628246707}" destId="{655CE68F-BDE3-4D68-8F44-3D0E58A41135}" srcOrd="1" destOrd="0" presId="urn:microsoft.com/office/officeart/2005/8/layout/hList1"/>
    <dgm:cxn modelId="{5C71F45F-01A0-4180-8011-270751FDE14D}" type="presParOf" srcId="{CDE6AD1D-FB73-41D5-A15C-F66628246707}" destId="{F10ADE54-B272-4E24-B015-047EA5ECB57C}" srcOrd="2" destOrd="0" presId="urn:microsoft.com/office/officeart/2005/8/layout/hList1"/>
    <dgm:cxn modelId="{71047AF3-E8DD-42B0-A2D1-E6AF5FC25211}" type="presParOf" srcId="{F10ADE54-B272-4E24-B015-047EA5ECB57C}" destId="{708A711E-50F9-4AF4-AD08-988FCB824A2D}" srcOrd="0" destOrd="0" presId="urn:microsoft.com/office/officeart/2005/8/layout/hList1"/>
    <dgm:cxn modelId="{A105E0DA-457A-484F-B2E2-09FC3E4BE389}" type="presParOf" srcId="{F10ADE54-B272-4E24-B015-047EA5ECB57C}" destId="{39AAB3CC-6154-472E-81A7-C20FAB82F198}" srcOrd="1" destOrd="0" presId="urn:microsoft.com/office/officeart/2005/8/layout/hLis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78.xml><?xml version="1.0" encoding="utf-8"?>
<dgm:dataModel xmlns:dgm="http://schemas.openxmlformats.org/drawingml/2006/diagram" xmlns:a="http://schemas.openxmlformats.org/drawingml/2006/main">
  <dgm:ptLst>
    <dgm:pt modelId="{4FC0B3E0-26AE-4E5B-A591-198C73E85E1D}" type="doc">
      <dgm:prSet loTypeId="urn:microsoft.com/office/officeart/2005/8/layout/radial5" loCatId="cycle" qsTypeId="urn:microsoft.com/office/officeart/2005/8/quickstyle/simple3" qsCatId="simple" csTypeId="urn:microsoft.com/office/officeart/2005/8/colors/colorful5" csCatId="colorful" phldr="1"/>
      <dgm:spPr/>
      <dgm:t>
        <a:bodyPr/>
        <a:lstStyle/>
        <a:p>
          <a:endParaRPr lang="en-IN"/>
        </a:p>
      </dgm:t>
    </dgm:pt>
    <dgm:pt modelId="{F0C55122-8157-4B69-A851-A77C6F5748E1}">
      <dgm:prSet phldrT="[Text]" custT="1"/>
      <dgm:spPr/>
      <dgm:t>
        <a:bodyPr/>
        <a:lstStyle/>
        <a:p>
          <a:r>
            <a:rPr lang="en-IN" sz="1800" b="1" dirty="0"/>
            <a:t>REST guidelines</a:t>
          </a:r>
        </a:p>
      </dgm:t>
    </dgm:pt>
    <dgm:pt modelId="{66FF3A3D-C9EB-49BE-850D-64D3935EB1FA}" type="parTrans" cxnId="{30A5860B-C3CA-40A7-8DF0-754F670E8B94}">
      <dgm:prSet/>
      <dgm:spPr/>
      <dgm:t>
        <a:bodyPr/>
        <a:lstStyle/>
        <a:p>
          <a:endParaRPr lang="en-IN" sz="1800" b="0"/>
        </a:p>
      </dgm:t>
    </dgm:pt>
    <dgm:pt modelId="{730FBA4B-2C08-44B4-B0B6-66BF6F663A3C}" type="sibTrans" cxnId="{30A5860B-C3CA-40A7-8DF0-754F670E8B94}">
      <dgm:prSet/>
      <dgm:spPr/>
      <dgm:t>
        <a:bodyPr/>
        <a:lstStyle/>
        <a:p>
          <a:endParaRPr lang="en-IN" sz="1800" b="0"/>
        </a:p>
      </dgm:t>
    </dgm:pt>
    <dgm:pt modelId="{B76C0260-16B2-41DD-828C-CBC1491047FB}">
      <dgm:prSet phldrT="[Text]" custT="1"/>
      <dgm:spPr/>
      <dgm:t>
        <a:bodyPr/>
        <a:lstStyle/>
        <a:p>
          <a:r>
            <a:rPr lang="en-IN" sz="1800" b="0" i="0" dirty="0"/>
            <a:t>1. </a:t>
          </a:r>
          <a:r>
            <a:rPr lang="en-US" sz="1800" b="0" i="0" dirty="0"/>
            <a:t>Separation of Client and Server </a:t>
          </a:r>
          <a:endParaRPr lang="en-IN" sz="1800" b="0" i="0" dirty="0"/>
        </a:p>
        <a:p>
          <a:endParaRPr lang="en-IN" sz="1800" b="0" dirty="0"/>
        </a:p>
      </dgm:t>
    </dgm:pt>
    <dgm:pt modelId="{38809E57-B201-475C-8AED-B33D9875D2E0}" type="parTrans" cxnId="{3464E886-767F-4D86-9347-BA99ECD0133E}">
      <dgm:prSet custT="1"/>
      <dgm:spPr/>
      <dgm:t>
        <a:bodyPr/>
        <a:lstStyle/>
        <a:p>
          <a:endParaRPr lang="en-IN" sz="1800" b="0"/>
        </a:p>
      </dgm:t>
    </dgm:pt>
    <dgm:pt modelId="{838C23C3-1D25-41F6-B3B2-B8DE5AE00985}" type="sibTrans" cxnId="{3464E886-767F-4D86-9347-BA99ECD0133E}">
      <dgm:prSet/>
      <dgm:spPr/>
      <dgm:t>
        <a:bodyPr/>
        <a:lstStyle/>
        <a:p>
          <a:endParaRPr lang="en-IN" sz="1800" b="0"/>
        </a:p>
      </dgm:t>
    </dgm:pt>
    <dgm:pt modelId="{E2466B35-B4E4-4F72-BD09-834219B50344}">
      <dgm:prSet phldrT="[Text]" custT="1"/>
      <dgm:spPr/>
      <dgm:t>
        <a:bodyPr/>
        <a:lstStyle/>
        <a:p>
          <a:r>
            <a:rPr lang="en-IN" sz="1800" b="0" i="0" dirty="0"/>
            <a:t>2. </a:t>
          </a:r>
          <a:r>
            <a:rPr kumimoji="0" lang="en-US" sz="1800" b="0" i="0" u="none" strike="noStrike" cap="none" spc="0" normalizeH="0" baseline="0" noProof="0" dirty="0">
              <a:ln>
                <a:noFill/>
              </a:ln>
              <a:solidFill>
                <a:prstClr val="black"/>
              </a:solidFill>
              <a:effectLst/>
              <a:uLnTx/>
              <a:uFillTx/>
              <a:latin typeface="+mn-lt"/>
              <a:ea typeface="+mn-ea"/>
              <a:cs typeface="+mn-cs"/>
            </a:rPr>
            <a:t>Stateless</a:t>
          </a:r>
          <a:endParaRPr lang="en-IN" sz="1800" b="0" dirty="0"/>
        </a:p>
      </dgm:t>
    </dgm:pt>
    <dgm:pt modelId="{9F8D5A9B-DE2A-4A37-92A6-C0E59CAC542F}" type="parTrans" cxnId="{2FA63777-EE99-4B98-80AA-D49E891572F4}">
      <dgm:prSet custT="1"/>
      <dgm:spPr/>
      <dgm:t>
        <a:bodyPr/>
        <a:lstStyle/>
        <a:p>
          <a:endParaRPr lang="en-IN" sz="1800" b="0"/>
        </a:p>
      </dgm:t>
    </dgm:pt>
    <dgm:pt modelId="{9C3ED029-2E86-427E-B7A8-B2234FEF2239}" type="sibTrans" cxnId="{2FA63777-EE99-4B98-80AA-D49E891572F4}">
      <dgm:prSet/>
      <dgm:spPr/>
      <dgm:t>
        <a:bodyPr/>
        <a:lstStyle/>
        <a:p>
          <a:endParaRPr lang="en-IN" sz="1800" b="0"/>
        </a:p>
      </dgm:t>
    </dgm:pt>
    <dgm:pt modelId="{375B01B9-C57A-4A08-AD2E-638DDC978622}">
      <dgm:prSet phldrT="[Text]" custT="1"/>
      <dgm:spPr/>
      <dgm:t>
        <a:bodyPr/>
        <a:lstStyle/>
        <a:p>
          <a:r>
            <a:rPr lang="en-IN" sz="1800" b="0" i="0" dirty="0"/>
            <a:t>3. </a:t>
          </a:r>
          <a:r>
            <a:rPr kumimoji="0" lang="en-US" sz="1800" b="0" i="0" u="none" strike="noStrike" cap="none" spc="0" normalizeH="0" baseline="0" noProof="0" dirty="0">
              <a:ln>
                <a:noFill/>
              </a:ln>
              <a:solidFill>
                <a:prstClr val="black"/>
              </a:solidFill>
              <a:effectLst/>
              <a:uLnTx/>
              <a:uFillTx/>
              <a:latin typeface="+mn-lt"/>
              <a:ea typeface="+mn-ea"/>
              <a:cs typeface="+mn-cs"/>
            </a:rPr>
            <a:t>Uniform interface</a:t>
          </a:r>
          <a:endParaRPr lang="en-IN" sz="1800" b="0" dirty="0"/>
        </a:p>
      </dgm:t>
    </dgm:pt>
    <dgm:pt modelId="{C2BB734F-1F2B-43D2-8C36-CFE93AB76E7E}" type="parTrans" cxnId="{A9A2C411-F1E7-4851-991C-BC3B7AD79BBA}">
      <dgm:prSet custT="1"/>
      <dgm:spPr/>
      <dgm:t>
        <a:bodyPr/>
        <a:lstStyle/>
        <a:p>
          <a:endParaRPr lang="en-IN" sz="1800" b="0"/>
        </a:p>
      </dgm:t>
    </dgm:pt>
    <dgm:pt modelId="{192C37B0-ECF8-457F-9724-C3AE6B6E1BF2}" type="sibTrans" cxnId="{A9A2C411-F1E7-4851-991C-BC3B7AD79BBA}">
      <dgm:prSet/>
      <dgm:spPr/>
      <dgm:t>
        <a:bodyPr/>
        <a:lstStyle/>
        <a:p>
          <a:endParaRPr lang="en-IN" sz="1800" b="0"/>
        </a:p>
      </dgm:t>
    </dgm:pt>
    <dgm:pt modelId="{EBAA8543-41A7-4E1B-B4E5-A861D2E79361}">
      <dgm:prSet phldrT="[Text]" custT="1"/>
      <dgm:spPr/>
      <dgm:t>
        <a:bodyPr/>
        <a:lstStyle/>
        <a:p>
          <a:r>
            <a:rPr lang="en-IN" sz="1800" b="0" i="0" dirty="0"/>
            <a:t>4. </a:t>
          </a:r>
          <a:r>
            <a:rPr kumimoji="0" lang="en-US" sz="1800" b="0" i="0" u="none" strike="noStrike" cap="none" spc="0" normalizeH="0" baseline="0" noProof="0" dirty="0">
              <a:ln>
                <a:noFill/>
              </a:ln>
              <a:solidFill>
                <a:prstClr val="black"/>
              </a:solidFill>
              <a:effectLst/>
              <a:uLnTx/>
              <a:uFillTx/>
              <a:latin typeface="+mn-lt"/>
              <a:ea typeface="+mn-ea"/>
              <a:cs typeface="+mn-cs"/>
            </a:rPr>
            <a:t>Cacheable</a:t>
          </a:r>
          <a:endParaRPr lang="en-IN" sz="1800" b="0" dirty="0"/>
        </a:p>
      </dgm:t>
    </dgm:pt>
    <dgm:pt modelId="{20CFE23A-E9F3-460D-8E18-4E91B7A2C647}" type="parTrans" cxnId="{CA7F575C-3859-4172-8036-9018D43CD7CE}">
      <dgm:prSet custT="1"/>
      <dgm:spPr/>
      <dgm:t>
        <a:bodyPr/>
        <a:lstStyle/>
        <a:p>
          <a:endParaRPr lang="en-IN" sz="1800" b="0"/>
        </a:p>
      </dgm:t>
    </dgm:pt>
    <dgm:pt modelId="{24C1A03C-E247-4E95-9B1F-57719340385C}" type="sibTrans" cxnId="{CA7F575C-3859-4172-8036-9018D43CD7CE}">
      <dgm:prSet/>
      <dgm:spPr/>
      <dgm:t>
        <a:bodyPr/>
        <a:lstStyle/>
        <a:p>
          <a:endParaRPr lang="en-IN" sz="1800" b="0"/>
        </a:p>
      </dgm:t>
    </dgm:pt>
    <dgm:pt modelId="{6024F7BE-A0B7-48F4-B53C-30A4BB6A2182}">
      <dgm:prSet phldrT="[Text]" custT="1"/>
      <dgm:spPr/>
      <dgm:t>
        <a:bodyPr/>
        <a:lstStyle/>
        <a:p>
          <a:r>
            <a:rPr lang="en-IN" sz="1800" b="0" dirty="0"/>
            <a:t>5. </a:t>
          </a:r>
          <a:r>
            <a:rPr kumimoji="0" lang="en-US" sz="1800" b="0" i="0" u="none" strike="noStrike" cap="none" spc="0" normalizeH="0" baseline="0" noProof="0" dirty="0">
              <a:ln>
                <a:noFill/>
              </a:ln>
              <a:solidFill>
                <a:prstClr val="black"/>
              </a:solidFill>
              <a:effectLst/>
              <a:uLnTx/>
              <a:uFillTx/>
              <a:latin typeface="+mn-lt"/>
              <a:ea typeface="+mn-ea"/>
              <a:cs typeface="+mn-cs"/>
            </a:rPr>
            <a:t>Layered system</a:t>
          </a:r>
          <a:endParaRPr lang="en-IN" sz="1800" b="0" dirty="0"/>
        </a:p>
      </dgm:t>
    </dgm:pt>
    <dgm:pt modelId="{87D58763-4942-4B1E-985C-455D32542B09}" type="parTrans" cxnId="{C91E2CE7-BB90-469B-856E-F21AE22D4C6D}">
      <dgm:prSet custT="1"/>
      <dgm:spPr/>
      <dgm:t>
        <a:bodyPr/>
        <a:lstStyle/>
        <a:p>
          <a:endParaRPr lang="en-IN" sz="1800" b="0"/>
        </a:p>
      </dgm:t>
    </dgm:pt>
    <dgm:pt modelId="{1FCEA400-01B1-4899-A316-8892B8CB727D}" type="sibTrans" cxnId="{C91E2CE7-BB90-469B-856E-F21AE22D4C6D}">
      <dgm:prSet/>
      <dgm:spPr/>
      <dgm:t>
        <a:bodyPr/>
        <a:lstStyle/>
        <a:p>
          <a:endParaRPr lang="en-IN" sz="1800" b="0"/>
        </a:p>
      </dgm:t>
    </dgm:pt>
    <dgm:pt modelId="{C5199E03-DA80-41D9-80C4-C639DFE43634}" type="pres">
      <dgm:prSet presAssocID="{4FC0B3E0-26AE-4E5B-A591-198C73E85E1D}" presName="Name0" presStyleCnt="0">
        <dgm:presLayoutVars>
          <dgm:chMax val="1"/>
          <dgm:dir/>
          <dgm:animLvl val="ctr"/>
          <dgm:resizeHandles val="exact"/>
        </dgm:presLayoutVars>
      </dgm:prSet>
      <dgm:spPr/>
    </dgm:pt>
    <dgm:pt modelId="{0CB0BF1B-6061-4091-BED8-38EF2E235061}" type="pres">
      <dgm:prSet presAssocID="{F0C55122-8157-4B69-A851-A77C6F5748E1}" presName="centerShape" presStyleLbl="node0" presStyleIdx="0" presStyleCnt="1"/>
      <dgm:spPr/>
    </dgm:pt>
    <dgm:pt modelId="{AC1043F0-CADA-4125-B29C-2F7CFE2E1582}" type="pres">
      <dgm:prSet presAssocID="{38809E57-B201-475C-8AED-B33D9875D2E0}" presName="parTrans" presStyleLbl="sibTrans2D1" presStyleIdx="0" presStyleCnt="5"/>
      <dgm:spPr/>
    </dgm:pt>
    <dgm:pt modelId="{9DCC9BF2-0CA4-4066-BA4E-B30692322E20}" type="pres">
      <dgm:prSet presAssocID="{38809E57-B201-475C-8AED-B33D9875D2E0}" presName="connectorText" presStyleLbl="sibTrans2D1" presStyleIdx="0" presStyleCnt="5"/>
      <dgm:spPr/>
    </dgm:pt>
    <dgm:pt modelId="{2F095C0B-CC93-4AFF-9F93-30F9CBCB8593}" type="pres">
      <dgm:prSet presAssocID="{B76C0260-16B2-41DD-828C-CBC1491047FB}" presName="node" presStyleLbl="node1" presStyleIdx="0" presStyleCnt="5">
        <dgm:presLayoutVars>
          <dgm:bulletEnabled val="1"/>
        </dgm:presLayoutVars>
      </dgm:prSet>
      <dgm:spPr/>
    </dgm:pt>
    <dgm:pt modelId="{029B795C-B45E-4846-91B9-6613953C2D64}" type="pres">
      <dgm:prSet presAssocID="{9F8D5A9B-DE2A-4A37-92A6-C0E59CAC542F}" presName="parTrans" presStyleLbl="sibTrans2D1" presStyleIdx="1" presStyleCnt="5"/>
      <dgm:spPr/>
    </dgm:pt>
    <dgm:pt modelId="{FEF89D67-4F22-46B4-9323-55D4783128CA}" type="pres">
      <dgm:prSet presAssocID="{9F8D5A9B-DE2A-4A37-92A6-C0E59CAC542F}" presName="connectorText" presStyleLbl="sibTrans2D1" presStyleIdx="1" presStyleCnt="5"/>
      <dgm:spPr/>
    </dgm:pt>
    <dgm:pt modelId="{9DC91242-FE39-4CC8-B051-33A6BF177507}" type="pres">
      <dgm:prSet presAssocID="{E2466B35-B4E4-4F72-BD09-834219B50344}" presName="node" presStyleLbl="node1" presStyleIdx="1" presStyleCnt="5">
        <dgm:presLayoutVars>
          <dgm:bulletEnabled val="1"/>
        </dgm:presLayoutVars>
      </dgm:prSet>
      <dgm:spPr/>
    </dgm:pt>
    <dgm:pt modelId="{AA9B9311-FE09-4F68-8BE1-E07068D702E9}" type="pres">
      <dgm:prSet presAssocID="{C2BB734F-1F2B-43D2-8C36-CFE93AB76E7E}" presName="parTrans" presStyleLbl="sibTrans2D1" presStyleIdx="2" presStyleCnt="5"/>
      <dgm:spPr/>
    </dgm:pt>
    <dgm:pt modelId="{8C6D1F56-812B-45F6-96BE-63DCFB286835}" type="pres">
      <dgm:prSet presAssocID="{C2BB734F-1F2B-43D2-8C36-CFE93AB76E7E}" presName="connectorText" presStyleLbl="sibTrans2D1" presStyleIdx="2" presStyleCnt="5"/>
      <dgm:spPr/>
    </dgm:pt>
    <dgm:pt modelId="{7FD2DAE8-4C4F-4EA2-8CEF-4875C429F673}" type="pres">
      <dgm:prSet presAssocID="{375B01B9-C57A-4A08-AD2E-638DDC978622}" presName="node" presStyleLbl="node1" presStyleIdx="2" presStyleCnt="5">
        <dgm:presLayoutVars>
          <dgm:bulletEnabled val="1"/>
        </dgm:presLayoutVars>
      </dgm:prSet>
      <dgm:spPr/>
    </dgm:pt>
    <dgm:pt modelId="{77EB2D91-97E9-46E0-A9D9-A65A438A3098}" type="pres">
      <dgm:prSet presAssocID="{20CFE23A-E9F3-460D-8E18-4E91B7A2C647}" presName="parTrans" presStyleLbl="sibTrans2D1" presStyleIdx="3" presStyleCnt="5"/>
      <dgm:spPr/>
    </dgm:pt>
    <dgm:pt modelId="{FA3898A4-953A-45D7-A801-605917208ADF}" type="pres">
      <dgm:prSet presAssocID="{20CFE23A-E9F3-460D-8E18-4E91B7A2C647}" presName="connectorText" presStyleLbl="sibTrans2D1" presStyleIdx="3" presStyleCnt="5"/>
      <dgm:spPr/>
    </dgm:pt>
    <dgm:pt modelId="{A1853DEE-609B-4A79-97F2-E53F4B958EFA}" type="pres">
      <dgm:prSet presAssocID="{EBAA8543-41A7-4E1B-B4E5-A861D2E79361}" presName="node" presStyleLbl="node1" presStyleIdx="3" presStyleCnt="5">
        <dgm:presLayoutVars>
          <dgm:bulletEnabled val="1"/>
        </dgm:presLayoutVars>
      </dgm:prSet>
      <dgm:spPr/>
    </dgm:pt>
    <dgm:pt modelId="{9CA1AA1E-6B5D-456D-99FD-045A41035C19}" type="pres">
      <dgm:prSet presAssocID="{87D58763-4942-4B1E-985C-455D32542B09}" presName="parTrans" presStyleLbl="sibTrans2D1" presStyleIdx="4" presStyleCnt="5"/>
      <dgm:spPr/>
    </dgm:pt>
    <dgm:pt modelId="{DB684DB7-8414-44D7-8901-9B120AAB6FBB}" type="pres">
      <dgm:prSet presAssocID="{87D58763-4942-4B1E-985C-455D32542B09}" presName="connectorText" presStyleLbl="sibTrans2D1" presStyleIdx="4" presStyleCnt="5"/>
      <dgm:spPr/>
    </dgm:pt>
    <dgm:pt modelId="{8F706BAF-9300-4A3A-B79A-4A97B62DEE50}" type="pres">
      <dgm:prSet presAssocID="{6024F7BE-A0B7-48F4-B53C-30A4BB6A2182}" presName="node" presStyleLbl="node1" presStyleIdx="4" presStyleCnt="5">
        <dgm:presLayoutVars>
          <dgm:bulletEnabled val="1"/>
        </dgm:presLayoutVars>
      </dgm:prSet>
      <dgm:spPr/>
    </dgm:pt>
  </dgm:ptLst>
  <dgm:cxnLst>
    <dgm:cxn modelId="{B6E47102-7C14-4B62-84E7-D7741FAC9D03}" type="presOf" srcId="{38809E57-B201-475C-8AED-B33D9875D2E0}" destId="{AC1043F0-CADA-4125-B29C-2F7CFE2E1582}" srcOrd="0" destOrd="0" presId="urn:microsoft.com/office/officeart/2005/8/layout/radial5"/>
    <dgm:cxn modelId="{30A5860B-C3CA-40A7-8DF0-754F670E8B94}" srcId="{4FC0B3E0-26AE-4E5B-A591-198C73E85E1D}" destId="{F0C55122-8157-4B69-A851-A77C6F5748E1}" srcOrd="0" destOrd="0" parTransId="{66FF3A3D-C9EB-49BE-850D-64D3935EB1FA}" sibTransId="{730FBA4B-2C08-44B4-B0B6-66BF6F663A3C}"/>
    <dgm:cxn modelId="{A9A2C411-F1E7-4851-991C-BC3B7AD79BBA}" srcId="{F0C55122-8157-4B69-A851-A77C6F5748E1}" destId="{375B01B9-C57A-4A08-AD2E-638DDC978622}" srcOrd="2" destOrd="0" parTransId="{C2BB734F-1F2B-43D2-8C36-CFE93AB76E7E}" sibTransId="{192C37B0-ECF8-457F-9724-C3AE6B6E1BF2}"/>
    <dgm:cxn modelId="{99BF4B1E-D1BF-4C99-85EE-237BCF0C88E0}" type="presOf" srcId="{9F8D5A9B-DE2A-4A37-92A6-C0E59CAC542F}" destId="{FEF89D67-4F22-46B4-9323-55D4783128CA}" srcOrd="1" destOrd="0" presId="urn:microsoft.com/office/officeart/2005/8/layout/radial5"/>
    <dgm:cxn modelId="{CD2AB628-408D-4F54-B484-2163607B6B16}" type="presOf" srcId="{EBAA8543-41A7-4E1B-B4E5-A861D2E79361}" destId="{A1853DEE-609B-4A79-97F2-E53F4B958EFA}" srcOrd="0" destOrd="0" presId="urn:microsoft.com/office/officeart/2005/8/layout/radial5"/>
    <dgm:cxn modelId="{523DF42D-745F-4FA1-A423-2F945286AF46}" type="presOf" srcId="{E2466B35-B4E4-4F72-BD09-834219B50344}" destId="{9DC91242-FE39-4CC8-B051-33A6BF177507}" srcOrd="0" destOrd="0" presId="urn:microsoft.com/office/officeart/2005/8/layout/radial5"/>
    <dgm:cxn modelId="{174C4140-2091-49DF-BF4B-2BDD848CA411}" type="presOf" srcId="{C2BB734F-1F2B-43D2-8C36-CFE93AB76E7E}" destId="{8C6D1F56-812B-45F6-96BE-63DCFB286835}" srcOrd="1" destOrd="0" presId="urn:microsoft.com/office/officeart/2005/8/layout/radial5"/>
    <dgm:cxn modelId="{CA7F575C-3859-4172-8036-9018D43CD7CE}" srcId="{F0C55122-8157-4B69-A851-A77C6F5748E1}" destId="{EBAA8543-41A7-4E1B-B4E5-A861D2E79361}" srcOrd="3" destOrd="0" parTransId="{20CFE23A-E9F3-460D-8E18-4E91B7A2C647}" sibTransId="{24C1A03C-E247-4E95-9B1F-57719340385C}"/>
    <dgm:cxn modelId="{E0C7D867-5694-40BE-9B7B-F176C40D9644}" type="presOf" srcId="{9F8D5A9B-DE2A-4A37-92A6-C0E59CAC542F}" destId="{029B795C-B45E-4846-91B9-6613953C2D64}" srcOrd="0" destOrd="0" presId="urn:microsoft.com/office/officeart/2005/8/layout/radial5"/>
    <dgm:cxn modelId="{1833D84C-FB2B-4B20-915B-2C04E192E8B7}" type="presOf" srcId="{C2BB734F-1F2B-43D2-8C36-CFE93AB76E7E}" destId="{AA9B9311-FE09-4F68-8BE1-E07068D702E9}" srcOrd="0" destOrd="0" presId="urn:microsoft.com/office/officeart/2005/8/layout/radial5"/>
    <dgm:cxn modelId="{3293D651-E9A3-46CC-B854-3CAC47B7B3C2}" type="presOf" srcId="{B76C0260-16B2-41DD-828C-CBC1491047FB}" destId="{2F095C0B-CC93-4AFF-9F93-30F9CBCB8593}" srcOrd="0" destOrd="0" presId="urn:microsoft.com/office/officeart/2005/8/layout/radial5"/>
    <dgm:cxn modelId="{C09AF152-6BDF-4A3F-91C7-E14B10298B62}" type="presOf" srcId="{F0C55122-8157-4B69-A851-A77C6F5748E1}" destId="{0CB0BF1B-6061-4091-BED8-38EF2E235061}" srcOrd="0" destOrd="0" presId="urn:microsoft.com/office/officeart/2005/8/layout/radial5"/>
    <dgm:cxn modelId="{2FA63777-EE99-4B98-80AA-D49E891572F4}" srcId="{F0C55122-8157-4B69-A851-A77C6F5748E1}" destId="{E2466B35-B4E4-4F72-BD09-834219B50344}" srcOrd="1" destOrd="0" parTransId="{9F8D5A9B-DE2A-4A37-92A6-C0E59CAC542F}" sibTransId="{9C3ED029-2E86-427E-B7A8-B2234FEF2239}"/>
    <dgm:cxn modelId="{005F897C-97F5-4BCA-A4DD-7E4A5AC4FB1D}" type="presOf" srcId="{38809E57-B201-475C-8AED-B33D9875D2E0}" destId="{9DCC9BF2-0CA4-4066-BA4E-B30692322E20}" srcOrd="1" destOrd="0" presId="urn:microsoft.com/office/officeart/2005/8/layout/radial5"/>
    <dgm:cxn modelId="{16F0277E-F247-480A-B787-826DDD20593B}" type="presOf" srcId="{6024F7BE-A0B7-48F4-B53C-30A4BB6A2182}" destId="{8F706BAF-9300-4A3A-B79A-4A97B62DEE50}" srcOrd="0" destOrd="0" presId="urn:microsoft.com/office/officeart/2005/8/layout/radial5"/>
    <dgm:cxn modelId="{3464E886-767F-4D86-9347-BA99ECD0133E}" srcId="{F0C55122-8157-4B69-A851-A77C6F5748E1}" destId="{B76C0260-16B2-41DD-828C-CBC1491047FB}" srcOrd="0" destOrd="0" parTransId="{38809E57-B201-475C-8AED-B33D9875D2E0}" sibTransId="{838C23C3-1D25-41F6-B3B2-B8DE5AE00985}"/>
    <dgm:cxn modelId="{11C4998F-01F5-42DC-9AA4-DFD55CC9C73A}" type="presOf" srcId="{87D58763-4942-4B1E-985C-455D32542B09}" destId="{DB684DB7-8414-44D7-8901-9B120AAB6FBB}" srcOrd="1" destOrd="0" presId="urn:microsoft.com/office/officeart/2005/8/layout/radial5"/>
    <dgm:cxn modelId="{6C96E691-D0ED-4FB5-9F18-858D8C7A90F5}" type="presOf" srcId="{375B01B9-C57A-4A08-AD2E-638DDC978622}" destId="{7FD2DAE8-4C4F-4EA2-8CEF-4875C429F673}" srcOrd="0" destOrd="0" presId="urn:microsoft.com/office/officeart/2005/8/layout/radial5"/>
    <dgm:cxn modelId="{97C62193-085C-42D0-9B9F-D8C6A8E6857C}" type="presOf" srcId="{20CFE23A-E9F3-460D-8E18-4E91B7A2C647}" destId="{77EB2D91-97E9-46E0-A9D9-A65A438A3098}" srcOrd="0" destOrd="0" presId="urn:microsoft.com/office/officeart/2005/8/layout/radial5"/>
    <dgm:cxn modelId="{F4003CB8-B803-404A-87C2-1A622D4C1C5F}" type="presOf" srcId="{87D58763-4942-4B1E-985C-455D32542B09}" destId="{9CA1AA1E-6B5D-456D-99FD-045A41035C19}" srcOrd="0" destOrd="0" presId="urn:microsoft.com/office/officeart/2005/8/layout/radial5"/>
    <dgm:cxn modelId="{FD1EEBBE-8146-404C-B3F7-4448F3C0E328}" type="presOf" srcId="{4FC0B3E0-26AE-4E5B-A591-198C73E85E1D}" destId="{C5199E03-DA80-41D9-80C4-C639DFE43634}" srcOrd="0" destOrd="0" presId="urn:microsoft.com/office/officeart/2005/8/layout/radial5"/>
    <dgm:cxn modelId="{C91E2CE7-BB90-469B-856E-F21AE22D4C6D}" srcId="{F0C55122-8157-4B69-A851-A77C6F5748E1}" destId="{6024F7BE-A0B7-48F4-B53C-30A4BB6A2182}" srcOrd="4" destOrd="0" parTransId="{87D58763-4942-4B1E-985C-455D32542B09}" sibTransId="{1FCEA400-01B1-4899-A316-8892B8CB727D}"/>
    <dgm:cxn modelId="{66D9F8F0-C115-433E-A670-7BD122D90D0F}" type="presOf" srcId="{20CFE23A-E9F3-460D-8E18-4E91B7A2C647}" destId="{FA3898A4-953A-45D7-A801-605917208ADF}" srcOrd="1" destOrd="0" presId="urn:microsoft.com/office/officeart/2005/8/layout/radial5"/>
    <dgm:cxn modelId="{B65FFB6C-375A-4088-8D4A-48A9D35F102D}" type="presParOf" srcId="{C5199E03-DA80-41D9-80C4-C639DFE43634}" destId="{0CB0BF1B-6061-4091-BED8-38EF2E235061}" srcOrd="0" destOrd="0" presId="urn:microsoft.com/office/officeart/2005/8/layout/radial5"/>
    <dgm:cxn modelId="{6CB4959C-9F38-4003-A195-1DF00E04A319}" type="presParOf" srcId="{C5199E03-DA80-41D9-80C4-C639DFE43634}" destId="{AC1043F0-CADA-4125-B29C-2F7CFE2E1582}" srcOrd="1" destOrd="0" presId="urn:microsoft.com/office/officeart/2005/8/layout/radial5"/>
    <dgm:cxn modelId="{CE752548-E675-4F60-8909-0124A1128F3C}" type="presParOf" srcId="{AC1043F0-CADA-4125-B29C-2F7CFE2E1582}" destId="{9DCC9BF2-0CA4-4066-BA4E-B30692322E20}" srcOrd="0" destOrd="0" presId="urn:microsoft.com/office/officeart/2005/8/layout/radial5"/>
    <dgm:cxn modelId="{29FBCC58-94F7-48D8-9EB7-5F6BF586C42E}" type="presParOf" srcId="{C5199E03-DA80-41D9-80C4-C639DFE43634}" destId="{2F095C0B-CC93-4AFF-9F93-30F9CBCB8593}" srcOrd="2" destOrd="0" presId="urn:microsoft.com/office/officeart/2005/8/layout/radial5"/>
    <dgm:cxn modelId="{DB52D749-E3A7-46BA-917C-0D1985683F7E}" type="presParOf" srcId="{C5199E03-DA80-41D9-80C4-C639DFE43634}" destId="{029B795C-B45E-4846-91B9-6613953C2D64}" srcOrd="3" destOrd="0" presId="urn:microsoft.com/office/officeart/2005/8/layout/radial5"/>
    <dgm:cxn modelId="{1AEF30F2-01E3-4C3C-97AD-1B8256F2D9F1}" type="presParOf" srcId="{029B795C-B45E-4846-91B9-6613953C2D64}" destId="{FEF89D67-4F22-46B4-9323-55D4783128CA}" srcOrd="0" destOrd="0" presId="urn:microsoft.com/office/officeart/2005/8/layout/radial5"/>
    <dgm:cxn modelId="{86881A43-9950-4DA1-94AE-8680578016EA}" type="presParOf" srcId="{C5199E03-DA80-41D9-80C4-C639DFE43634}" destId="{9DC91242-FE39-4CC8-B051-33A6BF177507}" srcOrd="4" destOrd="0" presId="urn:microsoft.com/office/officeart/2005/8/layout/radial5"/>
    <dgm:cxn modelId="{F4C8B371-8084-415D-82DE-EBBA6052721C}" type="presParOf" srcId="{C5199E03-DA80-41D9-80C4-C639DFE43634}" destId="{AA9B9311-FE09-4F68-8BE1-E07068D702E9}" srcOrd="5" destOrd="0" presId="urn:microsoft.com/office/officeart/2005/8/layout/radial5"/>
    <dgm:cxn modelId="{602375D2-F241-42C3-A947-E7B67D1C6C88}" type="presParOf" srcId="{AA9B9311-FE09-4F68-8BE1-E07068D702E9}" destId="{8C6D1F56-812B-45F6-96BE-63DCFB286835}" srcOrd="0" destOrd="0" presId="urn:microsoft.com/office/officeart/2005/8/layout/radial5"/>
    <dgm:cxn modelId="{F0655100-44A0-4767-A464-B4FAC796EC71}" type="presParOf" srcId="{C5199E03-DA80-41D9-80C4-C639DFE43634}" destId="{7FD2DAE8-4C4F-4EA2-8CEF-4875C429F673}" srcOrd="6" destOrd="0" presId="urn:microsoft.com/office/officeart/2005/8/layout/radial5"/>
    <dgm:cxn modelId="{7A5DDD18-4A74-44F5-B0F5-5CAB4EB132B8}" type="presParOf" srcId="{C5199E03-DA80-41D9-80C4-C639DFE43634}" destId="{77EB2D91-97E9-46E0-A9D9-A65A438A3098}" srcOrd="7" destOrd="0" presId="urn:microsoft.com/office/officeart/2005/8/layout/radial5"/>
    <dgm:cxn modelId="{05374471-D312-4646-8EC0-3BFB2ED9D9F4}" type="presParOf" srcId="{77EB2D91-97E9-46E0-A9D9-A65A438A3098}" destId="{FA3898A4-953A-45D7-A801-605917208ADF}" srcOrd="0" destOrd="0" presId="urn:microsoft.com/office/officeart/2005/8/layout/radial5"/>
    <dgm:cxn modelId="{73501340-AC63-45E4-A8F4-2E2412242EEB}" type="presParOf" srcId="{C5199E03-DA80-41D9-80C4-C639DFE43634}" destId="{A1853DEE-609B-4A79-97F2-E53F4B958EFA}" srcOrd="8" destOrd="0" presId="urn:microsoft.com/office/officeart/2005/8/layout/radial5"/>
    <dgm:cxn modelId="{E0B6D519-3415-4546-8B31-6A2E910FEFEF}" type="presParOf" srcId="{C5199E03-DA80-41D9-80C4-C639DFE43634}" destId="{9CA1AA1E-6B5D-456D-99FD-045A41035C19}" srcOrd="9" destOrd="0" presId="urn:microsoft.com/office/officeart/2005/8/layout/radial5"/>
    <dgm:cxn modelId="{038E99F9-A019-48B5-ACAF-234950D0618B}" type="presParOf" srcId="{9CA1AA1E-6B5D-456D-99FD-045A41035C19}" destId="{DB684DB7-8414-44D7-8901-9B120AAB6FBB}" srcOrd="0" destOrd="0" presId="urn:microsoft.com/office/officeart/2005/8/layout/radial5"/>
    <dgm:cxn modelId="{5C24C230-47C8-4C07-9856-8BFB158D4901}" type="presParOf" srcId="{C5199E03-DA80-41D9-80C4-C639DFE43634}" destId="{8F706BAF-9300-4A3A-B79A-4A97B62DEE50}" srcOrd="10" destOrd="0" presId="urn:microsoft.com/office/officeart/2005/8/layout/radial5"/>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79.xml><?xml version="1.0" encoding="utf-8"?>
<dgm:dataModel xmlns:dgm="http://schemas.openxmlformats.org/drawingml/2006/diagram" xmlns:a="http://schemas.openxmlformats.org/drawingml/2006/main">
  <dgm:ptLst>
    <dgm:pt modelId="{132CF820-5F0A-443E-815D-5E59BFB5FB0C}" type="doc">
      <dgm:prSet loTypeId="urn:microsoft.com/office/officeart/2011/layout/TabList" loCatId="list" qsTypeId="urn:microsoft.com/office/officeart/2005/8/quickstyle/simple3" qsCatId="simple" csTypeId="urn:microsoft.com/office/officeart/2005/8/colors/colorful1" csCatId="colorful" phldr="1"/>
      <dgm:spPr/>
      <dgm:t>
        <a:bodyPr/>
        <a:lstStyle/>
        <a:p>
          <a:endParaRPr lang="en-IN"/>
        </a:p>
      </dgm:t>
    </dgm:pt>
    <dgm:pt modelId="{28992C08-A315-4422-A594-B6D15E70E254}">
      <dgm:prSet custT="1"/>
      <dgm:spPr/>
      <dgm:t>
        <a:bodyPr/>
        <a:lstStyle/>
        <a:p>
          <a:pPr algn="l"/>
          <a:r>
            <a:rPr lang="en-IN" sz="1700" b="1" i="0" dirty="0">
              <a:latin typeface="+mn-lt"/>
            </a:rPr>
            <a:t> 1. </a:t>
          </a:r>
          <a:r>
            <a:rPr kumimoji="0" lang="en-US" sz="1700" b="1" i="0" u="none" strike="noStrike" cap="none" spc="0" normalizeH="0" baseline="0" noProof="0" dirty="0">
              <a:ln/>
              <a:effectLst/>
              <a:uLnTx/>
              <a:uFillTx/>
              <a:latin typeface="+mn-lt"/>
              <a:ea typeface="+mn-ea"/>
              <a:cs typeface="+mn-cs"/>
            </a:rPr>
            <a:t>Separation of Client &amp; Server</a:t>
          </a:r>
          <a:r>
            <a:rPr kumimoji="0" lang="en-US" sz="1700" b="0" i="0" u="none" strike="noStrike" cap="none" spc="0" normalizeH="0" baseline="0" noProof="0" dirty="0">
              <a:ln/>
              <a:effectLst/>
              <a:uLnTx/>
              <a:uFillTx/>
              <a:latin typeface="+mn-lt"/>
              <a:ea typeface="+mn-ea"/>
              <a:cs typeface="+mn-cs"/>
            </a:rPr>
            <a:t> </a:t>
          </a:r>
          <a:endParaRPr lang="en-IN" sz="1700" dirty="0">
            <a:latin typeface="+mn-lt"/>
          </a:endParaRPr>
        </a:p>
      </dgm:t>
    </dgm:pt>
    <dgm:pt modelId="{530954BD-2A45-48D8-BFC2-9B3D74B855A6}" type="parTrans" cxnId="{0EF6F649-0C71-44DB-8E9A-ED2895DB3FA7}">
      <dgm:prSet/>
      <dgm:spPr/>
      <dgm:t>
        <a:bodyPr/>
        <a:lstStyle/>
        <a:p>
          <a:endParaRPr lang="en-IN" sz="1700">
            <a:latin typeface="+mn-lt"/>
          </a:endParaRPr>
        </a:p>
      </dgm:t>
    </dgm:pt>
    <dgm:pt modelId="{216B13D2-09DD-48B9-A28A-0E76021EA28A}" type="sibTrans" cxnId="{0EF6F649-0C71-44DB-8E9A-ED2895DB3FA7}">
      <dgm:prSet/>
      <dgm:spPr/>
      <dgm:t>
        <a:bodyPr/>
        <a:lstStyle/>
        <a:p>
          <a:endParaRPr lang="en-IN" sz="1700">
            <a:latin typeface="+mn-lt"/>
          </a:endParaRPr>
        </a:p>
      </dgm:t>
    </dgm:pt>
    <dgm:pt modelId="{A0E57C61-1A5C-4F61-8512-875D7557788B}">
      <dgm:prSet custT="1"/>
      <dgm:spPr/>
      <dgm:t>
        <a:bodyPr/>
        <a:lstStyle/>
        <a:p>
          <a:pPr algn="l"/>
          <a:r>
            <a:rPr lang="en-US" sz="1700" b="1" i="0" dirty="0">
              <a:latin typeface="+mn-lt"/>
            </a:rPr>
            <a:t> 2. </a:t>
          </a:r>
          <a:r>
            <a:rPr kumimoji="0" lang="en-US" sz="1700" b="1" i="0" u="none" strike="noStrike" cap="none" spc="0" normalizeH="0" baseline="0" noProof="0" dirty="0">
              <a:ln/>
              <a:effectLst/>
              <a:uLnTx/>
              <a:uFillTx/>
              <a:latin typeface="+mn-lt"/>
              <a:ea typeface="+mn-ea"/>
              <a:cs typeface="+mn-cs"/>
            </a:rPr>
            <a:t>Stateless</a:t>
          </a:r>
          <a:endParaRPr lang="en-IN" sz="1700" dirty="0">
            <a:latin typeface="+mn-lt"/>
          </a:endParaRPr>
        </a:p>
      </dgm:t>
    </dgm:pt>
    <dgm:pt modelId="{60DA5B39-07C6-4B7F-BB78-5942AD1AF737}" type="parTrans" cxnId="{DEC94516-65A9-4B63-97C7-ABEBA928F8C2}">
      <dgm:prSet/>
      <dgm:spPr/>
      <dgm:t>
        <a:bodyPr/>
        <a:lstStyle/>
        <a:p>
          <a:endParaRPr lang="en-IN" sz="1700">
            <a:latin typeface="+mn-lt"/>
          </a:endParaRPr>
        </a:p>
      </dgm:t>
    </dgm:pt>
    <dgm:pt modelId="{48FAF7CF-2F8C-4FC9-89BC-C2A64ED9A31F}" type="sibTrans" cxnId="{DEC94516-65A9-4B63-97C7-ABEBA928F8C2}">
      <dgm:prSet/>
      <dgm:spPr/>
      <dgm:t>
        <a:bodyPr/>
        <a:lstStyle/>
        <a:p>
          <a:endParaRPr lang="en-IN" sz="1700">
            <a:latin typeface="+mn-lt"/>
          </a:endParaRPr>
        </a:p>
      </dgm:t>
    </dgm:pt>
    <dgm:pt modelId="{F970BB9F-DC86-42B9-A42C-B7DD0175961E}">
      <dgm:prSet custT="1"/>
      <dgm:spPr/>
      <dgm:t>
        <a:bodyPr/>
        <a:lstStyle/>
        <a:p>
          <a:r>
            <a:rPr kumimoji="0" lang="en-US" sz="1700" b="0" i="0" u="none" strike="noStrike" cap="none" spc="0" normalizeH="0" baseline="0" noProof="0" dirty="0">
              <a:ln/>
              <a:effectLst/>
              <a:uLnTx/>
              <a:uFillTx/>
              <a:latin typeface="+mn-lt"/>
              <a:ea typeface="+mn-ea"/>
              <a:cs typeface="+mn-cs"/>
            </a:rPr>
            <a:t>The server will not store anything about the latest HTTP request the client made. </a:t>
          </a:r>
          <a:endParaRPr lang="en-IN" sz="1700" dirty="0">
            <a:latin typeface="+mn-lt"/>
          </a:endParaRPr>
        </a:p>
      </dgm:t>
    </dgm:pt>
    <dgm:pt modelId="{069D13D8-75F1-4868-97DA-A4C72547D6F0}" type="parTrans" cxnId="{A6C5DA7C-9AEE-4490-A8DF-4ED90FA0EAE2}">
      <dgm:prSet/>
      <dgm:spPr/>
      <dgm:t>
        <a:bodyPr/>
        <a:lstStyle/>
        <a:p>
          <a:endParaRPr lang="en-IN" sz="1700">
            <a:latin typeface="+mn-lt"/>
          </a:endParaRPr>
        </a:p>
      </dgm:t>
    </dgm:pt>
    <dgm:pt modelId="{A61EFFD2-FBFA-458D-A178-947E5E73DB89}" type="sibTrans" cxnId="{A6C5DA7C-9AEE-4490-A8DF-4ED90FA0EAE2}">
      <dgm:prSet/>
      <dgm:spPr/>
      <dgm:t>
        <a:bodyPr/>
        <a:lstStyle/>
        <a:p>
          <a:endParaRPr lang="en-IN" sz="1700">
            <a:latin typeface="+mn-lt"/>
          </a:endParaRPr>
        </a:p>
      </dgm:t>
    </dgm:pt>
    <dgm:pt modelId="{E7216F1F-A7C2-4CC2-AF67-5BE11E3F2065}">
      <dgm:prSet custT="1"/>
      <dgm:spPr/>
      <dgm:t>
        <a:bodyPr/>
        <a:lstStyle/>
        <a:p>
          <a:pPr algn="l"/>
          <a:r>
            <a:rPr lang="en-US" sz="1700" b="1" i="0">
              <a:latin typeface="+mn-lt"/>
            </a:rPr>
            <a:t> 3. </a:t>
          </a:r>
          <a:r>
            <a:rPr kumimoji="0" lang="en-US" sz="1700" b="1" i="0" u="none" strike="noStrike" cap="none" spc="0" normalizeH="0" baseline="0" noProof="0">
              <a:ln/>
              <a:effectLst/>
              <a:uLnTx/>
              <a:uFillTx/>
              <a:latin typeface="+mn-lt"/>
              <a:ea typeface="+mn-ea"/>
              <a:cs typeface="+mn-cs"/>
            </a:rPr>
            <a:t>Uniform interface</a:t>
          </a:r>
          <a:r>
            <a:rPr kumimoji="0" lang="en-US" sz="1700" b="0" i="0" u="none" strike="noStrike" cap="none" spc="0" normalizeH="0" baseline="0" noProof="0">
              <a:ln/>
              <a:effectLst/>
              <a:uLnTx/>
              <a:uFillTx/>
              <a:latin typeface="+mn-lt"/>
              <a:ea typeface="+mn-ea"/>
              <a:cs typeface="+mn-cs"/>
            </a:rPr>
            <a:t> </a:t>
          </a:r>
          <a:endParaRPr lang="en-IN" sz="1700" dirty="0">
            <a:latin typeface="+mn-lt"/>
          </a:endParaRPr>
        </a:p>
      </dgm:t>
    </dgm:pt>
    <dgm:pt modelId="{2FEEEF7C-A3EC-41D4-9E79-B0ADF2277F6D}" type="parTrans" cxnId="{83A5A9B2-2A77-47AC-9A7D-0F613AE958C4}">
      <dgm:prSet/>
      <dgm:spPr/>
      <dgm:t>
        <a:bodyPr/>
        <a:lstStyle/>
        <a:p>
          <a:endParaRPr lang="en-IN" sz="1700">
            <a:latin typeface="+mn-lt"/>
          </a:endParaRPr>
        </a:p>
      </dgm:t>
    </dgm:pt>
    <dgm:pt modelId="{FB69869B-AD12-41B7-BF4A-607DDB740A11}" type="sibTrans" cxnId="{83A5A9B2-2A77-47AC-9A7D-0F613AE958C4}">
      <dgm:prSet/>
      <dgm:spPr/>
      <dgm:t>
        <a:bodyPr/>
        <a:lstStyle/>
        <a:p>
          <a:endParaRPr lang="en-IN" sz="1700">
            <a:latin typeface="+mn-lt"/>
          </a:endParaRPr>
        </a:p>
      </dgm:t>
    </dgm:pt>
    <dgm:pt modelId="{B524D46A-681B-4109-A91B-15DC4130527A}">
      <dgm:prSet custT="1"/>
      <dgm:spPr/>
      <dgm:t>
        <a:bodyPr/>
        <a:lstStyle/>
        <a:p>
          <a:r>
            <a:rPr kumimoji="0" lang="en-US" sz="1700" b="0" i="0" u="none" strike="noStrike" cap="none" spc="0" normalizeH="0" baseline="0" noProof="0" dirty="0">
              <a:ln/>
              <a:effectLst/>
              <a:uLnTx/>
              <a:uFillTx/>
              <a:latin typeface="+mn-lt"/>
              <a:ea typeface="+mn-ea"/>
              <a:cs typeface="+mn-cs"/>
            </a:rPr>
            <a:t>Identify the resources by URL </a:t>
          </a:r>
          <a:r>
            <a:rPr lang="en-US" sz="1700" b="0" i="0" dirty="0">
              <a:latin typeface="+mn-lt"/>
            </a:rPr>
            <a:t>(e.g., </a:t>
          </a:r>
          <a:r>
            <a:rPr lang="en-US" sz="1700" b="0" i="0" dirty="0">
              <a:latin typeface="+mn-lt"/>
              <a:hlinkClick xmlns:r="http://schemas.openxmlformats.org/officeDocument/2006/relationships" r:id="rId1"/>
            </a:rPr>
            <a:t>www.abc.com/api/questions</a:t>
          </a:r>
          <a:r>
            <a:rPr lang="en-US" sz="1700" b="0" i="0" dirty="0">
              <a:latin typeface="+mn-lt"/>
            </a:rPr>
            <a:t>)</a:t>
          </a:r>
          <a:r>
            <a:rPr kumimoji="0" lang="en-US" sz="1700" b="0" i="0" u="none" strike="noStrike" cap="none" spc="0" normalizeH="0" baseline="0" noProof="0" dirty="0">
              <a:ln/>
              <a:effectLst/>
              <a:uLnTx/>
              <a:uFillTx/>
              <a:latin typeface="+mn-lt"/>
              <a:ea typeface="+mn-ea"/>
              <a:cs typeface="+mn-cs"/>
            </a:rPr>
            <a:t>.</a:t>
          </a:r>
          <a:endParaRPr lang="en-IN" sz="1700" dirty="0">
            <a:latin typeface="+mn-lt"/>
          </a:endParaRPr>
        </a:p>
      </dgm:t>
    </dgm:pt>
    <dgm:pt modelId="{297337C6-BCEF-4460-8C09-1B7130BE5B6B}" type="parTrans" cxnId="{CA027A93-38F7-4D5B-9BF7-13256DD2A610}">
      <dgm:prSet/>
      <dgm:spPr/>
      <dgm:t>
        <a:bodyPr/>
        <a:lstStyle/>
        <a:p>
          <a:endParaRPr lang="en-IN" sz="1700">
            <a:latin typeface="+mn-lt"/>
          </a:endParaRPr>
        </a:p>
      </dgm:t>
    </dgm:pt>
    <dgm:pt modelId="{C561A436-F879-4C33-A4B0-F8A2FE969525}" type="sibTrans" cxnId="{CA027A93-38F7-4D5B-9BF7-13256DD2A610}">
      <dgm:prSet/>
      <dgm:spPr/>
      <dgm:t>
        <a:bodyPr/>
        <a:lstStyle/>
        <a:p>
          <a:endParaRPr lang="en-IN" sz="1700">
            <a:latin typeface="+mn-lt"/>
          </a:endParaRPr>
        </a:p>
      </dgm:t>
    </dgm:pt>
    <dgm:pt modelId="{4032AF62-E1CB-4B3F-AABE-BFF34018EA6A}">
      <dgm:prSet custT="1"/>
      <dgm:spPr/>
      <dgm:t>
        <a:bodyPr/>
        <a:lstStyle/>
        <a:p>
          <a:pPr algn="l"/>
          <a:r>
            <a:rPr lang="en-US" sz="1700" b="1" i="0" dirty="0">
              <a:latin typeface="+mn-lt"/>
            </a:rPr>
            <a:t> 4. </a:t>
          </a:r>
          <a:r>
            <a:rPr kumimoji="0" lang="en-US" sz="1700" b="1" i="0" u="none" strike="noStrike" cap="none" spc="0" normalizeH="0" baseline="0" noProof="0" dirty="0">
              <a:ln/>
              <a:effectLst/>
              <a:uLnTx/>
              <a:uFillTx/>
              <a:latin typeface="+mn-lt"/>
              <a:ea typeface="+mn-ea"/>
              <a:cs typeface="+mn-cs"/>
            </a:rPr>
            <a:t>Cacheable</a:t>
          </a:r>
          <a:endParaRPr lang="en-IN" sz="1700" dirty="0">
            <a:latin typeface="+mn-lt"/>
          </a:endParaRPr>
        </a:p>
      </dgm:t>
    </dgm:pt>
    <dgm:pt modelId="{22895736-CDD9-47C1-B625-C15238620EC4}" type="parTrans" cxnId="{1E808270-780A-4782-A886-2698B35E1A2A}">
      <dgm:prSet/>
      <dgm:spPr/>
      <dgm:t>
        <a:bodyPr/>
        <a:lstStyle/>
        <a:p>
          <a:endParaRPr lang="en-IN" sz="1700">
            <a:latin typeface="+mn-lt"/>
          </a:endParaRPr>
        </a:p>
      </dgm:t>
    </dgm:pt>
    <dgm:pt modelId="{BFC4F381-473D-46EE-AA02-C0DE4986CCAD}" type="sibTrans" cxnId="{1E808270-780A-4782-A886-2698B35E1A2A}">
      <dgm:prSet/>
      <dgm:spPr/>
      <dgm:t>
        <a:bodyPr/>
        <a:lstStyle/>
        <a:p>
          <a:endParaRPr lang="en-IN" sz="1700">
            <a:latin typeface="+mn-lt"/>
          </a:endParaRPr>
        </a:p>
      </dgm:t>
    </dgm:pt>
    <dgm:pt modelId="{62EB6EA2-8A79-4DB1-9EAA-1B887DDE58B9}">
      <dgm:prSet custT="1"/>
      <dgm:spPr/>
      <dgm:t>
        <a:bodyPr/>
        <a:lstStyle/>
        <a:p>
          <a:r>
            <a:rPr kumimoji="0" lang="en-US" sz="1700" b="0" i="0" u="none" strike="noStrike" cap="none" spc="0" normalizeH="0" baseline="0" noProof="0" dirty="0">
              <a:ln/>
              <a:effectLst/>
              <a:uLnTx/>
              <a:uFillTx/>
              <a:latin typeface="+mn-lt"/>
              <a:ea typeface="+mn-ea"/>
              <a:cs typeface="+mn-cs"/>
            </a:rPr>
            <a:t>The API response should be cacheable to improve the performance.</a:t>
          </a:r>
          <a:endParaRPr lang="en-IN" sz="1700" dirty="0">
            <a:latin typeface="+mn-lt"/>
          </a:endParaRPr>
        </a:p>
      </dgm:t>
    </dgm:pt>
    <dgm:pt modelId="{EAE30711-EABB-4A97-9934-8622F8FEBF95}" type="parTrans" cxnId="{4574ADED-163F-4F41-9D6A-59F93899FEAF}">
      <dgm:prSet/>
      <dgm:spPr/>
      <dgm:t>
        <a:bodyPr/>
        <a:lstStyle/>
        <a:p>
          <a:endParaRPr lang="en-IN" sz="1700">
            <a:latin typeface="+mn-lt"/>
          </a:endParaRPr>
        </a:p>
      </dgm:t>
    </dgm:pt>
    <dgm:pt modelId="{A24539D8-BAA8-41A0-9897-7C6F084B36E5}" type="sibTrans" cxnId="{4574ADED-163F-4F41-9D6A-59F93899FEAF}">
      <dgm:prSet/>
      <dgm:spPr/>
      <dgm:t>
        <a:bodyPr/>
        <a:lstStyle/>
        <a:p>
          <a:endParaRPr lang="en-IN" sz="1700">
            <a:latin typeface="+mn-lt"/>
          </a:endParaRPr>
        </a:p>
      </dgm:t>
    </dgm:pt>
    <dgm:pt modelId="{90049058-4B35-4631-9575-176A52FC503C}">
      <dgm:prSet custT="1"/>
      <dgm:spPr/>
      <dgm:t>
        <a:bodyPr/>
        <a:lstStyle/>
        <a:p>
          <a:pPr algn="l"/>
          <a:r>
            <a:rPr lang="en-US" sz="1700" b="1" i="0">
              <a:latin typeface="+mn-lt"/>
            </a:rPr>
            <a:t> 5. </a:t>
          </a:r>
          <a:r>
            <a:rPr kumimoji="0" lang="en-US" sz="1700" b="1" i="0" u="none" strike="noStrike" cap="none" spc="0" normalizeH="0" baseline="0" noProof="0">
              <a:ln/>
              <a:effectLst/>
              <a:uLnTx/>
              <a:uFillTx/>
              <a:latin typeface="+mn-lt"/>
              <a:ea typeface="+mn-ea"/>
              <a:cs typeface="+mn-cs"/>
            </a:rPr>
            <a:t>Layered system</a:t>
          </a:r>
          <a:r>
            <a:rPr kumimoji="0" lang="en-US" sz="1700" b="0" i="0" u="none" strike="noStrike" cap="none" spc="0" normalizeH="0" baseline="0" noProof="0">
              <a:ln/>
              <a:effectLst/>
              <a:uLnTx/>
              <a:uFillTx/>
              <a:latin typeface="+mn-lt"/>
              <a:ea typeface="+mn-ea"/>
              <a:cs typeface="+mn-cs"/>
            </a:rPr>
            <a:t> </a:t>
          </a:r>
          <a:endParaRPr lang="en-IN" sz="1700" dirty="0">
            <a:latin typeface="+mn-lt"/>
          </a:endParaRPr>
        </a:p>
      </dgm:t>
    </dgm:pt>
    <dgm:pt modelId="{F90D909A-56D7-4EDA-9DB5-0799FBFDB4EF}" type="parTrans" cxnId="{8693C9EB-C2C1-4E88-A43D-711A81C73383}">
      <dgm:prSet/>
      <dgm:spPr/>
      <dgm:t>
        <a:bodyPr/>
        <a:lstStyle/>
        <a:p>
          <a:endParaRPr lang="en-IN" sz="1700">
            <a:latin typeface="+mn-lt"/>
          </a:endParaRPr>
        </a:p>
      </dgm:t>
    </dgm:pt>
    <dgm:pt modelId="{4E83C7A5-8316-4E14-8AC8-85C237A8AD34}" type="sibTrans" cxnId="{8693C9EB-C2C1-4E88-A43D-711A81C73383}">
      <dgm:prSet/>
      <dgm:spPr/>
      <dgm:t>
        <a:bodyPr/>
        <a:lstStyle/>
        <a:p>
          <a:endParaRPr lang="en-IN" sz="1700">
            <a:latin typeface="+mn-lt"/>
          </a:endParaRPr>
        </a:p>
      </dgm:t>
    </dgm:pt>
    <dgm:pt modelId="{CB73F954-FC9C-48EC-B175-91C23BDCAB1A}">
      <dgm:prSet custT="1"/>
      <dgm:spPr/>
      <dgm:t>
        <a:bodyPr/>
        <a:lstStyle/>
        <a:p>
          <a:r>
            <a:rPr kumimoji="0" lang="en-US" sz="1700" b="0" i="0" u="none" strike="noStrike" cap="none" spc="0" normalizeH="0" baseline="0" noProof="0" dirty="0">
              <a:ln/>
              <a:effectLst/>
              <a:uLnTx/>
              <a:uFillTx/>
              <a:latin typeface="+mn-lt"/>
              <a:ea typeface="+mn-ea"/>
              <a:cs typeface="+mn-cs"/>
            </a:rPr>
            <a:t>The system should follow layered pattern.</a:t>
          </a:r>
          <a:endParaRPr lang="en-IN" sz="1700" dirty="0">
            <a:latin typeface="+mn-lt"/>
          </a:endParaRPr>
        </a:p>
      </dgm:t>
    </dgm:pt>
    <dgm:pt modelId="{DB57AF8F-63ED-438E-B67B-86958BABABDE}" type="parTrans" cxnId="{AE980106-48CE-4343-B7D3-7AB4854C00DD}">
      <dgm:prSet/>
      <dgm:spPr/>
      <dgm:t>
        <a:bodyPr/>
        <a:lstStyle/>
        <a:p>
          <a:endParaRPr lang="en-IN" sz="1700">
            <a:latin typeface="+mn-lt"/>
          </a:endParaRPr>
        </a:p>
      </dgm:t>
    </dgm:pt>
    <dgm:pt modelId="{AC3F28BD-4731-4363-B482-2B9EE1BC560A}" type="sibTrans" cxnId="{AE980106-48CE-4343-B7D3-7AB4854C00DD}">
      <dgm:prSet/>
      <dgm:spPr/>
      <dgm:t>
        <a:bodyPr/>
        <a:lstStyle/>
        <a:p>
          <a:endParaRPr lang="en-IN" sz="1700">
            <a:latin typeface="+mn-lt"/>
          </a:endParaRPr>
        </a:p>
      </dgm:t>
    </dgm:pt>
    <dgm:pt modelId="{6F752144-7908-4E8C-807D-889BF6BDECEC}">
      <dgm:prSet custT="1"/>
      <dgm:spPr/>
      <dgm:t>
        <a:bodyPr/>
        <a:lstStyle/>
        <a:p>
          <a:r>
            <a:rPr lang="en-US" sz="1700" b="0" dirty="0">
              <a:latin typeface="+mn-lt"/>
            </a:rPr>
            <a:t>Advantage:</a:t>
          </a:r>
          <a:r>
            <a:rPr lang="en-US" sz="1700" b="1" dirty="0">
              <a:latin typeface="+mn-lt"/>
            </a:rPr>
            <a:t> </a:t>
          </a:r>
          <a:r>
            <a:rPr lang="en-US" sz="1700" dirty="0">
              <a:latin typeface="+mn-lt"/>
            </a:rPr>
            <a:t>Independence allows </a:t>
          </a:r>
          <a:r>
            <a:rPr lang="en-US" sz="1700" b="1" dirty="0">
              <a:latin typeface="+mn-lt"/>
            </a:rPr>
            <a:t>easier maintenance, scalability, and evolution</a:t>
          </a:r>
          <a:r>
            <a:rPr lang="en-US" sz="1700" dirty="0">
              <a:latin typeface="+mn-lt"/>
            </a:rPr>
            <a:t>. </a:t>
          </a:r>
          <a:endParaRPr lang="en-IN" sz="1700" dirty="0">
            <a:latin typeface="+mn-lt"/>
          </a:endParaRPr>
        </a:p>
      </dgm:t>
    </dgm:pt>
    <dgm:pt modelId="{9EF55844-F9B9-4AB2-8F34-7525C2E6D367}" type="parTrans" cxnId="{08451D65-7FCD-40F9-AD23-FB9B5E5E7ECE}">
      <dgm:prSet/>
      <dgm:spPr/>
      <dgm:t>
        <a:bodyPr/>
        <a:lstStyle/>
        <a:p>
          <a:endParaRPr lang="en-IN" sz="1700">
            <a:latin typeface="+mn-lt"/>
          </a:endParaRPr>
        </a:p>
      </dgm:t>
    </dgm:pt>
    <dgm:pt modelId="{F0B6DCE7-985F-4D64-9AEF-79D73475F129}" type="sibTrans" cxnId="{08451D65-7FCD-40F9-AD23-FB9B5E5E7ECE}">
      <dgm:prSet/>
      <dgm:spPr/>
      <dgm:t>
        <a:bodyPr/>
        <a:lstStyle/>
        <a:p>
          <a:endParaRPr lang="en-IN" sz="1700">
            <a:latin typeface="+mn-lt"/>
          </a:endParaRPr>
        </a:p>
      </dgm:t>
    </dgm:pt>
    <dgm:pt modelId="{60C8F31E-4625-486D-A093-4A23AF90FE7E}">
      <dgm:prSet custT="1"/>
      <dgm:spPr/>
      <dgm:t>
        <a:bodyPr/>
        <a:lstStyle/>
        <a:p>
          <a:r>
            <a:rPr lang="en-IN" sz="1700" b="0" i="0" dirty="0">
              <a:latin typeface="+mn-lt"/>
            </a:rPr>
            <a:t>Advantage: </a:t>
          </a:r>
          <a:r>
            <a:rPr kumimoji="0" lang="en-US" sz="1700" b="0" i="0" u="none" strike="noStrike" cap="none" spc="0" normalizeH="0" baseline="0" noProof="0" dirty="0">
              <a:ln/>
              <a:effectLst/>
              <a:uLnTx/>
              <a:uFillTx/>
              <a:latin typeface="+mn-lt"/>
              <a:ea typeface="+mn-ea"/>
              <a:cs typeface="+mn-cs"/>
            </a:rPr>
            <a:t>It will treat every request as new request. </a:t>
          </a:r>
          <a:r>
            <a:rPr lang="en-IN" sz="1700" b="0" i="0" dirty="0">
              <a:latin typeface="+mn-lt"/>
            </a:rPr>
            <a:t>It </a:t>
          </a:r>
          <a:r>
            <a:rPr lang="en-IN" sz="1700" b="1" i="0" dirty="0">
              <a:latin typeface="+mn-lt"/>
            </a:rPr>
            <a:t>simplifies</a:t>
          </a:r>
          <a:r>
            <a:rPr lang="en-IN" sz="1700" b="0" i="0" dirty="0">
              <a:latin typeface="+mn-lt"/>
            </a:rPr>
            <a:t> server implementation</a:t>
          </a:r>
          <a:r>
            <a:rPr kumimoji="0" lang="en-US" sz="1700" b="0" i="0" u="none" strike="noStrike" cap="none" spc="0" normalizeH="0" baseline="0" noProof="0" dirty="0">
              <a:ln/>
              <a:effectLst/>
              <a:uLnTx/>
              <a:uFillTx/>
              <a:latin typeface="+mn-lt"/>
              <a:ea typeface="+mn-ea"/>
              <a:cs typeface="+mn-cs"/>
            </a:rPr>
            <a:t> as it is not overloading it with state management.</a:t>
          </a:r>
          <a:endParaRPr lang="en-IN" sz="1700" dirty="0">
            <a:latin typeface="+mn-lt"/>
          </a:endParaRPr>
        </a:p>
      </dgm:t>
    </dgm:pt>
    <dgm:pt modelId="{E8A86872-35A7-4F20-9026-54064697D801}" type="parTrans" cxnId="{8E947244-7D62-48D0-BEE4-E8BB6FBA5C01}">
      <dgm:prSet/>
      <dgm:spPr/>
      <dgm:t>
        <a:bodyPr/>
        <a:lstStyle/>
        <a:p>
          <a:endParaRPr lang="en-IN" sz="1700">
            <a:latin typeface="+mn-lt"/>
          </a:endParaRPr>
        </a:p>
      </dgm:t>
    </dgm:pt>
    <dgm:pt modelId="{B5A0BC13-A0FE-4226-9117-358E87FE2359}" type="sibTrans" cxnId="{8E947244-7D62-48D0-BEE4-E8BB6FBA5C01}">
      <dgm:prSet/>
      <dgm:spPr/>
      <dgm:t>
        <a:bodyPr/>
        <a:lstStyle/>
        <a:p>
          <a:endParaRPr lang="en-IN" sz="1700">
            <a:latin typeface="+mn-lt"/>
          </a:endParaRPr>
        </a:p>
      </dgm:t>
    </dgm:pt>
    <dgm:pt modelId="{5B14B7D4-A68F-4D46-9535-99279B04B693}">
      <dgm:prSet custT="1"/>
      <dgm:spPr/>
      <dgm:t>
        <a:bodyPr/>
        <a:lstStyle/>
        <a:p>
          <a:r>
            <a:rPr kumimoji="0" lang="en-US" sz="1700" b="0" i="0" u="none" strike="noStrike" cap="none" spc="0" normalizeH="0" baseline="0" noProof="0" dirty="0">
              <a:ln/>
              <a:effectLst/>
              <a:uLnTx/>
              <a:uFillTx/>
              <a:latin typeface="+mn-lt"/>
              <a:ea typeface="+mn-ea"/>
              <a:cs typeface="+mn-cs"/>
            </a:rPr>
            <a:t>The implementation of the client and the server must be done independently.</a:t>
          </a:r>
          <a:endParaRPr lang="en-IN" sz="1700" dirty="0">
            <a:latin typeface="+mn-lt"/>
          </a:endParaRPr>
        </a:p>
      </dgm:t>
    </dgm:pt>
    <dgm:pt modelId="{F6C90A51-5003-4A44-9086-2D643ED50F11}" type="parTrans" cxnId="{F8F94F3D-005E-44B4-A6A2-771B2B6991B2}">
      <dgm:prSet/>
      <dgm:spPr/>
      <dgm:t>
        <a:bodyPr/>
        <a:lstStyle/>
        <a:p>
          <a:endParaRPr lang="en-IN"/>
        </a:p>
      </dgm:t>
    </dgm:pt>
    <dgm:pt modelId="{E03880AE-D267-4DCA-A688-8DCF1F8506E5}" type="sibTrans" cxnId="{F8F94F3D-005E-44B4-A6A2-771B2B6991B2}">
      <dgm:prSet/>
      <dgm:spPr/>
      <dgm:t>
        <a:bodyPr/>
        <a:lstStyle/>
        <a:p>
          <a:endParaRPr lang="en-IN"/>
        </a:p>
      </dgm:t>
    </dgm:pt>
    <dgm:pt modelId="{D31EE1F9-DCC8-4F38-A85E-7D236DD88FBB}">
      <dgm:prSet custT="1"/>
      <dgm:spPr/>
      <dgm:t>
        <a:bodyPr/>
        <a:lstStyle/>
        <a:p>
          <a:r>
            <a:rPr lang="en-US" sz="1700" b="0" i="0" dirty="0">
              <a:latin typeface="+mn-lt"/>
            </a:rPr>
            <a:t>Advantage: Caching API responses </a:t>
          </a:r>
          <a:r>
            <a:rPr lang="en-US" sz="1700" b="1" i="0" dirty="0">
              <a:latin typeface="+mn-lt"/>
            </a:rPr>
            <a:t>improves performance</a:t>
          </a:r>
          <a:r>
            <a:rPr lang="en-US" sz="1700" b="0" i="0" dirty="0">
              <a:latin typeface="+mn-lt"/>
            </a:rPr>
            <a:t> by reducing the need for repeated requests to the server.</a:t>
          </a:r>
          <a:endParaRPr lang="en-IN" sz="1700" dirty="0">
            <a:latin typeface="+mn-lt"/>
          </a:endParaRPr>
        </a:p>
      </dgm:t>
    </dgm:pt>
    <dgm:pt modelId="{56001C59-EF05-4F83-8092-0D07865FF610}" type="sibTrans" cxnId="{6C37C47E-D430-4DDA-A387-6A45A443ADD5}">
      <dgm:prSet/>
      <dgm:spPr/>
      <dgm:t>
        <a:bodyPr/>
        <a:lstStyle/>
        <a:p>
          <a:endParaRPr lang="en-IN" sz="1700">
            <a:latin typeface="+mn-lt"/>
          </a:endParaRPr>
        </a:p>
      </dgm:t>
    </dgm:pt>
    <dgm:pt modelId="{ED9BE8A8-C161-4767-920B-2F4535CC5E4E}" type="parTrans" cxnId="{6C37C47E-D430-4DDA-A387-6A45A443ADD5}">
      <dgm:prSet/>
      <dgm:spPr/>
      <dgm:t>
        <a:bodyPr/>
        <a:lstStyle/>
        <a:p>
          <a:endParaRPr lang="en-IN" sz="1700">
            <a:latin typeface="+mn-lt"/>
          </a:endParaRPr>
        </a:p>
      </dgm:t>
    </dgm:pt>
    <dgm:pt modelId="{D3D9FBC2-4515-47DA-9D3B-6C142FC4BBA5}">
      <dgm:prSet custT="1"/>
      <dgm:spPr/>
      <dgm:t>
        <a:bodyPr/>
        <a:lstStyle/>
        <a:p>
          <a:r>
            <a:rPr lang="en-US" sz="1700" b="0" dirty="0">
              <a:latin typeface="+mn-lt"/>
            </a:rPr>
            <a:t>Advantage:</a:t>
          </a:r>
          <a:r>
            <a:rPr lang="en-US" sz="1700" dirty="0">
              <a:latin typeface="+mn-lt"/>
            </a:rPr>
            <a:t> </a:t>
          </a:r>
          <a:r>
            <a:rPr lang="en-US" sz="1700" b="0" i="0" dirty="0">
              <a:latin typeface="+mn-lt"/>
            </a:rPr>
            <a:t>standardized URLs, making it </a:t>
          </a:r>
          <a:r>
            <a:rPr lang="en-US" sz="1700" b="1" i="0" dirty="0">
              <a:latin typeface="+mn-lt"/>
            </a:rPr>
            <a:t>easy to understand</a:t>
          </a:r>
          <a:r>
            <a:rPr lang="en-US" sz="1700" b="0" i="0" dirty="0">
              <a:latin typeface="+mn-lt"/>
            </a:rPr>
            <a:t> and use the API. </a:t>
          </a:r>
          <a:endParaRPr lang="en-IN" sz="1700" dirty="0">
            <a:latin typeface="+mn-lt"/>
          </a:endParaRPr>
        </a:p>
      </dgm:t>
    </dgm:pt>
    <dgm:pt modelId="{E128FBAA-5ED6-4079-9E75-30C264FFC806}" type="sibTrans" cxnId="{4FF35D4C-4789-48DA-B8D6-4B5437D66386}">
      <dgm:prSet/>
      <dgm:spPr/>
      <dgm:t>
        <a:bodyPr/>
        <a:lstStyle/>
        <a:p>
          <a:endParaRPr lang="en-IN"/>
        </a:p>
      </dgm:t>
    </dgm:pt>
    <dgm:pt modelId="{C439E571-8401-4085-809F-3B21350CECB2}" type="parTrans" cxnId="{4FF35D4C-4789-48DA-B8D6-4B5437D66386}">
      <dgm:prSet/>
      <dgm:spPr/>
      <dgm:t>
        <a:bodyPr/>
        <a:lstStyle/>
        <a:p>
          <a:endParaRPr lang="en-IN"/>
        </a:p>
      </dgm:t>
    </dgm:pt>
    <dgm:pt modelId="{14472D01-A1AA-4251-9301-481A8262541B}">
      <dgm:prSet custT="1"/>
      <dgm:spPr/>
      <dgm:t>
        <a:bodyPr/>
        <a:lstStyle/>
        <a:p>
          <a:r>
            <a:rPr lang="en-US" sz="1700" b="0" i="0" dirty="0">
              <a:latin typeface="+mn-lt"/>
            </a:rPr>
            <a:t>Advantage: A layered system, such as the Model-View-Controller (MVC) pattern, promotes </a:t>
          </a:r>
          <a:r>
            <a:rPr lang="en-US" sz="1700" b="1" i="0" dirty="0">
              <a:latin typeface="+mn-lt"/>
            </a:rPr>
            <a:t>modular design</a:t>
          </a:r>
          <a:r>
            <a:rPr lang="en-US" sz="1700" b="0" i="0" dirty="0">
              <a:latin typeface="+mn-lt"/>
            </a:rPr>
            <a:t> and separation of concerns. </a:t>
          </a:r>
          <a:endParaRPr lang="en-IN" sz="1700" dirty="0">
            <a:latin typeface="+mn-lt"/>
          </a:endParaRPr>
        </a:p>
      </dgm:t>
    </dgm:pt>
    <dgm:pt modelId="{F38782A8-1A5C-47AD-9F30-3CB98C72BBD9}" type="sibTrans" cxnId="{4B3F95F5-E286-4794-9FF7-FC550F168B47}">
      <dgm:prSet/>
      <dgm:spPr/>
      <dgm:t>
        <a:bodyPr/>
        <a:lstStyle/>
        <a:p>
          <a:endParaRPr lang="en-IN"/>
        </a:p>
      </dgm:t>
    </dgm:pt>
    <dgm:pt modelId="{48CBCF06-B6A4-48D4-BFD8-5A02FC2E8AB7}" type="parTrans" cxnId="{4B3F95F5-E286-4794-9FF7-FC550F168B47}">
      <dgm:prSet/>
      <dgm:spPr/>
      <dgm:t>
        <a:bodyPr/>
        <a:lstStyle/>
        <a:p>
          <a:endParaRPr lang="en-IN"/>
        </a:p>
      </dgm:t>
    </dgm:pt>
    <dgm:pt modelId="{CCFB63F9-9195-4837-B35A-55B5A2AAA2F6}" type="pres">
      <dgm:prSet presAssocID="{132CF820-5F0A-443E-815D-5E59BFB5FB0C}" presName="Name0" presStyleCnt="0">
        <dgm:presLayoutVars>
          <dgm:chMax/>
          <dgm:chPref val="3"/>
          <dgm:dir/>
          <dgm:animOne val="branch"/>
          <dgm:animLvl val="lvl"/>
        </dgm:presLayoutVars>
      </dgm:prSet>
      <dgm:spPr/>
    </dgm:pt>
    <dgm:pt modelId="{4E24C3EA-5694-4575-9649-5611CF6A961C}" type="pres">
      <dgm:prSet presAssocID="{28992C08-A315-4422-A594-B6D15E70E254}" presName="composite" presStyleCnt="0"/>
      <dgm:spPr/>
    </dgm:pt>
    <dgm:pt modelId="{6D5C195D-D67F-440D-BEE8-FDC5E97BD6D7}" type="pres">
      <dgm:prSet presAssocID="{28992C08-A315-4422-A594-B6D15E70E254}" presName="FirstChild" presStyleLbl="revTx" presStyleIdx="0" presStyleCnt="10" custScaleX="95021">
        <dgm:presLayoutVars>
          <dgm:chMax val="0"/>
          <dgm:chPref val="0"/>
          <dgm:bulletEnabled val="1"/>
        </dgm:presLayoutVars>
      </dgm:prSet>
      <dgm:spPr/>
    </dgm:pt>
    <dgm:pt modelId="{B45ADF7F-6F52-47EF-9F39-551184CC8C6E}" type="pres">
      <dgm:prSet presAssocID="{28992C08-A315-4422-A594-B6D15E70E254}" presName="Parent" presStyleLbl="alignNode1" presStyleIdx="0" presStyleCnt="5" custScaleX="108021" custScaleY="136798">
        <dgm:presLayoutVars>
          <dgm:chMax val="3"/>
          <dgm:chPref val="3"/>
          <dgm:bulletEnabled val="1"/>
        </dgm:presLayoutVars>
      </dgm:prSet>
      <dgm:spPr/>
    </dgm:pt>
    <dgm:pt modelId="{0ED35E6B-7598-4ABE-B140-718CF261CF3C}" type="pres">
      <dgm:prSet presAssocID="{28992C08-A315-4422-A594-B6D15E70E254}" presName="Accent" presStyleLbl="parChTrans1D1" presStyleIdx="0" presStyleCnt="5"/>
      <dgm:spPr/>
    </dgm:pt>
    <dgm:pt modelId="{0D7D109E-90B2-40DC-A687-5B977BC61EE7}" type="pres">
      <dgm:prSet presAssocID="{28992C08-A315-4422-A594-B6D15E70E254}" presName="Child" presStyleLbl="revTx" presStyleIdx="1" presStyleCnt="10">
        <dgm:presLayoutVars>
          <dgm:chMax val="0"/>
          <dgm:chPref val="0"/>
          <dgm:bulletEnabled val="1"/>
        </dgm:presLayoutVars>
      </dgm:prSet>
      <dgm:spPr/>
    </dgm:pt>
    <dgm:pt modelId="{F137D851-12A4-438B-ADCF-33C7B18B0DA4}" type="pres">
      <dgm:prSet presAssocID="{216B13D2-09DD-48B9-A28A-0E76021EA28A}" presName="sibTrans" presStyleCnt="0"/>
      <dgm:spPr/>
    </dgm:pt>
    <dgm:pt modelId="{350F0A94-888B-412A-88DE-806EFEA153BB}" type="pres">
      <dgm:prSet presAssocID="{A0E57C61-1A5C-4F61-8512-875D7557788B}" presName="composite" presStyleCnt="0"/>
      <dgm:spPr/>
    </dgm:pt>
    <dgm:pt modelId="{EC09405E-B8E5-4671-9B3D-A9F0A27D2BCF}" type="pres">
      <dgm:prSet presAssocID="{A0E57C61-1A5C-4F61-8512-875D7557788B}" presName="FirstChild" presStyleLbl="revTx" presStyleIdx="2" presStyleCnt="10" custScaleX="95021">
        <dgm:presLayoutVars>
          <dgm:chMax val="0"/>
          <dgm:chPref val="0"/>
          <dgm:bulletEnabled val="1"/>
        </dgm:presLayoutVars>
      </dgm:prSet>
      <dgm:spPr/>
    </dgm:pt>
    <dgm:pt modelId="{C0DAF260-B734-457D-B63E-40944284DB69}" type="pres">
      <dgm:prSet presAssocID="{A0E57C61-1A5C-4F61-8512-875D7557788B}" presName="Parent" presStyleLbl="alignNode1" presStyleIdx="1" presStyleCnt="5" custScaleX="108021" custScaleY="136798">
        <dgm:presLayoutVars>
          <dgm:chMax val="3"/>
          <dgm:chPref val="3"/>
          <dgm:bulletEnabled val="1"/>
        </dgm:presLayoutVars>
      </dgm:prSet>
      <dgm:spPr/>
    </dgm:pt>
    <dgm:pt modelId="{C0A19D1B-BD59-4ED8-8DF7-C739C48C9D52}" type="pres">
      <dgm:prSet presAssocID="{A0E57C61-1A5C-4F61-8512-875D7557788B}" presName="Accent" presStyleLbl="parChTrans1D1" presStyleIdx="1" presStyleCnt="5"/>
      <dgm:spPr/>
    </dgm:pt>
    <dgm:pt modelId="{FC54D718-2528-475F-BF05-7C17E928511B}" type="pres">
      <dgm:prSet presAssocID="{A0E57C61-1A5C-4F61-8512-875D7557788B}" presName="Child" presStyleLbl="revTx" presStyleIdx="3" presStyleCnt="10">
        <dgm:presLayoutVars>
          <dgm:chMax val="0"/>
          <dgm:chPref val="0"/>
          <dgm:bulletEnabled val="1"/>
        </dgm:presLayoutVars>
      </dgm:prSet>
      <dgm:spPr/>
    </dgm:pt>
    <dgm:pt modelId="{19FAD4C2-0D38-4B18-9D9B-424DCD713E6C}" type="pres">
      <dgm:prSet presAssocID="{48FAF7CF-2F8C-4FC9-89BC-C2A64ED9A31F}" presName="sibTrans" presStyleCnt="0"/>
      <dgm:spPr/>
    </dgm:pt>
    <dgm:pt modelId="{D4D7DF9A-8A98-478B-94AA-60EB335C31DC}" type="pres">
      <dgm:prSet presAssocID="{E7216F1F-A7C2-4CC2-AF67-5BE11E3F2065}" presName="composite" presStyleCnt="0"/>
      <dgm:spPr/>
    </dgm:pt>
    <dgm:pt modelId="{528875A4-DA7B-471E-8025-27AFDD04DBE9}" type="pres">
      <dgm:prSet presAssocID="{E7216F1F-A7C2-4CC2-AF67-5BE11E3F2065}" presName="FirstChild" presStyleLbl="revTx" presStyleIdx="4" presStyleCnt="10" custScaleX="95021">
        <dgm:presLayoutVars>
          <dgm:chMax val="0"/>
          <dgm:chPref val="0"/>
          <dgm:bulletEnabled val="1"/>
        </dgm:presLayoutVars>
      </dgm:prSet>
      <dgm:spPr/>
    </dgm:pt>
    <dgm:pt modelId="{D05A829A-2B32-4745-B4F7-C13D04E00253}" type="pres">
      <dgm:prSet presAssocID="{E7216F1F-A7C2-4CC2-AF67-5BE11E3F2065}" presName="Parent" presStyleLbl="alignNode1" presStyleIdx="2" presStyleCnt="5" custScaleX="108021" custScaleY="136798">
        <dgm:presLayoutVars>
          <dgm:chMax val="3"/>
          <dgm:chPref val="3"/>
          <dgm:bulletEnabled val="1"/>
        </dgm:presLayoutVars>
      </dgm:prSet>
      <dgm:spPr/>
    </dgm:pt>
    <dgm:pt modelId="{6C5094F3-5880-4A62-884B-8185E2F7444B}" type="pres">
      <dgm:prSet presAssocID="{E7216F1F-A7C2-4CC2-AF67-5BE11E3F2065}" presName="Accent" presStyleLbl="parChTrans1D1" presStyleIdx="2" presStyleCnt="5"/>
      <dgm:spPr/>
    </dgm:pt>
    <dgm:pt modelId="{893C52B7-F66E-46CC-AFDE-0A80317E1566}" type="pres">
      <dgm:prSet presAssocID="{E7216F1F-A7C2-4CC2-AF67-5BE11E3F2065}" presName="Child" presStyleLbl="revTx" presStyleIdx="5" presStyleCnt="10">
        <dgm:presLayoutVars>
          <dgm:chMax val="0"/>
          <dgm:chPref val="0"/>
          <dgm:bulletEnabled val="1"/>
        </dgm:presLayoutVars>
      </dgm:prSet>
      <dgm:spPr/>
    </dgm:pt>
    <dgm:pt modelId="{BE4500D4-55C2-4D1D-8B44-AC9CFB29981A}" type="pres">
      <dgm:prSet presAssocID="{FB69869B-AD12-41B7-BF4A-607DDB740A11}" presName="sibTrans" presStyleCnt="0"/>
      <dgm:spPr/>
    </dgm:pt>
    <dgm:pt modelId="{D7BA7CEB-9D7D-465B-B18E-C6979E3CB259}" type="pres">
      <dgm:prSet presAssocID="{4032AF62-E1CB-4B3F-AABE-BFF34018EA6A}" presName="composite" presStyleCnt="0"/>
      <dgm:spPr/>
    </dgm:pt>
    <dgm:pt modelId="{0EDAC675-5DAD-452F-BBD1-FEB234E6D9BF}" type="pres">
      <dgm:prSet presAssocID="{4032AF62-E1CB-4B3F-AABE-BFF34018EA6A}" presName="FirstChild" presStyleLbl="revTx" presStyleIdx="6" presStyleCnt="10" custScaleX="95021">
        <dgm:presLayoutVars>
          <dgm:chMax val="0"/>
          <dgm:chPref val="0"/>
          <dgm:bulletEnabled val="1"/>
        </dgm:presLayoutVars>
      </dgm:prSet>
      <dgm:spPr/>
    </dgm:pt>
    <dgm:pt modelId="{89662FDC-5F4A-4436-A0ED-ACC0F944A965}" type="pres">
      <dgm:prSet presAssocID="{4032AF62-E1CB-4B3F-AABE-BFF34018EA6A}" presName="Parent" presStyleLbl="alignNode1" presStyleIdx="3" presStyleCnt="5" custScaleX="108021" custScaleY="136798">
        <dgm:presLayoutVars>
          <dgm:chMax val="3"/>
          <dgm:chPref val="3"/>
          <dgm:bulletEnabled val="1"/>
        </dgm:presLayoutVars>
      </dgm:prSet>
      <dgm:spPr/>
    </dgm:pt>
    <dgm:pt modelId="{5AAF8E46-B205-4151-A7FB-1A3E7182981A}" type="pres">
      <dgm:prSet presAssocID="{4032AF62-E1CB-4B3F-AABE-BFF34018EA6A}" presName="Accent" presStyleLbl="parChTrans1D1" presStyleIdx="3" presStyleCnt="5"/>
      <dgm:spPr/>
    </dgm:pt>
    <dgm:pt modelId="{12BE4277-4C1F-44FA-966D-F09437541134}" type="pres">
      <dgm:prSet presAssocID="{4032AF62-E1CB-4B3F-AABE-BFF34018EA6A}" presName="Child" presStyleLbl="revTx" presStyleIdx="7" presStyleCnt="10">
        <dgm:presLayoutVars>
          <dgm:chMax val="0"/>
          <dgm:chPref val="0"/>
          <dgm:bulletEnabled val="1"/>
        </dgm:presLayoutVars>
      </dgm:prSet>
      <dgm:spPr/>
    </dgm:pt>
    <dgm:pt modelId="{882D6B64-04A3-4215-9B89-C50D8A1D1B29}" type="pres">
      <dgm:prSet presAssocID="{BFC4F381-473D-46EE-AA02-C0DE4986CCAD}" presName="sibTrans" presStyleCnt="0"/>
      <dgm:spPr/>
    </dgm:pt>
    <dgm:pt modelId="{C2B6B049-A258-4D25-8FDF-9C0D22A94DA2}" type="pres">
      <dgm:prSet presAssocID="{90049058-4B35-4631-9575-176A52FC503C}" presName="composite" presStyleCnt="0"/>
      <dgm:spPr/>
    </dgm:pt>
    <dgm:pt modelId="{629DA86C-F241-466C-976D-B64361A15DD1}" type="pres">
      <dgm:prSet presAssocID="{90049058-4B35-4631-9575-176A52FC503C}" presName="FirstChild" presStyleLbl="revTx" presStyleIdx="8" presStyleCnt="10" custScaleX="95021">
        <dgm:presLayoutVars>
          <dgm:chMax val="0"/>
          <dgm:chPref val="0"/>
          <dgm:bulletEnabled val="1"/>
        </dgm:presLayoutVars>
      </dgm:prSet>
      <dgm:spPr/>
    </dgm:pt>
    <dgm:pt modelId="{CCC6F873-53CD-4FC3-8B7E-63FA41CA4470}" type="pres">
      <dgm:prSet presAssocID="{90049058-4B35-4631-9575-176A52FC503C}" presName="Parent" presStyleLbl="alignNode1" presStyleIdx="4" presStyleCnt="5" custScaleX="108021" custScaleY="136798">
        <dgm:presLayoutVars>
          <dgm:chMax val="3"/>
          <dgm:chPref val="3"/>
          <dgm:bulletEnabled val="1"/>
        </dgm:presLayoutVars>
      </dgm:prSet>
      <dgm:spPr/>
    </dgm:pt>
    <dgm:pt modelId="{2CF20A20-D2DF-4B7B-A92C-79ACCB08E255}" type="pres">
      <dgm:prSet presAssocID="{90049058-4B35-4631-9575-176A52FC503C}" presName="Accent" presStyleLbl="parChTrans1D1" presStyleIdx="4" presStyleCnt="5"/>
      <dgm:spPr/>
    </dgm:pt>
    <dgm:pt modelId="{4AD9EEEE-D71E-4377-AD05-A0CD334BF07A}" type="pres">
      <dgm:prSet presAssocID="{90049058-4B35-4631-9575-176A52FC503C}" presName="Child" presStyleLbl="revTx" presStyleIdx="9" presStyleCnt="10">
        <dgm:presLayoutVars>
          <dgm:chMax val="0"/>
          <dgm:chPref val="0"/>
          <dgm:bulletEnabled val="1"/>
        </dgm:presLayoutVars>
      </dgm:prSet>
      <dgm:spPr/>
    </dgm:pt>
  </dgm:ptLst>
  <dgm:cxnLst>
    <dgm:cxn modelId="{AE980106-48CE-4343-B7D3-7AB4854C00DD}" srcId="{90049058-4B35-4631-9575-176A52FC503C}" destId="{CB73F954-FC9C-48EC-B175-91C23BDCAB1A}" srcOrd="0" destOrd="0" parTransId="{DB57AF8F-63ED-438E-B67B-86958BABABDE}" sibTransId="{AC3F28BD-4731-4363-B482-2B9EE1BC560A}"/>
    <dgm:cxn modelId="{A730EF0B-5A0E-4DDC-8034-168A38F28D4F}" type="presOf" srcId="{D31EE1F9-DCC8-4F38-A85E-7D236DD88FBB}" destId="{12BE4277-4C1F-44FA-966D-F09437541134}" srcOrd="0" destOrd="0" presId="urn:microsoft.com/office/officeart/2011/layout/TabList"/>
    <dgm:cxn modelId="{B5455F10-7E7E-4DCB-9AFE-06E51D428B03}" type="presOf" srcId="{B524D46A-681B-4109-A91B-15DC4130527A}" destId="{528875A4-DA7B-471E-8025-27AFDD04DBE9}" srcOrd="0" destOrd="0" presId="urn:microsoft.com/office/officeart/2011/layout/TabList"/>
    <dgm:cxn modelId="{164AEC12-9CAC-4571-AB13-CD48E2C95810}" type="presOf" srcId="{14472D01-A1AA-4251-9301-481A8262541B}" destId="{4AD9EEEE-D71E-4377-AD05-A0CD334BF07A}" srcOrd="0" destOrd="0" presId="urn:microsoft.com/office/officeart/2011/layout/TabList"/>
    <dgm:cxn modelId="{0238B315-FE09-48DE-85B8-307DDCF039C8}" type="presOf" srcId="{28992C08-A315-4422-A594-B6D15E70E254}" destId="{B45ADF7F-6F52-47EF-9F39-551184CC8C6E}" srcOrd="0" destOrd="0" presId="urn:microsoft.com/office/officeart/2011/layout/TabList"/>
    <dgm:cxn modelId="{DEC94516-65A9-4B63-97C7-ABEBA928F8C2}" srcId="{132CF820-5F0A-443E-815D-5E59BFB5FB0C}" destId="{A0E57C61-1A5C-4F61-8512-875D7557788B}" srcOrd="1" destOrd="0" parTransId="{60DA5B39-07C6-4B7F-BB78-5942AD1AF737}" sibTransId="{48FAF7CF-2F8C-4FC9-89BC-C2A64ED9A31F}"/>
    <dgm:cxn modelId="{8451831A-5E36-493E-84DE-CB642030BDAE}" type="presOf" srcId="{CB73F954-FC9C-48EC-B175-91C23BDCAB1A}" destId="{629DA86C-F241-466C-976D-B64361A15DD1}" srcOrd="0" destOrd="0" presId="urn:microsoft.com/office/officeart/2011/layout/TabList"/>
    <dgm:cxn modelId="{5A7F4C33-2F95-4797-A786-21302A0CE695}" type="presOf" srcId="{4032AF62-E1CB-4B3F-AABE-BFF34018EA6A}" destId="{89662FDC-5F4A-4436-A0ED-ACC0F944A965}" srcOrd="0" destOrd="0" presId="urn:microsoft.com/office/officeart/2011/layout/TabList"/>
    <dgm:cxn modelId="{F8F94F3D-005E-44B4-A6A2-771B2B6991B2}" srcId="{28992C08-A315-4422-A594-B6D15E70E254}" destId="{5B14B7D4-A68F-4D46-9535-99279B04B693}" srcOrd="0" destOrd="0" parTransId="{F6C90A51-5003-4A44-9086-2D643ED50F11}" sibTransId="{E03880AE-D267-4DCA-A688-8DCF1F8506E5}"/>
    <dgm:cxn modelId="{2AAD3F3F-07AB-4BEF-B10E-71F38D88AFAA}" type="presOf" srcId="{A0E57C61-1A5C-4F61-8512-875D7557788B}" destId="{C0DAF260-B734-457D-B63E-40944284DB69}" srcOrd="0" destOrd="0" presId="urn:microsoft.com/office/officeart/2011/layout/TabList"/>
    <dgm:cxn modelId="{8E947244-7D62-48D0-BEE4-E8BB6FBA5C01}" srcId="{A0E57C61-1A5C-4F61-8512-875D7557788B}" destId="{60C8F31E-4625-486D-A093-4A23AF90FE7E}" srcOrd="1" destOrd="0" parTransId="{E8A86872-35A7-4F20-9026-54064697D801}" sibTransId="{B5A0BC13-A0FE-4226-9117-358E87FE2359}"/>
    <dgm:cxn modelId="{08451D65-7FCD-40F9-AD23-FB9B5E5E7ECE}" srcId="{28992C08-A315-4422-A594-B6D15E70E254}" destId="{6F752144-7908-4E8C-807D-889BF6BDECEC}" srcOrd="1" destOrd="0" parTransId="{9EF55844-F9B9-4AB2-8F34-7525C2E6D367}" sibTransId="{F0B6DCE7-985F-4D64-9AEF-79D73475F129}"/>
    <dgm:cxn modelId="{0EF6F649-0C71-44DB-8E9A-ED2895DB3FA7}" srcId="{132CF820-5F0A-443E-815D-5E59BFB5FB0C}" destId="{28992C08-A315-4422-A594-B6D15E70E254}" srcOrd="0" destOrd="0" parTransId="{530954BD-2A45-48D8-BFC2-9B3D74B855A6}" sibTransId="{216B13D2-09DD-48B9-A28A-0E76021EA28A}"/>
    <dgm:cxn modelId="{4FF35D4C-4789-48DA-B8D6-4B5437D66386}" srcId="{E7216F1F-A7C2-4CC2-AF67-5BE11E3F2065}" destId="{D3D9FBC2-4515-47DA-9D3B-6C142FC4BBA5}" srcOrd="1" destOrd="0" parTransId="{C439E571-8401-4085-809F-3B21350CECB2}" sibTransId="{E128FBAA-5ED6-4079-9E75-30C264FFC806}"/>
    <dgm:cxn modelId="{1E808270-780A-4782-A886-2698B35E1A2A}" srcId="{132CF820-5F0A-443E-815D-5E59BFB5FB0C}" destId="{4032AF62-E1CB-4B3F-AABE-BFF34018EA6A}" srcOrd="3" destOrd="0" parTransId="{22895736-CDD9-47C1-B625-C15238620EC4}" sibTransId="{BFC4F381-473D-46EE-AA02-C0DE4986CCAD}"/>
    <dgm:cxn modelId="{2381FB70-C437-49D4-A23D-3FBFBD9C1A6C}" type="presOf" srcId="{F970BB9F-DC86-42B9-A42C-B7DD0175961E}" destId="{EC09405E-B8E5-4671-9B3D-A9F0A27D2BCF}" srcOrd="0" destOrd="0" presId="urn:microsoft.com/office/officeart/2011/layout/TabList"/>
    <dgm:cxn modelId="{63733A58-C231-4FE8-B16B-CCD4723642EF}" type="presOf" srcId="{62EB6EA2-8A79-4DB1-9EAA-1B887DDE58B9}" destId="{0EDAC675-5DAD-452F-BBD1-FEB234E6D9BF}" srcOrd="0" destOrd="0" presId="urn:microsoft.com/office/officeart/2011/layout/TabList"/>
    <dgm:cxn modelId="{A6C5DA7C-9AEE-4490-A8DF-4ED90FA0EAE2}" srcId="{A0E57C61-1A5C-4F61-8512-875D7557788B}" destId="{F970BB9F-DC86-42B9-A42C-B7DD0175961E}" srcOrd="0" destOrd="0" parTransId="{069D13D8-75F1-4868-97DA-A4C72547D6F0}" sibTransId="{A61EFFD2-FBFA-458D-A178-947E5E73DB89}"/>
    <dgm:cxn modelId="{6C37C47E-D430-4DDA-A387-6A45A443ADD5}" srcId="{4032AF62-E1CB-4B3F-AABE-BFF34018EA6A}" destId="{D31EE1F9-DCC8-4F38-A85E-7D236DD88FBB}" srcOrd="1" destOrd="0" parTransId="{ED9BE8A8-C161-4767-920B-2F4535CC5E4E}" sibTransId="{56001C59-EF05-4F83-8092-0D07865FF610}"/>
    <dgm:cxn modelId="{7FDEE682-43FE-438B-93AD-92D6342AD85A}" type="presOf" srcId="{E7216F1F-A7C2-4CC2-AF67-5BE11E3F2065}" destId="{D05A829A-2B32-4745-B4F7-C13D04E00253}" srcOrd="0" destOrd="0" presId="urn:microsoft.com/office/officeart/2011/layout/TabList"/>
    <dgm:cxn modelId="{CA027A93-38F7-4D5B-9BF7-13256DD2A610}" srcId="{E7216F1F-A7C2-4CC2-AF67-5BE11E3F2065}" destId="{B524D46A-681B-4109-A91B-15DC4130527A}" srcOrd="0" destOrd="0" parTransId="{297337C6-BCEF-4460-8C09-1B7130BE5B6B}" sibTransId="{C561A436-F879-4C33-A4B0-F8A2FE969525}"/>
    <dgm:cxn modelId="{EA578EAC-04C6-4AC9-99F1-285470DF14BE}" type="presOf" srcId="{6F752144-7908-4E8C-807D-889BF6BDECEC}" destId="{0D7D109E-90B2-40DC-A687-5B977BC61EE7}" srcOrd="0" destOrd="0" presId="urn:microsoft.com/office/officeart/2011/layout/TabList"/>
    <dgm:cxn modelId="{83A5A9B2-2A77-47AC-9A7D-0F613AE958C4}" srcId="{132CF820-5F0A-443E-815D-5E59BFB5FB0C}" destId="{E7216F1F-A7C2-4CC2-AF67-5BE11E3F2065}" srcOrd="2" destOrd="0" parTransId="{2FEEEF7C-A3EC-41D4-9E79-B0ADF2277F6D}" sibTransId="{FB69869B-AD12-41B7-BF4A-607DDB740A11}"/>
    <dgm:cxn modelId="{3128B6BC-1F0F-4BE6-8BF7-493D48DC1D95}" type="presOf" srcId="{5B14B7D4-A68F-4D46-9535-99279B04B693}" destId="{6D5C195D-D67F-440D-BEE8-FDC5E97BD6D7}" srcOrd="0" destOrd="0" presId="urn:microsoft.com/office/officeart/2011/layout/TabList"/>
    <dgm:cxn modelId="{CBE518C1-B057-4924-8CB5-589375645B91}" type="presOf" srcId="{90049058-4B35-4631-9575-176A52FC503C}" destId="{CCC6F873-53CD-4FC3-8B7E-63FA41CA4470}" srcOrd="0" destOrd="0" presId="urn:microsoft.com/office/officeart/2011/layout/TabList"/>
    <dgm:cxn modelId="{E6A6D7CE-7E52-47F5-A9B6-D19CE90F6A2C}" type="presOf" srcId="{132CF820-5F0A-443E-815D-5E59BFB5FB0C}" destId="{CCFB63F9-9195-4837-B35A-55B5A2AAA2F6}" srcOrd="0" destOrd="0" presId="urn:microsoft.com/office/officeart/2011/layout/TabList"/>
    <dgm:cxn modelId="{D3810FD3-6365-4B27-A605-FAB65F69C15A}" type="presOf" srcId="{60C8F31E-4625-486D-A093-4A23AF90FE7E}" destId="{FC54D718-2528-475F-BF05-7C17E928511B}" srcOrd="0" destOrd="0" presId="urn:microsoft.com/office/officeart/2011/layout/TabList"/>
    <dgm:cxn modelId="{8693C9EB-C2C1-4E88-A43D-711A81C73383}" srcId="{132CF820-5F0A-443E-815D-5E59BFB5FB0C}" destId="{90049058-4B35-4631-9575-176A52FC503C}" srcOrd="4" destOrd="0" parTransId="{F90D909A-56D7-4EDA-9DB5-0799FBFDB4EF}" sibTransId="{4E83C7A5-8316-4E14-8AC8-85C237A8AD34}"/>
    <dgm:cxn modelId="{4574ADED-163F-4F41-9D6A-59F93899FEAF}" srcId="{4032AF62-E1CB-4B3F-AABE-BFF34018EA6A}" destId="{62EB6EA2-8A79-4DB1-9EAA-1B887DDE58B9}" srcOrd="0" destOrd="0" parTransId="{EAE30711-EABB-4A97-9934-8622F8FEBF95}" sibTransId="{A24539D8-BAA8-41A0-9897-7C6F084B36E5}"/>
    <dgm:cxn modelId="{4B3F95F5-E286-4794-9FF7-FC550F168B47}" srcId="{90049058-4B35-4631-9575-176A52FC503C}" destId="{14472D01-A1AA-4251-9301-481A8262541B}" srcOrd="1" destOrd="0" parTransId="{48CBCF06-B6A4-48D4-BFD8-5A02FC2E8AB7}" sibTransId="{F38782A8-1A5C-47AD-9F30-3CB98C72BBD9}"/>
    <dgm:cxn modelId="{F50049F8-DF4E-4D80-BDC7-F6C7FBB6BA38}" type="presOf" srcId="{D3D9FBC2-4515-47DA-9D3B-6C142FC4BBA5}" destId="{893C52B7-F66E-46CC-AFDE-0A80317E1566}" srcOrd="0" destOrd="0" presId="urn:microsoft.com/office/officeart/2011/layout/TabList"/>
    <dgm:cxn modelId="{6EF3F2E6-5245-4DEB-AB6F-96F772BEF1BB}" type="presParOf" srcId="{CCFB63F9-9195-4837-B35A-55B5A2AAA2F6}" destId="{4E24C3EA-5694-4575-9649-5611CF6A961C}" srcOrd="0" destOrd="0" presId="urn:microsoft.com/office/officeart/2011/layout/TabList"/>
    <dgm:cxn modelId="{68C11153-32DF-4EA1-9EDA-FCEECA4F0C98}" type="presParOf" srcId="{4E24C3EA-5694-4575-9649-5611CF6A961C}" destId="{6D5C195D-D67F-440D-BEE8-FDC5E97BD6D7}" srcOrd="0" destOrd="0" presId="urn:microsoft.com/office/officeart/2011/layout/TabList"/>
    <dgm:cxn modelId="{E9DC1FA0-261D-48D9-A710-280FC591D944}" type="presParOf" srcId="{4E24C3EA-5694-4575-9649-5611CF6A961C}" destId="{B45ADF7F-6F52-47EF-9F39-551184CC8C6E}" srcOrd="1" destOrd="0" presId="urn:microsoft.com/office/officeart/2011/layout/TabList"/>
    <dgm:cxn modelId="{FEB33F63-A15B-466D-9BCE-2F2B14E0094F}" type="presParOf" srcId="{4E24C3EA-5694-4575-9649-5611CF6A961C}" destId="{0ED35E6B-7598-4ABE-B140-718CF261CF3C}" srcOrd="2" destOrd="0" presId="urn:microsoft.com/office/officeart/2011/layout/TabList"/>
    <dgm:cxn modelId="{643C3F2E-1163-4008-AA91-B72BCCC0BE4C}" type="presParOf" srcId="{CCFB63F9-9195-4837-B35A-55B5A2AAA2F6}" destId="{0D7D109E-90B2-40DC-A687-5B977BC61EE7}" srcOrd="1" destOrd="0" presId="urn:microsoft.com/office/officeart/2011/layout/TabList"/>
    <dgm:cxn modelId="{C139E488-243B-43AC-AF5A-3D7E243E1EE5}" type="presParOf" srcId="{CCFB63F9-9195-4837-B35A-55B5A2AAA2F6}" destId="{F137D851-12A4-438B-ADCF-33C7B18B0DA4}" srcOrd="2" destOrd="0" presId="urn:microsoft.com/office/officeart/2011/layout/TabList"/>
    <dgm:cxn modelId="{67D2481C-C02B-4AB9-A2BE-7EC47AFC4ADE}" type="presParOf" srcId="{CCFB63F9-9195-4837-B35A-55B5A2AAA2F6}" destId="{350F0A94-888B-412A-88DE-806EFEA153BB}" srcOrd="3" destOrd="0" presId="urn:microsoft.com/office/officeart/2011/layout/TabList"/>
    <dgm:cxn modelId="{681F2B3E-2EDF-4DFA-851B-5123ADAD7BF4}" type="presParOf" srcId="{350F0A94-888B-412A-88DE-806EFEA153BB}" destId="{EC09405E-B8E5-4671-9B3D-A9F0A27D2BCF}" srcOrd="0" destOrd="0" presId="urn:microsoft.com/office/officeart/2011/layout/TabList"/>
    <dgm:cxn modelId="{02259624-C326-4860-A04B-F72C50DD2BDE}" type="presParOf" srcId="{350F0A94-888B-412A-88DE-806EFEA153BB}" destId="{C0DAF260-B734-457D-B63E-40944284DB69}" srcOrd="1" destOrd="0" presId="urn:microsoft.com/office/officeart/2011/layout/TabList"/>
    <dgm:cxn modelId="{DC5C2F24-0E9D-4CD1-9B12-D158A32E2400}" type="presParOf" srcId="{350F0A94-888B-412A-88DE-806EFEA153BB}" destId="{C0A19D1B-BD59-4ED8-8DF7-C739C48C9D52}" srcOrd="2" destOrd="0" presId="urn:microsoft.com/office/officeart/2011/layout/TabList"/>
    <dgm:cxn modelId="{68C9DEDD-0CD1-4F4F-9B74-90394BED15B0}" type="presParOf" srcId="{CCFB63F9-9195-4837-B35A-55B5A2AAA2F6}" destId="{FC54D718-2528-475F-BF05-7C17E928511B}" srcOrd="4" destOrd="0" presId="urn:microsoft.com/office/officeart/2011/layout/TabList"/>
    <dgm:cxn modelId="{5C887DB2-55E0-4B58-BF1C-6B868A54C8E6}" type="presParOf" srcId="{CCFB63F9-9195-4837-B35A-55B5A2AAA2F6}" destId="{19FAD4C2-0D38-4B18-9D9B-424DCD713E6C}" srcOrd="5" destOrd="0" presId="urn:microsoft.com/office/officeart/2011/layout/TabList"/>
    <dgm:cxn modelId="{9EA3F21E-E55A-4DE1-A3C5-E0BDD3D32C87}" type="presParOf" srcId="{CCFB63F9-9195-4837-B35A-55B5A2AAA2F6}" destId="{D4D7DF9A-8A98-478B-94AA-60EB335C31DC}" srcOrd="6" destOrd="0" presId="urn:microsoft.com/office/officeart/2011/layout/TabList"/>
    <dgm:cxn modelId="{329D5776-6717-4925-9F97-FDE5379DF9E4}" type="presParOf" srcId="{D4D7DF9A-8A98-478B-94AA-60EB335C31DC}" destId="{528875A4-DA7B-471E-8025-27AFDD04DBE9}" srcOrd="0" destOrd="0" presId="urn:microsoft.com/office/officeart/2011/layout/TabList"/>
    <dgm:cxn modelId="{101C021C-B15F-4E0E-ABA5-56866F3692FA}" type="presParOf" srcId="{D4D7DF9A-8A98-478B-94AA-60EB335C31DC}" destId="{D05A829A-2B32-4745-B4F7-C13D04E00253}" srcOrd="1" destOrd="0" presId="urn:microsoft.com/office/officeart/2011/layout/TabList"/>
    <dgm:cxn modelId="{7FFACAB3-9E26-4975-84F4-032A0B9B8DEC}" type="presParOf" srcId="{D4D7DF9A-8A98-478B-94AA-60EB335C31DC}" destId="{6C5094F3-5880-4A62-884B-8185E2F7444B}" srcOrd="2" destOrd="0" presId="urn:microsoft.com/office/officeart/2011/layout/TabList"/>
    <dgm:cxn modelId="{A019B27C-6E2B-4FE9-A734-FDEEC334E26A}" type="presParOf" srcId="{CCFB63F9-9195-4837-B35A-55B5A2AAA2F6}" destId="{893C52B7-F66E-46CC-AFDE-0A80317E1566}" srcOrd="7" destOrd="0" presId="urn:microsoft.com/office/officeart/2011/layout/TabList"/>
    <dgm:cxn modelId="{89BC3ACB-1840-4550-A8BE-D7B4ED3DE428}" type="presParOf" srcId="{CCFB63F9-9195-4837-B35A-55B5A2AAA2F6}" destId="{BE4500D4-55C2-4D1D-8B44-AC9CFB29981A}" srcOrd="8" destOrd="0" presId="urn:microsoft.com/office/officeart/2011/layout/TabList"/>
    <dgm:cxn modelId="{155ED51E-6045-4FFB-9FF8-7B085D814F70}" type="presParOf" srcId="{CCFB63F9-9195-4837-B35A-55B5A2AAA2F6}" destId="{D7BA7CEB-9D7D-465B-B18E-C6979E3CB259}" srcOrd="9" destOrd="0" presId="urn:microsoft.com/office/officeart/2011/layout/TabList"/>
    <dgm:cxn modelId="{C68FF79C-0192-4464-B2B1-9D17B4C96700}" type="presParOf" srcId="{D7BA7CEB-9D7D-465B-B18E-C6979E3CB259}" destId="{0EDAC675-5DAD-452F-BBD1-FEB234E6D9BF}" srcOrd="0" destOrd="0" presId="urn:microsoft.com/office/officeart/2011/layout/TabList"/>
    <dgm:cxn modelId="{D37559C6-83B7-4B5D-9D6F-D0D8377E7882}" type="presParOf" srcId="{D7BA7CEB-9D7D-465B-B18E-C6979E3CB259}" destId="{89662FDC-5F4A-4436-A0ED-ACC0F944A965}" srcOrd="1" destOrd="0" presId="urn:microsoft.com/office/officeart/2011/layout/TabList"/>
    <dgm:cxn modelId="{D488732B-2BB5-46F4-846C-B94C5005F2D8}" type="presParOf" srcId="{D7BA7CEB-9D7D-465B-B18E-C6979E3CB259}" destId="{5AAF8E46-B205-4151-A7FB-1A3E7182981A}" srcOrd="2" destOrd="0" presId="urn:microsoft.com/office/officeart/2011/layout/TabList"/>
    <dgm:cxn modelId="{63D9EA22-0DC3-4FC8-899E-6C4E8223D407}" type="presParOf" srcId="{CCFB63F9-9195-4837-B35A-55B5A2AAA2F6}" destId="{12BE4277-4C1F-44FA-966D-F09437541134}" srcOrd="10" destOrd="0" presId="urn:microsoft.com/office/officeart/2011/layout/TabList"/>
    <dgm:cxn modelId="{8D4A7EDF-E27E-48BF-A987-73BB47695F63}" type="presParOf" srcId="{CCFB63F9-9195-4837-B35A-55B5A2AAA2F6}" destId="{882D6B64-04A3-4215-9B89-C50D8A1D1B29}" srcOrd="11" destOrd="0" presId="urn:microsoft.com/office/officeart/2011/layout/TabList"/>
    <dgm:cxn modelId="{BB3CECF9-9338-420E-A0AB-FFAC6A434CB4}" type="presParOf" srcId="{CCFB63F9-9195-4837-B35A-55B5A2AAA2F6}" destId="{C2B6B049-A258-4D25-8FDF-9C0D22A94DA2}" srcOrd="12" destOrd="0" presId="urn:microsoft.com/office/officeart/2011/layout/TabList"/>
    <dgm:cxn modelId="{C3B322FC-9289-4BDC-BBC2-E0C0621CB0FC}" type="presParOf" srcId="{C2B6B049-A258-4D25-8FDF-9C0D22A94DA2}" destId="{629DA86C-F241-466C-976D-B64361A15DD1}" srcOrd="0" destOrd="0" presId="urn:microsoft.com/office/officeart/2011/layout/TabList"/>
    <dgm:cxn modelId="{E3F2550C-60BB-40DA-A178-3D6619DF55D4}" type="presParOf" srcId="{C2B6B049-A258-4D25-8FDF-9C0D22A94DA2}" destId="{CCC6F873-53CD-4FC3-8B7E-63FA41CA4470}" srcOrd="1" destOrd="0" presId="urn:microsoft.com/office/officeart/2011/layout/TabList"/>
    <dgm:cxn modelId="{EC39C9A8-B509-4CE3-AE54-65BA120DF461}" type="presParOf" srcId="{C2B6B049-A258-4D25-8FDF-9C0D22A94DA2}" destId="{2CF20A20-D2DF-4B7B-A92C-79ACCB08E255}" srcOrd="2" destOrd="0" presId="urn:microsoft.com/office/officeart/2011/layout/TabList"/>
    <dgm:cxn modelId="{8FEB3D26-7810-45C8-ABE3-0D7E12106BE9}" type="presParOf" srcId="{CCFB63F9-9195-4837-B35A-55B5A2AAA2F6}" destId="{4AD9EEEE-D71E-4377-AD05-A0CD334BF07A}" srcOrd="13" destOrd="0" presId="urn:microsoft.com/office/officeart/2011/layout/Tab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80.xml><?xml version="1.0" encoding="utf-8"?>
<dgm:dataModel xmlns:dgm="http://schemas.openxmlformats.org/drawingml/2006/diagram" xmlns:a="http://schemas.openxmlformats.org/drawingml/2006/main">
  <dgm:ptLst>
    <dgm:pt modelId="{E103D490-AB94-46B8-8AEE-F23250680A7C}" type="doc">
      <dgm:prSet loTypeId="urn:microsoft.com/office/officeart/2005/8/layout/hierarchy3" loCatId="hierarchy" qsTypeId="urn:microsoft.com/office/officeart/2005/8/quickstyle/simple3" qsCatId="simple" csTypeId="urn:microsoft.com/office/officeart/2005/8/colors/colorful1" csCatId="colorful" phldr="1"/>
      <dgm:spPr/>
      <dgm:t>
        <a:bodyPr/>
        <a:lstStyle/>
        <a:p>
          <a:endParaRPr lang="en-IN"/>
        </a:p>
      </dgm:t>
    </dgm:pt>
    <dgm:pt modelId="{1EC3B9D3-EF97-4884-8333-A979821918F2}">
      <dgm:prSet phldrT="[Text]" custT="1"/>
      <dgm:spPr/>
      <dgm:t>
        <a:bodyPr/>
        <a:lstStyle/>
        <a:p>
          <a:r>
            <a:rPr lang="en-IN" sz="1800" b="0" i="0" dirty="0"/>
            <a:t>Idempotent Methods</a:t>
          </a:r>
          <a:endParaRPr lang="en-IN" sz="1800" b="0" dirty="0"/>
        </a:p>
      </dgm:t>
    </dgm:pt>
    <dgm:pt modelId="{D3E74B7A-4968-4A8B-ADE1-6F1721981658}" type="parTrans" cxnId="{A8678B56-D129-470A-ADEF-990B335E0A13}">
      <dgm:prSet/>
      <dgm:spPr/>
      <dgm:t>
        <a:bodyPr/>
        <a:lstStyle/>
        <a:p>
          <a:endParaRPr lang="en-IN" sz="1800" b="0"/>
        </a:p>
      </dgm:t>
    </dgm:pt>
    <dgm:pt modelId="{9B303157-CF94-489D-B1F1-68919D9D477C}" type="sibTrans" cxnId="{A8678B56-D129-470A-ADEF-990B335E0A13}">
      <dgm:prSet/>
      <dgm:spPr/>
      <dgm:t>
        <a:bodyPr/>
        <a:lstStyle/>
        <a:p>
          <a:endParaRPr lang="en-IN" sz="1800" b="0"/>
        </a:p>
      </dgm:t>
    </dgm:pt>
    <dgm:pt modelId="{17A95A24-4062-4BCA-A225-9DD229A76B93}">
      <dgm:prSet phldrT="[Text]" custT="1"/>
      <dgm:spPr/>
      <dgm:t>
        <a:bodyPr/>
        <a:lstStyle/>
        <a:p>
          <a:r>
            <a:rPr lang="en-IN" sz="1800" b="0" i="0" dirty="0"/>
            <a:t>GET</a:t>
          </a:r>
          <a:endParaRPr lang="en-IN" sz="1800" b="0" dirty="0"/>
        </a:p>
      </dgm:t>
    </dgm:pt>
    <dgm:pt modelId="{56476528-94D2-4CBA-9C1D-2BA4AE5EA1FD}" type="parTrans" cxnId="{1EF33EF2-B92D-4E7A-AF82-6DA04B23DA6D}">
      <dgm:prSet/>
      <dgm:spPr/>
      <dgm:t>
        <a:bodyPr/>
        <a:lstStyle/>
        <a:p>
          <a:endParaRPr lang="en-IN" sz="1800" b="0"/>
        </a:p>
      </dgm:t>
    </dgm:pt>
    <dgm:pt modelId="{091F5908-10FB-43FF-8090-C93C1CF8596D}" type="sibTrans" cxnId="{1EF33EF2-B92D-4E7A-AF82-6DA04B23DA6D}">
      <dgm:prSet/>
      <dgm:spPr/>
      <dgm:t>
        <a:bodyPr/>
        <a:lstStyle/>
        <a:p>
          <a:endParaRPr lang="en-IN" sz="1800" b="0"/>
        </a:p>
      </dgm:t>
    </dgm:pt>
    <dgm:pt modelId="{544DBAB2-79A8-4EFC-9868-7C6E53904287}">
      <dgm:prSet phldrT="[Text]" custT="1"/>
      <dgm:spPr/>
      <dgm:t>
        <a:bodyPr/>
        <a:lstStyle/>
        <a:p>
          <a:r>
            <a:rPr lang="en-IN" sz="1800" b="0" i="0" dirty="0"/>
            <a:t>PUT</a:t>
          </a:r>
          <a:endParaRPr lang="en-IN" sz="1800" b="0" dirty="0"/>
        </a:p>
      </dgm:t>
    </dgm:pt>
    <dgm:pt modelId="{960F75C5-B40B-4536-8B5F-55EC8026F1C2}" type="parTrans" cxnId="{2DF1F4F3-C738-4460-BFB7-A3BBC4AFDF5A}">
      <dgm:prSet/>
      <dgm:spPr/>
      <dgm:t>
        <a:bodyPr/>
        <a:lstStyle/>
        <a:p>
          <a:endParaRPr lang="en-IN" sz="1800" b="0"/>
        </a:p>
      </dgm:t>
    </dgm:pt>
    <dgm:pt modelId="{9C7BF173-3723-484E-BFAE-E3F871636AC6}" type="sibTrans" cxnId="{2DF1F4F3-C738-4460-BFB7-A3BBC4AFDF5A}">
      <dgm:prSet/>
      <dgm:spPr/>
      <dgm:t>
        <a:bodyPr/>
        <a:lstStyle/>
        <a:p>
          <a:endParaRPr lang="en-IN" sz="1800" b="0"/>
        </a:p>
      </dgm:t>
    </dgm:pt>
    <dgm:pt modelId="{3BD96DCD-5FB3-4C25-963D-3B7D6142B124}">
      <dgm:prSet phldrT="[Text]" custT="1"/>
      <dgm:spPr/>
      <dgm:t>
        <a:bodyPr/>
        <a:lstStyle/>
        <a:p>
          <a:r>
            <a:rPr lang="en-IN" sz="1800" b="0" i="0" dirty="0"/>
            <a:t>Non-Idempotent Methods</a:t>
          </a:r>
          <a:endParaRPr lang="en-IN" sz="1800" b="0" dirty="0"/>
        </a:p>
      </dgm:t>
    </dgm:pt>
    <dgm:pt modelId="{AE363EB8-6220-4D38-B071-8F6142C91351}" type="parTrans" cxnId="{EC717F9C-EE76-4117-A581-D0F22FE3194C}">
      <dgm:prSet/>
      <dgm:spPr/>
      <dgm:t>
        <a:bodyPr/>
        <a:lstStyle/>
        <a:p>
          <a:endParaRPr lang="en-IN" sz="1800" b="0"/>
        </a:p>
      </dgm:t>
    </dgm:pt>
    <dgm:pt modelId="{7E74F261-7DBD-4156-99A0-1D57EE8B89E6}" type="sibTrans" cxnId="{EC717F9C-EE76-4117-A581-D0F22FE3194C}">
      <dgm:prSet/>
      <dgm:spPr/>
      <dgm:t>
        <a:bodyPr/>
        <a:lstStyle/>
        <a:p>
          <a:endParaRPr lang="en-IN" sz="1800" b="0"/>
        </a:p>
      </dgm:t>
    </dgm:pt>
    <dgm:pt modelId="{E3D35058-D92C-4884-9B2D-D9EE97F8AE05}">
      <dgm:prSet phldrT="[Text]" custT="1"/>
      <dgm:spPr/>
      <dgm:t>
        <a:bodyPr/>
        <a:lstStyle/>
        <a:p>
          <a:r>
            <a:rPr lang="en-IN" sz="1800" b="0" i="0" dirty="0"/>
            <a:t>POST</a:t>
          </a:r>
          <a:endParaRPr lang="en-IN" sz="1800" b="0" dirty="0"/>
        </a:p>
      </dgm:t>
    </dgm:pt>
    <dgm:pt modelId="{38784532-5728-4B7B-BCA7-2C476DA86D38}" type="parTrans" cxnId="{2A3047F5-7AD3-4470-BDF0-9148098A3673}">
      <dgm:prSet/>
      <dgm:spPr/>
      <dgm:t>
        <a:bodyPr/>
        <a:lstStyle/>
        <a:p>
          <a:endParaRPr lang="en-IN" sz="1800" b="0"/>
        </a:p>
      </dgm:t>
    </dgm:pt>
    <dgm:pt modelId="{CD5697C6-AE05-4D5A-A0C3-74E02CF87A16}" type="sibTrans" cxnId="{2A3047F5-7AD3-4470-BDF0-9148098A3673}">
      <dgm:prSet/>
      <dgm:spPr/>
      <dgm:t>
        <a:bodyPr/>
        <a:lstStyle/>
        <a:p>
          <a:endParaRPr lang="en-IN" sz="1800" b="0"/>
        </a:p>
      </dgm:t>
    </dgm:pt>
    <dgm:pt modelId="{5B469272-11BD-4410-ADEF-BA64A30DE44F}">
      <dgm:prSet phldrT="[Text]" custT="1"/>
      <dgm:spPr/>
      <dgm:t>
        <a:bodyPr/>
        <a:lstStyle/>
        <a:p>
          <a:r>
            <a:rPr lang="en-IN" sz="1800" b="0" i="0" dirty="0"/>
            <a:t>DELETE</a:t>
          </a:r>
          <a:endParaRPr lang="en-IN" sz="1800" b="0" dirty="0"/>
        </a:p>
      </dgm:t>
    </dgm:pt>
    <dgm:pt modelId="{8D05029B-F3A8-4818-BD97-291DF21EC6DB}" type="parTrans" cxnId="{796CE81E-8411-4795-AE0A-B293C4E6D9D2}">
      <dgm:prSet/>
      <dgm:spPr/>
      <dgm:t>
        <a:bodyPr/>
        <a:lstStyle/>
        <a:p>
          <a:endParaRPr lang="en-IN" sz="1800" b="0"/>
        </a:p>
      </dgm:t>
    </dgm:pt>
    <dgm:pt modelId="{4D0F6462-9C97-44F9-B17E-6BE9B12BD4A8}" type="sibTrans" cxnId="{796CE81E-8411-4795-AE0A-B293C4E6D9D2}">
      <dgm:prSet/>
      <dgm:spPr/>
      <dgm:t>
        <a:bodyPr/>
        <a:lstStyle/>
        <a:p>
          <a:endParaRPr lang="en-IN" sz="1800" b="0"/>
        </a:p>
      </dgm:t>
    </dgm:pt>
    <dgm:pt modelId="{F1429774-A0C5-41FA-92AE-F5FD28EC2606}" type="pres">
      <dgm:prSet presAssocID="{E103D490-AB94-46B8-8AEE-F23250680A7C}" presName="diagram" presStyleCnt="0">
        <dgm:presLayoutVars>
          <dgm:chPref val="1"/>
          <dgm:dir/>
          <dgm:animOne val="branch"/>
          <dgm:animLvl val="lvl"/>
          <dgm:resizeHandles/>
        </dgm:presLayoutVars>
      </dgm:prSet>
      <dgm:spPr/>
    </dgm:pt>
    <dgm:pt modelId="{87ED3F28-4E29-4213-8076-364C7C4C9973}" type="pres">
      <dgm:prSet presAssocID="{1EC3B9D3-EF97-4884-8333-A979821918F2}" presName="root" presStyleCnt="0"/>
      <dgm:spPr/>
    </dgm:pt>
    <dgm:pt modelId="{A15FE29A-1197-4BA7-B51B-FF29D6F8F47C}" type="pres">
      <dgm:prSet presAssocID="{1EC3B9D3-EF97-4884-8333-A979821918F2}" presName="rootComposite" presStyleCnt="0"/>
      <dgm:spPr/>
    </dgm:pt>
    <dgm:pt modelId="{F564A53C-427C-4F85-AADC-142316427841}" type="pres">
      <dgm:prSet presAssocID="{1EC3B9D3-EF97-4884-8333-A979821918F2}" presName="rootText" presStyleLbl="node1" presStyleIdx="0" presStyleCnt="2" custScaleX="189393"/>
      <dgm:spPr/>
    </dgm:pt>
    <dgm:pt modelId="{52153E96-39B0-408C-9FEB-75D370ADA6D0}" type="pres">
      <dgm:prSet presAssocID="{1EC3B9D3-EF97-4884-8333-A979821918F2}" presName="rootConnector" presStyleLbl="node1" presStyleIdx="0" presStyleCnt="2"/>
      <dgm:spPr/>
    </dgm:pt>
    <dgm:pt modelId="{F87BB3DC-D1A7-411E-BD47-A46E6402B6F4}" type="pres">
      <dgm:prSet presAssocID="{1EC3B9D3-EF97-4884-8333-A979821918F2}" presName="childShape" presStyleCnt="0"/>
      <dgm:spPr/>
    </dgm:pt>
    <dgm:pt modelId="{8216BFD9-8D2C-41CD-AA87-50AD8BE47027}" type="pres">
      <dgm:prSet presAssocID="{56476528-94D2-4CBA-9C1D-2BA4AE5EA1FD}" presName="Name13" presStyleLbl="parChTrans1D2" presStyleIdx="0" presStyleCnt="4"/>
      <dgm:spPr/>
    </dgm:pt>
    <dgm:pt modelId="{D624FE73-F29A-4C09-85C7-0033336DF3F8}" type="pres">
      <dgm:prSet presAssocID="{17A95A24-4062-4BCA-A225-9DD229A76B93}" presName="childText" presStyleLbl="bgAcc1" presStyleIdx="0" presStyleCnt="4" custScaleX="133573" custScaleY="69481">
        <dgm:presLayoutVars>
          <dgm:bulletEnabled val="1"/>
        </dgm:presLayoutVars>
      </dgm:prSet>
      <dgm:spPr/>
    </dgm:pt>
    <dgm:pt modelId="{7DF11CE9-8800-4CB0-8512-35AC901896D1}" type="pres">
      <dgm:prSet presAssocID="{960F75C5-B40B-4536-8B5F-55EC8026F1C2}" presName="Name13" presStyleLbl="parChTrans1D2" presStyleIdx="1" presStyleCnt="4"/>
      <dgm:spPr/>
    </dgm:pt>
    <dgm:pt modelId="{EE3C2C1D-514A-49DC-90D4-96C167B7B463}" type="pres">
      <dgm:prSet presAssocID="{544DBAB2-79A8-4EFC-9868-7C6E53904287}" presName="childText" presStyleLbl="bgAcc1" presStyleIdx="1" presStyleCnt="4" custScaleX="133573" custScaleY="69481">
        <dgm:presLayoutVars>
          <dgm:bulletEnabled val="1"/>
        </dgm:presLayoutVars>
      </dgm:prSet>
      <dgm:spPr/>
    </dgm:pt>
    <dgm:pt modelId="{858932F5-ADCD-4B98-A736-D65D487E7AD1}" type="pres">
      <dgm:prSet presAssocID="{8D05029B-F3A8-4818-BD97-291DF21EC6DB}" presName="Name13" presStyleLbl="parChTrans1D2" presStyleIdx="2" presStyleCnt="4"/>
      <dgm:spPr/>
    </dgm:pt>
    <dgm:pt modelId="{4BFA08EA-A8CF-42DD-9127-2107875A821B}" type="pres">
      <dgm:prSet presAssocID="{5B469272-11BD-4410-ADEF-BA64A30DE44F}" presName="childText" presStyleLbl="bgAcc1" presStyleIdx="2" presStyleCnt="4" custScaleX="133573" custScaleY="69481">
        <dgm:presLayoutVars>
          <dgm:bulletEnabled val="1"/>
        </dgm:presLayoutVars>
      </dgm:prSet>
      <dgm:spPr/>
    </dgm:pt>
    <dgm:pt modelId="{B912B146-58E2-411B-8F75-DFB10FA77D6E}" type="pres">
      <dgm:prSet presAssocID="{3BD96DCD-5FB3-4C25-963D-3B7D6142B124}" presName="root" presStyleCnt="0"/>
      <dgm:spPr/>
    </dgm:pt>
    <dgm:pt modelId="{D1FA86F8-F617-425B-A7B1-32B2E32CA9F9}" type="pres">
      <dgm:prSet presAssocID="{3BD96DCD-5FB3-4C25-963D-3B7D6142B124}" presName="rootComposite" presStyleCnt="0"/>
      <dgm:spPr/>
    </dgm:pt>
    <dgm:pt modelId="{9AF3AD0E-7956-42C4-8D7C-B3B90DEA3DE0}" type="pres">
      <dgm:prSet presAssocID="{3BD96DCD-5FB3-4C25-963D-3B7D6142B124}" presName="rootText" presStyleLbl="node1" presStyleIdx="1" presStyleCnt="2" custScaleX="189393"/>
      <dgm:spPr/>
    </dgm:pt>
    <dgm:pt modelId="{3C2DB0FD-3B3C-4C23-84A9-0CAAC91CEC43}" type="pres">
      <dgm:prSet presAssocID="{3BD96DCD-5FB3-4C25-963D-3B7D6142B124}" presName="rootConnector" presStyleLbl="node1" presStyleIdx="1" presStyleCnt="2"/>
      <dgm:spPr/>
    </dgm:pt>
    <dgm:pt modelId="{78FCE8A7-273C-4C48-A7D0-91373347773B}" type="pres">
      <dgm:prSet presAssocID="{3BD96DCD-5FB3-4C25-963D-3B7D6142B124}" presName="childShape" presStyleCnt="0"/>
      <dgm:spPr/>
    </dgm:pt>
    <dgm:pt modelId="{19475593-62B8-481E-B0B9-61A9742DC6AD}" type="pres">
      <dgm:prSet presAssocID="{38784532-5728-4B7B-BCA7-2C476DA86D38}" presName="Name13" presStyleLbl="parChTrans1D2" presStyleIdx="3" presStyleCnt="4"/>
      <dgm:spPr/>
    </dgm:pt>
    <dgm:pt modelId="{CBF6EF5A-3360-4E5D-BFBE-C40CA4CBB40A}" type="pres">
      <dgm:prSet presAssocID="{E3D35058-D92C-4884-9B2D-D9EE97F8AE05}" presName="childText" presStyleLbl="bgAcc1" presStyleIdx="3" presStyleCnt="4" custScaleX="133573" custScaleY="69481">
        <dgm:presLayoutVars>
          <dgm:bulletEnabled val="1"/>
        </dgm:presLayoutVars>
      </dgm:prSet>
      <dgm:spPr/>
    </dgm:pt>
  </dgm:ptLst>
  <dgm:cxnLst>
    <dgm:cxn modelId="{908C640C-B34C-4A5D-BC12-8FDC81D6BFA2}" type="presOf" srcId="{5B469272-11BD-4410-ADEF-BA64A30DE44F}" destId="{4BFA08EA-A8CF-42DD-9127-2107875A821B}" srcOrd="0" destOrd="0" presId="urn:microsoft.com/office/officeart/2005/8/layout/hierarchy3"/>
    <dgm:cxn modelId="{BB5C1F0F-CF30-4E31-9428-45D9104EB81C}" type="presOf" srcId="{38784532-5728-4B7B-BCA7-2C476DA86D38}" destId="{19475593-62B8-481E-B0B9-61A9742DC6AD}" srcOrd="0" destOrd="0" presId="urn:microsoft.com/office/officeart/2005/8/layout/hierarchy3"/>
    <dgm:cxn modelId="{F71CD317-30CF-4561-8562-0980ED0D8B56}" type="presOf" srcId="{3BD96DCD-5FB3-4C25-963D-3B7D6142B124}" destId="{9AF3AD0E-7956-42C4-8D7C-B3B90DEA3DE0}" srcOrd="0" destOrd="0" presId="urn:microsoft.com/office/officeart/2005/8/layout/hierarchy3"/>
    <dgm:cxn modelId="{796CE81E-8411-4795-AE0A-B293C4E6D9D2}" srcId="{1EC3B9D3-EF97-4884-8333-A979821918F2}" destId="{5B469272-11BD-4410-ADEF-BA64A30DE44F}" srcOrd="2" destOrd="0" parTransId="{8D05029B-F3A8-4818-BD97-291DF21EC6DB}" sibTransId="{4D0F6462-9C97-44F9-B17E-6BE9B12BD4A8}"/>
    <dgm:cxn modelId="{DCBBD831-C7DB-4A0D-BE26-6C562DC613B1}" type="presOf" srcId="{1EC3B9D3-EF97-4884-8333-A979821918F2}" destId="{F564A53C-427C-4F85-AADC-142316427841}" srcOrd="0" destOrd="0" presId="urn:microsoft.com/office/officeart/2005/8/layout/hierarchy3"/>
    <dgm:cxn modelId="{73D5664F-DD3F-4E58-B797-22F27DCC7454}" type="presOf" srcId="{56476528-94D2-4CBA-9C1D-2BA4AE5EA1FD}" destId="{8216BFD9-8D2C-41CD-AA87-50AD8BE47027}" srcOrd="0" destOrd="0" presId="urn:microsoft.com/office/officeart/2005/8/layout/hierarchy3"/>
    <dgm:cxn modelId="{A8678B56-D129-470A-ADEF-990B335E0A13}" srcId="{E103D490-AB94-46B8-8AEE-F23250680A7C}" destId="{1EC3B9D3-EF97-4884-8333-A979821918F2}" srcOrd="0" destOrd="0" parTransId="{D3E74B7A-4968-4A8B-ADE1-6F1721981658}" sibTransId="{9B303157-CF94-489D-B1F1-68919D9D477C}"/>
    <dgm:cxn modelId="{74FBAA81-F241-404E-92D0-9160D663275B}" type="presOf" srcId="{E103D490-AB94-46B8-8AEE-F23250680A7C}" destId="{F1429774-A0C5-41FA-92AE-F5FD28EC2606}" srcOrd="0" destOrd="0" presId="urn:microsoft.com/office/officeart/2005/8/layout/hierarchy3"/>
    <dgm:cxn modelId="{C9285A86-D142-464B-BEE7-30CA9E58451F}" type="presOf" srcId="{17A95A24-4062-4BCA-A225-9DD229A76B93}" destId="{D624FE73-F29A-4C09-85C7-0033336DF3F8}" srcOrd="0" destOrd="0" presId="urn:microsoft.com/office/officeart/2005/8/layout/hierarchy3"/>
    <dgm:cxn modelId="{45D2879B-3DF2-4FE0-8BFA-60CBECF9ED54}" type="presOf" srcId="{544DBAB2-79A8-4EFC-9868-7C6E53904287}" destId="{EE3C2C1D-514A-49DC-90D4-96C167B7B463}" srcOrd="0" destOrd="0" presId="urn:microsoft.com/office/officeart/2005/8/layout/hierarchy3"/>
    <dgm:cxn modelId="{EC717F9C-EE76-4117-A581-D0F22FE3194C}" srcId="{E103D490-AB94-46B8-8AEE-F23250680A7C}" destId="{3BD96DCD-5FB3-4C25-963D-3B7D6142B124}" srcOrd="1" destOrd="0" parTransId="{AE363EB8-6220-4D38-B071-8F6142C91351}" sibTransId="{7E74F261-7DBD-4156-99A0-1D57EE8B89E6}"/>
    <dgm:cxn modelId="{7947C39E-0722-4088-B3A7-B2080FE9F949}" type="presOf" srcId="{960F75C5-B40B-4536-8B5F-55EC8026F1C2}" destId="{7DF11CE9-8800-4CB0-8512-35AC901896D1}" srcOrd="0" destOrd="0" presId="urn:microsoft.com/office/officeart/2005/8/layout/hierarchy3"/>
    <dgm:cxn modelId="{B2A916C6-0AA1-487A-8536-ABF27031DE7C}" type="presOf" srcId="{3BD96DCD-5FB3-4C25-963D-3B7D6142B124}" destId="{3C2DB0FD-3B3C-4C23-84A9-0CAAC91CEC43}" srcOrd="1" destOrd="0" presId="urn:microsoft.com/office/officeart/2005/8/layout/hierarchy3"/>
    <dgm:cxn modelId="{3EA88EC9-AAA6-4DE3-A4FE-C649F154AD31}" type="presOf" srcId="{E3D35058-D92C-4884-9B2D-D9EE97F8AE05}" destId="{CBF6EF5A-3360-4E5D-BFBE-C40CA4CBB40A}" srcOrd="0" destOrd="0" presId="urn:microsoft.com/office/officeart/2005/8/layout/hierarchy3"/>
    <dgm:cxn modelId="{AEB19AD5-D638-4291-8F06-F3F61767D8A4}" type="presOf" srcId="{1EC3B9D3-EF97-4884-8333-A979821918F2}" destId="{52153E96-39B0-408C-9FEB-75D370ADA6D0}" srcOrd="1" destOrd="0" presId="urn:microsoft.com/office/officeart/2005/8/layout/hierarchy3"/>
    <dgm:cxn modelId="{1EF33EF2-B92D-4E7A-AF82-6DA04B23DA6D}" srcId="{1EC3B9D3-EF97-4884-8333-A979821918F2}" destId="{17A95A24-4062-4BCA-A225-9DD229A76B93}" srcOrd="0" destOrd="0" parTransId="{56476528-94D2-4CBA-9C1D-2BA4AE5EA1FD}" sibTransId="{091F5908-10FB-43FF-8090-C93C1CF8596D}"/>
    <dgm:cxn modelId="{2DF1F4F3-C738-4460-BFB7-A3BBC4AFDF5A}" srcId="{1EC3B9D3-EF97-4884-8333-A979821918F2}" destId="{544DBAB2-79A8-4EFC-9868-7C6E53904287}" srcOrd="1" destOrd="0" parTransId="{960F75C5-B40B-4536-8B5F-55EC8026F1C2}" sibTransId="{9C7BF173-3723-484E-BFAE-E3F871636AC6}"/>
    <dgm:cxn modelId="{2A3047F5-7AD3-4470-BDF0-9148098A3673}" srcId="{3BD96DCD-5FB3-4C25-963D-3B7D6142B124}" destId="{E3D35058-D92C-4884-9B2D-D9EE97F8AE05}" srcOrd="0" destOrd="0" parTransId="{38784532-5728-4B7B-BCA7-2C476DA86D38}" sibTransId="{CD5697C6-AE05-4D5A-A0C3-74E02CF87A16}"/>
    <dgm:cxn modelId="{C7F244F6-5893-4845-9009-5F6551EB921D}" type="presOf" srcId="{8D05029B-F3A8-4818-BD97-291DF21EC6DB}" destId="{858932F5-ADCD-4B98-A736-D65D487E7AD1}" srcOrd="0" destOrd="0" presId="urn:microsoft.com/office/officeart/2005/8/layout/hierarchy3"/>
    <dgm:cxn modelId="{DE063D5C-5406-4D86-947C-56165A386BF0}" type="presParOf" srcId="{F1429774-A0C5-41FA-92AE-F5FD28EC2606}" destId="{87ED3F28-4E29-4213-8076-364C7C4C9973}" srcOrd="0" destOrd="0" presId="urn:microsoft.com/office/officeart/2005/8/layout/hierarchy3"/>
    <dgm:cxn modelId="{2E9D2C01-2985-4A44-A686-0A739AEC00FF}" type="presParOf" srcId="{87ED3F28-4E29-4213-8076-364C7C4C9973}" destId="{A15FE29A-1197-4BA7-B51B-FF29D6F8F47C}" srcOrd="0" destOrd="0" presId="urn:microsoft.com/office/officeart/2005/8/layout/hierarchy3"/>
    <dgm:cxn modelId="{D3D92B1D-4895-425A-962A-DDF50E655CE5}" type="presParOf" srcId="{A15FE29A-1197-4BA7-B51B-FF29D6F8F47C}" destId="{F564A53C-427C-4F85-AADC-142316427841}" srcOrd="0" destOrd="0" presId="urn:microsoft.com/office/officeart/2005/8/layout/hierarchy3"/>
    <dgm:cxn modelId="{E1A5845A-583C-47AE-A47E-0DBA9D3A36ED}" type="presParOf" srcId="{A15FE29A-1197-4BA7-B51B-FF29D6F8F47C}" destId="{52153E96-39B0-408C-9FEB-75D370ADA6D0}" srcOrd="1" destOrd="0" presId="urn:microsoft.com/office/officeart/2005/8/layout/hierarchy3"/>
    <dgm:cxn modelId="{9734AC21-FC2A-478B-BC8F-05345389CCE4}" type="presParOf" srcId="{87ED3F28-4E29-4213-8076-364C7C4C9973}" destId="{F87BB3DC-D1A7-411E-BD47-A46E6402B6F4}" srcOrd="1" destOrd="0" presId="urn:microsoft.com/office/officeart/2005/8/layout/hierarchy3"/>
    <dgm:cxn modelId="{4DCEE269-4D28-4C72-AA17-A0BE3C13C56B}" type="presParOf" srcId="{F87BB3DC-D1A7-411E-BD47-A46E6402B6F4}" destId="{8216BFD9-8D2C-41CD-AA87-50AD8BE47027}" srcOrd="0" destOrd="0" presId="urn:microsoft.com/office/officeart/2005/8/layout/hierarchy3"/>
    <dgm:cxn modelId="{AE7B9A56-6A15-4A04-A009-C2217D573028}" type="presParOf" srcId="{F87BB3DC-D1A7-411E-BD47-A46E6402B6F4}" destId="{D624FE73-F29A-4C09-85C7-0033336DF3F8}" srcOrd="1" destOrd="0" presId="urn:microsoft.com/office/officeart/2005/8/layout/hierarchy3"/>
    <dgm:cxn modelId="{75C3C3A2-A4E6-45E1-8675-E50C8C346733}" type="presParOf" srcId="{F87BB3DC-D1A7-411E-BD47-A46E6402B6F4}" destId="{7DF11CE9-8800-4CB0-8512-35AC901896D1}" srcOrd="2" destOrd="0" presId="urn:microsoft.com/office/officeart/2005/8/layout/hierarchy3"/>
    <dgm:cxn modelId="{6A3C4EF7-BA0B-419C-9B42-93AB4178622E}" type="presParOf" srcId="{F87BB3DC-D1A7-411E-BD47-A46E6402B6F4}" destId="{EE3C2C1D-514A-49DC-90D4-96C167B7B463}" srcOrd="3" destOrd="0" presId="urn:microsoft.com/office/officeart/2005/8/layout/hierarchy3"/>
    <dgm:cxn modelId="{AE6328DB-75EF-4DEE-B8B2-D373E1AD1538}" type="presParOf" srcId="{F87BB3DC-D1A7-411E-BD47-A46E6402B6F4}" destId="{858932F5-ADCD-4B98-A736-D65D487E7AD1}" srcOrd="4" destOrd="0" presId="urn:microsoft.com/office/officeart/2005/8/layout/hierarchy3"/>
    <dgm:cxn modelId="{CF2E8ADD-67B0-4776-A4CD-CBD0724EC9F0}" type="presParOf" srcId="{F87BB3DC-D1A7-411E-BD47-A46E6402B6F4}" destId="{4BFA08EA-A8CF-42DD-9127-2107875A821B}" srcOrd="5" destOrd="0" presId="urn:microsoft.com/office/officeart/2005/8/layout/hierarchy3"/>
    <dgm:cxn modelId="{EB1EEE39-0B4D-43A7-B987-543C392CAC16}" type="presParOf" srcId="{F1429774-A0C5-41FA-92AE-F5FD28EC2606}" destId="{B912B146-58E2-411B-8F75-DFB10FA77D6E}" srcOrd="1" destOrd="0" presId="urn:microsoft.com/office/officeart/2005/8/layout/hierarchy3"/>
    <dgm:cxn modelId="{EB25B59E-EDEC-4970-A891-0E76227F637F}" type="presParOf" srcId="{B912B146-58E2-411B-8F75-DFB10FA77D6E}" destId="{D1FA86F8-F617-425B-A7B1-32B2E32CA9F9}" srcOrd="0" destOrd="0" presId="urn:microsoft.com/office/officeart/2005/8/layout/hierarchy3"/>
    <dgm:cxn modelId="{AB8F0918-9783-4A30-9542-6AE4959655F0}" type="presParOf" srcId="{D1FA86F8-F617-425B-A7B1-32B2E32CA9F9}" destId="{9AF3AD0E-7956-42C4-8D7C-B3B90DEA3DE0}" srcOrd="0" destOrd="0" presId="urn:microsoft.com/office/officeart/2005/8/layout/hierarchy3"/>
    <dgm:cxn modelId="{BD234D38-73F3-4EF5-A389-E08847C11D4A}" type="presParOf" srcId="{D1FA86F8-F617-425B-A7B1-32B2E32CA9F9}" destId="{3C2DB0FD-3B3C-4C23-84A9-0CAAC91CEC43}" srcOrd="1" destOrd="0" presId="urn:microsoft.com/office/officeart/2005/8/layout/hierarchy3"/>
    <dgm:cxn modelId="{41F6CC2E-2402-44BE-BEF5-56BDAF94B629}" type="presParOf" srcId="{B912B146-58E2-411B-8F75-DFB10FA77D6E}" destId="{78FCE8A7-273C-4C48-A7D0-91373347773B}" srcOrd="1" destOrd="0" presId="urn:microsoft.com/office/officeart/2005/8/layout/hierarchy3"/>
    <dgm:cxn modelId="{CE96D975-98C6-4FCA-8F97-D1C45E4D4C8F}" type="presParOf" srcId="{78FCE8A7-273C-4C48-A7D0-91373347773B}" destId="{19475593-62B8-481E-B0B9-61A9742DC6AD}" srcOrd="0" destOrd="0" presId="urn:microsoft.com/office/officeart/2005/8/layout/hierarchy3"/>
    <dgm:cxn modelId="{031AEC88-3FD1-43AD-B38E-9732BF07C553}" type="presParOf" srcId="{78FCE8A7-273C-4C48-A7D0-91373347773B}" destId="{CBF6EF5A-3360-4E5D-BFBE-C40CA4CBB40A}" srcOrd="1" destOrd="0" presId="urn:microsoft.com/office/officeart/2005/8/layout/hierarchy3"/>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81.xml><?xml version="1.0" encoding="utf-8"?>
<dgm:dataModel xmlns:dgm="http://schemas.openxmlformats.org/drawingml/2006/diagram" xmlns:a="http://schemas.openxmlformats.org/drawingml/2006/main">
  <dgm:ptLst>
    <dgm:pt modelId="{F504E805-0A52-440C-8CF5-98D2AC9781A8}" type="doc">
      <dgm:prSet loTypeId="urn:microsoft.com/office/officeart/2005/8/layout/process2" loCatId="process" qsTypeId="urn:microsoft.com/office/officeart/2005/8/quickstyle/simple3" qsCatId="simple" csTypeId="urn:microsoft.com/office/officeart/2005/8/colors/colorful4" csCatId="colorful" phldr="1"/>
      <dgm:spPr/>
    </dgm:pt>
    <dgm:pt modelId="{00D36796-136E-4DB6-8A49-6D39543475D5}">
      <dgm:prSet phldrT="[Text]" custT="1"/>
      <dgm:spPr/>
      <dgm:t>
        <a:bodyPr/>
        <a:lstStyle/>
        <a:p>
          <a:r>
            <a:rPr lang="en-US" sz="1800" dirty="0"/>
            <a:t>Performing same operation multiple times</a:t>
          </a:r>
        </a:p>
        <a:p>
          <a:r>
            <a:rPr lang="en-US" sz="1800" dirty="0"/>
            <a:t>(GET: </a:t>
          </a:r>
          <a:r>
            <a:rPr lang="en-IN" sz="1800" dirty="0">
              <a:effectLst/>
            </a:rPr>
            <a:t>www.abc.com/users </a:t>
          </a:r>
          <a:r>
            <a:rPr lang="en-US" sz="1800" dirty="0"/>
            <a:t>)</a:t>
          </a:r>
          <a:endParaRPr lang="en-IN" sz="1800" dirty="0"/>
        </a:p>
      </dgm:t>
    </dgm:pt>
    <dgm:pt modelId="{005C1284-71AC-4942-B16F-5488633750E6}" type="parTrans" cxnId="{6128A82C-EAE9-4175-B685-EDC41C7F7613}">
      <dgm:prSet/>
      <dgm:spPr/>
      <dgm:t>
        <a:bodyPr/>
        <a:lstStyle/>
        <a:p>
          <a:endParaRPr lang="en-IN" sz="1800"/>
        </a:p>
      </dgm:t>
    </dgm:pt>
    <dgm:pt modelId="{84083324-217E-4E22-BFED-7453352074C0}" type="sibTrans" cxnId="{6128A82C-EAE9-4175-B685-EDC41C7F7613}">
      <dgm:prSet custT="1"/>
      <dgm:spPr/>
      <dgm:t>
        <a:bodyPr/>
        <a:lstStyle/>
        <a:p>
          <a:endParaRPr lang="en-IN" sz="1800"/>
        </a:p>
      </dgm:t>
    </dgm:pt>
    <dgm:pt modelId="{8D72BB9C-E934-4C72-AFC2-0F1D566383E2}">
      <dgm:prSet phldrT="[Text]" custT="1"/>
      <dgm:spPr/>
      <dgm:t>
        <a:bodyPr/>
        <a:lstStyle/>
        <a:p>
          <a:r>
            <a:rPr lang="en-US" sz="1800" dirty="0"/>
            <a:t>Same output/ response/ result</a:t>
          </a:r>
          <a:endParaRPr lang="en-IN" sz="1800" dirty="0"/>
        </a:p>
      </dgm:t>
    </dgm:pt>
    <dgm:pt modelId="{FC098130-D76A-458E-AA4F-9E3340486D89}" type="parTrans" cxnId="{431E0AF1-BA16-4ABC-A0DD-0C53F80969D8}">
      <dgm:prSet/>
      <dgm:spPr/>
      <dgm:t>
        <a:bodyPr/>
        <a:lstStyle/>
        <a:p>
          <a:endParaRPr lang="en-IN" sz="1800"/>
        </a:p>
      </dgm:t>
    </dgm:pt>
    <dgm:pt modelId="{C571D7B0-DE0B-4F64-82DB-375A49C744DB}" type="sibTrans" cxnId="{431E0AF1-BA16-4ABC-A0DD-0C53F80969D8}">
      <dgm:prSet/>
      <dgm:spPr/>
      <dgm:t>
        <a:bodyPr/>
        <a:lstStyle/>
        <a:p>
          <a:endParaRPr lang="en-IN" sz="1800"/>
        </a:p>
      </dgm:t>
    </dgm:pt>
    <dgm:pt modelId="{B90BD221-6F7A-4128-9221-CD61E1CCD0D8}" type="pres">
      <dgm:prSet presAssocID="{F504E805-0A52-440C-8CF5-98D2AC9781A8}" presName="linearFlow" presStyleCnt="0">
        <dgm:presLayoutVars>
          <dgm:resizeHandles val="exact"/>
        </dgm:presLayoutVars>
      </dgm:prSet>
      <dgm:spPr/>
    </dgm:pt>
    <dgm:pt modelId="{05230FB4-2835-4ACF-B03F-78A0A5B58A91}" type="pres">
      <dgm:prSet presAssocID="{00D36796-136E-4DB6-8A49-6D39543475D5}" presName="node" presStyleLbl="node1" presStyleIdx="0" presStyleCnt="2">
        <dgm:presLayoutVars>
          <dgm:bulletEnabled val="1"/>
        </dgm:presLayoutVars>
      </dgm:prSet>
      <dgm:spPr/>
    </dgm:pt>
    <dgm:pt modelId="{EE91456F-AC3F-4BE1-AE29-D5AA020440F4}" type="pres">
      <dgm:prSet presAssocID="{84083324-217E-4E22-BFED-7453352074C0}" presName="sibTrans" presStyleLbl="sibTrans2D1" presStyleIdx="0" presStyleCnt="1"/>
      <dgm:spPr/>
    </dgm:pt>
    <dgm:pt modelId="{06B9A9CE-D295-4D82-9FB3-026232732112}" type="pres">
      <dgm:prSet presAssocID="{84083324-217E-4E22-BFED-7453352074C0}" presName="connectorText" presStyleLbl="sibTrans2D1" presStyleIdx="0" presStyleCnt="1"/>
      <dgm:spPr/>
    </dgm:pt>
    <dgm:pt modelId="{1C2FD2F8-08B7-4356-AB3B-A4FECBB41B69}" type="pres">
      <dgm:prSet presAssocID="{8D72BB9C-E934-4C72-AFC2-0F1D566383E2}" presName="node" presStyleLbl="node1" presStyleIdx="1" presStyleCnt="2">
        <dgm:presLayoutVars>
          <dgm:bulletEnabled val="1"/>
        </dgm:presLayoutVars>
      </dgm:prSet>
      <dgm:spPr/>
    </dgm:pt>
  </dgm:ptLst>
  <dgm:cxnLst>
    <dgm:cxn modelId="{6128A82C-EAE9-4175-B685-EDC41C7F7613}" srcId="{F504E805-0A52-440C-8CF5-98D2AC9781A8}" destId="{00D36796-136E-4DB6-8A49-6D39543475D5}" srcOrd="0" destOrd="0" parTransId="{005C1284-71AC-4942-B16F-5488633750E6}" sibTransId="{84083324-217E-4E22-BFED-7453352074C0}"/>
    <dgm:cxn modelId="{9F80D269-F0EA-44B4-B27A-286B6F83ED55}" type="presOf" srcId="{8D72BB9C-E934-4C72-AFC2-0F1D566383E2}" destId="{1C2FD2F8-08B7-4356-AB3B-A4FECBB41B69}" srcOrd="0" destOrd="0" presId="urn:microsoft.com/office/officeart/2005/8/layout/process2"/>
    <dgm:cxn modelId="{F5A74153-1B65-45EA-80C8-1345AEACBA3D}" type="presOf" srcId="{F504E805-0A52-440C-8CF5-98D2AC9781A8}" destId="{B90BD221-6F7A-4128-9221-CD61E1CCD0D8}" srcOrd="0" destOrd="0" presId="urn:microsoft.com/office/officeart/2005/8/layout/process2"/>
    <dgm:cxn modelId="{AE4DEEB0-6589-42CB-A0A4-F50217A43BE9}" type="presOf" srcId="{84083324-217E-4E22-BFED-7453352074C0}" destId="{EE91456F-AC3F-4BE1-AE29-D5AA020440F4}" srcOrd="0" destOrd="0" presId="urn:microsoft.com/office/officeart/2005/8/layout/process2"/>
    <dgm:cxn modelId="{AC7F99E0-053F-4271-A785-B2E6FA1A98DB}" type="presOf" srcId="{00D36796-136E-4DB6-8A49-6D39543475D5}" destId="{05230FB4-2835-4ACF-B03F-78A0A5B58A91}" srcOrd="0" destOrd="0" presId="urn:microsoft.com/office/officeart/2005/8/layout/process2"/>
    <dgm:cxn modelId="{431E0AF1-BA16-4ABC-A0DD-0C53F80969D8}" srcId="{F504E805-0A52-440C-8CF5-98D2AC9781A8}" destId="{8D72BB9C-E934-4C72-AFC2-0F1D566383E2}" srcOrd="1" destOrd="0" parTransId="{FC098130-D76A-458E-AA4F-9E3340486D89}" sibTransId="{C571D7B0-DE0B-4F64-82DB-375A49C744DB}"/>
    <dgm:cxn modelId="{B2C59BF9-ECE5-4867-9AFF-38558DD3E875}" type="presOf" srcId="{84083324-217E-4E22-BFED-7453352074C0}" destId="{06B9A9CE-D295-4D82-9FB3-026232732112}" srcOrd="1" destOrd="0" presId="urn:microsoft.com/office/officeart/2005/8/layout/process2"/>
    <dgm:cxn modelId="{A54E8CE2-F083-48FA-B904-C52CE0367AEC}" type="presParOf" srcId="{B90BD221-6F7A-4128-9221-CD61E1CCD0D8}" destId="{05230FB4-2835-4ACF-B03F-78A0A5B58A91}" srcOrd="0" destOrd="0" presId="urn:microsoft.com/office/officeart/2005/8/layout/process2"/>
    <dgm:cxn modelId="{128D3EBD-B3BE-4F99-8D1C-E165D295BDAE}" type="presParOf" srcId="{B90BD221-6F7A-4128-9221-CD61E1CCD0D8}" destId="{EE91456F-AC3F-4BE1-AE29-D5AA020440F4}" srcOrd="1" destOrd="0" presId="urn:microsoft.com/office/officeart/2005/8/layout/process2"/>
    <dgm:cxn modelId="{9B8473E6-3CF3-4F0B-80D9-D5B5882B338F}" type="presParOf" srcId="{EE91456F-AC3F-4BE1-AE29-D5AA020440F4}" destId="{06B9A9CE-D295-4D82-9FB3-026232732112}" srcOrd="0" destOrd="0" presId="urn:microsoft.com/office/officeart/2005/8/layout/process2"/>
    <dgm:cxn modelId="{841FA567-3CCF-4131-B1FC-AD4E2875788F}" type="presParOf" srcId="{B90BD221-6F7A-4128-9221-CD61E1CCD0D8}" destId="{1C2FD2F8-08B7-4356-AB3B-A4FECBB41B69}" srcOrd="2" destOrd="0" presId="urn:microsoft.com/office/officeart/2005/8/layout/process2"/>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82.xml><?xml version="1.0" encoding="utf-8"?>
<dgm:dataModel xmlns:dgm="http://schemas.openxmlformats.org/drawingml/2006/diagram" xmlns:a="http://schemas.openxmlformats.org/drawingml/2006/main">
  <dgm:ptLst>
    <dgm:pt modelId="{BE98567C-C8D8-4BD7-9534-D7617B93D0E4}" type="doc">
      <dgm:prSet loTypeId="urn:microsoft.com/office/officeart/2005/8/layout/hList1" loCatId="list" qsTypeId="urn:microsoft.com/office/officeart/2005/8/quickstyle/simple3" qsCatId="simple" csTypeId="urn:microsoft.com/office/officeart/2005/8/colors/colorful1" csCatId="colorful" phldr="1"/>
      <dgm:spPr/>
      <dgm:t>
        <a:bodyPr/>
        <a:lstStyle/>
        <a:p>
          <a:endParaRPr lang="en-IN"/>
        </a:p>
      </dgm:t>
    </dgm:pt>
    <dgm:pt modelId="{896D7ABE-9321-4B99-9F2B-C9E96A7FA2AD}">
      <dgm:prSet phldrT="[Text]" custT="1"/>
      <dgm:spPr/>
      <dgm:t>
        <a:bodyPr/>
        <a:lstStyle/>
        <a:p>
          <a:r>
            <a:rPr lang="en-US" sz="1800" b="1" dirty="0"/>
            <a:t>2XX (Success)</a:t>
          </a:r>
          <a:endParaRPr lang="en-IN" sz="1800" b="1" dirty="0"/>
        </a:p>
      </dgm:t>
    </dgm:pt>
    <dgm:pt modelId="{700F5F50-81CE-42E9-A685-3A545E2EF79D}" type="parTrans" cxnId="{650E3F92-6434-41ED-8E8A-50A321E8851A}">
      <dgm:prSet/>
      <dgm:spPr/>
      <dgm:t>
        <a:bodyPr/>
        <a:lstStyle/>
        <a:p>
          <a:endParaRPr lang="en-IN" sz="1800" b="0"/>
        </a:p>
      </dgm:t>
    </dgm:pt>
    <dgm:pt modelId="{9A965723-8499-41A1-B3DC-B35148FDC038}" type="sibTrans" cxnId="{650E3F92-6434-41ED-8E8A-50A321E8851A}">
      <dgm:prSet/>
      <dgm:spPr/>
      <dgm:t>
        <a:bodyPr/>
        <a:lstStyle/>
        <a:p>
          <a:endParaRPr lang="en-IN" sz="1800" b="0"/>
        </a:p>
      </dgm:t>
    </dgm:pt>
    <dgm:pt modelId="{477BF266-497C-4BFB-A649-1D59952F3A69}">
      <dgm:prSet phldrT="[Text]" custT="1"/>
      <dgm:spPr/>
      <dgm:t>
        <a:bodyPr/>
        <a:lstStyle/>
        <a:p>
          <a:r>
            <a:rPr lang="en-US" sz="1800" b="0" dirty="0"/>
            <a:t>200: OK</a:t>
          </a:r>
          <a:endParaRPr lang="en-IN" sz="1800" b="0" dirty="0"/>
        </a:p>
      </dgm:t>
    </dgm:pt>
    <dgm:pt modelId="{F7B63958-BADF-4B2C-BFAD-429C0106AE58}" type="parTrans" cxnId="{6E1D3007-95D2-467D-A315-3360BC59E0B4}">
      <dgm:prSet/>
      <dgm:spPr/>
      <dgm:t>
        <a:bodyPr/>
        <a:lstStyle/>
        <a:p>
          <a:endParaRPr lang="en-IN" sz="1800" b="0"/>
        </a:p>
      </dgm:t>
    </dgm:pt>
    <dgm:pt modelId="{87F6CA4C-8F89-42A8-844E-663F100CDB17}" type="sibTrans" cxnId="{6E1D3007-95D2-467D-A315-3360BC59E0B4}">
      <dgm:prSet/>
      <dgm:spPr/>
      <dgm:t>
        <a:bodyPr/>
        <a:lstStyle/>
        <a:p>
          <a:endParaRPr lang="en-IN" sz="1800" b="0"/>
        </a:p>
      </dgm:t>
    </dgm:pt>
    <dgm:pt modelId="{445C4917-660B-48F3-880B-2C96431069E0}">
      <dgm:prSet phldrT="[Text]" custT="1"/>
      <dgm:spPr/>
      <dgm:t>
        <a:bodyPr/>
        <a:lstStyle/>
        <a:p>
          <a:r>
            <a:rPr lang="en-US" sz="1800" b="1" dirty="0"/>
            <a:t>4XX (Client Error)</a:t>
          </a:r>
          <a:endParaRPr lang="en-IN" sz="1800" b="1" dirty="0"/>
        </a:p>
      </dgm:t>
    </dgm:pt>
    <dgm:pt modelId="{955AC7CF-FC1D-4DE4-B316-7986734FBEEA}" type="parTrans" cxnId="{F04E9DFC-83E8-4E15-8150-9E380A346865}">
      <dgm:prSet/>
      <dgm:spPr/>
      <dgm:t>
        <a:bodyPr/>
        <a:lstStyle/>
        <a:p>
          <a:endParaRPr lang="en-IN" sz="1800" b="0"/>
        </a:p>
      </dgm:t>
    </dgm:pt>
    <dgm:pt modelId="{27ED47F9-9098-49B1-94BC-734E07273411}" type="sibTrans" cxnId="{F04E9DFC-83E8-4E15-8150-9E380A346865}">
      <dgm:prSet/>
      <dgm:spPr/>
      <dgm:t>
        <a:bodyPr/>
        <a:lstStyle/>
        <a:p>
          <a:endParaRPr lang="en-IN" sz="1800" b="0"/>
        </a:p>
      </dgm:t>
    </dgm:pt>
    <dgm:pt modelId="{7B5E96E9-3671-4E08-88C4-A9CA9619A8B7}">
      <dgm:prSet phldrT="[Text]" custT="1"/>
      <dgm:spPr/>
      <dgm:t>
        <a:bodyPr/>
        <a:lstStyle/>
        <a:p>
          <a:r>
            <a:rPr lang="en-IN" sz="1800" b="0" i="0" dirty="0"/>
            <a:t>400: Bad Request</a:t>
          </a:r>
          <a:endParaRPr lang="en-IN" sz="1800" b="0" dirty="0"/>
        </a:p>
      </dgm:t>
    </dgm:pt>
    <dgm:pt modelId="{7FBE3794-16A2-4093-BE51-05EFD9069E27}" type="parTrans" cxnId="{05AA923C-2C31-401F-8504-F6D089F28D25}">
      <dgm:prSet/>
      <dgm:spPr/>
      <dgm:t>
        <a:bodyPr/>
        <a:lstStyle/>
        <a:p>
          <a:endParaRPr lang="en-IN" sz="1800" b="0"/>
        </a:p>
      </dgm:t>
    </dgm:pt>
    <dgm:pt modelId="{7A7E0DA2-071F-4506-945F-2106DD74DBFE}" type="sibTrans" cxnId="{05AA923C-2C31-401F-8504-F6D089F28D25}">
      <dgm:prSet/>
      <dgm:spPr/>
      <dgm:t>
        <a:bodyPr/>
        <a:lstStyle/>
        <a:p>
          <a:endParaRPr lang="en-IN" sz="1800" b="0"/>
        </a:p>
      </dgm:t>
    </dgm:pt>
    <dgm:pt modelId="{68A1D8FB-882B-4984-8FEC-5C3B7456B992}">
      <dgm:prSet phldrT="[Text]" custT="1"/>
      <dgm:spPr/>
      <dgm:t>
        <a:bodyPr/>
        <a:lstStyle/>
        <a:p>
          <a:r>
            <a:rPr lang="en-IN" sz="1800" b="0" i="0" dirty="0"/>
            <a:t>401 Unauthorized</a:t>
          </a:r>
          <a:endParaRPr lang="en-IN" sz="1800" b="0" dirty="0"/>
        </a:p>
      </dgm:t>
    </dgm:pt>
    <dgm:pt modelId="{C78D07AC-C4E7-4FA0-9625-2D82760164E7}" type="parTrans" cxnId="{A55EAA21-D5F6-48F6-91CF-4ADE62C8AE48}">
      <dgm:prSet/>
      <dgm:spPr/>
      <dgm:t>
        <a:bodyPr/>
        <a:lstStyle/>
        <a:p>
          <a:endParaRPr lang="en-IN" sz="1800" b="0"/>
        </a:p>
      </dgm:t>
    </dgm:pt>
    <dgm:pt modelId="{B62227D1-DA1C-48AC-AF54-8597AD55192D}" type="sibTrans" cxnId="{A55EAA21-D5F6-48F6-91CF-4ADE62C8AE48}">
      <dgm:prSet/>
      <dgm:spPr/>
      <dgm:t>
        <a:bodyPr/>
        <a:lstStyle/>
        <a:p>
          <a:endParaRPr lang="en-IN" sz="1800" b="0"/>
        </a:p>
      </dgm:t>
    </dgm:pt>
    <dgm:pt modelId="{EF943FE4-44FC-4374-98D6-2819ECCBE46E}">
      <dgm:prSet phldrT="[Text]" custT="1"/>
      <dgm:spPr/>
      <dgm:t>
        <a:bodyPr/>
        <a:lstStyle/>
        <a:p>
          <a:r>
            <a:rPr lang="en-US" sz="1800" b="1" dirty="0"/>
            <a:t>5XX (Server Error)</a:t>
          </a:r>
          <a:endParaRPr lang="en-IN" sz="1800" b="1" dirty="0"/>
        </a:p>
      </dgm:t>
    </dgm:pt>
    <dgm:pt modelId="{48B95BA2-2771-4520-9ADB-5F68BC8FEFF6}" type="parTrans" cxnId="{6DDCC3C4-7F79-47C2-954C-FD424C719F4E}">
      <dgm:prSet/>
      <dgm:spPr/>
      <dgm:t>
        <a:bodyPr/>
        <a:lstStyle/>
        <a:p>
          <a:endParaRPr lang="en-IN" sz="1800" b="0"/>
        </a:p>
      </dgm:t>
    </dgm:pt>
    <dgm:pt modelId="{50391AEB-236E-4A26-A182-0DF9A753B29F}" type="sibTrans" cxnId="{6DDCC3C4-7F79-47C2-954C-FD424C719F4E}">
      <dgm:prSet/>
      <dgm:spPr/>
      <dgm:t>
        <a:bodyPr/>
        <a:lstStyle/>
        <a:p>
          <a:endParaRPr lang="en-IN" sz="1800" b="0"/>
        </a:p>
      </dgm:t>
    </dgm:pt>
    <dgm:pt modelId="{027BBEC9-52D1-416B-B3B6-DEE169DCAFA0}">
      <dgm:prSet phldrT="[Text]" custT="1"/>
      <dgm:spPr/>
      <dgm:t>
        <a:bodyPr/>
        <a:lstStyle/>
        <a:p>
          <a:r>
            <a:rPr lang="en-IN" sz="1800" b="0" i="0" dirty="0"/>
            <a:t>500: Internal Server Error</a:t>
          </a:r>
          <a:endParaRPr lang="en-IN" sz="1800" b="0" dirty="0"/>
        </a:p>
      </dgm:t>
    </dgm:pt>
    <dgm:pt modelId="{53297DC8-87CC-4F27-998A-34C1A1D17A00}" type="parTrans" cxnId="{E7ACFE0A-EC8B-4632-A17D-F5D87601FBAC}">
      <dgm:prSet/>
      <dgm:spPr/>
      <dgm:t>
        <a:bodyPr/>
        <a:lstStyle/>
        <a:p>
          <a:endParaRPr lang="en-IN" sz="1800" b="0"/>
        </a:p>
      </dgm:t>
    </dgm:pt>
    <dgm:pt modelId="{C3027E91-BBA1-4149-8E4D-ABD0AEA7AD7F}" type="sibTrans" cxnId="{E7ACFE0A-EC8B-4632-A17D-F5D87601FBAC}">
      <dgm:prSet/>
      <dgm:spPr/>
      <dgm:t>
        <a:bodyPr/>
        <a:lstStyle/>
        <a:p>
          <a:endParaRPr lang="en-IN" sz="1800" b="0"/>
        </a:p>
      </dgm:t>
    </dgm:pt>
    <dgm:pt modelId="{C732DE3A-B752-4C62-B8CF-DAA73E3967CD}">
      <dgm:prSet phldrT="[Text]" custT="1"/>
      <dgm:spPr/>
      <dgm:t>
        <a:bodyPr/>
        <a:lstStyle/>
        <a:p>
          <a:r>
            <a:rPr lang="en-IN" sz="1800" b="0" i="0" dirty="0"/>
            <a:t>501: Not Implemented</a:t>
          </a:r>
          <a:endParaRPr lang="en-IN" sz="1800" b="0" dirty="0"/>
        </a:p>
      </dgm:t>
    </dgm:pt>
    <dgm:pt modelId="{E78C1662-304D-40E4-BC86-7FBEA6A08021}" type="parTrans" cxnId="{D025E5CF-28EA-4532-9983-08398113AADC}">
      <dgm:prSet/>
      <dgm:spPr/>
      <dgm:t>
        <a:bodyPr/>
        <a:lstStyle/>
        <a:p>
          <a:endParaRPr lang="en-IN" sz="1800" b="0"/>
        </a:p>
      </dgm:t>
    </dgm:pt>
    <dgm:pt modelId="{0C4FD505-1AB6-4F45-A20C-00609D73932E}" type="sibTrans" cxnId="{D025E5CF-28EA-4532-9983-08398113AADC}">
      <dgm:prSet/>
      <dgm:spPr/>
      <dgm:t>
        <a:bodyPr/>
        <a:lstStyle/>
        <a:p>
          <a:endParaRPr lang="en-IN" sz="1800" b="0"/>
        </a:p>
      </dgm:t>
    </dgm:pt>
    <dgm:pt modelId="{3C3DC53A-C041-4AE9-8A42-08A1E49647A0}">
      <dgm:prSet phldrT="[Text]" custT="1"/>
      <dgm:spPr/>
      <dgm:t>
        <a:bodyPr/>
        <a:lstStyle/>
        <a:p>
          <a:r>
            <a:rPr lang="en-US" sz="1800" b="1" dirty="0"/>
            <a:t>1XX (Info)</a:t>
          </a:r>
          <a:endParaRPr lang="en-IN" sz="1800" b="1" dirty="0"/>
        </a:p>
      </dgm:t>
    </dgm:pt>
    <dgm:pt modelId="{C69FEC5C-05CF-46C6-B786-E98744EF8CF6}" type="parTrans" cxnId="{5C50C6CD-5A46-40F7-8AE7-BD127107A6E7}">
      <dgm:prSet/>
      <dgm:spPr/>
      <dgm:t>
        <a:bodyPr/>
        <a:lstStyle/>
        <a:p>
          <a:endParaRPr lang="en-IN" sz="1800" b="0"/>
        </a:p>
      </dgm:t>
    </dgm:pt>
    <dgm:pt modelId="{31A3DCA2-D91E-4A5D-9F44-6BA60ACBF55F}" type="sibTrans" cxnId="{5C50C6CD-5A46-40F7-8AE7-BD127107A6E7}">
      <dgm:prSet/>
      <dgm:spPr/>
      <dgm:t>
        <a:bodyPr/>
        <a:lstStyle/>
        <a:p>
          <a:endParaRPr lang="en-IN" sz="1800" b="0"/>
        </a:p>
      </dgm:t>
    </dgm:pt>
    <dgm:pt modelId="{00DAC11D-EA9C-4D66-A97D-FCC2C5717A76}">
      <dgm:prSet phldrT="[Text]" custT="1"/>
      <dgm:spPr/>
      <dgm:t>
        <a:bodyPr/>
        <a:lstStyle/>
        <a:p>
          <a:r>
            <a:rPr lang="en-IN" sz="1800" b="0" dirty="0"/>
            <a:t>100 Continue</a:t>
          </a:r>
        </a:p>
      </dgm:t>
    </dgm:pt>
    <dgm:pt modelId="{655C1251-B56E-40B2-940A-85035399B800}" type="parTrans" cxnId="{5C7C18F6-BA1F-448B-B318-3507856A75AB}">
      <dgm:prSet/>
      <dgm:spPr/>
      <dgm:t>
        <a:bodyPr/>
        <a:lstStyle/>
        <a:p>
          <a:endParaRPr lang="en-IN" sz="1800" b="0"/>
        </a:p>
      </dgm:t>
    </dgm:pt>
    <dgm:pt modelId="{8FB2CA76-26E9-4B89-ADDE-22EFDF302809}" type="sibTrans" cxnId="{5C7C18F6-BA1F-448B-B318-3507856A75AB}">
      <dgm:prSet/>
      <dgm:spPr/>
      <dgm:t>
        <a:bodyPr/>
        <a:lstStyle/>
        <a:p>
          <a:endParaRPr lang="en-IN" sz="1800" b="0"/>
        </a:p>
      </dgm:t>
    </dgm:pt>
    <dgm:pt modelId="{F4F183EC-FD67-47F0-8B47-21DD3AF70EB9}">
      <dgm:prSet phldrT="[Text]" custT="1"/>
      <dgm:spPr/>
      <dgm:t>
        <a:bodyPr/>
        <a:lstStyle/>
        <a:p>
          <a:r>
            <a:rPr lang="en-US" sz="1800" b="1" dirty="0"/>
            <a:t>3XX (Redirection)</a:t>
          </a:r>
          <a:endParaRPr lang="en-IN" sz="1800" b="1" dirty="0"/>
        </a:p>
      </dgm:t>
    </dgm:pt>
    <dgm:pt modelId="{5A4E2B1E-A967-460A-92C7-A0874463E7EF}" type="parTrans" cxnId="{312C9EB3-9A01-4830-97AF-0327237E40EE}">
      <dgm:prSet/>
      <dgm:spPr/>
      <dgm:t>
        <a:bodyPr/>
        <a:lstStyle/>
        <a:p>
          <a:endParaRPr lang="en-IN" sz="1800" b="0"/>
        </a:p>
      </dgm:t>
    </dgm:pt>
    <dgm:pt modelId="{334E4CBF-4526-4717-9D87-37AF6F42CC31}" type="sibTrans" cxnId="{312C9EB3-9A01-4830-97AF-0327237E40EE}">
      <dgm:prSet/>
      <dgm:spPr/>
      <dgm:t>
        <a:bodyPr/>
        <a:lstStyle/>
        <a:p>
          <a:endParaRPr lang="en-IN" sz="1800" b="0"/>
        </a:p>
      </dgm:t>
    </dgm:pt>
    <dgm:pt modelId="{A33E7EDF-45F0-40A8-AD4B-47E3A79D6926}">
      <dgm:prSet phldrT="[Text]" custT="1"/>
      <dgm:spPr/>
      <dgm:t>
        <a:bodyPr/>
        <a:lstStyle/>
        <a:p>
          <a:r>
            <a:rPr lang="en-US" sz="1800" b="0" dirty="0"/>
            <a:t>201: Created</a:t>
          </a:r>
          <a:endParaRPr lang="en-IN" sz="1800" b="0" dirty="0"/>
        </a:p>
      </dgm:t>
    </dgm:pt>
    <dgm:pt modelId="{2E3BE49A-98AF-47F7-851D-5228896E2E1B}" type="parTrans" cxnId="{27F0B499-CF61-45D3-AD7B-64BA57C83615}">
      <dgm:prSet/>
      <dgm:spPr/>
      <dgm:t>
        <a:bodyPr/>
        <a:lstStyle/>
        <a:p>
          <a:endParaRPr lang="en-IN" sz="1800" b="0"/>
        </a:p>
      </dgm:t>
    </dgm:pt>
    <dgm:pt modelId="{2E3919A3-EFF8-468A-87DB-EFA503ED14E7}" type="sibTrans" cxnId="{27F0B499-CF61-45D3-AD7B-64BA57C83615}">
      <dgm:prSet/>
      <dgm:spPr/>
      <dgm:t>
        <a:bodyPr/>
        <a:lstStyle/>
        <a:p>
          <a:endParaRPr lang="en-IN" sz="1800" b="0"/>
        </a:p>
      </dgm:t>
    </dgm:pt>
    <dgm:pt modelId="{2DB8075A-4875-4813-B3CE-AE523B2C8075}">
      <dgm:prSet phldrT="[Text]" custT="1"/>
      <dgm:spPr/>
      <dgm:t>
        <a:bodyPr/>
        <a:lstStyle/>
        <a:p>
          <a:r>
            <a:rPr lang="en-US" sz="1800" b="0" dirty="0"/>
            <a:t>202: Accepted</a:t>
          </a:r>
          <a:endParaRPr lang="en-IN" sz="1800" b="0" dirty="0"/>
        </a:p>
      </dgm:t>
    </dgm:pt>
    <dgm:pt modelId="{680EE51A-7952-4727-A700-C8F928B9EE15}" type="parTrans" cxnId="{8691BC7E-9D58-4177-A83B-5F213D44D351}">
      <dgm:prSet/>
      <dgm:spPr/>
      <dgm:t>
        <a:bodyPr/>
        <a:lstStyle/>
        <a:p>
          <a:endParaRPr lang="en-IN" sz="1800" b="0"/>
        </a:p>
      </dgm:t>
    </dgm:pt>
    <dgm:pt modelId="{A6E69958-CC1F-4192-94D8-9CC8BF532278}" type="sibTrans" cxnId="{8691BC7E-9D58-4177-A83B-5F213D44D351}">
      <dgm:prSet/>
      <dgm:spPr/>
      <dgm:t>
        <a:bodyPr/>
        <a:lstStyle/>
        <a:p>
          <a:endParaRPr lang="en-IN" sz="1800" b="0"/>
        </a:p>
      </dgm:t>
    </dgm:pt>
    <dgm:pt modelId="{E3DC8151-D3B5-45D6-BCCB-ED07D371595C}">
      <dgm:prSet phldrT="[Text]" custT="1"/>
      <dgm:spPr/>
      <dgm:t>
        <a:bodyPr/>
        <a:lstStyle/>
        <a:p>
          <a:r>
            <a:rPr lang="en-US" sz="1800" b="0" dirty="0"/>
            <a:t>204: No Content</a:t>
          </a:r>
          <a:endParaRPr lang="en-IN" sz="1800" b="0" dirty="0"/>
        </a:p>
      </dgm:t>
    </dgm:pt>
    <dgm:pt modelId="{90335F2C-02E1-47B7-AF2A-3DCCC7BF81D4}" type="parTrans" cxnId="{F82D8511-E9B2-4901-A3A1-0AB6D4E730C9}">
      <dgm:prSet/>
      <dgm:spPr/>
      <dgm:t>
        <a:bodyPr/>
        <a:lstStyle/>
        <a:p>
          <a:endParaRPr lang="en-IN" sz="1800" b="0"/>
        </a:p>
      </dgm:t>
    </dgm:pt>
    <dgm:pt modelId="{357F2C4B-13EE-4805-B4C5-93460F7F1234}" type="sibTrans" cxnId="{F82D8511-E9B2-4901-A3A1-0AB6D4E730C9}">
      <dgm:prSet/>
      <dgm:spPr/>
      <dgm:t>
        <a:bodyPr/>
        <a:lstStyle/>
        <a:p>
          <a:endParaRPr lang="en-IN" sz="1800" b="0"/>
        </a:p>
      </dgm:t>
    </dgm:pt>
    <dgm:pt modelId="{46DFCB1E-32CB-424A-8FAF-134A5A6A2D1E}">
      <dgm:prSet phldrT="[Text]" custT="1"/>
      <dgm:spPr/>
      <dgm:t>
        <a:bodyPr/>
        <a:lstStyle/>
        <a:p>
          <a:r>
            <a:rPr lang="en-IN" sz="1800" b="0" i="0" dirty="0"/>
            <a:t>300: Multiple Choices</a:t>
          </a:r>
          <a:endParaRPr lang="en-IN" sz="1800" b="0" dirty="0"/>
        </a:p>
      </dgm:t>
    </dgm:pt>
    <dgm:pt modelId="{986A0B10-4BF6-49EF-8036-ADB4A2376386}" type="parTrans" cxnId="{F26CCB5B-99EE-45D1-B0D6-FD7405D0B45A}">
      <dgm:prSet/>
      <dgm:spPr/>
      <dgm:t>
        <a:bodyPr/>
        <a:lstStyle/>
        <a:p>
          <a:endParaRPr lang="en-IN" sz="1800" b="0"/>
        </a:p>
      </dgm:t>
    </dgm:pt>
    <dgm:pt modelId="{C00E9A6B-DFD6-4443-B942-88E4456BF359}" type="sibTrans" cxnId="{F26CCB5B-99EE-45D1-B0D6-FD7405D0B45A}">
      <dgm:prSet/>
      <dgm:spPr/>
      <dgm:t>
        <a:bodyPr/>
        <a:lstStyle/>
        <a:p>
          <a:endParaRPr lang="en-IN" sz="1800" b="0"/>
        </a:p>
      </dgm:t>
    </dgm:pt>
    <dgm:pt modelId="{3BB55648-3025-4E2A-8D29-06D4D157E6BC}">
      <dgm:prSet phldrT="[Text]" custT="1"/>
      <dgm:spPr/>
      <dgm:t>
        <a:bodyPr/>
        <a:lstStyle/>
        <a:p>
          <a:r>
            <a:rPr lang="en-IN" sz="1800" b="0" i="0" dirty="0"/>
            <a:t>403 Forbidden</a:t>
          </a:r>
          <a:endParaRPr lang="en-IN" sz="1800" b="0" dirty="0"/>
        </a:p>
      </dgm:t>
    </dgm:pt>
    <dgm:pt modelId="{17A11A34-CF10-4FDB-9956-9CCB0534460F}" type="parTrans" cxnId="{69F6F8FE-FBA1-4F59-86BF-E9BA2E468739}">
      <dgm:prSet/>
      <dgm:spPr/>
      <dgm:t>
        <a:bodyPr/>
        <a:lstStyle/>
        <a:p>
          <a:endParaRPr lang="en-IN" sz="1800" b="0"/>
        </a:p>
      </dgm:t>
    </dgm:pt>
    <dgm:pt modelId="{49C0BF9F-D3EC-459F-8587-EE44816ED3B2}" type="sibTrans" cxnId="{69F6F8FE-FBA1-4F59-86BF-E9BA2E468739}">
      <dgm:prSet/>
      <dgm:spPr/>
      <dgm:t>
        <a:bodyPr/>
        <a:lstStyle/>
        <a:p>
          <a:endParaRPr lang="en-IN" sz="1800" b="0"/>
        </a:p>
      </dgm:t>
    </dgm:pt>
    <dgm:pt modelId="{D434C9B8-06BB-4513-B722-B3F3D0A75654}">
      <dgm:prSet phldrT="[Text]" custT="1"/>
      <dgm:spPr/>
      <dgm:t>
        <a:bodyPr/>
        <a:lstStyle/>
        <a:p>
          <a:r>
            <a:rPr lang="en-IN" sz="1800" b="0" i="0" dirty="0"/>
            <a:t>404 Not Found</a:t>
          </a:r>
          <a:endParaRPr lang="en-IN" sz="1800" b="0" dirty="0"/>
        </a:p>
      </dgm:t>
    </dgm:pt>
    <dgm:pt modelId="{4B6A864A-96C8-4EA3-A678-C7D3C5BE780A}" type="parTrans" cxnId="{627E38B7-7984-4594-B940-55EACAF82CE6}">
      <dgm:prSet/>
      <dgm:spPr/>
      <dgm:t>
        <a:bodyPr/>
        <a:lstStyle/>
        <a:p>
          <a:endParaRPr lang="en-IN" sz="1800" b="0"/>
        </a:p>
      </dgm:t>
    </dgm:pt>
    <dgm:pt modelId="{F1DD9794-A13C-4449-AC59-7A7E6EFB3FEB}" type="sibTrans" cxnId="{627E38B7-7984-4594-B940-55EACAF82CE6}">
      <dgm:prSet/>
      <dgm:spPr/>
      <dgm:t>
        <a:bodyPr/>
        <a:lstStyle/>
        <a:p>
          <a:endParaRPr lang="en-IN" sz="1800" b="0"/>
        </a:p>
      </dgm:t>
    </dgm:pt>
    <dgm:pt modelId="{825384FA-D455-49C8-A95D-3634C47BF53D}">
      <dgm:prSet phldrT="[Text]" custT="1"/>
      <dgm:spPr/>
      <dgm:t>
        <a:bodyPr/>
        <a:lstStyle/>
        <a:p>
          <a:r>
            <a:rPr lang="en-IN" sz="1800" b="0" i="0" dirty="0"/>
            <a:t>502: Bad Gateway</a:t>
          </a:r>
          <a:endParaRPr lang="en-IN" sz="1800" b="0" dirty="0"/>
        </a:p>
      </dgm:t>
    </dgm:pt>
    <dgm:pt modelId="{EABCDCAF-D663-4FF3-BDAB-D85498921008}" type="parTrans" cxnId="{FCF86928-7240-4FBE-8739-15B298FFFE29}">
      <dgm:prSet/>
      <dgm:spPr/>
      <dgm:t>
        <a:bodyPr/>
        <a:lstStyle/>
        <a:p>
          <a:endParaRPr lang="en-IN" sz="1800" b="0"/>
        </a:p>
      </dgm:t>
    </dgm:pt>
    <dgm:pt modelId="{50C10D12-5882-45BA-B623-632BE9E8AAB5}" type="sibTrans" cxnId="{FCF86928-7240-4FBE-8739-15B298FFFE29}">
      <dgm:prSet/>
      <dgm:spPr/>
      <dgm:t>
        <a:bodyPr/>
        <a:lstStyle/>
        <a:p>
          <a:endParaRPr lang="en-IN" sz="1800" b="0"/>
        </a:p>
      </dgm:t>
    </dgm:pt>
    <dgm:pt modelId="{A0278BBE-5ECD-4874-B5C1-492545D23B57}">
      <dgm:prSet phldrT="[Text]" custT="1"/>
      <dgm:spPr/>
      <dgm:t>
        <a:bodyPr/>
        <a:lstStyle/>
        <a:p>
          <a:r>
            <a:rPr lang="en-IN" sz="1800" b="0" i="0" dirty="0"/>
            <a:t>503: Service Unavailable</a:t>
          </a:r>
          <a:endParaRPr lang="en-IN" sz="1800" b="0" dirty="0"/>
        </a:p>
      </dgm:t>
    </dgm:pt>
    <dgm:pt modelId="{25BE2066-6BED-43E9-935F-6C05D039E432}" type="parTrans" cxnId="{2C2BCCB5-D595-4753-80D9-FC28E7C4D514}">
      <dgm:prSet/>
      <dgm:spPr/>
      <dgm:t>
        <a:bodyPr/>
        <a:lstStyle/>
        <a:p>
          <a:endParaRPr lang="en-IN" sz="1800" b="0"/>
        </a:p>
      </dgm:t>
    </dgm:pt>
    <dgm:pt modelId="{0126C5C9-4237-4FA6-939A-F8CCF06CE3D1}" type="sibTrans" cxnId="{2C2BCCB5-D595-4753-80D9-FC28E7C4D514}">
      <dgm:prSet/>
      <dgm:spPr/>
      <dgm:t>
        <a:bodyPr/>
        <a:lstStyle/>
        <a:p>
          <a:endParaRPr lang="en-IN" sz="1800" b="0"/>
        </a:p>
      </dgm:t>
    </dgm:pt>
    <dgm:pt modelId="{048C2FA6-828C-4633-B226-CEFA2F2FDA54}" type="pres">
      <dgm:prSet presAssocID="{BE98567C-C8D8-4BD7-9534-D7617B93D0E4}" presName="Name0" presStyleCnt="0">
        <dgm:presLayoutVars>
          <dgm:dir/>
          <dgm:animLvl val="lvl"/>
          <dgm:resizeHandles val="exact"/>
        </dgm:presLayoutVars>
      </dgm:prSet>
      <dgm:spPr/>
    </dgm:pt>
    <dgm:pt modelId="{860277D3-7F5E-43DF-8FBC-DF8294648D12}" type="pres">
      <dgm:prSet presAssocID="{3C3DC53A-C041-4AE9-8A42-08A1E49647A0}" presName="composite" presStyleCnt="0"/>
      <dgm:spPr/>
    </dgm:pt>
    <dgm:pt modelId="{A152F2B4-5CBB-4E30-A59B-0C5CB9A66BD3}" type="pres">
      <dgm:prSet presAssocID="{3C3DC53A-C041-4AE9-8A42-08A1E49647A0}" presName="parTx" presStyleLbl="alignNode1" presStyleIdx="0" presStyleCnt="5" custScaleX="95746">
        <dgm:presLayoutVars>
          <dgm:chMax val="0"/>
          <dgm:chPref val="0"/>
          <dgm:bulletEnabled val="1"/>
        </dgm:presLayoutVars>
      </dgm:prSet>
      <dgm:spPr/>
    </dgm:pt>
    <dgm:pt modelId="{E0AEC171-636F-4676-BBD7-B94DED3BA5F0}" type="pres">
      <dgm:prSet presAssocID="{3C3DC53A-C041-4AE9-8A42-08A1E49647A0}" presName="desTx" presStyleLbl="alignAccFollowNode1" presStyleIdx="0" presStyleCnt="5" custScaleX="95746">
        <dgm:presLayoutVars>
          <dgm:bulletEnabled val="1"/>
        </dgm:presLayoutVars>
      </dgm:prSet>
      <dgm:spPr/>
    </dgm:pt>
    <dgm:pt modelId="{0799A1E1-6157-4861-BE6B-84D4C929D1AD}" type="pres">
      <dgm:prSet presAssocID="{31A3DCA2-D91E-4A5D-9F44-6BA60ACBF55F}" presName="space" presStyleCnt="0"/>
      <dgm:spPr/>
    </dgm:pt>
    <dgm:pt modelId="{D4F0DEF2-8189-434B-8881-5B6EBC1A27F6}" type="pres">
      <dgm:prSet presAssocID="{896D7ABE-9321-4B99-9F2B-C9E96A7FA2AD}" presName="composite" presStyleCnt="0"/>
      <dgm:spPr/>
    </dgm:pt>
    <dgm:pt modelId="{6F8CBD4E-5A1A-4D9E-8B97-3DEDF5F48B18}" type="pres">
      <dgm:prSet presAssocID="{896D7ABE-9321-4B99-9F2B-C9E96A7FA2AD}" presName="parTx" presStyleLbl="alignNode1" presStyleIdx="1" presStyleCnt="5">
        <dgm:presLayoutVars>
          <dgm:chMax val="0"/>
          <dgm:chPref val="0"/>
          <dgm:bulletEnabled val="1"/>
        </dgm:presLayoutVars>
      </dgm:prSet>
      <dgm:spPr/>
    </dgm:pt>
    <dgm:pt modelId="{43065303-5583-4B36-8ACA-A6C5BF70D00E}" type="pres">
      <dgm:prSet presAssocID="{896D7ABE-9321-4B99-9F2B-C9E96A7FA2AD}" presName="desTx" presStyleLbl="alignAccFollowNode1" presStyleIdx="1" presStyleCnt="5">
        <dgm:presLayoutVars>
          <dgm:bulletEnabled val="1"/>
        </dgm:presLayoutVars>
      </dgm:prSet>
      <dgm:spPr/>
    </dgm:pt>
    <dgm:pt modelId="{CA4F9A83-36F9-4D72-93AD-2574F6609F0E}" type="pres">
      <dgm:prSet presAssocID="{9A965723-8499-41A1-B3DC-B35148FDC038}" presName="space" presStyleCnt="0"/>
      <dgm:spPr/>
    </dgm:pt>
    <dgm:pt modelId="{52DC07CC-0A41-40BC-8F65-6C8546042F1E}" type="pres">
      <dgm:prSet presAssocID="{F4F183EC-FD67-47F0-8B47-21DD3AF70EB9}" presName="composite" presStyleCnt="0"/>
      <dgm:spPr/>
    </dgm:pt>
    <dgm:pt modelId="{5A3942D3-98FF-41F2-90A0-DE7983B9D122}" type="pres">
      <dgm:prSet presAssocID="{F4F183EC-FD67-47F0-8B47-21DD3AF70EB9}" presName="parTx" presStyleLbl="alignNode1" presStyleIdx="2" presStyleCnt="5" custScaleX="111126">
        <dgm:presLayoutVars>
          <dgm:chMax val="0"/>
          <dgm:chPref val="0"/>
          <dgm:bulletEnabled val="1"/>
        </dgm:presLayoutVars>
      </dgm:prSet>
      <dgm:spPr/>
    </dgm:pt>
    <dgm:pt modelId="{96224AAD-FF5E-43FC-A066-943BC552B06D}" type="pres">
      <dgm:prSet presAssocID="{F4F183EC-FD67-47F0-8B47-21DD3AF70EB9}" presName="desTx" presStyleLbl="alignAccFollowNode1" presStyleIdx="2" presStyleCnt="5" custScaleX="111126">
        <dgm:presLayoutVars>
          <dgm:bulletEnabled val="1"/>
        </dgm:presLayoutVars>
      </dgm:prSet>
      <dgm:spPr/>
    </dgm:pt>
    <dgm:pt modelId="{4D1DD244-47A3-45F8-B318-CA674C3983B2}" type="pres">
      <dgm:prSet presAssocID="{334E4CBF-4526-4717-9D87-37AF6F42CC31}" presName="space" presStyleCnt="0"/>
      <dgm:spPr/>
    </dgm:pt>
    <dgm:pt modelId="{A001FDF2-941D-47DB-BCA2-C781D74D18C9}" type="pres">
      <dgm:prSet presAssocID="{445C4917-660B-48F3-880B-2C96431069E0}" presName="composite" presStyleCnt="0"/>
      <dgm:spPr/>
    </dgm:pt>
    <dgm:pt modelId="{63CE3E35-A968-40ED-BE1F-2B782661D882}" type="pres">
      <dgm:prSet presAssocID="{445C4917-660B-48F3-880B-2C96431069E0}" presName="parTx" presStyleLbl="alignNode1" presStyleIdx="3" presStyleCnt="5" custScaleX="110581">
        <dgm:presLayoutVars>
          <dgm:chMax val="0"/>
          <dgm:chPref val="0"/>
          <dgm:bulletEnabled val="1"/>
        </dgm:presLayoutVars>
      </dgm:prSet>
      <dgm:spPr/>
    </dgm:pt>
    <dgm:pt modelId="{361EC43A-2D12-4EA8-89A2-926925ECE0DE}" type="pres">
      <dgm:prSet presAssocID="{445C4917-660B-48F3-880B-2C96431069E0}" presName="desTx" presStyleLbl="alignAccFollowNode1" presStyleIdx="3" presStyleCnt="5" custScaleX="111986">
        <dgm:presLayoutVars>
          <dgm:bulletEnabled val="1"/>
        </dgm:presLayoutVars>
      </dgm:prSet>
      <dgm:spPr/>
    </dgm:pt>
    <dgm:pt modelId="{1BDD8561-6328-4031-B6B7-A5930359647B}" type="pres">
      <dgm:prSet presAssocID="{27ED47F9-9098-49B1-94BC-734E07273411}" presName="space" presStyleCnt="0"/>
      <dgm:spPr/>
    </dgm:pt>
    <dgm:pt modelId="{CD284BE2-419E-49CA-A4A6-4FEE2F8C51B6}" type="pres">
      <dgm:prSet presAssocID="{EF943FE4-44FC-4374-98D6-2819ECCBE46E}" presName="composite" presStyleCnt="0"/>
      <dgm:spPr/>
    </dgm:pt>
    <dgm:pt modelId="{4F17A855-AC64-4451-AB93-35D8AA9D4694}" type="pres">
      <dgm:prSet presAssocID="{EF943FE4-44FC-4374-98D6-2819ECCBE46E}" presName="parTx" presStyleLbl="alignNode1" presStyleIdx="4" presStyleCnt="5" custScaleX="110526">
        <dgm:presLayoutVars>
          <dgm:chMax val="0"/>
          <dgm:chPref val="0"/>
          <dgm:bulletEnabled val="1"/>
        </dgm:presLayoutVars>
      </dgm:prSet>
      <dgm:spPr/>
    </dgm:pt>
    <dgm:pt modelId="{1AEF03EB-42C4-4AC4-898B-25D7A62C577D}" type="pres">
      <dgm:prSet presAssocID="{EF943FE4-44FC-4374-98D6-2819ECCBE46E}" presName="desTx" presStyleLbl="alignAccFollowNode1" presStyleIdx="4" presStyleCnt="5" custScaleX="110526">
        <dgm:presLayoutVars>
          <dgm:bulletEnabled val="1"/>
        </dgm:presLayoutVars>
      </dgm:prSet>
      <dgm:spPr/>
    </dgm:pt>
  </dgm:ptLst>
  <dgm:cxnLst>
    <dgm:cxn modelId="{6BA00D05-6E3E-458B-807F-DE5964E6F503}" type="presOf" srcId="{46DFCB1E-32CB-424A-8FAF-134A5A6A2D1E}" destId="{96224AAD-FF5E-43FC-A066-943BC552B06D}" srcOrd="0" destOrd="0" presId="urn:microsoft.com/office/officeart/2005/8/layout/hList1"/>
    <dgm:cxn modelId="{6E1D3007-95D2-467D-A315-3360BC59E0B4}" srcId="{896D7ABE-9321-4B99-9F2B-C9E96A7FA2AD}" destId="{477BF266-497C-4BFB-A649-1D59952F3A69}" srcOrd="0" destOrd="0" parTransId="{F7B63958-BADF-4B2C-BFAD-429C0106AE58}" sibTransId="{87F6CA4C-8F89-42A8-844E-663F100CDB17}"/>
    <dgm:cxn modelId="{E7ACFE0A-EC8B-4632-A17D-F5D87601FBAC}" srcId="{EF943FE4-44FC-4374-98D6-2819ECCBE46E}" destId="{027BBEC9-52D1-416B-B3B6-DEE169DCAFA0}" srcOrd="0" destOrd="0" parTransId="{53297DC8-87CC-4F27-998A-34C1A1D17A00}" sibTransId="{C3027E91-BBA1-4149-8E4D-ABD0AEA7AD7F}"/>
    <dgm:cxn modelId="{F82D8511-E9B2-4901-A3A1-0AB6D4E730C9}" srcId="{896D7ABE-9321-4B99-9F2B-C9E96A7FA2AD}" destId="{E3DC8151-D3B5-45D6-BCCB-ED07D371595C}" srcOrd="3" destOrd="0" parTransId="{90335F2C-02E1-47B7-AF2A-3DCCC7BF81D4}" sibTransId="{357F2C4B-13EE-4805-B4C5-93460F7F1234}"/>
    <dgm:cxn modelId="{0665971F-76E8-40A3-A130-1124880BA571}" type="presOf" srcId="{C732DE3A-B752-4C62-B8CF-DAA73E3967CD}" destId="{1AEF03EB-42C4-4AC4-898B-25D7A62C577D}" srcOrd="0" destOrd="1" presId="urn:microsoft.com/office/officeart/2005/8/layout/hList1"/>
    <dgm:cxn modelId="{A55EAA21-D5F6-48F6-91CF-4ADE62C8AE48}" srcId="{445C4917-660B-48F3-880B-2C96431069E0}" destId="{68A1D8FB-882B-4984-8FEC-5C3B7456B992}" srcOrd="1" destOrd="0" parTransId="{C78D07AC-C4E7-4FA0-9625-2D82760164E7}" sibTransId="{B62227D1-DA1C-48AC-AF54-8597AD55192D}"/>
    <dgm:cxn modelId="{FCF86928-7240-4FBE-8739-15B298FFFE29}" srcId="{EF943FE4-44FC-4374-98D6-2819ECCBE46E}" destId="{825384FA-D455-49C8-A95D-3634C47BF53D}" srcOrd="2" destOrd="0" parTransId="{EABCDCAF-D663-4FF3-BDAB-D85498921008}" sibTransId="{50C10D12-5882-45BA-B623-632BE9E8AAB5}"/>
    <dgm:cxn modelId="{62A30A3B-2DB2-474A-91F8-01B51EB4FD5F}" type="presOf" srcId="{A0278BBE-5ECD-4874-B5C1-492545D23B57}" destId="{1AEF03EB-42C4-4AC4-898B-25D7A62C577D}" srcOrd="0" destOrd="3" presId="urn:microsoft.com/office/officeart/2005/8/layout/hList1"/>
    <dgm:cxn modelId="{05AA923C-2C31-401F-8504-F6D089F28D25}" srcId="{445C4917-660B-48F3-880B-2C96431069E0}" destId="{7B5E96E9-3671-4E08-88C4-A9CA9619A8B7}" srcOrd="0" destOrd="0" parTransId="{7FBE3794-16A2-4093-BE51-05EFD9069E27}" sibTransId="{7A7E0DA2-071F-4506-945F-2106DD74DBFE}"/>
    <dgm:cxn modelId="{F26CCB5B-99EE-45D1-B0D6-FD7405D0B45A}" srcId="{F4F183EC-FD67-47F0-8B47-21DD3AF70EB9}" destId="{46DFCB1E-32CB-424A-8FAF-134A5A6A2D1E}" srcOrd="0" destOrd="0" parTransId="{986A0B10-4BF6-49EF-8036-ADB4A2376386}" sibTransId="{C00E9A6B-DFD6-4443-B942-88E4456BF359}"/>
    <dgm:cxn modelId="{B0AF2D60-443F-4EA9-948F-894C82033693}" type="presOf" srcId="{00DAC11D-EA9C-4D66-A97D-FCC2C5717A76}" destId="{E0AEC171-636F-4676-BBD7-B94DED3BA5F0}" srcOrd="0" destOrd="0" presId="urn:microsoft.com/office/officeart/2005/8/layout/hList1"/>
    <dgm:cxn modelId="{D24EC042-FD6B-4C9E-9470-53C475890433}" type="presOf" srcId="{477BF266-497C-4BFB-A649-1D59952F3A69}" destId="{43065303-5583-4B36-8ACA-A6C5BF70D00E}" srcOrd="0" destOrd="0" presId="urn:microsoft.com/office/officeart/2005/8/layout/hList1"/>
    <dgm:cxn modelId="{03A7D053-A6EB-4BE1-8284-1C13F1EF0903}" type="presOf" srcId="{825384FA-D455-49C8-A95D-3634C47BF53D}" destId="{1AEF03EB-42C4-4AC4-898B-25D7A62C577D}" srcOrd="0" destOrd="2" presId="urn:microsoft.com/office/officeart/2005/8/layout/hList1"/>
    <dgm:cxn modelId="{93A8AA56-5A6F-4346-81C0-2E5AC20FB626}" type="presOf" srcId="{7B5E96E9-3671-4E08-88C4-A9CA9619A8B7}" destId="{361EC43A-2D12-4EA8-89A2-926925ECE0DE}" srcOrd="0" destOrd="0" presId="urn:microsoft.com/office/officeart/2005/8/layout/hList1"/>
    <dgm:cxn modelId="{FFAAE376-8B95-4306-941D-CC9A2E88D7E3}" type="presOf" srcId="{027BBEC9-52D1-416B-B3B6-DEE169DCAFA0}" destId="{1AEF03EB-42C4-4AC4-898B-25D7A62C577D}" srcOrd="0" destOrd="0" presId="urn:microsoft.com/office/officeart/2005/8/layout/hList1"/>
    <dgm:cxn modelId="{8691BC7E-9D58-4177-A83B-5F213D44D351}" srcId="{896D7ABE-9321-4B99-9F2B-C9E96A7FA2AD}" destId="{2DB8075A-4875-4813-B3CE-AE523B2C8075}" srcOrd="2" destOrd="0" parTransId="{680EE51A-7952-4727-A700-C8F928B9EE15}" sibTransId="{A6E69958-CC1F-4192-94D8-9CC8BF532278}"/>
    <dgm:cxn modelId="{EF526882-B601-46CA-A359-D860550807B8}" type="presOf" srcId="{2DB8075A-4875-4813-B3CE-AE523B2C8075}" destId="{43065303-5583-4B36-8ACA-A6C5BF70D00E}" srcOrd="0" destOrd="2" presId="urn:microsoft.com/office/officeart/2005/8/layout/hList1"/>
    <dgm:cxn modelId="{9666768C-7FE5-4DF4-AF43-D25596EE6E9B}" type="presOf" srcId="{445C4917-660B-48F3-880B-2C96431069E0}" destId="{63CE3E35-A968-40ED-BE1F-2B782661D882}" srcOrd="0" destOrd="0" presId="urn:microsoft.com/office/officeart/2005/8/layout/hList1"/>
    <dgm:cxn modelId="{650E3F92-6434-41ED-8E8A-50A321E8851A}" srcId="{BE98567C-C8D8-4BD7-9534-D7617B93D0E4}" destId="{896D7ABE-9321-4B99-9F2B-C9E96A7FA2AD}" srcOrd="1" destOrd="0" parTransId="{700F5F50-81CE-42E9-A685-3A545E2EF79D}" sibTransId="{9A965723-8499-41A1-B3DC-B35148FDC038}"/>
    <dgm:cxn modelId="{27F0B499-CF61-45D3-AD7B-64BA57C83615}" srcId="{896D7ABE-9321-4B99-9F2B-C9E96A7FA2AD}" destId="{A33E7EDF-45F0-40A8-AD4B-47E3A79D6926}" srcOrd="1" destOrd="0" parTransId="{2E3BE49A-98AF-47F7-851D-5228896E2E1B}" sibTransId="{2E3919A3-EFF8-468A-87DB-EFA503ED14E7}"/>
    <dgm:cxn modelId="{2F597CA3-7BCB-432F-A705-1A14623E81B9}" type="presOf" srcId="{3BB55648-3025-4E2A-8D29-06D4D157E6BC}" destId="{361EC43A-2D12-4EA8-89A2-926925ECE0DE}" srcOrd="0" destOrd="2" presId="urn:microsoft.com/office/officeart/2005/8/layout/hList1"/>
    <dgm:cxn modelId="{33FF26AB-E569-43A0-9974-F4B7A042841F}" type="presOf" srcId="{896D7ABE-9321-4B99-9F2B-C9E96A7FA2AD}" destId="{6F8CBD4E-5A1A-4D9E-8B97-3DEDF5F48B18}" srcOrd="0" destOrd="0" presId="urn:microsoft.com/office/officeart/2005/8/layout/hList1"/>
    <dgm:cxn modelId="{447448AD-8DF3-4A4D-B88C-277A85DFA4FD}" type="presOf" srcId="{A33E7EDF-45F0-40A8-AD4B-47E3A79D6926}" destId="{43065303-5583-4B36-8ACA-A6C5BF70D00E}" srcOrd="0" destOrd="1" presId="urn:microsoft.com/office/officeart/2005/8/layout/hList1"/>
    <dgm:cxn modelId="{312C9EB3-9A01-4830-97AF-0327237E40EE}" srcId="{BE98567C-C8D8-4BD7-9534-D7617B93D0E4}" destId="{F4F183EC-FD67-47F0-8B47-21DD3AF70EB9}" srcOrd="2" destOrd="0" parTransId="{5A4E2B1E-A967-460A-92C7-A0874463E7EF}" sibTransId="{334E4CBF-4526-4717-9D87-37AF6F42CC31}"/>
    <dgm:cxn modelId="{2C2BCCB5-D595-4753-80D9-FC28E7C4D514}" srcId="{EF943FE4-44FC-4374-98D6-2819ECCBE46E}" destId="{A0278BBE-5ECD-4874-B5C1-492545D23B57}" srcOrd="3" destOrd="0" parTransId="{25BE2066-6BED-43E9-935F-6C05D039E432}" sibTransId="{0126C5C9-4237-4FA6-939A-F8CCF06CE3D1}"/>
    <dgm:cxn modelId="{627E38B7-7984-4594-B940-55EACAF82CE6}" srcId="{445C4917-660B-48F3-880B-2C96431069E0}" destId="{D434C9B8-06BB-4513-B722-B3F3D0A75654}" srcOrd="3" destOrd="0" parTransId="{4B6A864A-96C8-4EA3-A678-C7D3C5BE780A}" sibTransId="{F1DD9794-A13C-4449-AC59-7A7E6EFB3FEB}"/>
    <dgm:cxn modelId="{603B6CBD-724F-4BF5-942B-0B25EE2A2DC3}" type="presOf" srcId="{D434C9B8-06BB-4513-B722-B3F3D0A75654}" destId="{361EC43A-2D12-4EA8-89A2-926925ECE0DE}" srcOrd="0" destOrd="3" presId="urn:microsoft.com/office/officeart/2005/8/layout/hList1"/>
    <dgm:cxn modelId="{6DDCC3C4-7F79-47C2-954C-FD424C719F4E}" srcId="{BE98567C-C8D8-4BD7-9534-D7617B93D0E4}" destId="{EF943FE4-44FC-4374-98D6-2819ECCBE46E}" srcOrd="4" destOrd="0" parTransId="{48B95BA2-2771-4520-9ADB-5F68BC8FEFF6}" sibTransId="{50391AEB-236E-4A26-A182-0DF9A753B29F}"/>
    <dgm:cxn modelId="{5C50C6CD-5A46-40F7-8AE7-BD127107A6E7}" srcId="{BE98567C-C8D8-4BD7-9534-D7617B93D0E4}" destId="{3C3DC53A-C041-4AE9-8A42-08A1E49647A0}" srcOrd="0" destOrd="0" parTransId="{C69FEC5C-05CF-46C6-B786-E98744EF8CF6}" sibTransId="{31A3DCA2-D91E-4A5D-9F44-6BA60ACBF55F}"/>
    <dgm:cxn modelId="{D025E5CF-28EA-4532-9983-08398113AADC}" srcId="{EF943FE4-44FC-4374-98D6-2819ECCBE46E}" destId="{C732DE3A-B752-4C62-B8CF-DAA73E3967CD}" srcOrd="1" destOrd="0" parTransId="{E78C1662-304D-40E4-BC86-7FBEA6A08021}" sibTransId="{0C4FD505-1AB6-4F45-A20C-00609D73932E}"/>
    <dgm:cxn modelId="{1212E7D6-7F4C-4EE3-8B59-4C769C7CA5C1}" type="presOf" srcId="{68A1D8FB-882B-4984-8FEC-5C3B7456B992}" destId="{361EC43A-2D12-4EA8-89A2-926925ECE0DE}" srcOrd="0" destOrd="1" presId="urn:microsoft.com/office/officeart/2005/8/layout/hList1"/>
    <dgm:cxn modelId="{FD075BD9-82EB-497C-8B63-6EC04B89B34E}" type="presOf" srcId="{3C3DC53A-C041-4AE9-8A42-08A1E49647A0}" destId="{A152F2B4-5CBB-4E30-A59B-0C5CB9A66BD3}" srcOrd="0" destOrd="0" presId="urn:microsoft.com/office/officeart/2005/8/layout/hList1"/>
    <dgm:cxn modelId="{63AEC5E9-8C3B-4041-9671-ED226A82B834}" type="presOf" srcId="{F4F183EC-FD67-47F0-8B47-21DD3AF70EB9}" destId="{5A3942D3-98FF-41F2-90A0-DE7983B9D122}" srcOrd="0" destOrd="0" presId="urn:microsoft.com/office/officeart/2005/8/layout/hList1"/>
    <dgm:cxn modelId="{C13AA7F3-7D88-449D-B982-5AFFA91F82CD}" type="presOf" srcId="{EF943FE4-44FC-4374-98D6-2819ECCBE46E}" destId="{4F17A855-AC64-4451-AB93-35D8AA9D4694}" srcOrd="0" destOrd="0" presId="urn:microsoft.com/office/officeart/2005/8/layout/hList1"/>
    <dgm:cxn modelId="{5A4997F4-2633-4D4A-A5A4-BF2C8FE709A6}" type="presOf" srcId="{BE98567C-C8D8-4BD7-9534-D7617B93D0E4}" destId="{048C2FA6-828C-4633-B226-CEFA2F2FDA54}" srcOrd="0" destOrd="0" presId="urn:microsoft.com/office/officeart/2005/8/layout/hList1"/>
    <dgm:cxn modelId="{5C7C18F6-BA1F-448B-B318-3507856A75AB}" srcId="{3C3DC53A-C041-4AE9-8A42-08A1E49647A0}" destId="{00DAC11D-EA9C-4D66-A97D-FCC2C5717A76}" srcOrd="0" destOrd="0" parTransId="{655C1251-B56E-40B2-940A-85035399B800}" sibTransId="{8FB2CA76-26E9-4B89-ADDE-22EFDF302809}"/>
    <dgm:cxn modelId="{F38C5AF8-C7CF-4DC7-A024-F49D8A1BA496}" type="presOf" srcId="{E3DC8151-D3B5-45D6-BCCB-ED07D371595C}" destId="{43065303-5583-4B36-8ACA-A6C5BF70D00E}" srcOrd="0" destOrd="3" presId="urn:microsoft.com/office/officeart/2005/8/layout/hList1"/>
    <dgm:cxn modelId="{F04E9DFC-83E8-4E15-8150-9E380A346865}" srcId="{BE98567C-C8D8-4BD7-9534-D7617B93D0E4}" destId="{445C4917-660B-48F3-880B-2C96431069E0}" srcOrd="3" destOrd="0" parTransId="{955AC7CF-FC1D-4DE4-B316-7986734FBEEA}" sibTransId="{27ED47F9-9098-49B1-94BC-734E07273411}"/>
    <dgm:cxn modelId="{69F6F8FE-FBA1-4F59-86BF-E9BA2E468739}" srcId="{445C4917-660B-48F3-880B-2C96431069E0}" destId="{3BB55648-3025-4E2A-8D29-06D4D157E6BC}" srcOrd="2" destOrd="0" parTransId="{17A11A34-CF10-4FDB-9956-9CCB0534460F}" sibTransId="{49C0BF9F-D3EC-459F-8587-EE44816ED3B2}"/>
    <dgm:cxn modelId="{3B1BCA3F-17CE-4344-9460-D5D357C256DB}" type="presParOf" srcId="{048C2FA6-828C-4633-B226-CEFA2F2FDA54}" destId="{860277D3-7F5E-43DF-8FBC-DF8294648D12}" srcOrd="0" destOrd="0" presId="urn:microsoft.com/office/officeart/2005/8/layout/hList1"/>
    <dgm:cxn modelId="{9A878C9B-F59B-48E5-9A12-BBCB99086226}" type="presParOf" srcId="{860277D3-7F5E-43DF-8FBC-DF8294648D12}" destId="{A152F2B4-5CBB-4E30-A59B-0C5CB9A66BD3}" srcOrd="0" destOrd="0" presId="urn:microsoft.com/office/officeart/2005/8/layout/hList1"/>
    <dgm:cxn modelId="{D293559F-668B-4D93-9B16-1B36B41A0645}" type="presParOf" srcId="{860277D3-7F5E-43DF-8FBC-DF8294648D12}" destId="{E0AEC171-636F-4676-BBD7-B94DED3BA5F0}" srcOrd="1" destOrd="0" presId="urn:microsoft.com/office/officeart/2005/8/layout/hList1"/>
    <dgm:cxn modelId="{8B6BEAB8-059B-4555-AF06-282EA7A4B239}" type="presParOf" srcId="{048C2FA6-828C-4633-B226-CEFA2F2FDA54}" destId="{0799A1E1-6157-4861-BE6B-84D4C929D1AD}" srcOrd="1" destOrd="0" presId="urn:microsoft.com/office/officeart/2005/8/layout/hList1"/>
    <dgm:cxn modelId="{13936C5D-4C55-4087-986B-F7635147A109}" type="presParOf" srcId="{048C2FA6-828C-4633-B226-CEFA2F2FDA54}" destId="{D4F0DEF2-8189-434B-8881-5B6EBC1A27F6}" srcOrd="2" destOrd="0" presId="urn:microsoft.com/office/officeart/2005/8/layout/hList1"/>
    <dgm:cxn modelId="{F80B5245-6C1C-46B0-9E65-72CEC6B815E9}" type="presParOf" srcId="{D4F0DEF2-8189-434B-8881-5B6EBC1A27F6}" destId="{6F8CBD4E-5A1A-4D9E-8B97-3DEDF5F48B18}" srcOrd="0" destOrd="0" presId="urn:microsoft.com/office/officeart/2005/8/layout/hList1"/>
    <dgm:cxn modelId="{16394AD7-6221-47BA-B362-0C0BD8BEAA13}" type="presParOf" srcId="{D4F0DEF2-8189-434B-8881-5B6EBC1A27F6}" destId="{43065303-5583-4B36-8ACA-A6C5BF70D00E}" srcOrd="1" destOrd="0" presId="urn:microsoft.com/office/officeart/2005/8/layout/hList1"/>
    <dgm:cxn modelId="{466B2B99-91C2-4D10-B79F-9048D124F8D1}" type="presParOf" srcId="{048C2FA6-828C-4633-B226-CEFA2F2FDA54}" destId="{CA4F9A83-36F9-4D72-93AD-2574F6609F0E}" srcOrd="3" destOrd="0" presId="urn:microsoft.com/office/officeart/2005/8/layout/hList1"/>
    <dgm:cxn modelId="{A0A861D1-014D-4CD1-B900-2E0AA8CD1AB1}" type="presParOf" srcId="{048C2FA6-828C-4633-B226-CEFA2F2FDA54}" destId="{52DC07CC-0A41-40BC-8F65-6C8546042F1E}" srcOrd="4" destOrd="0" presId="urn:microsoft.com/office/officeart/2005/8/layout/hList1"/>
    <dgm:cxn modelId="{4DFBE7DA-793F-42BF-823F-40E11A5CA0AA}" type="presParOf" srcId="{52DC07CC-0A41-40BC-8F65-6C8546042F1E}" destId="{5A3942D3-98FF-41F2-90A0-DE7983B9D122}" srcOrd="0" destOrd="0" presId="urn:microsoft.com/office/officeart/2005/8/layout/hList1"/>
    <dgm:cxn modelId="{E6CAA2E8-C7E2-454C-991D-637388E0F777}" type="presParOf" srcId="{52DC07CC-0A41-40BC-8F65-6C8546042F1E}" destId="{96224AAD-FF5E-43FC-A066-943BC552B06D}" srcOrd="1" destOrd="0" presId="urn:microsoft.com/office/officeart/2005/8/layout/hList1"/>
    <dgm:cxn modelId="{8D30BA68-0F4B-46FE-BA2E-65B0833A6076}" type="presParOf" srcId="{048C2FA6-828C-4633-B226-CEFA2F2FDA54}" destId="{4D1DD244-47A3-45F8-B318-CA674C3983B2}" srcOrd="5" destOrd="0" presId="urn:microsoft.com/office/officeart/2005/8/layout/hList1"/>
    <dgm:cxn modelId="{E4419D80-E577-4D3E-8E5A-C10512A7FB68}" type="presParOf" srcId="{048C2FA6-828C-4633-B226-CEFA2F2FDA54}" destId="{A001FDF2-941D-47DB-BCA2-C781D74D18C9}" srcOrd="6" destOrd="0" presId="urn:microsoft.com/office/officeart/2005/8/layout/hList1"/>
    <dgm:cxn modelId="{F51BD7D4-26BD-4B2A-91D8-56F406FEE1C1}" type="presParOf" srcId="{A001FDF2-941D-47DB-BCA2-C781D74D18C9}" destId="{63CE3E35-A968-40ED-BE1F-2B782661D882}" srcOrd="0" destOrd="0" presId="urn:microsoft.com/office/officeart/2005/8/layout/hList1"/>
    <dgm:cxn modelId="{1DA160F8-1B1F-4BEB-94A6-6BFC47437867}" type="presParOf" srcId="{A001FDF2-941D-47DB-BCA2-C781D74D18C9}" destId="{361EC43A-2D12-4EA8-89A2-926925ECE0DE}" srcOrd="1" destOrd="0" presId="urn:microsoft.com/office/officeart/2005/8/layout/hList1"/>
    <dgm:cxn modelId="{7135A04A-EB62-4739-AFCB-789821DC76E4}" type="presParOf" srcId="{048C2FA6-828C-4633-B226-CEFA2F2FDA54}" destId="{1BDD8561-6328-4031-B6B7-A5930359647B}" srcOrd="7" destOrd="0" presId="urn:microsoft.com/office/officeart/2005/8/layout/hList1"/>
    <dgm:cxn modelId="{6E295F7A-02BC-4B81-9D5F-2D5B85365E06}" type="presParOf" srcId="{048C2FA6-828C-4633-B226-CEFA2F2FDA54}" destId="{CD284BE2-419E-49CA-A4A6-4FEE2F8C51B6}" srcOrd="8" destOrd="0" presId="urn:microsoft.com/office/officeart/2005/8/layout/hList1"/>
    <dgm:cxn modelId="{5FF942D6-70A0-4ED3-B78D-CFB9E343E678}" type="presParOf" srcId="{CD284BE2-419E-49CA-A4A6-4FEE2F8C51B6}" destId="{4F17A855-AC64-4451-AB93-35D8AA9D4694}" srcOrd="0" destOrd="0" presId="urn:microsoft.com/office/officeart/2005/8/layout/hList1"/>
    <dgm:cxn modelId="{A1D275E8-34E4-4AE9-A5E1-464A079F30CD}" type="presParOf" srcId="{CD284BE2-419E-49CA-A4A6-4FEE2F8C51B6}" destId="{1AEF03EB-42C4-4AC4-898B-25D7A62C577D}" srcOrd="1" destOrd="0" presId="urn:microsoft.com/office/officeart/2005/8/layout/hLis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83.xml><?xml version="1.0" encoding="utf-8"?>
<dgm:dataModel xmlns:dgm="http://schemas.openxmlformats.org/drawingml/2006/diagram" xmlns:a="http://schemas.openxmlformats.org/drawingml/2006/main">
  <dgm:ptLst>
    <dgm:pt modelId="{66BF8DAC-5E85-4650-83A9-E3EA94D451E8}" type="doc">
      <dgm:prSet loTypeId="urn:microsoft.com/office/officeart/2005/8/layout/orgChart1" loCatId="hierarchy" qsTypeId="urn:microsoft.com/office/officeart/2005/8/quickstyle/simple3" qsCatId="simple" csTypeId="urn:microsoft.com/office/officeart/2005/8/colors/colorful5" csCatId="colorful" phldr="1"/>
      <dgm:spPr/>
      <dgm:t>
        <a:bodyPr/>
        <a:lstStyle/>
        <a:p>
          <a:endParaRPr lang="en-IN"/>
        </a:p>
      </dgm:t>
    </dgm:pt>
    <dgm:pt modelId="{D1C9D1EA-8226-4A1E-9E20-33F19B629617}">
      <dgm:prSet phldrT="[Text]" custT="1"/>
      <dgm:spPr/>
      <dgm:t>
        <a:bodyPr/>
        <a:lstStyle/>
        <a:p>
          <a:r>
            <a:rPr lang="en-IN" sz="1800" dirty="0"/>
            <a:t>Types of Serialization</a:t>
          </a:r>
        </a:p>
      </dgm:t>
    </dgm:pt>
    <dgm:pt modelId="{71F33A9B-17EA-48C8-B78A-2B94108084DE}" type="parTrans" cxnId="{27259443-854F-43A0-B560-5D52ABD2A32F}">
      <dgm:prSet/>
      <dgm:spPr/>
      <dgm:t>
        <a:bodyPr/>
        <a:lstStyle/>
        <a:p>
          <a:endParaRPr lang="en-IN" sz="1800"/>
        </a:p>
      </dgm:t>
    </dgm:pt>
    <dgm:pt modelId="{FE8B6586-EA02-4E05-8DB5-4FB004EA0A7B}" type="sibTrans" cxnId="{27259443-854F-43A0-B560-5D52ABD2A32F}">
      <dgm:prSet/>
      <dgm:spPr/>
      <dgm:t>
        <a:bodyPr/>
        <a:lstStyle/>
        <a:p>
          <a:endParaRPr lang="en-IN" sz="1800"/>
        </a:p>
      </dgm:t>
    </dgm:pt>
    <dgm:pt modelId="{2FC18836-D214-4132-9CF3-4415A8AF2E29}">
      <dgm:prSet phldrT="[Text]" custT="1"/>
      <dgm:spPr/>
      <dgm:t>
        <a:bodyPr/>
        <a:lstStyle/>
        <a:p>
          <a:r>
            <a:rPr lang="en-IN" sz="1800" dirty="0"/>
            <a:t>Binary </a:t>
          </a:r>
        </a:p>
        <a:p>
          <a:r>
            <a:rPr lang="en-IN" sz="1800" dirty="0"/>
            <a:t>Serialization</a:t>
          </a:r>
        </a:p>
      </dgm:t>
    </dgm:pt>
    <dgm:pt modelId="{463F2F82-A504-4908-B1A6-8ACEEC3EA962}" type="parTrans" cxnId="{988A3756-C34F-4EC5-84B0-271877E7C152}">
      <dgm:prSet/>
      <dgm:spPr/>
      <dgm:t>
        <a:bodyPr/>
        <a:lstStyle/>
        <a:p>
          <a:endParaRPr lang="en-IN" sz="1800"/>
        </a:p>
      </dgm:t>
    </dgm:pt>
    <dgm:pt modelId="{42FD7391-4E55-4F4E-B1F0-6248325455F0}" type="sibTrans" cxnId="{988A3756-C34F-4EC5-84B0-271877E7C152}">
      <dgm:prSet/>
      <dgm:spPr/>
      <dgm:t>
        <a:bodyPr/>
        <a:lstStyle/>
        <a:p>
          <a:endParaRPr lang="en-IN" sz="1800"/>
        </a:p>
      </dgm:t>
    </dgm:pt>
    <dgm:pt modelId="{019CD5C8-2DF6-4E4B-A8DA-3B5879D33DAF}">
      <dgm:prSet phldrT="[Text]" custT="1"/>
      <dgm:spPr/>
      <dgm:t>
        <a:bodyPr/>
        <a:lstStyle/>
        <a:p>
          <a:r>
            <a:rPr lang="en-IN" sz="1800" dirty="0"/>
            <a:t>XML </a:t>
          </a:r>
        </a:p>
        <a:p>
          <a:r>
            <a:rPr lang="en-IN" sz="1800" dirty="0"/>
            <a:t>Serialization</a:t>
          </a:r>
        </a:p>
      </dgm:t>
    </dgm:pt>
    <dgm:pt modelId="{567245AC-1943-4196-A97E-C7F9799A492F}" type="parTrans" cxnId="{675F63B4-FD51-4347-AE80-A19F915BBFFC}">
      <dgm:prSet/>
      <dgm:spPr/>
      <dgm:t>
        <a:bodyPr/>
        <a:lstStyle/>
        <a:p>
          <a:endParaRPr lang="en-IN" sz="1800"/>
        </a:p>
      </dgm:t>
    </dgm:pt>
    <dgm:pt modelId="{B27247C2-54BB-4AD6-A930-555FFA62C3EE}" type="sibTrans" cxnId="{675F63B4-FD51-4347-AE80-A19F915BBFFC}">
      <dgm:prSet/>
      <dgm:spPr/>
      <dgm:t>
        <a:bodyPr/>
        <a:lstStyle/>
        <a:p>
          <a:endParaRPr lang="en-IN" sz="1800"/>
        </a:p>
      </dgm:t>
    </dgm:pt>
    <dgm:pt modelId="{44F3CFAA-0BFF-4270-A8A3-0618BDACEA3C}">
      <dgm:prSet phldrT="[Text]" custT="1"/>
      <dgm:spPr/>
      <dgm:t>
        <a:bodyPr/>
        <a:lstStyle/>
        <a:p>
          <a:r>
            <a:rPr lang="en-IN" sz="1800" dirty="0"/>
            <a:t>JSON </a:t>
          </a:r>
        </a:p>
        <a:p>
          <a:r>
            <a:rPr lang="en-IN" sz="1800" dirty="0"/>
            <a:t>Serialization</a:t>
          </a:r>
        </a:p>
      </dgm:t>
    </dgm:pt>
    <dgm:pt modelId="{4D066238-5002-4511-AB94-77AE11948C84}" type="parTrans" cxnId="{43A91306-0315-4509-A9AB-727861AEED91}">
      <dgm:prSet/>
      <dgm:spPr/>
      <dgm:t>
        <a:bodyPr/>
        <a:lstStyle/>
        <a:p>
          <a:endParaRPr lang="en-IN" sz="1800"/>
        </a:p>
      </dgm:t>
    </dgm:pt>
    <dgm:pt modelId="{C95071A0-9A6C-41E0-9700-230803716998}" type="sibTrans" cxnId="{43A91306-0315-4509-A9AB-727861AEED91}">
      <dgm:prSet/>
      <dgm:spPr/>
      <dgm:t>
        <a:bodyPr/>
        <a:lstStyle/>
        <a:p>
          <a:endParaRPr lang="en-IN" sz="1800"/>
        </a:p>
      </dgm:t>
    </dgm:pt>
    <dgm:pt modelId="{1622ACA4-AF7D-42D5-AA4D-ED5D87AAC6F4}" type="pres">
      <dgm:prSet presAssocID="{66BF8DAC-5E85-4650-83A9-E3EA94D451E8}" presName="hierChild1" presStyleCnt="0">
        <dgm:presLayoutVars>
          <dgm:orgChart val="1"/>
          <dgm:chPref val="1"/>
          <dgm:dir/>
          <dgm:animOne val="branch"/>
          <dgm:animLvl val="lvl"/>
          <dgm:resizeHandles/>
        </dgm:presLayoutVars>
      </dgm:prSet>
      <dgm:spPr/>
    </dgm:pt>
    <dgm:pt modelId="{F625D5C6-2581-4B20-9708-58F4A47A0637}" type="pres">
      <dgm:prSet presAssocID="{D1C9D1EA-8226-4A1E-9E20-33F19B629617}" presName="hierRoot1" presStyleCnt="0">
        <dgm:presLayoutVars>
          <dgm:hierBranch val="init"/>
        </dgm:presLayoutVars>
      </dgm:prSet>
      <dgm:spPr/>
    </dgm:pt>
    <dgm:pt modelId="{9EA04921-184D-4DD1-B666-3A4A53A042B2}" type="pres">
      <dgm:prSet presAssocID="{D1C9D1EA-8226-4A1E-9E20-33F19B629617}" presName="rootComposite1" presStyleCnt="0"/>
      <dgm:spPr/>
    </dgm:pt>
    <dgm:pt modelId="{6F77B627-DDD6-476E-A765-FA043F5A1AC5}" type="pres">
      <dgm:prSet presAssocID="{D1C9D1EA-8226-4A1E-9E20-33F19B629617}" presName="rootText1" presStyleLbl="node0" presStyleIdx="0" presStyleCnt="1">
        <dgm:presLayoutVars>
          <dgm:chPref val="3"/>
        </dgm:presLayoutVars>
      </dgm:prSet>
      <dgm:spPr>
        <a:prstGeom prst="flowChartAlternateProcess">
          <a:avLst/>
        </a:prstGeom>
      </dgm:spPr>
    </dgm:pt>
    <dgm:pt modelId="{92FCAFB1-A1D4-48B6-AF8C-2BD8A7251077}" type="pres">
      <dgm:prSet presAssocID="{D1C9D1EA-8226-4A1E-9E20-33F19B629617}" presName="rootConnector1" presStyleLbl="node1" presStyleIdx="0" presStyleCnt="0"/>
      <dgm:spPr/>
    </dgm:pt>
    <dgm:pt modelId="{B87843F7-FB0D-488D-9BB1-718F5FD07136}" type="pres">
      <dgm:prSet presAssocID="{D1C9D1EA-8226-4A1E-9E20-33F19B629617}" presName="hierChild2" presStyleCnt="0"/>
      <dgm:spPr/>
    </dgm:pt>
    <dgm:pt modelId="{8153BD49-B2F1-4DEA-9D71-73D640327311}" type="pres">
      <dgm:prSet presAssocID="{463F2F82-A504-4908-B1A6-8ACEEC3EA962}" presName="Name37" presStyleLbl="parChTrans1D2" presStyleIdx="0" presStyleCnt="3"/>
      <dgm:spPr/>
    </dgm:pt>
    <dgm:pt modelId="{B3114BDE-3159-424E-B393-EAF7844EA144}" type="pres">
      <dgm:prSet presAssocID="{2FC18836-D214-4132-9CF3-4415A8AF2E29}" presName="hierRoot2" presStyleCnt="0">
        <dgm:presLayoutVars>
          <dgm:hierBranch val="init"/>
        </dgm:presLayoutVars>
      </dgm:prSet>
      <dgm:spPr/>
    </dgm:pt>
    <dgm:pt modelId="{73CB63EC-CBCA-4EC7-BDEF-C7FF09B631AB}" type="pres">
      <dgm:prSet presAssocID="{2FC18836-D214-4132-9CF3-4415A8AF2E29}" presName="rootComposite" presStyleCnt="0"/>
      <dgm:spPr/>
    </dgm:pt>
    <dgm:pt modelId="{2B1BB829-5E79-48DC-8745-C819CE46A451}" type="pres">
      <dgm:prSet presAssocID="{2FC18836-D214-4132-9CF3-4415A8AF2E29}" presName="rootText" presStyleLbl="node2" presStyleIdx="0" presStyleCnt="3">
        <dgm:presLayoutVars>
          <dgm:chPref val="3"/>
        </dgm:presLayoutVars>
      </dgm:prSet>
      <dgm:spPr>
        <a:prstGeom prst="flowChartAlternateProcess">
          <a:avLst/>
        </a:prstGeom>
      </dgm:spPr>
    </dgm:pt>
    <dgm:pt modelId="{9BB53887-A381-47EB-B681-56BC9F71B876}" type="pres">
      <dgm:prSet presAssocID="{2FC18836-D214-4132-9CF3-4415A8AF2E29}" presName="rootConnector" presStyleLbl="node2" presStyleIdx="0" presStyleCnt="3"/>
      <dgm:spPr/>
    </dgm:pt>
    <dgm:pt modelId="{72DC3646-D61A-4C5B-A4BC-FB21AEF6191A}" type="pres">
      <dgm:prSet presAssocID="{2FC18836-D214-4132-9CF3-4415A8AF2E29}" presName="hierChild4" presStyleCnt="0"/>
      <dgm:spPr/>
    </dgm:pt>
    <dgm:pt modelId="{97952CAF-30B1-4652-95BD-1A864F9E39E0}" type="pres">
      <dgm:prSet presAssocID="{2FC18836-D214-4132-9CF3-4415A8AF2E29}" presName="hierChild5" presStyleCnt="0"/>
      <dgm:spPr/>
    </dgm:pt>
    <dgm:pt modelId="{666991BE-F95C-4B8D-AD32-A9C857C6C6CC}" type="pres">
      <dgm:prSet presAssocID="{567245AC-1943-4196-A97E-C7F9799A492F}" presName="Name37" presStyleLbl="parChTrans1D2" presStyleIdx="1" presStyleCnt="3"/>
      <dgm:spPr/>
    </dgm:pt>
    <dgm:pt modelId="{77CE2DDD-8E9A-4346-862F-CC026508E162}" type="pres">
      <dgm:prSet presAssocID="{019CD5C8-2DF6-4E4B-A8DA-3B5879D33DAF}" presName="hierRoot2" presStyleCnt="0">
        <dgm:presLayoutVars>
          <dgm:hierBranch val="init"/>
        </dgm:presLayoutVars>
      </dgm:prSet>
      <dgm:spPr/>
    </dgm:pt>
    <dgm:pt modelId="{5ED2566B-F1B0-43F3-90FB-8BF172E6F558}" type="pres">
      <dgm:prSet presAssocID="{019CD5C8-2DF6-4E4B-A8DA-3B5879D33DAF}" presName="rootComposite" presStyleCnt="0"/>
      <dgm:spPr/>
    </dgm:pt>
    <dgm:pt modelId="{B4912EDC-D502-4777-9778-003DBDDCB6E8}" type="pres">
      <dgm:prSet presAssocID="{019CD5C8-2DF6-4E4B-A8DA-3B5879D33DAF}" presName="rootText" presStyleLbl="node2" presStyleIdx="1" presStyleCnt="3">
        <dgm:presLayoutVars>
          <dgm:chPref val="3"/>
        </dgm:presLayoutVars>
      </dgm:prSet>
      <dgm:spPr>
        <a:prstGeom prst="flowChartAlternateProcess">
          <a:avLst/>
        </a:prstGeom>
      </dgm:spPr>
    </dgm:pt>
    <dgm:pt modelId="{551BBBD9-50D7-4E91-B392-F100F0639F63}" type="pres">
      <dgm:prSet presAssocID="{019CD5C8-2DF6-4E4B-A8DA-3B5879D33DAF}" presName="rootConnector" presStyleLbl="node2" presStyleIdx="1" presStyleCnt="3"/>
      <dgm:spPr/>
    </dgm:pt>
    <dgm:pt modelId="{D23A4B08-594D-4FFF-B631-6FA50185B325}" type="pres">
      <dgm:prSet presAssocID="{019CD5C8-2DF6-4E4B-A8DA-3B5879D33DAF}" presName="hierChild4" presStyleCnt="0"/>
      <dgm:spPr/>
    </dgm:pt>
    <dgm:pt modelId="{F79B3300-1560-4C40-B779-8898F9802B05}" type="pres">
      <dgm:prSet presAssocID="{019CD5C8-2DF6-4E4B-A8DA-3B5879D33DAF}" presName="hierChild5" presStyleCnt="0"/>
      <dgm:spPr/>
    </dgm:pt>
    <dgm:pt modelId="{509266DF-5510-468E-8664-1C086436B6DD}" type="pres">
      <dgm:prSet presAssocID="{4D066238-5002-4511-AB94-77AE11948C84}" presName="Name37" presStyleLbl="parChTrans1D2" presStyleIdx="2" presStyleCnt="3"/>
      <dgm:spPr/>
    </dgm:pt>
    <dgm:pt modelId="{71BCF4FA-45C1-45EE-A508-989F88E0926A}" type="pres">
      <dgm:prSet presAssocID="{44F3CFAA-0BFF-4270-A8A3-0618BDACEA3C}" presName="hierRoot2" presStyleCnt="0">
        <dgm:presLayoutVars>
          <dgm:hierBranch val="init"/>
        </dgm:presLayoutVars>
      </dgm:prSet>
      <dgm:spPr/>
    </dgm:pt>
    <dgm:pt modelId="{DC3DD0C3-BCFB-4B06-9FA1-100C86051681}" type="pres">
      <dgm:prSet presAssocID="{44F3CFAA-0BFF-4270-A8A3-0618BDACEA3C}" presName="rootComposite" presStyleCnt="0"/>
      <dgm:spPr/>
    </dgm:pt>
    <dgm:pt modelId="{6ED36880-A61E-4995-BF07-3BA870F18EF2}" type="pres">
      <dgm:prSet presAssocID="{44F3CFAA-0BFF-4270-A8A3-0618BDACEA3C}" presName="rootText" presStyleLbl="node2" presStyleIdx="2" presStyleCnt="3">
        <dgm:presLayoutVars>
          <dgm:chPref val="3"/>
        </dgm:presLayoutVars>
      </dgm:prSet>
      <dgm:spPr>
        <a:prstGeom prst="flowChartAlternateProcess">
          <a:avLst/>
        </a:prstGeom>
      </dgm:spPr>
    </dgm:pt>
    <dgm:pt modelId="{8160C8EF-7B78-445A-B508-28CB47CE08A8}" type="pres">
      <dgm:prSet presAssocID="{44F3CFAA-0BFF-4270-A8A3-0618BDACEA3C}" presName="rootConnector" presStyleLbl="node2" presStyleIdx="2" presStyleCnt="3"/>
      <dgm:spPr/>
    </dgm:pt>
    <dgm:pt modelId="{05000919-DA12-4E9F-AA40-4BD05905EDD2}" type="pres">
      <dgm:prSet presAssocID="{44F3CFAA-0BFF-4270-A8A3-0618BDACEA3C}" presName="hierChild4" presStyleCnt="0"/>
      <dgm:spPr/>
    </dgm:pt>
    <dgm:pt modelId="{34358CDD-2EF8-487C-8517-06948955643E}" type="pres">
      <dgm:prSet presAssocID="{44F3CFAA-0BFF-4270-A8A3-0618BDACEA3C}" presName="hierChild5" presStyleCnt="0"/>
      <dgm:spPr/>
    </dgm:pt>
    <dgm:pt modelId="{17852D99-785B-4D58-942B-35798956A460}" type="pres">
      <dgm:prSet presAssocID="{D1C9D1EA-8226-4A1E-9E20-33F19B629617}" presName="hierChild3" presStyleCnt="0"/>
      <dgm:spPr/>
    </dgm:pt>
  </dgm:ptLst>
  <dgm:cxnLst>
    <dgm:cxn modelId="{43A91306-0315-4509-A9AB-727861AEED91}" srcId="{D1C9D1EA-8226-4A1E-9E20-33F19B629617}" destId="{44F3CFAA-0BFF-4270-A8A3-0618BDACEA3C}" srcOrd="2" destOrd="0" parTransId="{4D066238-5002-4511-AB94-77AE11948C84}" sibTransId="{C95071A0-9A6C-41E0-9700-230803716998}"/>
    <dgm:cxn modelId="{B199BC34-E5D7-4F67-A5F1-07D786C534EC}" type="presOf" srcId="{463F2F82-A504-4908-B1A6-8ACEEC3EA962}" destId="{8153BD49-B2F1-4DEA-9D71-73D640327311}" srcOrd="0" destOrd="0" presId="urn:microsoft.com/office/officeart/2005/8/layout/orgChart1"/>
    <dgm:cxn modelId="{D867393B-4F76-4AF4-8F3D-2254E4867197}" type="presOf" srcId="{44F3CFAA-0BFF-4270-A8A3-0618BDACEA3C}" destId="{8160C8EF-7B78-445A-B508-28CB47CE08A8}" srcOrd="1" destOrd="0" presId="urn:microsoft.com/office/officeart/2005/8/layout/orgChart1"/>
    <dgm:cxn modelId="{27259443-854F-43A0-B560-5D52ABD2A32F}" srcId="{66BF8DAC-5E85-4650-83A9-E3EA94D451E8}" destId="{D1C9D1EA-8226-4A1E-9E20-33F19B629617}" srcOrd="0" destOrd="0" parTransId="{71F33A9B-17EA-48C8-B78A-2B94108084DE}" sibTransId="{FE8B6586-EA02-4E05-8DB5-4FB004EA0A7B}"/>
    <dgm:cxn modelId="{3AEE444A-35D2-4324-938C-DF4CBEAB490B}" type="presOf" srcId="{2FC18836-D214-4132-9CF3-4415A8AF2E29}" destId="{2B1BB829-5E79-48DC-8745-C819CE46A451}" srcOrd="0" destOrd="0" presId="urn:microsoft.com/office/officeart/2005/8/layout/orgChart1"/>
    <dgm:cxn modelId="{08F9016C-0AEB-46A4-B2E8-3A77F23A45F2}" type="presOf" srcId="{019CD5C8-2DF6-4E4B-A8DA-3B5879D33DAF}" destId="{B4912EDC-D502-4777-9778-003DBDDCB6E8}" srcOrd="0" destOrd="0" presId="urn:microsoft.com/office/officeart/2005/8/layout/orgChart1"/>
    <dgm:cxn modelId="{988A3756-C34F-4EC5-84B0-271877E7C152}" srcId="{D1C9D1EA-8226-4A1E-9E20-33F19B629617}" destId="{2FC18836-D214-4132-9CF3-4415A8AF2E29}" srcOrd="0" destOrd="0" parTransId="{463F2F82-A504-4908-B1A6-8ACEEC3EA962}" sibTransId="{42FD7391-4E55-4F4E-B1F0-6248325455F0}"/>
    <dgm:cxn modelId="{8231C159-EC50-4A87-BB22-C85F07D181B0}" type="presOf" srcId="{D1C9D1EA-8226-4A1E-9E20-33F19B629617}" destId="{92FCAFB1-A1D4-48B6-AF8C-2BD8A7251077}" srcOrd="1" destOrd="0" presId="urn:microsoft.com/office/officeart/2005/8/layout/orgChart1"/>
    <dgm:cxn modelId="{8074A25A-7585-46A8-86F3-CF5EFA38D1BC}" type="presOf" srcId="{567245AC-1943-4196-A97E-C7F9799A492F}" destId="{666991BE-F95C-4B8D-AD32-A9C857C6C6CC}" srcOrd="0" destOrd="0" presId="urn:microsoft.com/office/officeart/2005/8/layout/orgChart1"/>
    <dgm:cxn modelId="{4A3DDC7D-D0D7-4BCA-AEDD-9F5AE9AC9A05}" type="presOf" srcId="{66BF8DAC-5E85-4650-83A9-E3EA94D451E8}" destId="{1622ACA4-AF7D-42D5-AA4D-ED5D87AAC6F4}" srcOrd="0" destOrd="0" presId="urn:microsoft.com/office/officeart/2005/8/layout/orgChart1"/>
    <dgm:cxn modelId="{F3F12E80-EF36-410F-AC64-AC787827D80B}" type="presOf" srcId="{2FC18836-D214-4132-9CF3-4415A8AF2E29}" destId="{9BB53887-A381-47EB-B681-56BC9F71B876}" srcOrd="1" destOrd="0" presId="urn:microsoft.com/office/officeart/2005/8/layout/orgChart1"/>
    <dgm:cxn modelId="{1A07A583-C6D9-4E99-AB6A-D34DF31F7CF4}" type="presOf" srcId="{019CD5C8-2DF6-4E4B-A8DA-3B5879D33DAF}" destId="{551BBBD9-50D7-4E91-B392-F100F0639F63}" srcOrd="1" destOrd="0" presId="urn:microsoft.com/office/officeart/2005/8/layout/orgChart1"/>
    <dgm:cxn modelId="{ACDE9CAE-83A2-4729-92CB-490225AD933C}" type="presOf" srcId="{4D066238-5002-4511-AB94-77AE11948C84}" destId="{509266DF-5510-468E-8664-1C086436B6DD}" srcOrd="0" destOrd="0" presId="urn:microsoft.com/office/officeart/2005/8/layout/orgChart1"/>
    <dgm:cxn modelId="{675F63B4-FD51-4347-AE80-A19F915BBFFC}" srcId="{D1C9D1EA-8226-4A1E-9E20-33F19B629617}" destId="{019CD5C8-2DF6-4E4B-A8DA-3B5879D33DAF}" srcOrd="1" destOrd="0" parTransId="{567245AC-1943-4196-A97E-C7F9799A492F}" sibTransId="{B27247C2-54BB-4AD6-A930-555FFA62C3EE}"/>
    <dgm:cxn modelId="{E98B94C8-6D38-4D60-92F8-105120F85C14}" type="presOf" srcId="{44F3CFAA-0BFF-4270-A8A3-0618BDACEA3C}" destId="{6ED36880-A61E-4995-BF07-3BA870F18EF2}" srcOrd="0" destOrd="0" presId="urn:microsoft.com/office/officeart/2005/8/layout/orgChart1"/>
    <dgm:cxn modelId="{141261F5-2E93-46D9-BFA3-960C3A139B9D}" type="presOf" srcId="{D1C9D1EA-8226-4A1E-9E20-33F19B629617}" destId="{6F77B627-DDD6-476E-A765-FA043F5A1AC5}" srcOrd="0" destOrd="0" presId="urn:microsoft.com/office/officeart/2005/8/layout/orgChart1"/>
    <dgm:cxn modelId="{DEFA7043-0F66-4F04-848F-1B1281299F04}" type="presParOf" srcId="{1622ACA4-AF7D-42D5-AA4D-ED5D87AAC6F4}" destId="{F625D5C6-2581-4B20-9708-58F4A47A0637}" srcOrd="0" destOrd="0" presId="urn:microsoft.com/office/officeart/2005/8/layout/orgChart1"/>
    <dgm:cxn modelId="{FEE789A1-DD36-44E2-BD31-6BC005DA8217}" type="presParOf" srcId="{F625D5C6-2581-4B20-9708-58F4A47A0637}" destId="{9EA04921-184D-4DD1-B666-3A4A53A042B2}" srcOrd="0" destOrd="0" presId="urn:microsoft.com/office/officeart/2005/8/layout/orgChart1"/>
    <dgm:cxn modelId="{96D30DDC-E6A6-4A91-8ABB-D598A3502915}" type="presParOf" srcId="{9EA04921-184D-4DD1-B666-3A4A53A042B2}" destId="{6F77B627-DDD6-476E-A765-FA043F5A1AC5}" srcOrd="0" destOrd="0" presId="urn:microsoft.com/office/officeart/2005/8/layout/orgChart1"/>
    <dgm:cxn modelId="{146BC8A4-CE56-49F6-8C84-094DFA6FAE0B}" type="presParOf" srcId="{9EA04921-184D-4DD1-B666-3A4A53A042B2}" destId="{92FCAFB1-A1D4-48B6-AF8C-2BD8A7251077}" srcOrd="1" destOrd="0" presId="urn:microsoft.com/office/officeart/2005/8/layout/orgChart1"/>
    <dgm:cxn modelId="{10F1610E-2AED-4E34-809F-373B236B9301}" type="presParOf" srcId="{F625D5C6-2581-4B20-9708-58F4A47A0637}" destId="{B87843F7-FB0D-488D-9BB1-718F5FD07136}" srcOrd="1" destOrd="0" presId="urn:microsoft.com/office/officeart/2005/8/layout/orgChart1"/>
    <dgm:cxn modelId="{F01AF5ED-B58C-4701-BB4D-D2F965F7025E}" type="presParOf" srcId="{B87843F7-FB0D-488D-9BB1-718F5FD07136}" destId="{8153BD49-B2F1-4DEA-9D71-73D640327311}" srcOrd="0" destOrd="0" presId="urn:microsoft.com/office/officeart/2005/8/layout/orgChart1"/>
    <dgm:cxn modelId="{7B5B6F3A-AEE6-4803-A06E-C91FCBF324AE}" type="presParOf" srcId="{B87843F7-FB0D-488D-9BB1-718F5FD07136}" destId="{B3114BDE-3159-424E-B393-EAF7844EA144}" srcOrd="1" destOrd="0" presId="urn:microsoft.com/office/officeart/2005/8/layout/orgChart1"/>
    <dgm:cxn modelId="{34571733-0868-42CD-A15B-CE7068A60B6E}" type="presParOf" srcId="{B3114BDE-3159-424E-B393-EAF7844EA144}" destId="{73CB63EC-CBCA-4EC7-BDEF-C7FF09B631AB}" srcOrd="0" destOrd="0" presId="urn:microsoft.com/office/officeart/2005/8/layout/orgChart1"/>
    <dgm:cxn modelId="{24BCF656-3878-462A-AFDB-384E6BA4446A}" type="presParOf" srcId="{73CB63EC-CBCA-4EC7-BDEF-C7FF09B631AB}" destId="{2B1BB829-5E79-48DC-8745-C819CE46A451}" srcOrd="0" destOrd="0" presId="urn:microsoft.com/office/officeart/2005/8/layout/orgChart1"/>
    <dgm:cxn modelId="{4B83E2E3-C28A-400B-A8FC-9EEC0C5E3462}" type="presParOf" srcId="{73CB63EC-CBCA-4EC7-BDEF-C7FF09B631AB}" destId="{9BB53887-A381-47EB-B681-56BC9F71B876}" srcOrd="1" destOrd="0" presId="urn:microsoft.com/office/officeart/2005/8/layout/orgChart1"/>
    <dgm:cxn modelId="{310875B2-72B8-480C-8463-693A40A2A8EA}" type="presParOf" srcId="{B3114BDE-3159-424E-B393-EAF7844EA144}" destId="{72DC3646-D61A-4C5B-A4BC-FB21AEF6191A}" srcOrd="1" destOrd="0" presId="urn:microsoft.com/office/officeart/2005/8/layout/orgChart1"/>
    <dgm:cxn modelId="{717C8BD7-0E76-450A-AE06-F0295F627C97}" type="presParOf" srcId="{B3114BDE-3159-424E-B393-EAF7844EA144}" destId="{97952CAF-30B1-4652-95BD-1A864F9E39E0}" srcOrd="2" destOrd="0" presId="urn:microsoft.com/office/officeart/2005/8/layout/orgChart1"/>
    <dgm:cxn modelId="{AC754AD2-8D87-453F-9868-086B7DEFDE90}" type="presParOf" srcId="{B87843F7-FB0D-488D-9BB1-718F5FD07136}" destId="{666991BE-F95C-4B8D-AD32-A9C857C6C6CC}" srcOrd="2" destOrd="0" presId="urn:microsoft.com/office/officeart/2005/8/layout/orgChart1"/>
    <dgm:cxn modelId="{42EB0319-75C6-4565-ADCD-BFBD7AB2CC74}" type="presParOf" srcId="{B87843F7-FB0D-488D-9BB1-718F5FD07136}" destId="{77CE2DDD-8E9A-4346-862F-CC026508E162}" srcOrd="3" destOrd="0" presId="urn:microsoft.com/office/officeart/2005/8/layout/orgChart1"/>
    <dgm:cxn modelId="{13E3D827-B857-4009-B079-60397997EB80}" type="presParOf" srcId="{77CE2DDD-8E9A-4346-862F-CC026508E162}" destId="{5ED2566B-F1B0-43F3-90FB-8BF172E6F558}" srcOrd="0" destOrd="0" presId="urn:microsoft.com/office/officeart/2005/8/layout/orgChart1"/>
    <dgm:cxn modelId="{87AF775B-52F5-4D45-BCD2-19690118024B}" type="presParOf" srcId="{5ED2566B-F1B0-43F3-90FB-8BF172E6F558}" destId="{B4912EDC-D502-4777-9778-003DBDDCB6E8}" srcOrd="0" destOrd="0" presId="urn:microsoft.com/office/officeart/2005/8/layout/orgChart1"/>
    <dgm:cxn modelId="{C4FE6222-2389-4398-AF51-BC27FD6436D5}" type="presParOf" srcId="{5ED2566B-F1B0-43F3-90FB-8BF172E6F558}" destId="{551BBBD9-50D7-4E91-B392-F100F0639F63}" srcOrd="1" destOrd="0" presId="urn:microsoft.com/office/officeart/2005/8/layout/orgChart1"/>
    <dgm:cxn modelId="{351543E5-8150-4B9C-A20C-02582D8476EB}" type="presParOf" srcId="{77CE2DDD-8E9A-4346-862F-CC026508E162}" destId="{D23A4B08-594D-4FFF-B631-6FA50185B325}" srcOrd="1" destOrd="0" presId="urn:microsoft.com/office/officeart/2005/8/layout/orgChart1"/>
    <dgm:cxn modelId="{8E451CB1-79D2-4AEA-9AA4-20B23B4D93D6}" type="presParOf" srcId="{77CE2DDD-8E9A-4346-862F-CC026508E162}" destId="{F79B3300-1560-4C40-B779-8898F9802B05}" srcOrd="2" destOrd="0" presId="urn:microsoft.com/office/officeart/2005/8/layout/orgChart1"/>
    <dgm:cxn modelId="{E0FEB4CA-3850-4319-9571-DCFE66959B6E}" type="presParOf" srcId="{B87843F7-FB0D-488D-9BB1-718F5FD07136}" destId="{509266DF-5510-468E-8664-1C086436B6DD}" srcOrd="4" destOrd="0" presId="urn:microsoft.com/office/officeart/2005/8/layout/orgChart1"/>
    <dgm:cxn modelId="{C962F100-37B7-4149-B97E-97E5511C2537}" type="presParOf" srcId="{B87843F7-FB0D-488D-9BB1-718F5FD07136}" destId="{71BCF4FA-45C1-45EE-A508-989F88E0926A}" srcOrd="5" destOrd="0" presId="urn:microsoft.com/office/officeart/2005/8/layout/orgChart1"/>
    <dgm:cxn modelId="{E3E0A228-D1D1-498C-87CC-A95C69E4068B}" type="presParOf" srcId="{71BCF4FA-45C1-45EE-A508-989F88E0926A}" destId="{DC3DD0C3-BCFB-4B06-9FA1-100C86051681}" srcOrd="0" destOrd="0" presId="urn:microsoft.com/office/officeart/2005/8/layout/orgChart1"/>
    <dgm:cxn modelId="{35051105-3A22-4B47-8C24-309900970031}" type="presParOf" srcId="{DC3DD0C3-BCFB-4B06-9FA1-100C86051681}" destId="{6ED36880-A61E-4995-BF07-3BA870F18EF2}" srcOrd="0" destOrd="0" presId="urn:microsoft.com/office/officeart/2005/8/layout/orgChart1"/>
    <dgm:cxn modelId="{55B1C65A-A8A0-4CF4-B342-2E6C83A8EC43}" type="presParOf" srcId="{DC3DD0C3-BCFB-4B06-9FA1-100C86051681}" destId="{8160C8EF-7B78-445A-B508-28CB47CE08A8}" srcOrd="1" destOrd="0" presId="urn:microsoft.com/office/officeart/2005/8/layout/orgChart1"/>
    <dgm:cxn modelId="{93C1B69E-02F1-4031-B879-8EA95CF7016D}" type="presParOf" srcId="{71BCF4FA-45C1-45EE-A508-989F88E0926A}" destId="{05000919-DA12-4E9F-AA40-4BD05905EDD2}" srcOrd="1" destOrd="0" presId="urn:microsoft.com/office/officeart/2005/8/layout/orgChart1"/>
    <dgm:cxn modelId="{2A4D7319-16BE-4B66-9BB9-FF4608B9B66E}" type="presParOf" srcId="{71BCF4FA-45C1-45EE-A508-989F88E0926A}" destId="{34358CDD-2EF8-487C-8517-06948955643E}" srcOrd="2" destOrd="0" presId="urn:microsoft.com/office/officeart/2005/8/layout/orgChart1"/>
    <dgm:cxn modelId="{43150EF4-24B3-472D-BE82-0D41D0B0B152}" type="presParOf" srcId="{F625D5C6-2581-4B20-9708-58F4A47A0637}" destId="{17852D99-785B-4D58-942B-35798956A460}" srcOrd="2" destOrd="0" presId="urn:microsoft.com/office/officeart/2005/8/layout/orgChar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84.xml><?xml version="1.0" encoding="utf-8"?>
<dgm:dataModel xmlns:dgm="http://schemas.openxmlformats.org/drawingml/2006/diagram" xmlns:a="http://schemas.openxmlformats.org/drawingml/2006/main">
  <dgm:ptLst>
    <dgm:pt modelId="{4FC0B3E0-26AE-4E5B-A591-198C73E85E1D}" type="doc">
      <dgm:prSet loTypeId="urn:microsoft.com/office/officeart/2005/8/layout/radial1" loCatId="cycle" qsTypeId="urn:microsoft.com/office/officeart/2005/8/quickstyle/simple3" qsCatId="simple" csTypeId="urn:microsoft.com/office/officeart/2005/8/colors/colorful5" csCatId="colorful" phldr="1"/>
      <dgm:spPr/>
      <dgm:t>
        <a:bodyPr/>
        <a:lstStyle/>
        <a:p>
          <a:endParaRPr lang="en-IN"/>
        </a:p>
      </dgm:t>
    </dgm:pt>
    <dgm:pt modelId="{F0C55122-8157-4B69-A851-A77C6F5748E1}">
      <dgm:prSet phldrT="[Text]" custT="1"/>
      <dgm:spPr/>
      <dgm:t>
        <a:bodyPr/>
        <a:lstStyle/>
        <a:p>
          <a:r>
            <a:rPr lang="en-IN" sz="1800" b="1" dirty="0"/>
            <a:t>REST API Documentation Formats</a:t>
          </a:r>
        </a:p>
      </dgm:t>
    </dgm:pt>
    <dgm:pt modelId="{66FF3A3D-C9EB-49BE-850D-64D3935EB1FA}" type="parTrans" cxnId="{30A5860B-C3CA-40A7-8DF0-754F670E8B94}">
      <dgm:prSet/>
      <dgm:spPr/>
      <dgm:t>
        <a:bodyPr/>
        <a:lstStyle/>
        <a:p>
          <a:endParaRPr lang="en-IN" sz="1800" b="0"/>
        </a:p>
      </dgm:t>
    </dgm:pt>
    <dgm:pt modelId="{730FBA4B-2C08-44B4-B0B6-66BF6F663A3C}" type="sibTrans" cxnId="{30A5860B-C3CA-40A7-8DF0-754F670E8B94}">
      <dgm:prSet/>
      <dgm:spPr/>
      <dgm:t>
        <a:bodyPr/>
        <a:lstStyle/>
        <a:p>
          <a:endParaRPr lang="en-IN" sz="1800" b="0"/>
        </a:p>
      </dgm:t>
    </dgm:pt>
    <dgm:pt modelId="{B76C0260-16B2-41DD-828C-CBC1491047FB}">
      <dgm:prSet phldrT="[Text]" custT="1"/>
      <dgm:spPr/>
      <dgm:t>
        <a:bodyPr/>
        <a:lstStyle/>
        <a:p>
          <a:r>
            <a:rPr lang="en-IN" sz="1800" b="0" i="0" dirty="0"/>
            <a:t>1. Swagger (</a:t>
          </a:r>
          <a:r>
            <a:rPr lang="en-IN" sz="1800" b="0" i="0" dirty="0" err="1"/>
            <a:t>OpenAPI</a:t>
          </a:r>
          <a:r>
            <a:rPr lang="en-IN" sz="1800" b="0" i="0" dirty="0"/>
            <a:t>)</a:t>
          </a:r>
          <a:endParaRPr lang="en-IN" sz="1800" b="0" dirty="0"/>
        </a:p>
      </dgm:t>
    </dgm:pt>
    <dgm:pt modelId="{38809E57-B201-475C-8AED-B33D9875D2E0}" type="parTrans" cxnId="{3464E886-767F-4D86-9347-BA99ECD0133E}">
      <dgm:prSet custT="1"/>
      <dgm:spPr/>
      <dgm:t>
        <a:bodyPr/>
        <a:lstStyle/>
        <a:p>
          <a:endParaRPr lang="en-IN" sz="1800" b="0"/>
        </a:p>
      </dgm:t>
    </dgm:pt>
    <dgm:pt modelId="{838C23C3-1D25-41F6-B3B2-B8DE5AE00985}" type="sibTrans" cxnId="{3464E886-767F-4D86-9347-BA99ECD0133E}">
      <dgm:prSet/>
      <dgm:spPr/>
      <dgm:t>
        <a:bodyPr/>
        <a:lstStyle/>
        <a:p>
          <a:endParaRPr lang="en-IN" sz="1800" b="0"/>
        </a:p>
      </dgm:t>
    </dgm:pt>
    <dgm:pt modelId="{E2466B35-B4E4-4F72-BD09-834219B50344}">
      <dgm:prSet phldrT="[Text]" custT="1"/>
      <dgm:spPr/>
      <dgm:t>
        <a:bodyPr/>
        <a:lstStyle/>
        <a:p>
          <a:r>
            <a:rPr lang="en-IN" sz="1800" b="0" i="0" dirty="0"/>
            <a:t>2. RAML</a:t>
          </a:r>
          <a:endParaRPr lang="en-IN" sz="1800" b="0" dirty="0"/>
        </a:p>
      </dgm:t>
    </dgm:pt>
    <dgm:pt modelId="{9F8D5A9B-DE2A-4A37-92A6-C0E59CAC542F}" type="parTrans" cxnId="{2FA63777-EE99-4B98-80AA-D49E891572F4}">
      <dgm:prSet custT="1"/>
      <dgm:spPr/>
      <dgm:t>
        <a:bodyPr/>
        <a:lstStyle/>
        <a:p>
          <a:endParaRPr lang="en-IN" sz="1800" b="0"/>
        </a:p>
      </dgm:t>
    </dgm:pt>
    <dgm:pt modelId="{9C3ED029-2E86-427E-B7A8-B2234FEF2239}" type="sibTrans" cxnId="{2FA63777-EE99-4B98-80AA-D49E891572F4}">
      <dgm:prSet/>
      <dgm:spPr/>
      <dgm:t>
        <a:bodyPr/>
        <a:lstStyle/>
        <a:p>
          <a:endParaRPr lang="en-IN" sz="1800" b="0"/>
        </a:p>
      </dgm:t>
    </dgm:pt>
    <dgm:pt modelId="{375B01B9-C57A-4A08-AD2E-638DDC978622}">
      <dgm:prSet phldrT="[Text]" custT="1"/>
      <dgm:spPr/>
      <dgm:t>
        <a:bodyPr/>
        <a:lstStyle/>
        <a:p>
          <a:r>
            <a:rPr lang="en-IN" sz="1800" b="0" i="0" dirty="0"/>
            <a:t>3. API Blueprint</a:t>
          </a:r>
          <a:endParaRPr lang="en-IN" sz="1800" b="0" dirty="0"/>
        </a:p>
      </dgm:t>
    </dgm:pt>
    <dgm:pt modelId="{C2BB734F-1F2B-43D2-8C36-CFE93AB76E7E}" type="parTrans" cxnId="{A9A2C411-F1E7-4851-991C-BC3B7AD79BBA}">
      <dgm:prSet custT="1"/>
      <dgm:spPr/>
      <dgm:t>
        <a:bodyPr/>
        <a:lstStyle/>
        <a:p>
          <a:endParaRPr lang="en-IN" sz="1800" b="0"/>
        </a:p>
      </dgm:t>
    </dgm:pt>
    <dgm:pt modelId="{192C37B0-ECF8-457F-9724-C3AE6B6E1BF2}" type="sibTrans" cxnId="{A9A2C411-F1E7-4851-991C-BC3B7AD79BBA}">
      <dgm:prSet/>
      <dgm:spPr/>
      <dgm:t>
        <a:bodyPr/>
        <a:lstStyle/>
        <a:p>
          <a:endParaRPr lang="en-IN" sz="1800" b="0"/>
        </a:p>
      </dgm:t>
    </dgm:pt>
    <dgm:pt modelId="{08AB9B7D-FE93-426F-8C3D-1A29F735860E}" type="pres">
      <dgm:prSet presAssocID="{4FC0B3E0-26AE-4E5B-A591-198C73E85E1D}" presName="cycle" presStyleCnt="0">
        <dgm:presLayoutVars>
          <dgm:chMax val="1"/>
          <dgm:dir/>
          <dgm:animLvl val="ctr"/>
          <dgm:resizeHandles val="exact"/>
        </dgm:presLayoutVars>
      </dgm:prSet>
      <dgm:spPr/>
    </dgm:pt>
    <dgm:pt modelId="{C0E4C923-FEF5-491D-939F-242EF5B67899}" type="pres">
      <dgm:prSet presAssocID="{F0C55122-8157-4B69-A851-A77C6F5748E1}" presName="centerShape" presStyleLbl="node0" presStyleIdx="0" presStyleCnt="1" custScaleX="119039" custScaleY="116484"/>
      <dgm:spPr/>
    </dgm:pt>
    <dgm:pt modelId="{52CC653A-31BD-4541-B458-654994BAB4E2}" type="pres">
      <dgm:prSet presAssocID="{38809E57-B201-475C-8AED-B33D9875D2E0}" presName="Name9" presStyleLbl="parChTrans1D2" presStyleIdx="0" presStyleCnt="3"/>
      <dgm:spPr/>
    </dgm:pt>
    <dgm:pt modelId="{2253D3DA-B152-4D84-8584-A1914C6B8955}" type="pres">
      <dgm:prSet presAssocID="{38809E57-B201-475C-8AED-B33D9875D2E0}" presName="connTx" presStyleLbl="parChTrans1D2" presStyleIdx="0" presStyleCnt="3"/>
      <dgm:spPr/>
    </dgm:pt>
    <dgm:pt modelId="{5CFD2773-43F9-4957-957A-5366FD2E10CF}" type="pres">
      <dgm:prSet presAssocID="{B76C0260-16B2-41DD-828C-CBC1491047FB}" presName="node" presStyleLbl="node1" presStyleIdx="0" presStyleCnt="3">
        <dgm:presLayoutVars>
          <dgm:bulletEnabled val="1"/>
        </dgm:presLayoutVars>
      </dgm:prSet>
      <dgm:spPr/>
    </dgm:pt>
    <dgm:pt modelId="{1A9A957F-FF09-42A4-9A7F-8C477CD8086F}" type="pres">
      <dgm:prSet presAssocID="{9F8D5A9B-DE2A-4A37-92A6-C0E59CAC542F}" presName="Name9" presStyleLbl="parChTrans1D2" presStyleIdx="1" presStyleCnt="3"/>
      <dgm:spPr/>
    </dgm:pt>
    <dgm:pt modelId="{F4018C20-748B-46D3-B349-21B481495933}" type="pres">
      <dgm:prSet presAssocID="{9F8D5A9B-DE2A-4A37-92A6-C0E59CAC542F}" presName="connTx" presStyleLbl="parChTrans1D2" presStyleIdx="1" presStyleCnt="3"/>
      <dgm:spPr/>
    </dgm:pt>
    <dgm:pt modelId="{2E911016-C456-4959-97B8-69BBBFF8D356}" type="pres">
      <dgm:prSet presAssocID="{E2466B35-B4E4-4F72-BD09-834219B50344}" presName="node" presStyleLbl="node1" presStyleIdx="1" presStyleCnt="3">
        <dgm:presLayoutVars>
          <dgm:bulletEnabled val="1"/>
        </dgm:presLayoutVars>
      </dgm:prSet>
      <dgm:spPr/>
    </dgm:pt>
    <dgm:pt modelId="{C548E87F-EF67-4991-8514-2BC8B1932399}" type="pres">
      <dgm:prSet presAssocID="{C2BB734F-1F2B-43D2-8C36-CFE93AB76E7E}" presName="Name9" presStyleLbl="parChTrans1D2" presStyleIdx="2" presStyleCnt="3"/>
      <dgm:spPr/>
    </dgm:pt>
    <dgm:pt modelId="{4A0C89DA-B6CA-40E4-9890-53A7B9D47FB3}" type="pres">
      <dgm:prSet presAssocID="{C2BB734F-1F2B-43D2-8C36-CFE93AB76E7E}" presName="connTx" presStyleLbl="parChTrans1D2" presStyleIdx="2" presStyleCnt="3"/>
      <dgm:spPr/>
    </dgm:pt>
    <dgm:pt modelId="{E4556155-3E92-472A-9D0F-C5275EBC0E41}" type="pres">
      <dgm:prSet presAssocID="{375B01B9-C57A-4A08-AD2E-638DDC978622}" presName="node" presStyleLbl="node1" presStyleIdx="2" presStyleCnt="3">
        <dgm:presLayoutVars>
          <dgm:bulletEnabled val="1"/>
        </dgm:presLayoutVars>
      </dgm:prSet>
      <dgm:spPr/>
    </dgm:pt>
  </dgm:ptLst>
  <dgm:cxnLst>
    <dgm:cxn modelId="{30A5860B-C3CA-40A7-8DF0-754F670E8B94}" srcId="{4FC0B3E0-26AE-4E5B-A591-198C73E85E1D}" destId="{F0C55122-8157-4B69-A851-A77C6F5748E1}" srcOrd="0" destOrd="0" parTransId="{66FF3A3D-C9EB-49BE-850D-64D3935EB1FA}" sibTransId="{730FBA4B-2C08-44B4-B0B6-66BF6F663A3C}"/>
    <dgm:cxn modelId="{A9A2C411-F1E7-4851-991C-BC3B7AD79BBA}" srcId="{F0C55122-8157-4B69-A851-A77C6F5748E1}" destId="{375B01B9-C57A-4A08-AD2E-638DDC978622}" srcOrd="2" destOrd="0" parTransId="{C2BB734F-1F2B-43D2-8C36-CFE93AB76E7E}" sibTransId="{192C37B0-ECF8-457F-9724-C3AE6B6E1BF2}"/>
    <dgm:cxn modelId="{D4E47A2D-C4D6-432A-AA8F-45281894A8A2}" type="presOf" srcId="{F0C55122-8157-4B69-A851-A77C6F5748E1}" destId="{C0E4C923-FEF5-491D-939F-242EF5B67899}" srcOrd="0" destOrd="0" presId="urn:microsoft.com/office/officeart/2005/8/layout/radial1"/>
    <dgm:cxn modelId="{5A409C30-9148-4AA2-B1E1-FDC59B389F76}" type="presOf" srcId="{38809E57-B201-475C-8AED-B33D9875D2E0}" destId="{52CC653A-31BD-4541-B458-654994BAB4E2}" srcOrd="0" destOrd="0" presId="urn:microsoft.com/office/officeart/2005/8/layout/radial1"/>
    <dgm:cxn modelId="{A66FCB43-5DBE-4217-8DC2-389FDE144C5A}" type="presOf" srcId="{4FC0B3E0-26AE-4E5B-A591-198C73E85E1D}" destId="{08AB9B7D-FE93-426F-8C3D-1A29F735860E}" srcOrd="0" destOrd="0" presId="urn:microsoft.com/office/officeart/2005/8/layout/radial1"/>
    <dgm:cxn modelId="{38489645-7FB5-4800-B9D2-3F6B39498DEB}" type="presOf" srcId="{E2466B35-B4E4-4F72-BD09-834219B50344}" destId="{2E911016-C456-4959-97B8-69BBBFF8D356}" srcOrd="0" destOrd="0" presId="urn:microsoft.com/office/officeart/2005/8/layout/radial1"/>
    <dgm:cxn modelId="{2FA63777-EE99-4B98-80AA-D49E891572F4}" srcId="{F0C55122-8157-4B69-A851-A77C6F5748E1}" destId="{E2466B35-B4E4-4F72-BD09-834219B50344}" srcOrd="1" destOrd="0" parTransId="{9F8D5A9B-DE2A-4A37-92A6-C0E59CAC542F}" sibTransId="{9C3ED029-2E86-427E-B7A8-B2234FEF2239}"/>
    <dgm:cxn modelId="{198D6280-4A92-4092-BFC4-AE7878374BAB}" type="presOf" srcId="{B76C0260-16B2-41DD-828C-CBC1491047FB}" destId="{5CFD2773-43F9-4957-957A-5366FD2E10CF}" srcOrd="0" destOrd="0" presId="urn:microsoft.com/office/officeart/2005/8/layout/radial1"/>
    <dgm:cxn modelId="{BBEBF585-DD4E-44FC-B6A4-C30DA43A12C1}" type="presOf" srcId="{9F8D5A9B-DE2A-4A37-92A6-C0E59CAC542F}" destId="{F4018C20-748B-46D3-B349-21B481495933}" srcOrd="1" destOrd="0" presId="urn:microsoft.com/office/officeart/2005/8/layout/radial1"/>
    <dgm:cxn modelId="{3464E886-767F-4D86-9347-BA99ECD0133E}" srcId="{F0C55122-8157-4B69-A851-A77C6F5748E1}" destId="{B76C0260-16B2-41DD-828C-CBC1491047FB}" srcOrd="0" destOrd="0" parTransId="{38809E57-B201-475C-8AED-B33D9875D2E0}" sibTransId="{838C23C3-1D25-41F6-B3B2-B8DE5AE00985}"/>
    <dgm:cxn modelId="{2B75118A-AA80-4583-92D1-F45A8B56DAA9}" type="presOf" srcId="{9F8D5A9B-DE2A-4A37-92A6-C0E59CAC542F}" destId="{1A9A957F-FF09-42A4-9A7F-8C477CD8086F}" srcOrd="0" destOrd="0" presId="urn:microsoft.com/office/officeart/2005/8/layout/radial1"/>
    <dgm:cxn modelId="{2815E6A4-AE93-4822-B1F6-11C9C049660C}" type="presOf" srcId="{C2BB734F-1F2B-43D2-8C36-CFE93AB76E7E}" destId="{C548E87F-EF67-4991-8514-2BC8B1932399}" srcOrd="0" destOrd="0" presId="urn:microsoft.com/office/officeart/2005/8/layout/radial1"/>
    <dgm:cxn modelId="{FD376FD9-DEB9-4F1F-A320-13598D337D0D}" type="presOf" srcId="{38809E57-B201-475C-8AED-B33D9875D2E0}" destId="{2253D3DA-B152-4D84-8584-A1914C6B8955}" srcOrd="1" destOrd="0" presId="urn:microsoft.com/office/officeart/2005/8/layout/radial1"/>
    <dgm:cxn modelId="{40AA7FE5-A6AD-4972-A7D3-E0C9C35905F9}" type="presOf" srcId="{375B01B9-C57A-4A08-AD2E-638DDC978622}" destId="{E4556155-3E92-472A-9D0F-C5275EBC0E41}" srcOrd="0" destOrd="0" presId="urn:microsoft.com/office/officeart/2005/8/layout/radial1"/>
    <dgm:cxn modelId="{8B92D3EB-4A1B-46F3-BDEE-DC54081F007D}" type="presOf" srcId="{C2BB734F-1F2B-43D2-8C36-CFE93AB76E7E}" destId="{4A0C89DA-B6CA-40E4-9890-53A7B9D47FB3}" srcOrd="1" destOrd="0" presId="urn:microsoft.com/office/officeart/2005/8/layout/radial1"/>
    <dgm:cxn modelId="{39BAB076-CEDB-4610-91A9-42D3C4271D61}" type="presParOf" srcId="{08AB9B7D-FE93-426F-8C3D-1A29F735860E}" destId="{C0E4C923-FEF5-491D-939F-242EF5B67899}" srcOrd="0" destOrd="0" presId="urn:microsoft.com/office/officeart/2005/8/layout/radial1"/>
    <dgm:cxn modelId="{B7C16867-9359-45C5-87BB-FF8E8970EE0C}" type="presParOf" srcId="{08AB9B7D-FE93-426F-8C3D-1A29F735860E}" destId="{52CC653A-31BD-4541-B458-654994BAB4E2}" srcOrd="1" destOrd="0" presId="urn:microsoft.com/office/officeart/2005/8/layout/radial1"/>
    <dgm:cxn modelId="{CC671E90-4C1C-44C1-9E77-1C9683E1C73B}" type="presParOf" srcId="{52CC653A-31BD-4541-B458-654994BAB4E2}" destId="{2253D3DA-B152-4D84-8584-A1914C6B8955}" srcOrd="0" destOrd="0" presId="urn:microsoft.com/office/officeart/2005/8/layout/radial1"/>
    <dgm:cxn modelId="{CF62D50B-F1B6-4289-B14B-A98305A8F63E}" type="presParOf" srcId="{08AB9B7D-FE93-426F-8C3D-1A29F735860E}" destId="{5CFD2773-43F9-4957-957A-5366FD2E10CF}" srcOrd="2" destOrd="0" presId="urn:microsoft.com/office/officeart/2005/8/layout/radial1"/>
    <dgm:cxn modelId="{864B671D-9984-4FB7-B5AC-63D0498F8A7B}" type="presParOf" srcId="{08AB9B7D-FE93-426F-8C3D-1A29F735860E}" destId="{1A9A957F-FF09-42A4-9A7F-8C477CD8086F}" srcOrd="3" destOrd="0" presId="urn:microsoft.com/office/officeart/2005/8/layout/radial1"/>
    <dgm:cxn modelId="{3F5DCC78-BBB9-461F-84CB-72556DC417B7}" type="presParOf" srcId="{1A9A957F-FF09-42A4-9A7F-8C477CD8086F}" destId="{F4018C20-748B-46D3-B349-21B481495933}" srcOrd="0" destOrd="0" presId="urn:microsoft.com/office/officeart/2005/8/layout/radial1"/>
    <dgm:cxn modelId="{247373F1-F14A-4870-9531-D00472FF65BA}" type="presParOf" srcId="{08AB9B7D-FE93-426F-8C3D-1A29F735860E}" destId="{2E911016-C456-4959-97B8-69BBBFF8D356}" srcOrd="4" destOrd="0" presId="urn:microsoft.com/office/officeart/2005/8/layout/radial1"/>
    <dgm:cxn modelId="{6F754B68-0D94-4EF6-8078-E47FCE8FB201}" type="presParOf" srcId="{08AB9B7D-FE93-426F-8C3D-1A29F735860E}" destId="{C548E87F-EF67-4991-8514-2BC8B1932399}" srcOrd="5" destOrd="0" presId="urn:microsoft.com/office/officeart/2005/8/layout/radial1"/>
    <dgm:cxn modelId="{5A7D1672-C247-4D41-9D61-4374AA2A6697}" type="presParOf" srcId="{C548E87F-EF67-4991-8514-2BC8B1932399}" destId="{4A0C89DA-B6CA-40E4-9890-53A7B9D47FB3}" srcOrd="0" destOrd="0" presId="urn:microsoft.com/office/officeart/2005/8/layout/radial1"/>
    <dgm:cxn modelId="{CB1FDB4E-8649-4D89-89A9-31B8E2D444F5}" type="presParOf" srcId="{08AB9B7D-FE93-426F-8C3D-1A29F735860E}" destId="{E4556155-3E92-472A-9D0F-C5275EBC0E41}" srcOrd="6" destOrd="0" presId="urn:microsoft.com/office/officeart/2005/8/layout/radial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85.xml><?xml version="1.0" encoding="utf-8"?>
<dgm:dataModel xmlns:dgm="http://schemas.openxmlformats.org/drawingml/2006/diagram" xmlns:a="http://schemas.openxmlformats.org/drawingml/2006/main">
  <dgm:ptLst>
    <dgm:pt modelId="{38601DB8-7AD1-4E75-94B5-9DDC7F3EDE90}" type="doc">
      <dgm:prSet loTypeId="urn:microsoft.com/office/officeart/2008/layout/LinedList" loCatId="hierarchy" qsTypeId="urn:microsoft.com/office/officeart/2005/8/quickstyle/simple1" qsCatId="simple" csTypeId="urn:microsoft.com/office/officeart/2005/8/colors/colorful1" csCatId="colorful" phldr="1"/>
      <dgm:spPr/>
      <dgm:t>
        <a:bodyPr/>
        <a:lstStyle/>
        <a:p>
          <a:endParaRPr lang="en-IN"/>
        </a:p>
      </dgm:t>
    </dgm:pt>
    <dgm:pt modelId="{49D1F411-07EF-41C4-97B3-753A76FAC173}">
      <dgm:prSet phldrT="[Text]"/>
      <dgm:spPr/>
      <dgm:t>
        <a:bodyPr/>
        <a:lstStyle/>
        <a:p>
          <a:r>
            <a:rPr lang="en-US" dirty="0">
              <a:solidFill>
                <a:srgbClr val="FFFF00"/>
              </a:solidFill>
            </a:rPr>
            <a:t>Mock Interviews</a:t>
          </a:r>
          <a:endParaRPr lang="en-IN" dirty="0">
            <a:solidFill>
              <a:srgbClr val="FFFF00"/>
            </a:solidFill>
          </a:endParaRPr>
        </a:p>
      </dgm:t>
    </dgm:pt>
    <dgm:pt modelId="{5373B9E3-4C97-486E-92BA-9BED05A00AE3}" type="sibTrans" cxnId="{F84D2952-12F6-4A75-B5C0-2F585AD7BF2A}">
      <dgm:prSet/>
      <dgm:spPr/>
      <dgm:t>
        <a:bodyPr/>
        <a:lstStyle/>
        <a:p>
          <a:endParaRPr lang="en-IN">
            <a:solidFill>
              <a:schemeClr val="tx1"/>
            </a:solidFill>
          </a:endParaRPr>
        </a:p>
      </dgm:t>
    </dgm:pt>
    <dgm:pt modelId="{3B7EEFA2-E03C-4388-B9D8-7D63C2D195AB}" type="parTrans" cxnId="{F84D2952-12F6-4A75-B5C0-2F585AD7BF2A}">
      <dgm:prSet/>
      <dgm:spPr/>
      <dgm:t>
        <a:bodyPr/>
        <a:lstStyle/>
        <a:p>
          <a:endParaRPr lang="en-IN">
            <a:solidFill>
              <a:schemeClr val="tx1"/>
            </a:solidFill>
          </a:endParaRPr>
        </a:p>
      </dgm:t>
    </dgm:pt>
    <dgm:pt modelId="{E0B3FB1A-6882-4FB5-A102-6240928E4B25}">
      <dgm:prSet phldrT="[Text]"/>
      <dgm:spPr/>
      <dgm:t>
        <a:bodyPr/>
        <a:lstStyle/>
        <a:p>
          <a:pPr>
            <a:buFont typeface="+mj-lt"/>
            <a:buAutoNum type="arabicPeriod"/>
          </a:pPr>
          <a:r>
            <a:rPr lang="en-US" dirty="0">
              <a:solidFill>
                <a:schemeClr val="tx1"/>
              </a:solidFill>
              <a:hlinkClick xmlns:r="http://schemas.openxmlformats.org/officeDocument/2006/relationships" r:id="rId1" action="ppaction://hlinksldjump">
                <a:extLst>
                  <a:ext uri="{A12FA001-AC4F-418D-AE19-62706E023703}">
                    <ahyp:hlinkClr xmlns:ahyp="http://schemas.microsoft.com/office/drawing/2018/hyperlinkcolor" val="tx"/>
                  </a:ext>
                </a:extLst>
              </a:hlinkClick>
            </a:rPr>
            <a:t>1. Java-Basics, Variables &amp; Data types, Operators, Control statements</a:t>
          </a:r>
          <a:endParaRPr lang="en-IN" dirty="0">
            <a:solidFill>
              <a:schemeClr val="tx1"/>
            </a:solidFill>
          </a:endParaRPr>
        </a:p>
      </dgm:t>
    </dgm:pt>
    <dgm:pt modelId="{50101145-B96C-4DFA-A2DE-D1F56B9F9B37}" type="sibTrans" cxnId="{790EDDC8-9BCF-43FF-876D-AA397D6E079D}">
      <dgm:prSet/>
      <dgm:spPr/>
      <dgm:t>
        <a:bodyPr/>
        <a:lstStyle/>
        <a:p>
          <a:endParaRPr lang="en-IN">
            <a:solidFill>
              <a:schemeClr val="tx1"/>
            </a:solidFill>
          </a:endParaRPr>
        </a:p>
      </dgm:t>
    </dgm:pt>
    <dgm:pt modelId="{7E810868-1719-4FD8-9981-0C759F47450B}" type="parTrans" cxnId="{790EDDC8-9BCF-43FF-876D-AA397D6E079D}">
      <dgm:prSet/>
      <dgm:spPr/>
      <dgm:t>
        <a:bodyPr/>
        <a:lstStyle/>
        <a:p>
          <a:endParaRPr lang="en-IN">
            <a:solidFill>
              <a:schemeClr val="tx1"/>
            </a:solidFill>
          </a:endParaRPr>
        </a:p>
      </dgm:t>
    </dgm:pt>
    <dgm:pt modelId="{B0C188A9-73FA-43FF-9178-C3F367AAD58C}">
      <dgm:prSet/>
      <dgm:spPr/>
      <dgm:t>
        <a:bodyPr/>
        <a:lstStyle/>
        <a:p>
          <a:pPr>
            <a:buFont typeface="+mj-lt"/>
            <a:buAutoNum type="arabicPeriod"/>
          </a:pPr>
          <a:r>
            <a:rPr lang="en-US" dirty="0">
              <a:solidFill>
                <a:schemeClr val="tx1"/>
              </a:solidFill>
              <a:hlinkClick xmlns:r="http://schemas.openxmlformats.org/officeDocument/2006/relationships" r:id="rId2" action="ppaction://hlinksldjump">
                <a:extLst>
                  <a:ext uri="{A12FA001-AC4F-418D-AE19-62706E023703}">
                    <ahyp:hlinkClr xmlns:ahyp="http://schemas.microsoft.com/office/drawing/2018/hyperlinkcolor" val="tx"/>
                  </a:ext>
                </a:extLst>
              </a:hlinkClick>
            </a:rPr>
            <a:t>2. OOPS - Classes, Objects, Access Specifiers, Getter-Setter &amp; this keyword</a:t>
          </a:r>
          <a:endParaRPr lang="en-IN" dirty="0">
            <a:solidFill>
              <a:schemeClr val="tx1"/>
            </a:solidFill>
          </a:endParaRPr>
        </a:p>
      </dgm:t>
    </dgm:pt>
    <dgm:pt modelId="{AA509440-32C3-460F-8D51-B6F236097A38}" type="sibTrans" cxnId="{620846A4-3330-4AE2-AAC3-DAAF9AB7029B}">
      <dgm:prSet/>
      <dgm:spPr/>
      <dgm:t>
        <a:bodyPr/>
        <a:lstStyle/>
        <a:p>
          <a:endParaRPr lang="en-IN">
            <a:solidFill>
              <a:schemeClr val="tx1"/>
            </a:solidFill>
          </a:endParaRPr>
        </a:p>
      </dgm:t>
    </dgm:pt>
    <dgm:pt modelId="{D6EE827E-26CE-4DD4-9B45-CD42A8E65512}" type="parTrans" cxnId="{620846A4-3330-4AE2-AAC3-DAAF9AB7029B}">
      <dgm:prSet/>
      <dgm:spPr/>
      <dgm:t>
        <a:bodyPr/>
        <a:lstStyle/>
        <a:p>
          <a:endParaRPr lang="en-IN">
            <a:solidFill>
              <a:schemeClr val="tx1"/>
            </a:solidFill>
          </a:endParaRPr>
        </a:p>
      </dgm:t>
    </dgm:pt>
    <dgm:pt modelId="{78463969-4BE8-4F60-8D96-625E49A84CDE}">
      <dgm:prSet/>
      <dgm:spPr/>
      <dgm:t>
        <a:bodyPr/>
        <a:lstStyle/>
        <a:p>
          <a:pPr>
            <a:buFont typeface="+mj-lt"/>
            <a:buAutoNum type="arabicPeriod"/>
          </a:pPr>
          <a:r>
            <a:rPr lang="en-IN" dirty="0">
              <a:solidFill>
                <a:schemeClr val="tx1"/>
              </a:solidFill>
              <a:hlinkClick xmlns:r="http://schemas.openxmlformats.org/officeDocument/2006/relationships" r:id="rId3" action="ppaction://hlinksldjump">
                <a:extLst>
                  <a:ext uri="{A12FA001-AC4F-418D-AE19-62706E023703}">
                    <ahyp:hlinkClr xmlns:ahyp="http://schemas.microsoft.com/office/drawing/2018/hyperlinkcolor" val="tx"/>
                  </a:ext>
                </a:extLst>
              </a:hlinkClick>
            </a:rPr>
            <a:t>3. OOPS - Inheritance, Polymorphism, Encapsulation &amp; Abstraction</a:t>
          </a:r>
          <a:endParaRPr lang="en-IN" dirty="0">
            <a:solidFill>
              <a:schemeClr val="tx1"/>
            </a:solidFill>
          </a:endParaRPr>
        </a:p>
      </dgm:t>
    </dgm:pt>
    <dgm:pt modelId="{CCB8DE2F-BE69-41CA-960A-EDE625B72ACE}" type="sibTrans" cxnId="{57438199-AA8B-492B-A1A2-0CDE6A997DCE}">
      <dgm:prSet/>
      <dgm:spPr/>
      <dgm:t>
        <a:bodyPr/>
        <a:lstStyle/>
        <a:p>
          <a:endParaRPr lang="en-IN">
            <a:solidFill>
              <a:schemeClr val="tx1"/>
            </a:solidFill>
          </a:endParaRPr>
        </a:p>
      </dgm:t>
    </dgm:pt>
    <dgm:pt modelId="{2418F3BF-0E55-4BE0-8552-181C14DC6D7B}" type="parTrans" cxnId="{57438199-AA8B-492B-A1A2-0CDE6A997DCE}">
      <dgm:prSet/>
      <dgm:spPr/>
      <dgm:t>
        <a:bodyPr/>
        <a:lstStyle/>
        <a:p>
          <a:endParaRPr lang="en-IN">
            <a:solidFill>
              <a:schemeClr val="tx1"/>
            </a:solidFill>
          </a:endParaRPr>
        </a:p>
      </dgm:t>
    </dgm:pt>
    <dgm:pt modelId="{09EB9EE8-F843-499D-A048-91ED9FDCB984}">
      <dgm:prSet/>
      <dgm:spPr/>
      <dgm:t>
        <a:bodyPr/>
        <a:lstStyle/>
        <a:p>
          <a:pPr>
            <a:buFont typeface="+mj-lt"/>
            <a:buAutoNum type="arabicPeriod"/>
          </a:pPr>
          <a:r>
            <a:rPr lang="en-US" dirty="0">
              <a:solidFill>
                <a:schemeClr val="tx1"/>
              </a:solidFill>
              <a:hlinkClick xmlns:r="http://schemas.openxmlformats.org/officeDocument/2006/relationships" r:id="rId4" action="ppaction://hlinksldjump">
                <a:extLst>
                  <a:ext uri="{A12FA001-AC4F-418D-AE19-62706E023703}">
                    <ahyp:hlinkClr xmlns:ahyp="http://schemas.microsoft.com/office/drawing/2018/hyperlinkcolor" val="tx"/>
                  </a:ext>
                </a:extLst>
              </a:hlinkClick>
            </a:rPr>
            <a:t>4. Abstract class &amp; Interface, Constructors</a:t>
          </a:r>
          <a:endParaRPr lang="en-IN" dirty="0">
            <a:solidFill>
              <a:schemeClr val="tx1"/>
            </a:solidFill>
          </a:endParaRPr>
        </a:p>
      </dgm:t>
    </dgm:pt>
    <dgm:pt modelId="{01A2D71E-824D-4BD6-AEDB-AAD945BBBE5F}" type="sibTrans" cxnId="{B8DC94EB-2F81-4556-8B49-1B0019229C21}">
      <dgm:prSet/>
      <dgm:spPr/>
      <dgm:t>
        <a:bodyPr/>
        <a:lstStyle/>
        <a:p>
          <a:endParaRPr lang="en-IN">
            <a:solidFill>
              <a:schemeClr val="tx1"/>
            </a:solidFill>
          </a:endParaRPr>
        </a:p>
      </dgm:t>
    </dgm:pt>
    <dgm:pt modelId="{245FA6FC-9227-43BB-8CC4-73218988FA24}" type="parTrans" cxnId="{B8DC94EB-2F81-4556-8B49-1B0019229C21}">
      <dgm:prSet/>
      <dgm:spPr/>
      <dgm:t>
        <a:bodyPr/>
        <a:lstStyle/>
        <a:p>
          <a:endParaRPr lang="en-IN">
            <a:solidFill>
              <a:schemeClr val="tx1"/>
            </a:solidFill>
          </a:endParaRPr>
        </a:p>
      </dgm:t>
    </dgm:pt>
    <dgm:pt modelId="{7AF78DFD-929C-4F14-B3E4-0BE7FA685011}">
      <dgm:prSet/>
      <dgm:spPr/>
      <dgm:t>
        <a:bodyPr/>
        <a:lstStyle/>
        <a:p>
          <a:pPr>
            <a:buFont typeface="+mj-lt"/>
            <a:buAutoNum type="arabicPeriod"/>
          </a:pPr>
          <a:r>
            <a:rPr lang="en-IN" dirty="0">
              <a:solidFill>
                <a:schemeClr val="tx1"/>
              </a:solidFill>
              <a:hlinkClick xmlns:r="http://schemas.openxmlformats.org/officeDocument/2006/relationships" r:id="rId5" action="ppaction://hlinksldjump">
                <a:extLst>
                  <a:ext uri="{A12FA001-AC4F-418D-AE19-62706E023703}">
                    <ahyp:hlinkClr xmlns:ahyp="http://schemas.microsoft.com/office/drawing/2018/hyperlinkcolor" val="tx"/>
                  </a:ext>
                </a:extLst>
              </a:hlinkClick>
            </a:rPr>
            <a:t>5. Exception Handling</a:t>
          </a:r>
          <a:endParaRPr lang="en-IN" dirty="0">
            <a:solidFill>
              <a:schemeClr val="tx1"/>
            </a:solidFill>
          </a:endParaRPr>
        </a:p>
      </dgm:t>
    </dgm:pt>
    <dgm:pt modelId="{78EAE3CC-BE81-4BF2-BB37-CB80219A0AE1}" type="sibTrans" cxnId="{BF84B633-5C3A-41DA-A5A4-F6680523A11D}">
      <dgm:prSet/>
      <dgm:spPr/>
      <dgm:t>
        <a:bodyPr/>
        <a:lstStyle/>
        <a:p>
          <a:endParaRPr lang="en-IN">
            <a:solidFill>
              <a:schemeClr val="tx1"/>
            </a:solidFill>
          </a:endParaRPr>
        </a:p>
      </dgm:t>
    </dgm:pt>
    <dgm:pt modelId="{800AAEDA-9093-4FEF-8B5E-2CD85BF3B8AB}" type="parTrans" cxnId="{BF84B633-5C3A-41DA-A5A4-F6680523A11D}">
      <dgm:prSet/>
      <dgm:spPr/>
      <dgm:t>
        <a:bodyPr/>
        <a:lstStyle/>
        <a:p>
          <a:endParaRPr lang="en-IN">
            <a:solidFill>
              <a:schemeClr val="tx1"/>
            </a:solidFill>
          </a:endParaRPr>
        </a:p>
      </dgm:t>
    </dgm:pt>
    <dgm:pt modelId="{45D24B59-378C-4C77-B89A-8E5E8A07285D}">
      <dgm:prSet/>
      <dgm:spPr/>
      <dgm:t>
        <a:bodyPr/>
        <a:lstStyle/>
        <a:p>
          <a:pPr>
            <a:buFont typeface="+mj-lt"/>
            <a:buAutoNum type="arabicPeriod"/>
          </a:pPr>
          <a:r>
            <a:rPr lang="en-IN" dirty="0">
              <a:solidFill>
                <a:schemeClr val="tx1"/>
              </a:solidFill>
              <a:hlinkClick xmlns:r="http://schemas.openxmlformats.org/officeDocument/2006/relationships" r:id="rId6" action="ppaction://hlinksldjump">
                <a:extLst>
                  <a:ext uri="{A12FA001-AC4F-418D-AE19-62706E023703}">
                    <ahyp:hlinkClr xmlns:ahyp="http://schemas.microsoft.com/office/drawing/2018/hyperlinkcolor" val="tx"/>
                  </a:ext>
                </a:extLst>
              </a:hlinkClick>
            </a:rPr>
            <a:t>6. Collections</a:t>
          </a:r>
          <a:endParaRPr lang="en-IN" dirty="0">
            <a:solidFill>
              <a:schemeClr val="tx1"/>
            </a:solidFill>
          </a:endParaRPr>
        </a:p>
      </dgm:t>
    </dgm:pt>
    <dgm:pt modelId="{15CA6593-78B9-4331-8EC5-C8D756F3677A}" type="sibTrans" cxnId="{299B61FB-F75F-42A6-906C-639346217BC8}">
      <dgm:prSet/>
      <dgm:spPr/>
      <dgm:t>
        <a:bodyPr/>
        <a:lstStyle/>
        <a:p>
          <a:endParaRPr lang="en-IN">
            <a:solidFill>
              <a:schemeClr val="tx1"/>
            </a:solidFill>
          </a:endParaRPr>
        </a:p>
      </dgm:t>
    </dgm:pt>
    <dgm:pt modelId="{4C09C9FA-B259-450C-A72B-E0967A5B0A9E}" type="parTrans" cxnId="{299B61FB-F75F-42A6-906C-639346217BC8}">
      <dgm:prSet/>
      <dgm:spPr/>
      <dgm:t>
        <a:bodyPr/>
        <a:lstStyle/>
        <a:p>
          <a:endParaRPr lang="en-IN">
            <a:solidFill>
              <a:schemeClr val="tx1"/>
            </a:solidFill>
          </a:endParaRPr>
        </a:p>
      </dgm:t>
    </dgm:pt>
    <dgm:pt modelId="{5CEB6DC9-FE1D-49DB-A4CD-2819FF3260E1}">
      <dgm:prSet/>
      <dgm:spPr/>
      <dgm:t>
        <a:bodyPr/>
        <a:lstStyle/>
        <a:p>
          <a:pPr>
            <a:buFont typeface="+mj-lt"/>
            <a:buAutoNum type="arabicPeriod"/>
          </a:pPr>
          <a:r>
            <a:rPr lang="en-IN" dirty="0">
              <a:solidFill>
                <a:schemeClr val="tx1"/>
              </a:solidFill>
              <a:hlinkClick xmlns:r="http://schemas.openxmlformats.org/officeDocument/2006/relationships" r:id="rId7" action="ppaction://hlinksldjump">
                <a:extLst>
                  <a:ext uri="{A12FA001-AC4F-418D-AE19-62706E023703}">
                    <ahyp:hlinkClr xmlns:ahyp="http://schemas.microsoft.com/office/drawing/2018/hyperlinkcolor" val="tx"/>
                  </a:ext>
                </a:extLst>
              </a:hlinkClick>
            </a:rPr>
            <a:t>7. Multithreading</a:t>
          </a:r>
          <a:endParaRPr lang="en-IN" dirty="0">
            <a:solidFill>
              <a:schemeClr val="tx1"/>
            </a:solidFill>
          </a:endParaRPr>
        </a:p>
      </dgm:t>
    </dgm:pt>
    <dgm:pt modelId="{DA6D5400-52C6-4F84-B2CD-F3A1F081B8C4}" type="sibTrans" cxnId="{427F6B17-C192-486C-8FC3-B5EDA0F0689B}">
      <dgm:prSet/>
      <dgm:spPr/>
      <dgm:t>
        <a:bodyPr/>
        <a:lstStyle/>
        <a:p>
          <a:endParaRPr lang="en-IN">
            <a:solidFill>
              <a:schemeClr val="tx1"/>
            </a:solidFill>
          </a:endParaRPr>
        </a:p>
      </dgm:t>
    </dgm:pt>
    <dgm:pt modelId="{C667EFD1-9EEE-4F32-AA1A-1591E5B9E936}" type="parTrans" cxnId="{427F6B17-C192-486C-8FC3-B5EDA0F0689B}">
      <dgm:prSet/>
      <dgm:spPr/>
      <dgm:t>
        <a:bodyPr/>
        <a:lstStyle/>
        <a:p>
          <a:endParaRPr lang="en-IN">
            <a:solidFill>
              <a:schemeClr val="tx1"/>
            </a:solidFill>
          </a:endParaRPr>
        </a:p>
      </dgm:t>
    </dgm:pt>
    <dgm:pt modelId="{D13D5D9D-D846-4DB5-B705-4F3F6D52F567}">
      <dgm:prSet/>
      <dgm:spPr/>
      <dgm:t>
        <a:bodyPr/>
        <a:lstStyle/>
        <a:p>
          <a:pPr>
            <a:buFont typeface="+mj-lt"/>
            <a:buAutoNum type="arabicPeriod"/>
          </a:pPr>
          <a:r>
            <a:rPr lang="en-IN" dirty="0">
              <a:solidFill>
                <a:schemeClr val="tx1"/>
              </a:solidFill>
              <a:hlinkClick xmlns:r="http://schemas.openxmlformats.org/officeDocument/2006/relationships" r:id="rId8" action="ppaction://hlinksldjump">
                <a:extLst>
                  <a:ext uri="{A12FA001-AC4F-418D-AE19-62706E023703}">
                    <ahyp:hlinkClr xmlns:ahyp="http://schemas.microsoft.com/office/drawing/2018/hyperlinkcolor" val="tx"/>
                  </a:ext>
                </a:extLst>
              </a:hlinkClick>
            </a:rPr>
            <a:t>8. Generics</a:t>
          </a:r>
          <a:endParaRPr lang="en-IN" dirty="0">
            <a:solidFill>
              <a:schemeClr val="tx1"/>
            </a:solidFill>
          </a:endParaRPr>
        </a:p>
      </dgm:t>
    </dgm:pt>
    <dgm:pt modelId="{EA1CCD08-3164-4829-B2E9-E4862DFF1C18}" type="sibTrans" cxnId="{3139688B-5432-477F-B412-43C37F861EBF}">
      <dgm:prSet/>
      <dgm:spPr/>
      <dgm:t>
        <a:bodyPr/>
        <a:lstStyle/>
        <a:p>
          <a:endParaRPr lang="en-IN">
            <a:solidFill>
              <a:schemeClr val="tx1"/>
            </a:solidFill>
          </a:endParaRPr>
        </a:p>
      </dgm:t>
    </dgm:pt>
    <dgm:pt modelId="{27301E20-A057-48CB-AF55-C75313747E93}" type="parTrans" cxnId="{3139688B-5432-477F-B412-43C37F861EBF}">
      <dgm:prSet/>
      <dgm:spPr/>
      <dgm:t>
        <a:bodyPr/>
        <a:lstStyle/>
        <a:p>
          <a:endParaRPr lang="en-IN">
            <a:solidFill>
              <a:schemeClr val="tx1"/>
            </a:solidFill>
          </a:endParaRPr>
        </a:p>
      </dgm:t>
    </dgm:pt>
    <dgm:pt modelId="{2B7EBDEE-E17F-4587-8F12-319656B7D569}">
      <dgm:prSet/>
      <dgm:spPr/>
      <dgm:t>
        <a:bodyPr/>
        <a:lstStyle/>
        <a:p>
          <a:pPr>
            <a:buFont typeface="+mj-lt"/>
            <a:buAutoNum type="arabicPeriod"/>
          </a:pPr>
          <a:r>
            <a:rPr lang="en-IN" dirty="0">
              <a:solidFill>
                <a:schemeClr val="tx1"/>
              </a:solidFill>
              <a:hlinkClick xmlns:r="http://schemas.openxmlformats.org/officeDocument/2006/relationships" r:id="rId9" action="ppaction://hlinksldjump">
                <a:extLst>
                  <a:ext uri="{A12FA001-AC4F-418D-AE19-62706E023703}">
                    <ahyp:hlinkClr xmlns:ahyp="http://schemas.microsoft.com/office/drawing/2018/hyperlinkcolor" val="tx"/>
                  </a:ext>
                </a:extLst>
              </a:hlinkClick>
            </a:rPr>
            <a:t>9. Types of Classes </a:t>
          </a:r>
          <a:endParaRPr lang="en-IN" dirty="0">
            <a:solidFill>
              <a:schemeClr val="tx1"/>
            </a:solidFill>
          </a:endParaRPr>
        </a:p>
      </dgm:t>
    </dgm:pt>
    <dgm:pt modelId="{87816D23-CFEA-4514-85A4-E5C6E4704A55}" type="sibTrans" cxnId="{CF9E79B8-627C-48E8-876D-1210945C9FB8}">
      <dgm:prSet/>
      <dgm:spPr/>
      <dgm:t>
        <a:bodyPr/>
        <a:lstStyle/>
        <a:p>
          <a:endParaRPr lang="en-IN">
            <a:solidFill>
              <a:schemeClr val="tx1"/>
            </a:solidFill>
          </a:endParaRPr>
        </a:p>
      </dgm:t>
    </dgm:pt>
    <dgm:pt modelId="{6DE3E61B-39B8-407C-B135-88156FAFEC38}" type="parTrans" cxnId="{CF9E79B8-627C-48E8-876D-1210945C9FB8}">
      <dgm:prSet/>
      <dgm:spPr/>
      <dgm:t>
        <a:bodyPr/>
        <a:lstStyle/>
        <a:p>
          <a:endParaRPr lang="en-IN">
            <a:solidFill>
              <a:schemeClr val="tx1"/>
            </a:solidFill>
          </a:endParaRPr>
        </a:p>
      </dgm:t>
    </dgm:pt>
    <dgm:pt modelId="{30065108-E945-43EA-ACCD-10296F388BF3}" type="pres">
      <dgm:prSet presAssocID="{38601DB8-7AD1-4E75-94B5-9DDC7F3EDE90}" presName="vert0" presStyleCnt="0">
        <dgm:presLayoutVars>
          <dgm:dir/>
          <dgm:animOne val="branch"/>
          <dgm:animLvl val="lvl"/>
        </dgm:presLayoutVars>
      </dgm:prSet>
      <dgm:spPr/>
    </dgm:pt>
    <dgm:pt modelId="{2EA7F788-9394-4370-B950-685827D7980B}" type="pres">
      <dgm:prSet presAssocID="{49D1F411-07EF-41C4-97B3-753A76FAC173}" presName="thickLine" presStyleLbl="alignNode1" presStyleIdx="0" presStyleCnt="1"/>
      <dgm:spPr/>
    </dgm:pt>
    <dgm:pt modelId="{A587F260-F580-47BD-9566-244B961E88F3}" type="pres">
      <dgm:prSet presAssocID="{49D1F411-07EF-41C4-97B3-753A76FAC173}" presName="horz1" presStyleCnt="0"/>
      <dgm:spPr/>
    </dgm:pt>
    <dgm:pt modelId="{D6009370-7834-4E78-8CF3-CF7A11992D89}" type="pres">
      <dgm:prSet presAssocID="{49D1F411-07EF-41C4-97B3-753A76FAC173}" presName="tx1" presStyleLbl="revTx" presStyleIdx="0" presStyleCnt="10"/>
      <dgm:spPr/>
    </dgm:pt>
    <dgm:pt modelId="{0378A47E-2D2D-46DB-BB2D-D0BD5C0089BA}" type="pres">
      <dgm:prSet presAssocID="{49D1F411-07EF-41C4-97B3-753A76FAC173}" presName="vert1" presStyleCnt="0"/>
      <dgm:spPr/>
    </dgm:pt>
    <dgm:pt modelId="{29671D97-601D-46A0-89F8-90A5C34037DD}" type="pres">
      <dgm:prSet presAssocID="{E0B3FB1A-6882-4FB5-A102-6240928E4B25}" presName="vertSpace2a" presStyleCnt="0"/>
      <dgm:spPr/>
    </dgm:pt>
    <dgm:pt modelId="{2B8EEE73-9640-490D-A3A5-F1533920E8C4}" type="pres">
      <dgm:prSet presAssocID="{E0B3FB1A-6882-4FB5-A102-6240928E4B25}" presName="horz2" presStyleCnt="0"/>
      <dgm:spPr/>
    </dgm:pt>
    <dgm:pt modelId="{8F15ED5E-E21B-4B76-8206-F7A52387EB82}" type="pres">
      <dgm:prSet presAssocID="{E0B3FB1A-6882-4FB5-A102-6240928E4B25}" presName="horzSpace2" presStyleCnt="0"/>
      <dgm:spPr/>
    </dgm:pt>
    <dgm:pt modelId="{97B18866-DD75-49A7-B715-86EAB62DDA92}" type="pres">
      <dgm:prSet presAssocID="{E0B3FB1A-6882-4FB5-A102-6240928E4B25}" presName="tx2" presStyleLbl="revTx" presStyleIdx="1" presStyleCnt="10"/>
      <dgm:spPr/>
    </dgm:pt>
    <dgm:pt modelId="{429D3BF6-931A-49E9-8281-360A6BA358B3}" type="pres">
      <dgm:prSet presAssocID="{E0B3FB1A-6882-4FB5-A102-6240928E4B25}" presName="vert2" presStyleCnt="0"/>
      <dgm:spPr/>
    </dgm:pt>
    <dgm:pt modelId="{BFF4EC9A-42EB-4EF3-BD6A-48517089F2BC}" type="pres">
      <dgm:prSet presAssocID="{E0B3FB1A-6882-4FB5-A102-6240928E4B25}" presName="thinLine2b" presStyleLbl="callout" presStyleIdx="0" presStyleCnt="9"/>
      <dgm:spPr/>
    </dgm:pt>
    <dgm:pt modelId="{581F6A0F-976C-480A-938F-B77E13EDA6CF}" type="pres">
      <dgm:prSet presAssocID="{E0B3FB1A-6882-4FB5-A102-6240928E4B25}" presName="vertSpace2b" presStyleCnt="0"/>
      <dgm:spPr/>
    </dgm:pt>
    <dgm:pt modelId="{5DFA6DC2-B6E4-43D2-9F7A-22675FE2C05D}" type="pres">
      <dgm:prSet presAssocID="{B0C188A9-73FA-43FF-9178-C3F367AAD58C}" presName="horz2" presStyleCnt="0"/>
      <dgm:spPr/>
    </dgm:pt>
    <dgm:pt modelId="{C70217D7-8030-4C2B-89A2-D9C7DED75A28}" type="pres">
      <dgm:prSet presAssocID="{B0C188A9-73FA-43FF-9178-C3F367AAD58C}" presName="horzSpace2" presStyleCnt="0"/>
      <dgm:spPr/>
    </dgm:pt>
    <dgm:pt modelId="{305C1126-9FF8-4205-BAA8-846FE52F70B0}" type="pres">
      <dgm:prSet presAssocID="{B0C188A9-73FA-43FF-9178-C3F367AAD58C}" presName="tx2" presStyleLbl="revTx" presStyleIdx="2" presStyleCnt="10"/>
      <dgm:spPr/>
    </dgm:pt>
    <dgm:pt modelId="{24887881-7303-4BC2-8889-37A66DED2E8E}" type="pres">
      <dgm:prSet presAssocID="{B0C188A9-73FA-43FF-9178-C3F367AAD58C}" presName="vert2" presStyleCnt="0"/>
      <dgm:spPr/>
    </dgm:pt>
    <dgm:pt modelId="{A57501B4-05EB-44A8-A21B-8AC696D73B9F}" type="pres">
      <dgm:prSet presAssocID="{B0C188A9-73FA-43FF-9178-C3F367AAD58C}" presName="thinLine2b" presStyleLbl="callout" presStyleIdx="1" presStyleCnt="9"/>
      <dgm:spPr/>
    </dgm:pt>
    <dgm:pt modelId="{CD2708BE-4008-4BDB-A4F4-B99CDF10880D}" type="pres">
      <dgm:prSet presAssocID="{B0C188A9-73FA-43FF-9178-C3F367AAD58C}" presName="vertSpace2b" presStyleCnt="0"/>
      <dgm:spPr/>
    </dgm:pt>
    <dgm:pt modelId="{7D0A3DBD-4EB0-46F9-9B59-4BB69540B846}" type="pres">
      <dgm:prSet presAssocID="{78463969-4BE8-4F60-8D96-625E49A84CDE}" presName="horz2" presStyleCnt="0"/>
      <dgm:spPr/>
    </dgm:pt>
    <dgm:pt modelId="{EF66CEB9-4172-407F-B1B7-BF77B0644E7C}" type="pres">
      <dgm:prSet presAssocID="{78463969-4BE8-4F60-8D96-625E49A84CDE}" presName="horzSpace2" presStyleCnt="0"/>
      <dgm:spPr/>
    </dgm:pt>
    <dgm:pt modelId="{9228E352-A26A-4A98-96DA-24CF3959F449}" type="pres">
      <dgm:prSet presAssocID="{78463969-4BE8-4F60-8D96-625E49A84CDE}" presName="tx2" presStyleLbl="revTx" presStyleIdx="3" presStyleCnt="10"/>
      <dgm:spPr/>
    </dgm:pt>
    <dgm:pt modelId="{7F951FE1-358E-4F42-B442-CC5843F88621}" type="pres">
      <dgm:prSet presAssocID="{78463969-4BE8-4F60-8D96-625E49A84CDE}" presName="vert2" presStyleCnt="0"/>
      <dgm:spPr/>
    </dgm:pt>
    <dgm:pt modelId="{59C3B727-3372-40E4-8735-D827B791C4EE}" type="pres">
      <dgm:prSet presAssocID="{78463969-4BE8-4F60-8D96-625E49A84CDE}" presName="thinLine2b" presStyleLbl="callout" presStyleIdx="2" presStyleCnt="9"/>
      <dgm:spPr/>
    </dgm:pt>
    <dgm:pt modelId="{C2EC9659-4AD6-4BAD-9D7F-252659F8ADD6}" type="pres">
      <dgm:prSet presAssocID="{78463969-4BE8-4F60-8D96-625E49A84CDE}" presName="vertSpace2b" presStyleCnt="0"/>
      <dgm:spPr/>
    </dgm:pt>
    <dgm:pt modelId="{71BD4975-3C78-4D76-955D-7BB6228FF8C3}" type="pres">
      <dgm:prSet presAssocID="{09EB9EE8-F843-499D-A048-91ED9FDCB984}" presName="horz2" presStyleCnt="0"/>
      <dgm:spPr/>
    </dgm:pt>
    <dgm:pt modelId="{C08689B4-C211-4C79-B035-409A227702A4}" type="pres">
      <dgm:prSet presAssocID="{09EB9EE8-F843-499D-A048-91ED9FDCB984}" presName="horzSpace2" presStyleCnt="0"/>
      <dgm:spPr/>
    </dgm:pt>
    <dgm:pt modelId="{5DD0AC7F-CBA2-450E-9BDE-F03C7CAEE5B4}" type="pres">
      <dgm:prSet presAssocID="{09EB9EE8-F843-499D-A048-91ED9FDCB984}" presName="tx2" presStyleLbl="revTx" presStyleIdx="4" presStyleCnt="10"/>
      <dgm:spPr/>
    </dgm:pt>
    <dgm:pt modelId="{492D6F3C-D4AF-419B-9989-C00AE10173EA}" type="pres">
      <dgm:prSet presAssocID="{09EB9EE8-F843-499D-A048-91ED9FDCB984}" presName="vert2" presStyleCnt="0"/>
      <dgm:spPr/>
    </dgm:pt>
    <dgm:pt modelId="{062DB5F1-175F-46CD-94CC-760270DBD703}" type="pres">
      <dgm:prSet presAssocID="{09EB9EE8-F843-499D-A048-91ED9FDCB984}" presName="thinLine2b" presStyleLbl="callout" presStyleIdx="3" presStyleCnt="9"/>
      <dgm:spPr/>
    </dgm:pt>
    <dgm:pt modelId="{470FCF74-F3E8-4E28-AD5C-D6E9B847982D}" type="pres">
      <dgm:prSet presAssocID="{09EB9EE8-F843-499D-A048-91ED9FDCB984}" presName="vertSpace2b" presStyleCnt="0"/>
      <dgm:spPr/>
    </dgm:pt>
    <dgm:pt modelId="{EEC4FCBB-684B-413D-AB05-7A823FBCF125}" type="pres">
      <dgm:prSet presAssocID="{7AF78DFD-929C-4F14-B3E4-0BE7FA685011}" presName="horz2" presStyleCnt="0"/>
      <dgm:spPr/>
    </dgm:pt>
    <dgm:pt modelId="{099BA3EC-D9F9-4883-BB8A-B2BC511DFF62}" type="pres">
      <dgm:prSet presAssocID="{7AF78DFD-929C-4F14-B3E4-0BE7FA685011}" presName="horzSpace2" presStyleCnt="0"/>
      <dgm:spPr/>
    </dgm:pt>
    <dgm:pt modelId="{2710ED2F-B688-4C40-922C-67123DBACA62}" type="pres">
      <dgm:prSet presAssocID="{7AF78DFD-929C-4F14-B3E4-0BE7FA685011}" presName="tx2" presStyleLbl="revTx" presStyleIdx="5" presStyleCnt="10"/>
      <dgm:spPr/>
    </dgm:pt>
    <dgm:pt modelId="{CE4218AB-F7FF-4568-A339-F41D2A675C66}" type="pres">
      <dgm:prSet presAssocID="{7AF78DFD-929C-4F14-B3E4-0BE7FA685011}" presName="vert2" presStyleCnt="0"/>
      <dgm:spPr/>
    </dgm:pt>
    <dgm:pt modelId="{81414FDF-AF08-4645-978A-F9C78F92467F}" type="pres">
      <dgm:prSet presAssocID="{7AF78DFD-929C-4F14-B3E4-0BE7FA685011}" presName="thinLine2b" presStyleLbl="callout" presStyleIdx="4" presStyleCnt="9"/>
      <dgm:spPr/>
    </dgm:pt>
    <dgm:pt modelId="{0C342513-552D-4EFF-8A4B-2C964131534E}" type="pres">
      <dgm:prSet presAssocID="{7AF78DFD-929C-4F14-B3E4-0BE7FA685011}" presName="vertSpace2b" presStyleCnt="0"/>
      <dgm:spPr/>
    </dgm:pt>
    <dgm:pt modelId="{C20E0A61-D83F-4EBF-9E9D-8E9279C436A5}" type="pres">
      <dgm:prSet presAssocID="{45D24B59-378C-4C77-B89A-8E5E8A07285D}" presName="horz2" presStyleCnt="0"/>
      <dgm:spPr/>
    </dgm:pt>
    <dgm:pt modelId="{D74ABA11-1ECC-43FB-8350-38A27EE5F3EE}" type="pres">
      <dgm:prSet presAssocID="{45D24B59-378C-4C77-B89A-8E5E8A07285D}" presName="horzSpace2" presStyleCnt="0"/>
      <dgm:spPr/>
    </dgm:pt>
    <dgm:pt modelId="{9568C17A-6E46-42DE-B452-7C090422BDA4}" type="pres">
      <dgm:prSet presAssocID="{45D24B59-378C-4C77-B89A-8E5E8A07285D}" presName="tx2" presStyleLbl="revTx" presStyleIdx="6" presStyleCnt="10"/>
      <dgm:spPr/>
    </dgm:pt>
    <dgm:pt modelId="{A8A732CB-5529-4847-9DCC-3CB7EA47242B}" type="pres">
      <dgm:prSet presAssocID="{45D24B59-378C-4C77-B89A-8E5E8A07285D}" presName="vert2" presStyleCnt="0"/>
      <dgm:spPr/>
    </dgm:pt>
    <dgm:pt modelId="{35AA7F3B-7A21-4BC3-AC9B-867C68CD3596}" type="pres">
      <dgm:prSet presAssocID="{45D24B59-378C-4C77-B89A-8E5E8A07285D}" presName="thinLine2b" presStyleLbl="callout" presStyleIdx="5" presStyleCnt="9"/>
      <dgm:spPr/>
    </dgm:pt>
    <dgm:pt modelId="{6F26E3A4-115A-4A42-B821-193534EEFB75}" type="pres">
      <dgm:prSet presAssocID="{45D24B59-378C-4C77-B89A-8E5E8A07285D}" presName="vertSpace2b" presStyleCnt="0"/>
      <dgm:spPr/>
    </dgm:pt>
    <dgm:pt modelId="{F8210AD7-F0AA-4A13-ABEF-36F8AE92A68E}" type="pres">
      <dgm:prSet presAssocID="{5CEB6DC9-FE1D-49DB-A4CD-2819FF3260E1}" presName="horz2" presStyleCnt="0"/>
      <dgm:spPr/>
    </dgm:pt>
    <dgm:pt modelId="{3D433EEE-257F-461F-B8DA-808EF095B957}" type="pres">
      <dgm:prSet presAssocID="{5CEB6DC9-FE1D-49DB-A4CD-2819FF3260E1}" presName="horzSpace2" presStyleCnt="0"/>
      <dgm:spPr/>
    </dgm:pt>
    <dgm:pt modelId="{1434D358-E56A-4183-BAE4-E22B61487879}" type="pres">
      <dgm:prSet presAssocID="{5CEB6DC9-FE1D-49DB-A4CD-2819FF3260E1}" presName="tx2" presStyleLbl="revTx" presStyleIdx="7" presStyleCnt="10"/>
      <dgm:spPr/>
    </dgm:pt>
    <dgm:pt modelId="{2FB41FA4-ACA0-4E78-AECB-1BE770F6976B}" type="pres">
      <dgm:prSet presAssocID="{5CEB6DC9-FE1D-49DB-A4CD-2819FF3260E1}" presName="vert2" presStyleCnt="0"/>
      <dgm:spPr/>
    </dgm:pt>
    <dgm:pt modelId="{1A675FB9-61FD-4A91-8E0E-CCE61BAA4AD9}" type="pres">
      <dgm:prSet presAssocID="{5CEB6DC9-FE1D-49DB-A4CD-2819FF3260E1}" presName="thinLine2b" presStyleLbl="callout" presStyleIdx="6" presStyleCnt="9"/>
      <dgm:spPr/>
    </dgm:pt>
    <dgm:pt modelId="{76A91EE5-E4CA-4DBF-BED2-DC621009F238}" type="pres">
      <dgm:prSet presAssocID="{5CEB6DC9-FE1D-49DB-A4CD-2819FF3260E1}" presName="vertSpace2b" presStyleCnt="0"/>
      <dgm:spPr/>
    </dgm:pt>
    <dgm:pt modelId="{E34740D9-FD62-4A75-B09C-89067B8BE642}" type="pres">
      <dgm:prSet presAssocID="{D13D5D9D-D846-4DB5-B705-4F3F6D52F567}" presName="horz2" presStyleCnt="0"/>
      <dgm:spPr/>
    </dgm:pt>
    <dgm:pt modelId="{A1BB9E45-C27C-43BB-B087-0C2843CE1186}" type="pres">
      <dgm:prSet presAssocID="{D13D5D9D-D846-4DB5-B705-4F3F6D52F567}" presName="horzSpace2" presStyleCnt="0"/>
      <dgm:spPr/>
    </dgm:pt>
    <dgm:pt modelId="{B1A84D03-317A-4FB5-A257-99A15A8F04EB}" type="pres">
      <dgm:prSet presAssocID="{D13D5D9D-D846-4DB5-B705-4F3F6D52F567}" presName="tx2" presStyleLbl="revTx" presStyleIdx="8" presStyleCnt="10"/>
      <dgm:spPr/>
    </dgm:pt>
    <dgm:pt modelId="{1D328B7D-4A99-4C9B-96A6-28517237038D}" type="pres">
      <dgm:prSet presAssocID="{D13D5D9D-D846-4DB5-B705-4F3F6D52F567}" presName="vert2" presStyleCnt="0"/>
      <dgm:spPr/>
    </dgm:pt>
    <dgm:pt modelId="{E6B91859-9036-482D-8619-FE7984A2DC77}" type="pres">
      <dgm:prSet presAssocID="{D13D5D9D-D846-4DB5-B705-4F3F6D52F567}" presName="thinLine2b" presStyleLbl="callout" presStyleIdx="7" presStyleCnt="9"/>
      <dgm:spPr/>
    </dgm:pt>
    <dgm:pt modelId="{D5E57352-07EE-4D9D-B24E-CDF6958E5931}" type="pres">
      <dgm:prSet presAssocID="{D13D5D9D-D846-4DB5-B705-4F3F6D52F567}" presName="vertSpace2b" presStyleCnt="0"/>
      <dgm:spPr/>
    </dgm:pt>
    <dgm:pt modelId="{E231B94A-E911-40E2-AB86-2540590110A1}" type="pres">
      <dgm:prSet presAssocID="{2B7EBDEE-E17F-4587-8F12-319656B7D569}" presName="horz2" presStyleCnt="0"/>
      <dgm:spPr/>
    </dgm:pt>
    <dgm:pt modelId="{0127D54E-FAB0-418F-AF37-09DEE1107B6E}" type="pres">
      <dgm:prSet presAssocID="{2B7EBDEE-E17F-4587-8F12-319656B7D569}" presName="horzSpace2" presStyleCnt="0"/>
      <dgm:spPr/>
    </dgm:pt>
    <dgm:pt modelId="{720A8497-DDFA-4CB3-922C-A66A3FD9579A}" type="pres">
      <dgm:prSet presAssocID="{2B7EBDEE-E17F-4587-8F12-319656B7D569}" presName="tx2" presStyleLbl="revTx" presStyleIdx="9" presStyleCnt="10"/>
      <dgm:spPr/>
    </dgm:pt>
    <dgm:pt modelId="{13F569F5-3A8B-4732-9ECE-3BCE145DBC89}" type="pres">
      <dgm:prSet presAssocID="{2B7EBDEE-E17F-4587-8F12-319656B7D569}" presName="vert2" presStyleCnt="0"/>
      <dgm:spPr/>
    </dgm:pt>
    <dgm:pt modelId="{5E23D707-F94E-4B39-A8C7-B8B33D421853}" type="pres">
      <dgm:prSet presAssocID="{2B7EBDEE-E17F-4587-8F12-319656B7D569}" presName="thinLine2b" presStyleLbl="callout" presStyleIdx="8" presStyleCnt="9"/>
      <dgm:spPr/>
    </dgm:pt>
    <dgm:pt modelId="{3B6F267C-D436-4047-8CD1-66DE705BF695}" type="pres">
      <dgm:prSet presAssocID="{2B7EBDEE-E17F-4587-8F12-319656B7D569}" presName="vertSpace2b" presStyleCnt="0"/>
      <dgm:spPr/>
    </dgm:pt>
  </dgm:ptLst>
  <dgm:cxnLst>
    <dgm:cxn modelId="{74487B01-D433-4C82-B243-3BA9E8999D20}" type="presOf" srcId="{B0C188A9-73FA-43FF-9178-C3F367AAD58C}" destId="{305C1126-9FF8-4205-BAA8-846FE52F70B0}" srcOrd="0" destOrd="0" presId="urn:microsoft.com/office/officeart/2008/layout/LinedList"/>
    <dgm:cxn modelId="{66FDEF0B-42A6-4C4D-8D12-80EF6A3DFFB7}" type="presOf" srcId="{78463969-4BE8-4F60-8D96-625E49A84CDE}" destId="{9228E352-A26A-4A98-96DA-24CF3959F449}" srcOrd="0" destOrd="0" presId="urn:microsoft.com/office/officeart/2008/layout/LinedList"/>
    <dgm:cxn modelId="{16A5320D-C35F-4E60-A3EC-EE2CBE9398A8}" type="presOf" srcId="{2B7EBDEE-E17F-4587-8F12-319656B7D569}" destId="{720A8497-DDFA-4CB3-922C-A66A3FD9579A}" srcOrd="0" destOrd="0" presId="urn:microsoft.com/office/officeart/2008/layout/LinedList"/>
    <dgm:cxn modelId="{427F6B17-C192-486C-8FC3-B5EDA0F0689B}" srcId="{49D1F411-07EF-41C4-97B3-753A76FAC173}" destId="{5CEB6DC9-FE1D-49DB-A4CD-2819FF3260E1}" srcOrd="6" destOrd="0" parTransId="{C667EFD1-9EEE-4F32-AA1A-1591E5B9E936}" sibTransId="{DA6D5400-52C6-4F84-B2CD-F3A1F081B8C4}"/>
    <dgm:cxn modelId="{D9CC6127-58A3-420C-9AB7-00DA13ADE3C7}" type="presOf" srcId="{38601DB8-7AD1-4E75-94B5-9DDC7F3EDE90}" destId="{30065108-E945-43EA-ACCD-10296F388BF3}" srcOrd="0" destOrd="0" presId="urn:microsoft.com/office/officeart/2008/layout/LinedList"/>
    <dgm:cxn modelId="{BF84B633-5C3A-41DA-A5A4-F6680523A11D}" srcId="{49D1F411-07EF-41C4-97B3-753A76FAC173}" destId="{7AF78DFD-929C-4F14-B3E4-0BE7FA685011}" srcOrd="4" destOrd="0" parTransId="{800AAEDA-9093-4FEF-8B5E-2CD85BF3B8AB}" sibTransId="{78EAE3CC-BE81-4BF2-BB37-CB80219A0AE1}"/>
    <dgm:cxn modelId="{EF098835-FF3A-4189-A003-76E118A9B42F}" type="presOf" srcId="{45D24B59-378C-4C77-B89A-8E5E8A07285D}" destId="{9568C17A-6E46-42DE-B452-7C090422BDA4}" srcOrd="0" destOrd="0" presId="urn:microsoft.com/office/officeart/2008/layout/LinedList"/>
    <dgm:cxn modelId="{A2CBF76E-8366-47F9-B648-508E14FCEA61}" type="presOf" srcId="{49D1F411-07EF-41C4-97B3-753A76FAC173}" destId="{D6009370-7834-4E78-8CF3-CF7A11992D89}" srcOrd="0" destOrd="0" presId="urn:microsoft.com/office/officeart/2008/layout/LinedList"/>
    <dgm:cxn modelId="{F84D2952-12F6-4A75-B5C0-2F585AD7BF2A}" srcId="{38601DB8-7AD1-4E75-94B5-9DDC7F3EDE90}" destId="{49D1F411-07EF-41C4-97B3-753A76FAC173}" srcOrd="0" destOrd="0" parTransId="{3B7EEFA2-E03C-4388-B9D8-7D63C2D195AB}" sibTransId="{5373B9E3-4C97-486E-92BA-9BED05A00AE3}"/>
    <dgm:cxn modelId="{3139688B-5432-477F-B412-43C37F861EBF}" srcId="{49D1F411-07EF-41C4-97B3-753A76FAC173}" destId="{D13D5D9D-D846-4DB5-B705-4F3F6D52F567}" srcOrd="7" destOrd="0" parTransId="{27301E20-A057-48CB-AF55-C75313747E93}" sibTransId="{EA1CCD08-3164-4829-B2E9-E4862DFF1C18}"/>
    <dgm:cxn modelId="{CD9FA295-C5B8-4E29-8248-27E0CDA520C9}" type="presOf" srcId="{5CEB6DC9-FE1D-49DB-A4CD-2819FF3260E1}" destId="{1434D358-E56A-4183-BAE4-E22B61487879}" srcOrd="0" destOrd="0" presId="urn:microsoft.com/office/officeart/2008/layout/LinedList"/>
    <dgm:cxn modelId="{57438199-AA8B-492B-A1A2-0CDE6A997DCE}" srcId="{49D1F411-07EF-41C4-97B3-753A76FAC173}" destId="{78463969-4BE8-4F60-8D96-625E49A84CDE}" srcOrd="2" destOrd="0" parTransId="{2418F3BF-0E55-4BE0-8552-181C14DC6D7B}" sibTransId="{CCB8DE2F-BE69-41CA-960A-EDE625B72ACE}"/>
    <dgm:cxn modelId="{9A4E6B9C-1BE9-434B-858E-765DC449D1F4}" type="presOf" srcId="{D13D5D9D-D846-4DB5-B705-4F3F6D52F567}" destId="{B1A84D03-317A-4FB5-A257-99A15A8F04EB}" srcOrd="0" destOrd="0" presId="urn:microsoft.com/office/officeart/2008/layout/LinedList"/>
    <dgm:cxn modelId="{620846A4-3330-4AE2-AAC3-DAAF9AB7029B}" srcId="{49D1F411-07EF-41C4-97B3-753A76FAC173}" destId="{B0C188A9-73FA-43FF-9178-C3F367AAD58C}" srcOrd="1" destOrd="0" parTransId="{D6EE827E-26CE-4DD4-9B45-CD42A8E65512}" sibTransId="{AA509440-32C3-460F-8D51-B6F236097A38}"/>
    <dgm:cxn modelId="{43EA03B6-7257-4FC0-8D33-7603D07F00B6}" type="presOf" srcId="{E0B3FB1A-6882-4FB5-A102-6240928E4B25}" destId="{97B18866-DD75-49A7-B715-86EAB62DDA92}" srcOrd="0" destOrd="0" presId="urn:microsoft.com/office/officeart/2008/layout/LinedList"/>
    <dgm:cxn modelId="{B5542CB7-81FD-4026-8785-D6DEDA06BB2F}" type="presOf" srcId="{09EB9EE8-F843-499D-A048-91ED9FDCB984}" destId="{5DD0AC7F-CBA2-450E-9BDE-F03C7CAEE5B4}" srcOrd="0" destOrd="0" presId="urn:microsoft.com/office/officeart/2008/layout/LinedList"/>
    <dgm:cxn modelId="{CF9E79B8-627C-48E8-876D-1210945C9FB8}" srcId="{49D1F411-07EF-41C4-97B3-753A76FAC173}" destId="{2B7EBDEE-E17F-4587-8F12-319656B7D569}" srcOrd="8" destOrd="0" parTransId="{6DE3E61B-39B8-407C-B135-88156FAFEC38}" sibTransId="{87816D23-CFEA-4514-85A4-E5C6E4704A55}"/>
    <dgm:cxn modelId="{790EDDC8-9BCF-43FF-876D-AA397D6E079D}" srcId="{49D1F411-07EF-41C4-97B3-753A76FAC173}" destId="{E0B3FB1A-6882-4FB5-A102-6240928E4B25}" srcOrd="0" destOrd="0" parTransId="{7E810868-1719-4FD8-9981-0C759F47450B}" sibTransId="{50101145-B96C-4DFA-A2DE-D1F56B9F9B37}"/>
    <dgm:cxn modelId="{200F47E1-1590-4C9A-89E4-FF607747EB72}" type="presOf" srcId="{7AF78DFD-929C-4F14-B3E4-0BE7FA685011}" destId="{2710ED2F-B688-4C40-922C-67123DBACA62}" srcOrd="0" destOrd="0" presId="urn:microsoft.com/office/officeart/2008/layout/LinedList"/>
    <dgm:cxn modelId="{B8DC94EB-2F81-4556-8B49-1B0019229C21}" srcId="{49D1F411-07EF-41C4-97B3-753A76FAC173}" destId="{09EB9EE8-F843-499D-A048-91ED9FDCB984}" srcOrd="3" destOrd="0" parTransId="{245FA6FC-9227-43BB-8CC4-73218988FA24}" sibTransId="{01A2D71E-824D-4BD6-AEDB-AAD945BBBE5F}"/>
    <dgm:cxn modelId="{299B61FB-F75F-42A6-906C-639346217BC8}" srcId="{49D1F411-07EF-41C4-97B3-753A76FAC173}" destId="{45D24B59-378C-4C77-B89A-8E5E8A07285D}" srcOrd="5" destOrd="0" parTransId="{4C09C9FA-B259-450C-A72B-E0967A5B0A9E}" sibTransId="{15CA6593-78B9-4331-8EC5-C8D756F3677A}"/>
    <dgm:cxn modelId="{3287F221-6FF6-4641-BB62-9648A63B1D17}" type="presParOf" srcId="{30065108-E945-43EA-ACCD-10296F388BF3}" destId="{2EA7F788-9394-4370-B950-685827D7980B}" srcOrd="0" destOrd="0" presId="urn:microsoft.com/office/officeart/2008/layout/LinedList"/>
    <dgm:cxn modelId="{A7DB01D5-E031-4200-AFD2-5B2F96922912}" type="presParOf" srcId="{30065108-E945-43EA-ACCD-10296F388BF3}" destId="{A587F260-F580-47BD-9566-244B961E88F3}" srcOrd="1" destOrd="0" presId="urn:microsoft.com/office/officeart/2008/layout/LinedList"/>
    <dgm:cxn modelId="{38E33287-5A1C-4E8F-A61E-15446946C12F}" type="presParOf" srcId="{A587F260-F580-47BD-9566-244B961E88F3}" destId="{D6009370-7834-4E78-8CF3-CF7A11992D89}" srcOrd="0" destOrd="0" presId="urn:microsoft.com/office/officeart/2008/layout/LinedList"/>
    <dgm:cxn modelId="{1836444C-AAB5-46D7-AD63-057FE6987AF6}" type="presParOf" srcId="{A587F260-F580-47BD-9566-244B961E88F3}" destId="{0378A47E-2D2D-46DB-BB2D-D0BD5C0089BA}" srcOrd="1" destOrd="0" presId="urn:microsoft.com/office/officeart/2008/layout/LinedList"/>
    <dgm:cxn modelId="{2A46C697-7B4B-4479-8714-53440D9A8D78}" type="presParOf" srcId="{0378A47E-2D2D-46DB-BB2D-D0BD5C0089BA}" destId="{29671D97-601D-46A0-89F8-90A5C34037DD}" srcOrd="0" destOrd="0" presId="urn:microsoft.com/office/officeart/2008/layout/LinedList"/>
    <dgm:cxn modelId="{D2C3BDAE-5A31-4AB6-A424-AEAE1C81B337}" type="presParOf" srcId="{0378A47E-2D2D-46DB-BB2D-D0BD5C0089BA}" destId="{2B8EEE73-9640-490D-A3A5-F1533920E8C4}" srcOrd="1" destOrd="0" presId="urn:microsoft.com/office/officeart/2008/layout/LinedList"/>
    <dgm:cxn modelId="{368DA93A-0371-4DB0-B1B3-A6057A210A9B}" type="presParOf" srcId="{2B8EEE73-9640-490D-A3A5-F1533920E8C4}" destId="{8F15ED5E-E21B-4B76-8206-F7A52387EB82}" srcOrd="0" destOrd="0" presId="urn:microsoft.com/office/officeart/2008/layout/LinedList"/>
    <dgm:cxn modelId="{2B0DC1C1-19FC-4323-9D88-F419707771E6}" type="presParOf" srcId="{2B8EEE73-9640-490D-A3A5-F1533920E8C4}" destId="{97B18866-DD75-49A7-B715-86EAB62DDA92}" srcOrd="1" destOrd="0" presId="urn:microsoft.com/office/officeart/2008/layout/LinedList"/>
    <dgm:cxn modelId="{2746617B-CB35-4AF9-B1F1-4478CCB8A8DA}" type="presParOf" srcId="{2B8EEE73-9640-490D-A3A5-F1533920E8C4}" destId="{429D3BF6-931A-49E9-8281-360A6BA358B3}" srcOrd="2" destOrd="0" presId="urn:microsoft.com/office/officeart/2008/layout/LinedList"/>
    <dgm:cxn modelId="{8500B489-251F-49D4-823A-D87E732D5079}" type="presParOf" srcId="{0378A47E-2D2D-46DB-BB2D-D0BD5C0089BA}" destId="{BFF4EC9A-42EB-4EF3-BD6A-48517089F2BC}" srcOrd="2" destOrd="0" presId="urn:microsoft.com/office/officeart/2008/layout/LinedList"/>
    <dgm:cxn modelId="{5072A4D8-C66A-41F8-B128-6A1F23EC576D}" type="presParOf" srcId="{0378A47E-2D2D-46DB-BB2D-D0BD5C0089BA}" destId="{581F6A0F-976C-480A-938F-B77E13EDA6CF}" srcOrd="3" destOrd="0" presId="urn:microsoft.com/office/officeart/2008/layout/LinedList"/>
    <dgm:cxn modelId="{D0919C5A-0148-43D7-BAC0-D45CCE7DCE7D}" type="presParOf" srcId="{0378A47E-2D2D-46DB-BB2D-D0BD5C0089BA}" destId="{5DFA6DC2-B6E4-43D2-9F7A-22675FE2C05D}" srcOrd="4" destOrd="0" presId="urn:microsoft.com/office/officeart/2008/layout/LinedList"/>
    <dgm:cxn modelId="{8C1DDB74-C478-4A7F-AE69-F17CF4C7A957}" type="presParOf" srcId="{5DFA6DC2-B6E4-43D2-9F7A-22675FE2C05D}" destId="{C70217D7-8030-4C2B-89A2-D9C7DED75A28}" srcOrd="0" destOrd="0" presId="urn:microsoft.com/office/officeart/2008/layout/LinedList"/>
    <dgm:cxn modelId="{CCD848A8-41C1-4F47-91B1-E1D490E71F46}" type="presParOf" srcId="{5DFA6DC2-B6E4-43D2-9F7A-22675FE2C05D}" destId="{305C1126-9FF8-4205-BAA8-846FE52F70B0}" srcOrd="1" destOrd="0" presId="urn:microsoft.com/office/officeart/2008/layout/LinedList"/>
    <dgm:cxn modelId="{AC2A4494-6C74-449C-86CC-B59DD9BA94FA}" type="presParOf" srcId="{5DFA6DC2-B6E4-43D2-9F7A-22675FE2C05D}" destId="{24887881-7303-4BC2-8889-37A66DED2E8E}" srcOrd="2" destOrd="0" presId="urn:microsoft.com/office/officeart/2008/layout/LinedList"/>
    <dgm:cxn modelId="{8EFE42EA-D884-4D33-B0C2-736FB8947E73}" type="presParOf" srcId="{0378A47E-2D2D-46DB-BB2D-D0BD5C0089BA}" destId="{A57501B4-05EB-44A8-A21B-8AC696D73B9F}" srcOrd="5" destOrd="0" presId="urn:microsoft.com/office/officeart/2008/layout/LinedList"/>
    <dgm:cxn modelId="{ACD803E0-E1CC-4B52-BB00-648F50F6A4D9}" type="presParOf" srcId="{0378A47E-2D2D-46DB-BB2D-D0BD5C0089BA}" destId="{CD2708BE-4008-4BDB-A4F4-B99CDF10880D}" srcOrd="6" destOrd="0" presId="urn:microsoft.com/office/officeart/2008/layout/LinedList"/>
    <dgm:cxn modelId="{3059AC15-897E-4C96-8AA4-4B2F3FBF4AF7}" type="presParOf" srcId="{0378A47E-2D2D-46DB-BB2D-D0BD5C0089BA}" destId="{7D0A3DBD-4EB0-46F9-9B59-4BB69540B846}" srcOrd="7" destOrd="0" presId="urn:microsoft.com/office/officeart/2008/layout/LinedList"/>
    <dgm:cxn modelId="{B313B588-34DE-46FB-806B-0141C8B4D3D5}" type="presParOf" srcId="{7D0A3DBD-4EB0-46F9-9B59-4BB69540B846}" destId="{EF66CEB9-4172-407F-B1B7-BF77B0644E7C}" srcOrd="0" destOrd="0" presId="urn:microsoft.com/office/officeart/2008/layout/LinedList"/>
    <dgm:cxn modelId="{B9CD48A2-2EEF-4AA9-8893-716084849729}" type="presParOf" srcId="{7D0A3DBD-4EB0-46F9-9B59-4BB69540B846}" destId="{9228E352-A26A-4A98-96DA-24CF3959F449}" srcOrd="1" destOrd="0" presId="urn:microsoft.com/office/officeart/2008/layout/LinedList"/>
    <dgm:cxn modelId="{0E5E22FB-FCB2-4A4D-98DF-BC7716B53ED3}" type="presParOf" srcId="{7D0A3DBD-4EB0-46F9-9B59-4BB69540B846}" destId="{7F951FE1-358E-4F42-B442-CC5843F88621}" srcOrd="2" destOrd="0" presId="urn:microsoft.com/office/officeart/2008/layout/LinedList"/>
    <dgm:cxn modelId="{1B963BAD-E975-4F6E-9A04-63CA8C3F51EE}" type="presParOf" srcId="{0378A47E-2D2D-46DB-BB2D-D0BD5C0089BA}" destId="{59C3B727-3372-40E4-8735-D827B791C4EE}" srcOrd="8" destOrd="0" presId="urn:microsoft.com/office/officeart/2008/layout/LinedList"/>
    <dgm:cxn modelId="{EC7B37EE-C436-4E25-8E82-5F48C88DB035}" type="presParOf" srcId="{0378A47E-2D2D-46DB-BB2D-D0BD5C0089BA}" destId="{C2EC9659-4AD6-4BAD-9D7F-252659F8ADD6}" srcOrd="9" destOrd="0" presId="urn:microsoft.com/office/officeart/2008/layout/LinedList"/>
    <dgm:cxn modelId="{E298130A-78D6-424B-B800-0EC52E9AF7FB}" type="presParOf" srcId="{0378A47E-2D2D-46DB-BB2D-D0BD5C0089BA}" destId="{71BD4975-3C78-4D76-955D-7BB6228FF8C3}" srcOrd="10" destOrd="0" presId="urn:microsoft.com/office/officeart/2008/layout/LinedList"/>
    <dgm:cxn modelId="{5E043F9B-2D6E-43F8-A210-26633B08F67E}" type="presParOf" srcId="{71BD4975-3C78-4D76-955D-7BB6228FF8C3}" destId="{C08689B4-C211-4C79-B035-409A227702A4}" srcOrd="0" destOrd="0" presId="urn:microsoft.com/office/officeart/2008/layout/LinedList"/>
    <dgm:cxn modelId="{6364E281-E99E-49A2-80D1-08F03228AB09}" type="presParOf" srcId="{71BD4975-3C78-4D76-955D-7BB6228FF8C3}" destId="{5DD0AC7F-CBA2-450E-9BDE-F03C7CAEE5B4}" srcOrd="1" destOrd="0" presId="urn:microsoft.com/office/officeart/2008/layout/LinedList"/>
    <dgm:cxn modelId="{20300D61-2A06-43C3-9E3E-6B3329A6918C}" type="presParOf" srcId="{71BD4975-3C78-4D76-955D-7BB6228FF8C3}" destId="{492D6F3C-D4AF-419B-9989-C00AE10173EA}" srcOrd="2" destOrd="0" presId="urn:microsoft.com/office/officeart/2008/layout/LinedList"/>
    <dgm:cxn modelId="{99A74ED4-3369-4434-8A5D-90BC429D3579}" type="presParOf" srcId="{0378A47E-2D2D-46DB-BB2D-D0BD5C0089BA}" destId="{062DB5F1-175F-46CD-94CC-760270DBD703}" srcOrd="11" destOrd="0" presId="urn:microsoft.com/office/officeart/2008/layout/LinedList"/>
    <dgm:cxn modelId="{0973E3DB-150A-4382-B5F9-DE8124D2A504}" type="presParOf" srcId="{0378A47E-2D2D-46DB-BB2D-D0BD5C0089BA}" destId="{470FCF74-F3E8-4E28-AD5C-D6E9B847982D}" srcOrd="12" destOrd="0" presId="urn:microsoft.com/office/officeart/2008/layout/LinedList"/>
    <dgm:cxn modelId="{62C23746-7855-408E-A2AA-08DF388A24E1}" type="presParOf" srcId="{0378A47E-2D2D-46DB-BB2D-D0BD5C0089BA}" destId="{EEC4FCBB-684B-413D-AB05-7A823FBCF125}" srcOrd="13" destOrd="0" presId="urn:microsoft.com/office/officeart/2008/layout/LinedList"/>
    <dgm:cxn modelId="{74D5D211-0632-4901-900D-6D2BDE52979C}" type="presParOf" srcId="{EEC4FCBB-684B-413D-AB05-7A823FBCF125}" destId="{099BA3EC-D9F9-4883-BB8A-B2BC511DFF62}" srcOrd="0" destOrd="0" presId="urn:microsoft.com/office/officeart/2008/layout/LinedList"/>
    <dgm:cxn modelId="{4C9147B9-DFA9-44A1-8235-271AA517DC81}" type="presParOf" srcId="{EEC4FCBB-684B-413D-AB05-7A823FBCF125}" destId="{2710ED2F-B688-4C40-922C-67123DBACA62}" srcOrd="1" destOrd="0" presId="urn:microsoft.com/office/officeart/2008/layout/LinedList"/>
    <dgm:cxn modelId="{F06BF46E-B122-4FC7-B646-F1EBFF1C447B}" type="presParOf" srcId="{EEC4FCBB-684B-413D-AB05-7A823FBCF125}" destId="{CE4218AB-F7FF-4568-A339-F41D2A675C66}" srcOrd="2" destOrd="0" presId="urn:microsoft.com/office/officeart/2008/layout/LinedList"/>
    <dgm:cxn modelId="{3B5AEB59-006E-4049-8613-3294996BB1D4}" type="presParOf" srcId="{0378A47E-2D2D-46DB-BB2D-D0BD5C0089BA}" destId="{81414FDF-AF08-4645-978A-F9C78F92467F}" srcOrd="14" destOrd="0" presId="urn:microsoft.com/office/officeart/2008/layout/LinedList"/>
    <dgm:cxn modelId="{D68DC9FE-E234-483D-AA7E-1E88AA525BF0}" type="presParOf" srcId="{0378A47E-2D2D-46DB-BB2D-D0BD5C0089BA}" destId="{0C342513-552D-4EFF-8A4B-2C964131534E}" srcOrd="15" destOrd="0" presId="urn:microsoft.com/office/officeart/2008/layout/LinedList"/>
    <dgm:cxn modelId="{5146458A-A0EE-4901-8B33-93EEF41770DC}" type="presParOf" srcId="{0378A47E-2D2D-46DB-BB2D-D0BD5C0089BA}" destId="{C20E0A61-D83F-4EBF-9E9D-8E9279C436A5}" srcOrd="16" destOrd="0" presId="urn:microsoft.com/office/officeart/2008/layout/LinedList"/>
    <dgm:cxn modelId="{0BE5F8EA-7A3E-4E99-A916-CB74664BE286}" type="presParOf" srcId="{C20E0A61-D83F-4EBF-9E9D-8E9279C436A5}" destId="{D74ABA11-1ECC-43FB-8350-38A27EE5F3EE}" srcOrd="0" destOrd="0" presId="urn:microsoft.com/office/officeart/2008/layout/LinedList"/>
    <dgm:cxn modelId="{79B7D4EB-D379-4A79-8686-914DC13DB82F}" type="presParOf" srcId="{C20E0A61-D83F-4EBF-9E9D-8E9279C436A5}" destId="{9568C17A-6E46-42DE-B452-7C090422BDA4}" srcOrd="1" destOrd="0" presId="urn:microsoft.com/office/officeart/2008/layout/LinedList"/>
    <dgm:cxn modelId="{89F7416C-3DE9-44DE-B361-33B4ECB92859}" type="presParOf" srcId="{C20E0A61-D83F-4EBF-9E9D-8E9279C436A5}" destId="{A8A732CB-5529-4847-9DCC-3CB7EA47242B}" srcOrd="2" destOrd="0" presId="urn:microsoft.com/office/officeart/2008/layout/LinedList"/>
    <dgm:cxn modelId="{4E8600BA-090C-4EF1-8B96-EC8CE49C3399}" type="presParOf" srcId="{0378A47E-2D2D-46DB-BB2D-D0BD5C0089BA}" destId="{35AA7F3B-7A21-4BC3-AC9B-867C68CD3596}" srcOrd="17" destOrd="0" presId="urn:microsoft.com/office/officeart/2008/layout/LinedList"/>
    <dgm:cxn modelId="{CC94828D-5C7E-4E14-9A76-9CD3D561DE91}" type="presParOf" srcId="{0378A47E-2D2D-46DB-BB2D-D0BD5C0089BA}" destId="{6F26E3A4-115A-4A42-B821-193534EEFB75}" srcOrd="18" destOrd="0" presId="urn:microsoft.com/office/officeart/2008/layout/LinedList"/>
    <dgm:cxn modelId="{15F8DD4C-7AE4-4C2C-98E1-9A9D626E79AE}" type="presParOf" srcId="{0378A47E-2D2D-46DB-BB2D-D0BD5C0089BA}" destId="{F8210AD7-F0AA-4A13-ABEF-36F8AE92A68E}" srcOrd="19" destOrd="0" presId="urn:microsoft.com/office/officeart/2008/layout/LinedList"/>
    <dgm:cxn modelId="{45918160-12E4-4379-B028-4DBC45EF3071}" type="presParOf" srcId="{F8210AD7-F0AA-4A13-ABEF-36F8AE92A68E}" destId="{3D433EEE-257F-461F-B8DA-808EF095B957}" srcOrd="0" destOrd="0" presId="urn:microsoft.com/office/officeart/2008/layout/LinedList"/>
    <dgm:cxn modelId="{E5C74BC6-E828-4ABD-8ABF-D2F929F6E974}" type="presParOf" srcId="{F8210AD7-F0AA-4A13-ABEF-36F8AE92A68E}" destId="{1434D358-E56A-4183-BAE4-E22B61487879}" srcOrd="1" destOrd="0" presId="urn:microsoft.com/office/officeart/2008/layout/LinedList"/>
    <dgm:cxn modelId="{579EAC09-FB43-44A0-AC2D-6CDA5DCA5776}" type="presParOf" srcId="{F8210AD7-F0AA-4A13-ABEF-36F8AE92A68E}" destId="{2FB41FA4-ACA0-4E78-AECB-1BE770F6976B}" srcOrd="2" destOrd="0" presId="urn:microsoft.com/office/officeart/2008/layout/LinedList"/>
    <dgm:cxn modelId="{CA752AEE-EB35-481A-9DDA-AD9CD1728935}" type="presParOf" srcId="{0378A47E-2D2D-46DB-BB2D-D0BD5C0089BA}" destId="{1A675FB9-61FD-4A91-8E0E-CCE61BAA4AD9}" srcOrd="20" destOrd="0" presId="urn:microsoft.com/office/officeart/2008/layout/LinedList"/>
    <dgm:cxn modelId="{3F647EA8-452C-4E4A-9DCC-6C91F759564E}" type="presParOf" srcId="{0378A47E-2D2D-46DB-BB2D-D0BD5C0089BA}" destId="{76A91EE5-E4CA-4DBF-BED2-DC621009F238}" srcOrd="21" destOrd="0" presId="urn:microsoft.com/office/officeart/2008/layout/LinedList"/>
    <dgm:cxn modelId="{9D8C4DFF-D499-44E1-B3A4-765A031DC4CA}" type="presParOf" srcId="{0378A47E-2D2D-46DB-BB2D-D0BD5C0089BA}" destId="{E34740D9-FD62-4A75-B09C-89067B8BE642}" srcOrd="22" destOrd="0" presId="urn:microsoft.com/office/officeart/2008/layout/LinedList"/>
    <dgm:cxn modelId="{D2BE92A2-0036-4EFB-B357-DB4D120FD8B1}" type="presParOf" srcId="{E34740D9-FD62-4A75-B09C-89067B8BE642}" destId="{A1BB9E45-C27C-43BB-B087-0C2843CE1186}" srcOrd="0" destOrd="0" presId="urn:microsoft.com/office/officeart/2008/layout/LinedList"/>
    <dgm:cxn modelId="{34318377-915F-4B2B-BF2F-603F67177040}" type="presParOf" srcId="{E34740D9-FD62-4A75-B09C-89067B8BE642}" destId="{B1A84D03-317A-4FB5-A257-99A15A8F04EB}" srcOrd="1" destOrd="0" presId="urn:microsoft.com/office/officeart/2008/layout/LinedList"/>
    <dgm:cxn modelId="{F8512919-BCBA-4C95-B85B-59C48CD8B3D4}" type="presParOf" srcId="{E34740D9-FD62-4A75-B09C-89067B8BE642}" destId="{1D328B7D-4A99-4C9B-96A6-28517237038D}" srcOrd="2" destOrd="0" presId="urn:microsoft.com/office/officeart/2008/layout/LinedList"/>
    <dgm:cxn modelId="{0D1F7794-607F-4A0B-905D-5581146D8DBA}" type="presParOf" srcId="{0378A47E-2D2D-46DB-BB2D-D0BD5C0089BA}" destId="{E6B91859-9036-482D-8619-FE7984A2DC77}" srcOrd="23" destOrd="0" presId="urn:microsoft.com/office/officeart/2008/layout/LinedList"/>
    <dgm:cxn modelId="{F211209F-AB61-4A3D-9D02-7BDC35F4C1D1}" type="presParOf" srcId="{0378A47E-2D2D-46DB-BB2D-D0BD5C0089BA}" destId="{D5E57352-07EE-4D9D-B24E-CDF6958E5931}" srcOrd="24" destOrd="0" presId="urn:microsoft.com/office/officeart/2008/layout/LinedList"/>
    <dgm:cxn modelId="{F7F83D8F-702D-4574-ACFD-AC865F7A91DF}" type="presParOf" srcId="{0378A47E-2D2D-46DB-BB2D-D0BD5C0089BA}" destId="{E231B94A-E911-40E2-AB86-2540590110A1}" srcOrd="25" destOrd="0" presId="urn:microsoft.com/office/officeart/2008/layout/LinedList"/>
    <dgm:cxn modelId="{57F9C9D9-D62C-4568-92D1-17D90788D910}" type="presParOf" srcId="{E231B94A-E911-40E2-AB86-2540590110A1}" destId="{0127D54E-FAB0-418F-AF37-09DEE1107B6E}" srcOrd="0" destOrd="0" presId="urn:microsoft.com/office/officeart/2008/layout/LinedList"/>
    <dgm:cxn modelId="{2EBCB291-D723-4F43-9DA7-B44C39EB9ACE}" type="presParOf" srcId="{E231B94A-E911-40E2-AB86-2540590110A1}" destId="{720A8497-DDFA-4CB3-922C-A66A3FD9579A}" srcOrd="1" destOrd="0" presId="urn:microsoft.com/office/officeart/2008/layout/LinedList"/>
    <dgm:cxn modelId="{DDA2F928-1BCD-4E3E-8E0C-364627C998CB}" type="presParOf" srcId="{E231B94A-E911-40E2-AB86-2540590110A1}" destId="{13F569F5-3A8B-4732-9ECE-3BCE145DBC89}" srcOrd="2" destOrd="0" presId="urn:microsoft.com/office/officeart/2008/layout/LinedList"/>
    <dgm:cxn modelId="{23924D1C-C584-47A8-9796-2168778299D5}" type="presParOf" srcId="{0378A47E-2D2D-46DB-BB2D-D0BD5C0089BA}" destId="{5E23D707-F94E-4B39-A8C7-B8B33D421853}" srcOrd="26" destOrd="0" presId="urn:microsoft.com/office/officeart/2008/layout/LinedList"/>
    <dgm:cxn modelId="{F1D99224-1AF0-4E2E-935F-CDC41C69D03A}" type="presParOf" srcId="{0378A47E-2D2D-46DB-BB2D-D0BD5C0089BA}" destId="{3B6F267C-D436-4047-8CD1-66DE705BF695}" srcOrd="27" destOrd="0" presId="urn:microsoft.com/office/officeart/2008/layout/Lined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86.xml><?xml version="1.0" encoding="utf-8"?>
<dgm:dataModel xmlns:dgm="http://schemas.openxmlformats.org/drawingml/2006/diagram" xmlns:a="http://schemas.openxmlformats.org/drawingml/2006/main">
  <dgm:ptLst>
    <dgm:pt modelId="{030D3299-B1B7-4D96-A1A3-7771846B517D}" type="doc">
      <dgm:prSet loTypeId="urn:microsoft.com/office/officeart/2008/layout/RadialCluster" loCatId="cycle" qsTypeId="urn:microsoft.com/office/officeart/2005/8/quickstyle/simple3" qsCatId="simple" csTypeId="urn:microsoft.com/office/officeart/2005/8/colors/colorful1" csCatId="colorful" phldr="1"/>
      <dgm:spPr/>
      <dgm:t>
        <a:bodyPr/>
        <a:lstStyle/>
        <a:p>
          <a:endParaRPr lang="en-IN"/>
        </a:p>
      </dgm:t>
    </dgm:pt>
    <dgm:pt modelId="{37AF5D1F-C585-4445-A670-C4CAE5F87E68}">
      <dgm:prSet phldrT="[Text]" custT="1"/>
      <dgm:spPr/>
      <dgm:t>
        <a:bodyPr/>
        <a:lstStyle/>
        <a:p>
          <a:r>
            <a:rPr lang="en-US" sz="1800" b="1" dirty="0"/>
            <a:t>4 Pillars of OOPS</a:t>
          </a:r>
          <a:endParaRPr lang="en-IN" sz="1800" b="1" dirty="0"/>
        </a:p>
      </dgm:t>
    </dgm:pt>
    <dgm:pt modelId="{B7D43DBA-204D-4762-8596-82D88D196453}" type="parTrans" cxnId="{ADE0202C-1B4E-4687-A9FA-8A1C2BC6FE4E}">
      <dgm:prSet/>
      <dgm:spPr/>
      <dgm:t>
        <a:bodyPr/>
        <a:lstStyle/>
        <a:p>
          <a:endParaRPr lang="en-IN" sz="1800"/>
        </a:p>
      </dgm:t>
    </dgm:pt>
    <dgm:pt modelId="{EA6A0784-9F73-48F3-AC0D-07D28C06A38B}" type="sibTrans" cxnId="{ADE0202C-1B4E-4687-A9FA-8A1C2BC6FE4E}">
      <dgm:prSet/>
      <dgm:spPr/>
      <dgm:t>
        <a:bodyPr/>
        <a:lstStyle/>
        <a:p>
          <a:endParaRPr lang="en-IN" sz="1800"/>
        </a:p>
      </dgm:t>
    </dgm:pt>
    <dgm:pt modelId="{DB97369C-F92F-46FC-BCCE-87CDDF9E8259}">
      <dgm:prSet phldrT="[Text]" custT="1"/>
      <dgm:spPr/>
      <dgm:t>
        <a:bodyPr/>
        <a:lstStyle/>
        <a:p>
          <a:r>
            <a:rPr lang="en-US" sz="1800" dirty="0"/>
            <a:t>Inheritance</a:t>
          </a:r>
          <a:endParaRPr lang="en-IN" sz="1800" dirty="0"/>
        </a:p>
      </dgm:t>
    </dgm:pt>
    <dgm:pt modelId="{E2939885-B72E-4552-A176-4ABDF96464C2}" type="parTrans" cxnId="{2AFCAD5E-E7EC-44BF-B2FA-B4F8D75279F8}">
      <dgm:prSet custT="1"/>
      <dgm:spPr/>
      <dgm:t>
        <a:bodyPr/>
        <a:lstStyle/>
        <a:p>
          <a:endParaRPr lang="en-IN" sz="1800"/>
        </a:p>
      </dgm:t>
    </dgm:pt>
    <dgm:pt modelId="{A9E688FA-5A36-48B1-8EAA-26264C8E57C4}" type="sibTrans" cxnId="{2AFCAD5E-E7EC-44BF-B2FA-B4F8D75279F8}">
      <dgm:prSet/>
      <dgm:spPr/>
      <dgm:t>
        <a:bodyPr/>
        <a:lstStyle/>
        <a:p>
          <a:endParaRPr lang="en-IN" sz="1800"/>
        </a:p>
      </dgm:t>
    </dgm:pt>
    <dgm:pt modelId="{369DB94C-8DAC-4290-AE66-BA418B6214D3}">
      <dgm:prSet phldrT="[Text]" custT="1"/>
      <dgm:spPr/>
      <dgm:t>
        <a:bodyPr/>
        <a:lstStyle/>
        <a:p>
          <a:r>
            <a:rPr lang="en-US" sz="1800" dirty="0"/>
            <a:t>Polymorphism</a:t>
          </a:r>
          <a:endParaRPr lang="en-IN" sz="1800" dirty="0"/>
        </a:p>
      </dgm:t>
    </dgm:pt>
    <dgm:pt modelId="{52721FA2-8F44-47C5-BE2E-A541DC15CB50}" type="parTrans" cxnId="{416BE1AE-E9EF-418C-BB47-33B81AA1480B}">
      <dgm:prSet custT="1"/>
      <dgm:spPr/>
      <dgm:t>
        <a:bodyPr/>
        <a:lstStyle/>
        <a:p>
          <a:endParaRPr lang="en-IN" sz="1800"/>
        </a:p>
      </dgm:t>
    </dgm:pt>
    <dgm:pt modelId="{24DEEAF8-4897-44BA-AFF0-B79E4FFC133F}" type="sibTrans" cxnId="{416BE1AE-E9EF-418C-BB47-33B81AA1480B}">
      <dgm:prSet/>
      <dgm:spPr/>
      <dgm:t>
        <a:bodyPr/>
        <a:lstStyle/>
        <a:p>
          <a:endParaRPr lang="en-IN" sz="1800"/>
        </a:p>
      </dgm:t>
    </dgm:pt>
    <dgm:pt modelId="{D9E6DF4E-1B19-4BB9-A0C0-74A45D174122}">
      <dgm:prSet phldrT="[Text]" custT="1"/>
      <dgm:spPr/>
      <dgm:t>
        <a:bodyPr/>
        <a:lstStyle/>
        <a:p>
          <a:r>
            <a:rPr lang="en-US" sz="1800" dirty="0"/>
            <a:t>Abstraction</a:t>
          </a:r>
          <a:endParaRPr lang="en-IN" sz="1800" dirty="0"/>
        </a:p>
      </dgm:t>
    </dgm:pt>
    <dgm:pt modelId="{9862BF72-4CAC-4687-9E26-F496D79D4874}" type="parTrans" cxnId="{4337188A-CD1B-4D55-8A1E-F7EECFCA908D}">
      <dgm:prSet custT="1"/>
      <dgm:spPr/>
      <dgm:t>
        <a:bodyPr/>
        <a:lstStyle/>
        <a:p>
          <a:endParaRPr lang="en-IN" sz="1800"/>
        </a:p>
      </dgm:t>
    </dgm:pt>
    <dgm:pt modelId="{13391039-B283-45F1-A124-34A6FC1FA67C}" type="sibTrans" cxnId="{4337188A-CD1B-4D55-8A1E-F7EECFCA908D}">
      <dgm:prSet/>
      <dgm:spPr/>
      <dgm:t>
        <a:bodyPr/>
        <a:lstStyle/>
        <a:p>
          <a:endParaRPr lang="en-IN" sz="1800"/>
        </a:p>
      </dgm:t>
    </dgm:pt>
    <dgm:pt modelId="{31F1BB8B-766E-40CF-BC0E-B4C765819BE2}">
      <dgm:prSet phldrT="[Text]" custT="1"/>
      <dgm:spPr/>
      <dgm:t>
        <a:bodyPr/>
        <a:lstStyle/>
        <a:p>
          <a:r>
            <a:rPr lang="en-US" sz="1800" dirty="0"/>
            <a:t>Encapsulation</a:t>
          </a:r>
          <a:endParaRPr lang="en-IN" sz="1800" dirty="0"/>
        </a:p>
      </dgm:t>
    </dgm:pt>
    <dgm:pt modelId="{F043DE43-92BF-4421-97B1-E31C0C83EA12}" type="parTrans" cxnId="{1E2F8AAC-C0BA-495D-AC62-26A0BDD15A97}">
      <dgm:prSet custT="1"/>
      <dgm:spPr/>
      <dgm:t>
        <a:bodyPr/>
        <a:lstStyle/>
        <a:p>
          <a:endParaRPr lang="en-IN" sz="1800"/>
        </a:p>
      </dgm:t>
    </dgm:pt>
    <dgm:pt modelId="{251184B3-766B-47B4-AE7C-D7493180F6A2}" type="sibTrans" cxnId="{1E2F8AAC-C0BA-495D-AC62-26A0BDD15A97}">
      <dgm:prSet/>
      <dgm:spPr/>
      <dgm:t>
        <a:bodyPr/>
        <a:lstStyle/>
        <a:p>
          <a:endParaRPr lang="en-IN" sz="1800"/>
        </a:p>
      </dgm:t>
    </dgm:pt>
    <dgm:pt modelId="{3A5D1E87-5DE6-4600-A8F5-2F15B9FB5913}" type="pres">
      <dgm:prSet presAssocID="{030D3299-B1B7-4D96-A1A3-7771846B517D}" presName="Name0" presStyleCnt="0">
        <dgm:presLayoutVars>
          <dgm:chMax val="1"/>
          <dgm:chPref val="1"/>
          <dgm:dir/>
          <dgm:animOne val="branch"/>
          <dgm:animLvl val="lvl"/>
        </dgm:presLayoutVars>
      </dgm:prSet>
      <dgm:spPr/>
    </dgm:pt>
    <dgm:pt modelId="{2A0FE199-9E56-4901-92F2-4965A8F85680}" type="pres">
      <dgm:prSet presAssocID="{37AF5D1F-C585-4445-A670-C4CAE5F87E68}" presName="singleCycle" presStyleCnt="0"/>
      <dgm:spPr/>
    </dgm:pt>
    <dgm:pt modelId="{C4D915C3-BBDA-426F-83F7-6E3EEA569F5E}" type="pres">
      <dgm:prSet presAssocID="{37AF5D1F-C585-4445-A670-C4CAE5F87E68}" presName="singleCenter" presStyleLbl="node1" presStyleIdx="0" presStyleCnt="5" custScaleX="94898" custScaleY="68854">
        <dgm:presLayoutVars>
          <dgm:chMax val="7"/>
          <dgm:chPref val="7"/>
        </dgm:presLayoutVars>
      </dgm:prSet>
      <dgm:spPr/>
    </dgm:pt>
    <dgm:pt modelId="{3AC3709E-2613-4188-8214-ACD03AB3222C}" type="pres">
      <dgm:prSet presAssocID="{E2939885-B72E-4552-A176-4ABDF96464C2}" presName="Name56" presStyleLbl="parChTrans1D2" presStyleIdx="0" presStyleCnt="4"/>
      <dgm:spPr/>
    </dgm:pt>
    <dgm:pt modelId="{2C64E118-DD1C-48EA-B707-A973F9FF5FFE}" type="pres">
      <dgm:prSet presAssocID="{DB97369C-F92F-46FC-BCCE-87CDDF9E8259}" presName="text0" presStyleLbl="node1" presStyleIdx="1" presStyleCnt="5" custScaleX="156837" custScaleY="70243" custRadScaleRad="98260" custRadScaleInc="1959">
        <dgm:presLayoutVars>
          <dgm:bulletEnabled val="1"/>
        </dgm:presLayoutVars>
      </dgm:prSet>
      <dgm:spPr/>
    </dgm:pt>
    <dgm:pt modelId="{1A440402-72EB-4F7B-9BA2-BF545CB7DC43}" type="pres">
      <dgm:prSet presAssocID="{52721FA2-8F44-47C5-BE2E-A541DC15CB50}" presName="Name56" presStyleLbl="parChTrans1D2" presStyleIdx="1" presStyleCnt="4"/>
      <dgm:spPr/>
    </dgm:pt>
    <dgm:pt modelId="{38148313-0A0B-4706-BD88-C3C276DF88FC}" type="pres">
      <dgm:prSet presAssocID="{369DB94C-8DAC-4290-AE66-BA418B6214D3}" presName="text0" presStyleLbl="node1" presStyleIdx="2" presStyleCnt="5" custScaleX="156837" custScaleY="70243">
        <dgm:presLayoutVars>
          <dgm:bulletEnabled val="1"/>
        </dgm:presLayoutVars>
      </dgm:prSet>
      <dgm:spPr/>
    </dgm:pt>
    <dgm:pt modelId="{33C9950A-8AEE-4A12-9EF1-B5DE42567EC0}" type="pres">
      <dgm:prSet presAssocID="{9862BF72-4CAC-4687-9E26-F496D79D4874}" presName="Name56" presStyleLbl="parChTrans1D2" presStyleIdx="2" presStyleCnt="4"/>
      <dgm:spPr/>
    </dgm:pt>
    <dgm:pt modelId="{84E3C0D9-251A-4DBB-8CCD-BFEB27CCB910}" type="pres">
      <dgm:prSet presAssocID="{D9E6DF4E-1B19-4BB9-A0C0-74A45D174122}" presName="text0" presStyleLbl="node1" presStyleIdx="3" presStyleCnt="5" custScaleX="156837" custScaleY="70243" custRadScaleRad="101750" custRadScaleInc="1892">
        <dgm:presLayoutVars>
          <dgm:bulletEnabled val="1"/>
        </dgm:presLayoutVars>
      </dgm:prSet>
      <dgm:spPr/>
    </dgm:pt>
    <dgm:pt modelId="{E5841D32-B1A8-4DDB-AA0A-831F1C6F2B1E}" type="pres">
      <dgm:prSet presAssocID="{F043DE43-92BF-4421-97B1-E31C0C83EA12}" presName="Name56" presStyleLbl="parChTrans1D2" presStyleIdx="3" presStyleCnt="4"/>
      <dgm:spPr/>
    </dgm:pt>
    <dgm:pt modelId="{C6883C7A-1F94-467F-BAED-8FB643DE7986}" type="pres">
      <dgm:prSet presAssocID="{31F1BB8B-766E-40CF-BC0E-B4C765819BE2}" presName="text0" presStyleLbl="node1" presStyleIdx="4" presStyleCnt="5" custScaleX="156837" custScaleY="70243" custRadScaleRad="101750" custRadScaleInc="-1892">
        <dgm:presLayoutVars>
          <dgm:bulletEnabled val="1"/>
        </dgm:presLayoutVars>
      </dgm:prSet>
      <dgm:spPr/>
    </dgm:pt>
  </dgm:ptLst>
  <dgm:cxnLst>
    <dgm:cxn modelId="{BFEE2D11-0A0D-4BC9-8194-A7B24CB9E8CB}" type="presOf" srcId="{52721FA2-8F44-47C5-BE2E-A541DC15CB50}" destId="{1A440402-72EB-4F7B-9BA2-BF545CB7DC43}" srcOrd="0" destOrd="0" presId="urn:microsoft.com/office/officeart/2008/layout/RadialCluster"/>
    <dgm:cxn modelId="{B48FCE13-D2B9-4DC3-92D2-51047E3274DC}" type="presOf" srcId="{030D3299-B1B7-4D96-A1A3-7771846B517D}" destId="{3A5D1E87-5DE6-4600-A8F5-2F15B9FB5913}" srcOrd="0" destOrd="0" presId="urn:microsoft.com/office/officeart/2008/layout/RadialCluster"/>
    <dgm:cxn modelId="{0DDA7320-32A6-4A37-A98B-420A93396A6E}" type="presOf" srcId="{E2939885-B72E-4552-A176-4ABDF96464C2}" destId="{3AC3709E-2613-4188-8214-ACD03AB3222C}" srcOrd="0" destOrd="0" presId="urn:microsoft.com/office/officeart/2008/layout/RadialCluster"/>
    <dgm:cxn modelId="{ADE0202C-1B4E-4687-A9FA-8A1C2BC6FE4E}" srcId="{030D3299-B1B7-4D96-A1A3-7771846B517D}" destId="{37AF5D1F-C585-4445-A670-C4CAE5F87E68}" srcOrd="0" destOrd="0" parTransId="{B7D43DBA-204D-4762-8596-82D88D196453}" sibTransId="{EA6A0784-9F73-48F3-AC0D-07D28C06A38B}"/>
    <dgm:cxn modelId="{0BE2675E-EA66-4860-9A06-4ABD7349D695}" type="presOf" srcId="{DB97369C-F92F-46FC-BCCE-87CDDF9E8259}" destId="{2C64E118-DD1C-48EA-B707-A973F9FF5FFE}" srcOrd="0" destOrd="0" presId="urn:microsoft.com/office/officeart/2008/layout/RadialCluster"/>
    <dgm:cxn modelId="{2AFCAD5E-E7EC-44BF-B2FA-B4F8D75279F8}" srcId="{37AF5D1F-C585-4445-A670-C4CAE5F87E68}" destId="{DB97369C-F92F-46FC-BCCE-87CDDF9E8259}" srcOrd="0" destOrd="0" parTransId="{E2939885-B72E-4552-A176-4ABDF96464C2}" sibTransId="{A9E688FA-5A36-48B1-8EAA-26264C8E57C4}"/>
    <dgm:cxn modelId="{4337188A-CD1B-4D55-8A1E-F7EECFCA908D}" srcId="{37AF5D1F-C585-4445-A670-C4CAE5F87E68}" destId="{D9E6DF4E-1B19-4BB9-A0C0-74A45D174122}" srcOrd="2" destOrd="0" parTransId="{9862BF72-4CAC-4687-9E26-F496D79D4874}" sibTransId="{13391039-B283-45F1-A124-34A6FC1FA67C}"/>
    <dgm:cxn modelId="{3BF81EA1-AD03-4490-925C-9AAEFBB00528}" type="presOf" srcId="{31F1BB8B-766E-40CF-BC0E-B4C765819BE2}" destId="{C6883C7A-1F94-467F-BAED-8FB643DE7986}" srcOrd="0" destOrd="0" presId="urn:microsoft.com/office/officeart/2008/layout/RadialCluster"/>
    <dgm:cxn modelId="{1E2F8AAC-C0BA-495D-AC62-26A0BDD15A97}" srcId="{37AF5D1F-C585-4445-A670-C4CAE5F87E68}" destId="{31F1BB8B-766E-40CF-BC0E-B4C765819BE2}" srcOrd="3" destOrd="0" parTransId="{F043DE43-92BF-4421-97B1-E31C0C83EA12}" sibTransId="{251184B3-766B-47B4-AE7C-D7493180F6A2}"/>
    <dgm:cxn modelId="{E3A84AAE-FB0A-4318-9FE2-F750F4FC02A4}" type="presOf" srcId="{9862BF72-4CAC-4687-9E26-F496D79D4874}" destId="{33C9950A-8AEE-4A12-9EF1-B5DE42567EC0}" srcOrd="0" destOrd="0" presId="urn:microsoft.com/office/officeart/2008/layout/RadialCluster"/>
    <dgm:cxn modelId="{416BE1AE-E9EF-418C-BB47-33B81AA1480B}" srcId="{37AF5D1F-C585-4445-A670-C4CAE5F87E68}" destId="{369DB94C-8DAC-4290-AE66-BA418B6214D3}" srcOrd="1" destOrd="0" parTransId="{52721FA2-8F44-47C5-BE2E-A541DC15CB50}" sibTransId="{24DEEAF8-4897-44BA-AFF0-B79E4FFC133F}"/>
    <dgm:cxn modelId="{77BB2AC3-2EAC-4B76-AA3A-7BED0A8BCB80}" type="presOf" srcId="{369DB94C-8DAC-4290-AE66-BA418B6214D3}" destId="{38148313-0A0B-4706-BD88-C3C276DF88FC}" srcOrd="0" destOrd="0" presId="urn:microsoft.com/office/officeart/2008/layout/RadialCluster"/>
    <dgm:cxn modelId="{E1323BDF-DAC8-4359-91EA-99A4F5501BE5}" type="presOf" srcId="{37AF5D1F-C585-4445-A670-C4CAE5F87E68}" destId="{C4D915C3-BBDA-426F-83F7-6E3EEA569F5E}" srcOrd="0" destOrd="0" presId="urn:microsoft.com/office/officeart/2008/layout/RadialCluster"/>
    <dgm:cxn modelId="{BF0E78E3-E1F9-4E18-A645-B96DDAFE0E46}" type="presOf" srcId="{F043DE43-92BF-4421-97B1-E31C0C83EA12}" destId="{E5841D32-B1A8-4DDB-AA0A-831F1C6F2B1E}" srcOrd="0" destOrd="0" presId="urn:microsoft.com/office/officeart/2008/layout/RadialCluster"/>
    <dgm:cxn modelId="{528133F9-99FF-46C3-A3E7-292FDFFC0F66}" type="presOf" srcId="{D9E6DF4E-1B19-4BB9-A0C0-74A45D174122}" destId="{84E3C0D9-251A-4DBB-8CCD-BFEB27CCB910}" srcOrd="0" destOrd="0" presId="urn:microsoft.com/office/officeart/2008/layout/RadialCluster"/>
    <dgm:cxn modelId="{E9054DA3-1A82-4AB5-A41C-00614BD2FCD4}" type="presParOf" srcId="{3A5D1E87-5DE6-4600-A8F5-2F15B9FB5913}" destId="{2A0FE199-9E56-4901-92F2-4965A8F85680}" srcOrd="0" destOrd="0" presId="urn:microsoft.com/office/officeart/2008/layout/RadialCluster"/>
    <dgm:cxn modelId="{6D0230EB-F6CA-4DB2-96AF-760133410393}" type="presParOf" srcId="{2A0FE199-9E56-4901-92F2-4965A8F85680}" destId="{C4D915C3-BBDA-426F-83F7-6E3EEA569F5E}" srcOrd="0" destOrd="0" presId="urn:microsoft.com/office/officeart/2008/layout/RadialCluster"/>
    <dgm:cxn modelId="{44015F9F-62A7-4940-9DE4-54360483F6B7}" type="presParOf" srcId="{2A0FE199-9E56-4901-92F2-4965A8F85680}" destId="{3AC3709E-2613-4188-8214-ACD03AB3222C}" srcOrd="1" destOrd="0" presId="urn:microsoft.com/office/officeart/2008/layout/RadialCluster"/>
    <dgm:cxn modelId="{259BBF1B-D780-4E0C-9AC0-96F42E9ABDB3}" type="presParOf" srcId="{2A0FE199-9E56-4901-92F2-4965A8F85680}" destId="{2C64E118-DD1C-48EA-B707-A973F9FF5FFE}" srcOrd="2" destOrd="0" presId="urn:microsoft.com/office/officeart/2008/layout/RadialCluster"/>
    <dgm:cxn modelId="{50573DA7-C5CC-41AA-B1E9-5C1DA1A45C6B}" type="presParOf" srcId="{2A0FE199-9E56-4901-92F2-4965A8F85680}" destId="{1A440402-72EB-4F7B-9BA2-BF545CB7DC43}" srcOrd="3" destOrd="0" presId="urn:microsoft.com/office/officeart/2008/layout/RadialCluster"/>
    <dgm:cxn modelId="{94FD4F70-BA3A-4F05-A35C-9D2EA2FBDDBD}" type="presParOf" srcId="{2A0FE199-9E56-4901-92F2-4965A8F85680}" destId="{38148313-0A0B-4706-BD88-C3C276DF88FC}" srcOrd="4" destOrd="0" presId="urn:microsoft.com/office/officeart/2008/layout/RadialCluster"/>
    <dgm:cxn modelId="{2707B7CB-ACE5-4F8B-8788-D3BE76F23AEE}" type="presParOf" srcId="{2A0FE199-9E56-4901-92F2-4965A8F85680}" destId="{33C9950A-8AEE-4A12-9EF1-B5DE42567EC0}" srcOrd="5" destOrd="0" presId="urn:microsoft.com/office/officeart/2008/layout/RadialCluster"/>
    <dgm:cxn modelId="{25825B9A-B2EA-41B9-8017-0D591CE9846A}" type="presParOf" srcId="{2A0FE199-9E56-4901-92F2-4965A8F85680}" destId="{84E3C0D9-251A-4DBB-8CCD-BFEB27CCB910}" srcOrd="6" destOrd="0" presId="urn:microsoft.com/office/officeart/2008/layout/RadialCluster"/>
    <dgm:cxn modelId="{156DD956-99DF-420D-8756-AD1D0591CD3E}" type="presParOf" srcId="{2A0FE199-9E56-4901-92F2-4965A8F85680}" destId="{E5841D32-B1A8-4DDB-AA0A-831F1C6F2B1E}" srcOrd="7" destOrd="0" presId="urn:microsoft.com/office/officeart/2008/layout/RadialCluster"/>
    <dgm:cxn modelId="{38F2F4ED-2155-41DB-ACC8-921EB149C459}" type="presParOf" srcId="{2A0FE199-9E56-4901-92F2-4965A8F85680}" destId="{C6883C7A-1F94-467F-BAED-8FB643DE7986}" srcOrd="8" destOrd="0" presId="urn:microsoft.com/office/officeart/2008/layout/RadialCluster"/>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87.xml><?xml version="1.0" encoding="utf-8"?>
<dgm:dataModel xmlns:dgm="http://schemas.openxmlformats.org/drawingml/2006/diagram" xmlns:a="http://schemas.openxmlformats.org/drawingml/2006/main">
  <dgm:ptLst>
    <dgm:pt modelId="{734E099B-D7AE-4FE9-B7EF-49A55D2F61BA}" type="doc">
      <dgm:prSet loTypeId="urn:microsoft.com/office/officeart/2005/8/layout/process2" loCatId="process" qsTypeId="urn:microsoft.com/office/officeart/2005/8/quickstyle/simple3" qsCatId="simple" csTypeId="urn:microsoft.com/office/officeart/2005/8/colors/colorful1" csCatId="colorful" phldr="1"/>
      <dgm:spPr/>
    </dgm:pt>
    <dgm:pt modelId="{FD4E8D77-25B8-4644-9F6D-18FAE9BD7E13}">
      <dgm:prSet phldrT="[Text]" custT="1"/>
      <dgm:spPr/>
      <dgm:t>
        <a:bodyPr/>
        <a:lstStyle/>
        <a:p>
          <a:pPr algn="l">
            <a:buClr>
              <a:schemeClr val="accent4"/>
            </a:buClr>
          </a:pPr>
          <a:r>
            <a:rPr lang="en-US" sz="1600" dirty="0"/>
            <a:t>1. Spring IoC Container(context) Started (Bean Definition)</a:t>
          </a:r>
          <a:endParaRPr lang="en-IN" sz="1600" dirty="0"/>
        </a:p>
      </dgm:t>
    </dgm:pt>
    <dgm:pt modelId="{2F7F481C-B25B-4528-A643-352AF4605789}" type="parTrans" cxnId="{8B30AF1B-79E1-4C41-BFDF-1DF98689C84F}">
      <dgm:prSet/>
      <dgm:spPr/>
      <dgm:t>
        <a:bodyPr/>
        <a:lstStyle/>
        <a:p>
          <a:pPr algn="l"/>
          <a:endParaRPr lang="en-IN" sz="1600"/>
        </a:p>
      </dgm:t>
    </dgm:pt>
    <dgm:pt modelId="{D3A1A41E-F425-45A7-AA97-170FC2A26F3B}" type="sibTrans" cxnId="{8B30AF1B-79E1-4C41-BFDF-1DF98689C84F}">
      <dgm:prSet custT="1"/>
      <dgm:spPr/>
      <dgm:t>
        <a:bodyPr/>
        <a:lstStyle/>
        <a:p>
          <a:pPr algn="l"/>
          <a:endParaRPr lang="en-IN" sz="1600"/>
        </a:p>
      </dgm:t>
    </dgm:pt>
    <dgm:pt modelId="{ACB5C4BF-EF2E-4B0A-B66E-7D1D7DF9F8C5}">
      <dgm:prSet phldrT="[Text]" custT="1"/>
      <dgm:spPr/>
      <dgm:t>
        <a:bodyPr/>
        <a:lstStyle/>
        <a:p>
          <a:pPr algn="l">
            <a:buClr>
              <a:schemeClr val="accent4"/>
            </a:buClr>
          </a:pPr>
          <a:r>
            <a:rPr lang="en-US" sz="1600" dirty="0"/>
            <a:t>2. Bean instantiated</a:t>
          </a:r>
          <a:endParaRPr lang="en-IN" sz="1600" dirty="0"/>
        </a:p>
      </dgm:t>
    </dgm:pt>
    <dgm:pt modelId="{40BBA618-3B44-4773-B2AB-09DE3C6B3162}" type="parTrans" cxnId="{0BA8D24B-957A-4053-A101-B7C28F7BAF35}">
      <dgm:prSet/>
      <dgm:spPr/>
      <dgm:t>
        <a:bodyPr/>
        <a:lstStyle/>
        <a:p>
          <a:pPr algn="l"/>
          <a:endParaRPr lang="en-IN" sz="1600"/>
        </a:p>
      </dgm:t>
    </dgm:pt>
    <dgm:pt modelId="{E214D214-80CC-431C-BA48-78212FE11585}" type="sibTrans" cxnId="{0BA8D24B-957A-4053-A101-B7C28F7BAF35}">
      <dgm:prSet custT="1"/>
      <dgm:spPr/>
      <dgm:t>
        <a:bodyPr/>
        <a:lstStyle/>
        <a:p>
          <a:pPr algn="l"/>
          <a:endParaRPr lang="en-IN" sz="1600"/>
        </a:p>
      </dgm:t>
    </dgm:pt>
    <dgm:pt modelId="{2EF11398-FC88-4BD7-A61E-78B717F717F8}">
      <dgm:prSet phldrT="[Text]" custT="1"/>
      <dgm:spPr/>
      <dgm:t>
        <a:bodyPr/>
        <a:lstStyle/>
        <a:p>
          <a:pPr algn="l"/>
          <a:r>
            <a:rPr lang="en-US" sz="1600" dirty="0"/>
            <a:t>3. Dependency injected</a:t>
          </a:r>
          <a:endParaRPr lang="en-IN" sz="1600" dirty="0"/>
        </a:p>
      </dgm:t>
    </dgm:pt>
    <dgm:pt modelId="{B1170F32-0AB5-42D2-B644-71D2208B7C9D}" type="parTrans" cxnId="{559EC06B-9731-408E-8854-D41AB5EB1E29}">
      <dgm:prSet/>
      <dgm:spPr/>
      <dgm:t>
        <a:bodyPr/>
        <a:lstStyle/>
        <a:p>
          <a:pPr algn="l"/>
          <a:endParaRPr lang="en-IN" sz="1600"/>
        </a:p>
      </dgm:t>
    </dgm:pt>
    <dgm:pt modelId="{4697CDCD-F3FB-43B2-8D1B-1BC33C2B6E0E}" type="sibTrans" cxnId="{559EC06B-9731-408E-8854-D41AB5EB1E29}">
      <dgm:prSet custT="1"/>
      <dgm:spPr/>
      <dgm:t>
        <a:bodyPr/>
        <a:lstStyle/>
        <a:p>
          <a:pPr algn="l"/>
          <a:endParaRPr lang="en-IN" sz="1600"/>
        </a:p>
      </dgm:t>
    </dgm:pt>
    <dgm:pt modelId="{F6CDAA73-9E0F-4E7E-9AC6-6926F28E7CF2}">
      <dgm:prSet phldrT="[Text]" custT="1"/>
      <dgm:spPr/>
      <dgm:t>
        <a:bodyPr/>
        <a:lstStyle/>
        <a:p>
          <a:pPr algn="l">
            <a:buClr>
              <a:schemeClr val="accent4"/>
            </a:buClr>
          </a:pPr>
          <a:r>
            <a:rPr lang="en-US" sz="1600" dirty="0"/>
            <a:t>5. Bean used</a:t>
          </a:r>
          <a:endParaRPr lang="en-IN" sz="1600" dirty="0"/>
        </a:p>
      </dgm:t>
    </dgm:pt>
    <dgm:pt modelId="{232B9CD1-B4B1-419A-8C30-6B1EDA8F1CB4}" type="parTrans" cxnId="{4D9079D8-E6C1-4B06-8FD0-872A23FD5F03}">
      <dgm:prSet/>
      <dgm:spPr/>
      <dgm:t>
        <a:bodyPr/>
        <a:lstStyle/>
        <a:p>
          <a:pPr algn="l"/>
          <a:endParaRPr lang="en-IN" sz="1600"/>
        </a:p>
      </dgm:t>
    </dgm:pt>
    <dgm:pt modelId="{E46CC591-1805-4552-B8BD-B8BA609EA97E}" type="sibTrans" cxnId="{4D9079D8-E6C1-4B06-8FD0-872A23FD5F03}">
      <dgm:prSet custT="1"/>
      <dgm:spPr/>
      <dgm:t>
        <a:bodyPr/>
        <a:lstStyle/>
        <a:p>
          <a:pPr algn="l"/>
          <a:endParaRPr lang="en-IN" sz="1600"/>
        </a:p>
      </dgm:t>
    </dgm:pt>
    <dgm:pt modelId="{37715399-872B-49AE-A96A-D28A0FD8E0A2}">
      <dgm:prSet phldrT="[Text]" custT="1"/>
      <dgm:spPr/>
      <dgm:t>
        <a:bodyPr/>
        <a:lstStyle/>
        <a:p>
          <a:pPr algn="l">
            <a:spcAft>
              <a:spcPts val="0"/>
            </a:spcAft>
          </a:pPr>
          <a:r>
            <a:rPr lang="en-US" sz="1600" dirty="0"/>
            <a:t>6. Bean destroyed</a:t>
          </a:r>
        </a:p>
        <a:p>
          <a:pPr algn="l">
            <a:spcAft>
              <a:spcPts val="0"/>
            </a:spcAft>
          </a:pPr>
          <a:r>
            <a:rPr lang="en-US" sz="1600" dirty="0"/>
            <a:t>(custom Destroy() method)</a:t>
          </a:r>
          <a:endParaRPr lang="en-IN" sz="1600" dirty="0"/>
        </a:p>
      </dgm:t>
    </dgm:pt>
    <dgm:pt modelId="{F5175355-B0F4-45D9-B29E-9C041332DAA7}" type="parTrans" cxnId="{F32C2C96-117D-46DB-9F4B-96FC202AD8A8}">
      <dgm:prSet/>
      <dgm:spPr/>
      <dgm:t>
        <a:bodyPr/>
        <a:lstStyle/>
        <a:p>
          <a:pPr algn="l"/>
          <a:endParaRPr lang="en-IN" sz="1600"/>
        </a:p>
      </dgm:t>
    </dgm:pt>
    <dgm:pt modelId="{357DA0AB-CDFB-4296-ABE0-D8C72AE23E50}" type="sibTrans" cxnId="{F32C2C96-117D-46DB-9F4B-96FC202AD8A8}">
      <dgm:prSet/>
      <dgm:spPr/>
      <dgm:t>
        <a:bodyPr/>
        <a:lstStyle/>
        <a:p>
          <a:pPr algn="l"/>
          <a:endParaRPr lang="en-IN" sz="1600"/>
        </a:p>
      </dgm:t>
    </dgm:pt>
    <dgm:pt modelId="{78741192-D1BE-4C3D-AE93-0A86A15A35BE}">
      <dgm:prSet phldrT="[Text]" custT="1"/>
      <dgm:spPr/>
      <dgm:t>
        <a:bodyPr/>
        <a:lstStyle/>
        <a:p>
          <a:pPr algn="l">
            <a:spcAft>
              <a:spcPts val="0"/>
            </a:spcAft>
          </a:pPr>
          <a:r>
            <a:rPr lang="en-US" sz="1600" dirty="0"/>
            <a:t>4. Bean initialized  </a:t>
          </a:r>
        </a:p>
        <a:p>
          <a:pPr algn="l">
            <a:spcAft>
              <a:spcPts val="0"/>
            </a:spcAft>
          </a:pPr>
          <a:r>
            <a:rPr lang="en-US" sz="1600" dirty="0"/>
            <a:t>(custom Init() method)</a:t>
          </a:r>
          <a:endParaRPr lang="en-IN" sz="1600" dirty="0"/>
        </a:p>
      </dgm:t>
    </dgm:pt>
    <dgm:pt modelId="{0F70A641-6AC3-4877-BB3A-BFA2680D5AE0}" type="parTrans" cxnId="{D7D7D3FF-279D-4D0F-BCE9-D72144712C48}">
      <dgm:prSet/>
      <dgm:spPr/>
      <dgm:t>
        <a:bodyPr/>
        <a:lstStyle/>
        <a:p>
          <a:pPr algn="l"/>
          <a:endParaRPr lang="en-IN" sz="1600"/>
        </a:p>
      </dgm:t>
    </dgm:pt>
    <dgm:pt modelId="{AB622A07-FA51-444B-862D-8B9A00575C55}" type="sibTrans" cxnId="{D7D7D3FF-279D-4D0F-BCE9-D72144712C48}">
      <dgm:prSet custT="1"/>
      <dgm:spPr/>
      <dgm:t>
        <a:bodyPr/>
        <a:lstStyle/>
        <a:p>
          <a:pPr algn="l"/>
          <a:endParaRPr lang="en-IN" sz="1600"/>
        </a:p>
      </dgm:t>
    </dgm:pt>
    <dgm:pt modelId="{9E964CF2-D4E0-4E0E-A8B2-0433827F060E}" type="pres">
      <dgm:prSet presAssocID="{734E099B-D7AE-4FE9-B7EF-49A55D2F61BA}" presName="linearFlow" presStyleCnt="0">
        <dgm:presLayoutVars>
          <dgm:resizeHandles val="exact"/>
        </dgm:presLayoutVars>
      </dgm:prSet>
      <dgm:spPr/>
    </dgm:pt>
    <dgm:pt modelId="{70017FBF-00DE-483E-9966-7D8D3923B3D1}" type="pres">
      <dgm:prSet presAssocID="{FD4E8D77-25B8-4644-9F6D-18FAE9BD7E13}" presName="node" presStyleLbl="node1" presStyleIdx="0" presStyleCnt="6" custScaleX="140844">
        <dgm:presLayoutVars>
          <dgm:bulletEnabled val="1"/>
        </dgm:presLayoutVars>
      </dgm:prSet>
      <dgm:spPr/>
    </dgm:pt>
    <dgm:pt modelId="{8368CB3C-6D6E-4469-A0C1-8FF2999348A0}" type="pres">
      <dgm:prSet presAssocID="{D3A1A41E-F425-45A7-AA97-170FC2A26F3B}" presName="sibTrans" presStyleLbl="sibTrans2D1" presStyleIdx="0" presStyleCnt="5"/>
      <dgm:spPr/>
    </dgm:pt>
    <dgm:pt modelId="{503D1752-90ED-4E5B-910D-9880044427EF}" type="pres">
      <dgm:prSet presAssocID="{D3A1A41E-F425-45A7-AA97-170FC2A26F3B}" presName="connectorText" presStyleLbl="sibTrans2D1" presStyleIdx="0" presStyleCnt="5"/>
      <dgm:spPr/>
    </dgm:pt>
    <dgm:pt modelId="{F497F0C8-BB64-4402-AA12-6768B6A02B7B}" type="pres">
      <dgm:prSet presAssocID="{ACB5C4BF-EF2E-4B0A-B66E-7D1D7DF9F8C5}" presName="node" presStyleLbl="node1" presStyleIdx="1" presStyleCnt="6" custScaleX="140844">
        <dgm:presLayoutVars>
          <dgm:bulletEnabled val="1"/>
        </dgm:presLayoutVars>
      </dgm:prSet>
      <dgm:spPr/>
    </dgm:pt>
    <dgm:pt modelId="{1B73407E-87B4-4382-8C96-D87CF2E04265}" type="pres">
      <dgm:prSet presAssocID="{E214D214-80CC-431C-BA48-78212FE11585}" presName="sibTrans" presStyleLbl="sibTrans2D1" presStyleIdx="1" presStyleCnt="5"/>
      <dgm:spPr/>
    </dgm:pt>
    <dgm:pt modelId="{C52A7FD7-C14B-40C4-B266-F11E8B6625E0}" type="pres">
      <dgm:prSet presAssocID="{E214D214-80CC-431C-BA48-78212FE11585}" presName="connectorText" presStyleLbl="sibTrans2D1" presStyleIdx="1" presStyleCnt="5"/>
      <dgm:spPr/>
    </dgm:pt>
    <dgm:pt modelId="{6626A509-958C-4B73-A06A-7ECC2E0D9A08}" type="pres">
      <dgm:prSet presAssocID="{2EF11398-FC88-4BD7-A61E-78B717F717F8}" presName="node" presStyleLbl="node1" presStyleIdx="2" presStyleCnt="6" custScaleX="140844">
        <dgm:presLayoutVars>
          <dgm:bulletEnabled val="1"/>
        </dgm:presLayoutVars>
      </dgm:prSet>
      <dgm:spPr/>
    </dgm:pt>
    <dgm:pt modelId="{FE4C2835-0F52-4961-AD9E-F7306A782989}" type="pres">
      <dgm:prSet presAssocID="{4697CDCD-F3FB-43B2-8D1B-1BC33C2B6E0E}" presName="sibTrans" presStyleLbl="sibTrans2D1" presStyleIdx="2" presStyleCnt="5"/>
      <dgm:spPr/>
    </dgm:pt>
    <dgm:pt modelId="{881D1869-676B-41CB-8DD5-EAEC71FF62C4}" type="pres">
      <dgm:prSet presAssocID="{4697CDCD-F3FB-43B2-8D1B-1BC33C2B6E0E}" presName="connectorText" presStyleLbl="sibTrans2D1" presStyleIdx="2" presStyleCnt="5"/>
      <dgm:spPr/>
    </dgm:pt>
    <dgm:pt modelId="{9C3D5122-9CC0-48DC-AB37-45063FA56EB5}" type="pres">
      <dgm:prSet presAssocID="{78741192-D1BE-4C3D-AE93-0A86A15A35BE}" presName="node" presStyleLbl="node1" presStyleIdx="3" presStyleCnt="6" custScaleX="140844">
        <dgm:presLayoutVars>
          <dgm:bulletEnabled val="1"/>
        </dgm:presLayoutVars>
      </dgm:prSet>
      <dgm:spPr/>
    </dgm:pt>
    <dgm:pt modelId="{4ADC7080-05D0-4AE0-B531-1393C578DD1D}" type="pres">
      <dgm:prSet presAssocID="{AB622A07-FA51-444B-862D-8B9A00575C55}" presName="sibTrans" presStyleLbl="sibTrans2D1" presStyleIdx="3" presStyleCnt="5"/>
      <dgm:spPr/>
    </dgm:pt>
    <dgm:pt modelId="{1176BA9F-F6A2-4557-ADE1-C93F43C3E8D2}" type="pres">
      <dgm:prSet presAssocID="{AB622A07-FA51-444B-862D-8B9A00575C55}" presName="connectorText" presStyleLbl="sibTrans2D1" presStyleIdx="3" presStyleCnt="5"/>
      <dgm:spPr/>
    </dgm:pt>
    <dgm:pt modelId="{FCDD1BBA-BD54-46CB-971A-875670BC802C}" type="pres">
      <dgm:prSet presAssocID="{F6CDAA73-9E0F-4E7E-9AC6-6926F28E7CF2}" presName="node" presStyleLbl="node1" presStyleIdx="4" presStyleCnt="6" custScaleX="140844">
        <dgm:presLayoutVars>
          <dgm:bulletEnabled val="1"/>
        </dgm:presLayoutVars>
      </dgm:prSet>
      <dgm:spPr/>
    </dgm:pt>
    <dgm:pt modelId="{AC51C3D7-D467-4CBA-A6AB-1B006FAB1A98}" type="pres">
      <dgm:prSet presAssocID="{E46CC591-1805-4552-B8BD-B8BA609EA97E}" presName="sibTrans" presStyleLbl="sibTrans2D1" presStyleIdx="4" presStyleCnt="5"/>
      <dgm:spPr/>
    </dgm:pt>
    <dgm:pt modelId="{FC8146A3-2107-4901-A8CC-C4484EA4A1E4}" type="pres">
      <dgm:prSet presAssocID="{E46CC591-1805-4552-B8BD-B8BA609EA97E}" presName="connectorText" presStyleLbl="sibTrans2D1" presStyleIdx="4" presStyleCnt="5"/>
      <dgm:spPr/>
    </dgm:pt>
    <dgm:pt modelId="{8413F4FB-F816-419B-8AC4-C21D60B2FE28}" type="pres">
      <dgm:prSet presAssocID="{37715399-872B-49AE-A96A-D28A0FD8E0A2}" presName="node" presStyleLbl="node1" presStyleIdx="5" presStyleCnt="6" custScaleX="140844">
        <dgm:presLayoutVars>
          <dgm:bulletEnabled val="1"/>
        </dgm:presLayoutVars>
      </dgm:prSet>
      <dgm:spPr/>
    </dgm:pt>
  </dgm:ptLst>
  <dgm:cxnLst>
    <dgm:cxn modelId="{E4A2CD01-65F7-494D-8C05-655A13C9E5F6}" type="presOf" srcId="{ACB5C4BF-EF2E-4B0A-B66E-7D1D7DF9F8C5}" destId="{F497F0C8-BB64-4402-AA12-6768B6A02B7B}" srcOrd="0" destOrd="0" presId="urn:microsoft.com/office/officeart/2005/8/layout/process2"/>
    <dgm:cxn modelId="{23899805-6D0C-48DE-AFB3-B2B30194E092}" type="presOf" srcId="{4697CDCD-F3FB-43B2-8D1B-1BC33C2B6E0E}" destId="{FE4C2835-0F52-4961-AD9E-F7306A782989}" srcOrd="0" destOrd="0" presId="urn:microsoft.com/office/officeart/2005/8/layout/process2"/>
    <dgm:cxn modelId="{8B30AF1B-79E1-4C41-BFDF-1DF98689C84F}" srcId="{734E099B-D7AE-4FE9-B7EF-49A55D2F61BA}" destId="{FD4E8D77-25B8-4644-9F6D-18FAE9BD7E13}" srcOrd="0" destOrd="0" parTransId="{2F7F481C-B25B-4528-A643-352AF4605789}" sibTransId="{D3A1A41E-F425-45A7-AA97-170FC2A26F3B}"/>
    <dgm:cxn modelId="{FE05493C-4859-4E76-BFB9-0499E85CCA53}" type="presOf" srcId="{FD4E8D77-25B8-4644-9F6D-18FAE9BD7E13}" destId="{70017FBF-00DE-483E-9966-7D8D3923B3D1}" srcOrd="0" destOrd="0" presId="urn:microsoft.com/office/officeart/2005/8/layout/process2"/>
    <dgm:cxn modelId="{628AEB66-8243-42A2-9185-B81C03D166E6}" type="presOf" srcId="{37715399-872B-49AE-A96A-D28A0FD8E0A2}" destId="{8413F4FB-F816-419B-8AC4-C21D60B2FE28}" srcOrd="0" destOrd="0" presId="urn:microsoft.com/office/officeart/2005/8/layout/process2"/>
    <dgm:cxn modelId="{1384556A-8508-42A3-A630-9672A0C69955}" type="presOf" srcId="{AB622A07-FA51-444B-862D-8B9A00575C55}" destId="{4ADC7080-05D0-4AE0-B531-1393C578DD1D}" srcOrd="0" destOrd="0" presId="urn:microsoft.com/office/officeart/2005/8/layout/process2"/>
    <dgm:cxn modelId="{9C7C9C4A-9AC8-4AE7-9583-B748BA8A3C51}" type="presOf" srcId="{4697CDCD-F3FB-43B2-8D1B-1BC33C2B6E0E}" destId="{881D1869-676B-41CB-8DD5-EAEC71FF62C4}" srcOrd="1" destOrd="0" presId="urn:microsoft.com/office/officeart/2005/8/layout/process2"/>
    <dgm:cxn modelId="{559EC06B-9731-408E-8854-D41AB5EB1E29}" srcId="{734E099B-D7AE-4FE9-B7EF-49A55D2F61BA}" destId="{2EF11398-FC88-4BD7-A61E-78B717F717F8}" srcOrd="2" destOrd="0" parTransId="{B1170F32-0AB5-42D2-B644-71D2208B7C9D}" sibTransId="{4697CDCD-F3FB-43B2-8D1B-1BC33C2B6E0E}"/>
    <dgm:cxn modelId="{0BA8D24B-957A-4053-A101-B7C28F7BAF35}" srcId="{734E099B-D7AE-4FE9-B7EF-49A55D2F61BA}" destId="{ACB5C4BF-EF2E-4B0A-B66E-7D1D7DF9F8C5}" srcOrd="1" destOrd="0" parTransId="{40BBA618-3B44-4773-B2AB-09DE3C6B3162}" sibTransId="{E214D214-80CC-431C-BA48-78212FE11585}"/>
    <dgm:cxn modelId="{A81C474C-3D5A-4B08-9992-D0588610EB37}" type="presOf" srcId="{E214D214-80CC-431C-BA48-78212FE11585}" destId="{1B73407E-87B4-4382-8C96-D87CF2E04265}" srcOrd="0" destOrd="0" presId="urn:microsoft.com/office/officeart/2005/8/layout/process2"/>
    <dgm:cxn modelId="{217B506E-E0D2-4F19-A2D0-AE410ADE1CC7}" type="presOf" srcId="{D3A1A41E-F425-45A7-AA97-170FC2A26F3B}" destId="{8368CB3C-6D6E-4469-A0C1-8FF2999348A0}" srcOrd="0" destOrd="0" presId="urn:microsoft.com/office/officeart/2005/8/layout/process2"/>
    <dgm:cxn modelId="{6A2F457F-0E38-4E36-8EF8-08EB073C4B9D}" type="presOf" srcId="{2EF11398-FC88-4BD7-A61E-78B717F717F8}" destId="{6626A509-958C-4B73-A06A-7ECC2E0D9A08}" srcOrd="0" destOrd="0" presId="urn:microsoft.com/office/officeart/2005/8/layout/process2"/>
    <dgm:cxn modelId="{2FC63C89-A9AB-4B24-B969-45E3154F7DED}" type="presOf" srcId="{E214D214-80CC-431C-BA48-78212FE11585}" destId="{C52A7FD7-C14B-40C4-B266-F11E8B6625E0}" srcOrd="1" destOrd="0" presId="urn:microsoft.com/office/officeart/2005/8/layout/process2"/>
    <dgm:cxn modelId="{F32C2C96-117D-46DB-9F4B-96FC202AD8A8}" srcId="{734E099B-D7AE-4FE9-B7EF-49A55D2F61BA}" destId="{37715399-872B-49AE-A96A-D28A0FD8E0A2}" srcOrd="5" destOrd="0" parTransId="{F5175355-B0F4-45D9-B29E-9C041332DAA7}" sibTransId="{357DA0AB-CDFB-4296-ABE0-D8C72AE23E50}"/>
    <dgm:cxn modelId="{AE95B196-582F-4E3D-94E2-1005C51F14F7}" type="presOf" srcId="{E46CC591-1805-4552-B8BD-B8BA609EA97E}" destId="{AC51C3D7-D467-4CBA-A6AB-1B006FAB1A98}" srcOrd="0" destOrd="0" presId="urn:microsoft.com/office/officeart/2005/8/layout/process2"/>
    <dgm:cxn modelId="{686A8B9A-A677-482C-933F-2D92076C3BD7}" type="presOf" srcId="{E46CC591-1805-4552-B8BD-B8BA609EA97E}" destId="{FC8146A3-2107-4901-A8CC-C4484EA4A1E4}" srcOrd="1" destOrd="0" presId="urn:microsoft.com/office/officeart/2005/8/layout/process2"/>
    <dgm:cxn modelId="{2D6F1E9C-14E9-46B3-A4F8-BAE25F63804C}" type="presOf" srcId="{F6CDAA73-9E0F-4E7E-9AC6-6926F28E7CF2}" destId="{FCDD1BBA-BD54-46CB-971A-875670BC802C}" srcOrd="0" destOrd="0" presId="urn:microsoft.com/office/officeart/2005/8/layout/process2"/>
    <dgm:cxn modelId="{9B8B79C0-5078-4EE7-A8F7-F3712C5CDB15}" type="presOf" srcId="{78741192-D1BE-4C3D-AE93-0A86A15A35BE}" destId="{9C3D5122-9CC0-48DC-AB37-45063FA56EB5}" srcOrd="0" destOrd="0" presId="urn:microsoft.com/office/officeart/2005/8/layout/process2"/>
    <dgm:cxn modelId="{E4BA88C7-BA4D-4E6B-BC88-B60BDAA6224A}" type="presOf" srcId="{D3A1A41E-F425-45A7-AA97-170FC2A26F3B}" destId="{503D1752-90ED-4E5B-910D-9880044427EF}" srcOrd="1" destOrd="0" presId="urn:microsoft.com/office/officeart/2005/8/layout/process2"/>
    <dgm:cxn modelId="{4D9079D8-E6C1-4B06-8FD0-872A23FD5F03}" srcId="{734E099B-D7AE-4FE9-B7EF-49A55D2F61BA}" destId="{F6CDAA73-9E0F-4E7E-9AC6-6926F28E7CF2}" srcOrd="4" destOrd="0" parTransId="{232B9CD1-B4B1-419A-8C30-6B1EDA8F1CB4}" sibTransId="{E46CC591-1805-4552-B8BD-B8BA609EA97E}"/>
    <dgm:cxn modelId="{641049DB-4518-4BC0-B9E6-4E7396B61ACB}" type="presOf" srcId="{734E099B-D7AE-4FE9-B7EF-49A55D2F61BA}" destId="{9E964CF2-D4E0-4E0E-A8B2-0433827F060E}" srcOrd="0" destOrd="0" presId="urn:microsoft.com/office/officeart/2005/8/layout/process2"/>
    <dgm:cxn modelId="{3060B5E5-9977-4465-814A-246FD62B2AFC}" type="presOf" srcId="{AB622A07-FA51-444B-862D-8B9A00575C55}" destId="{1176BA9F-F6A2-4557-ADE1-C93F43C3E8D2}" srcOrd="1" destOrd="0" presId="urn:microsoft.com/office/officeart/2005/8/layout/process2"/>
    <dgm:cxn modelId="{D7D7D3FF-279D-4D0F-BCE9-D72144712C48}" srcId="{734E099B-D7AE-4FE9-B7EF-49A55D2F61BA}" destId="{78741192-D1BE-4C3D-AE93-0A86A15A35BE}" srcOrd="3" destOrd="0" parTransId="{0F70A641-6AC3-4877-BB3A-BFA2680D5AE0}" sibTransId="{AB622A07-FA51-444B-862D-8B9A00575C55}"/>
    <dgm:cxn modelId="{E251000A-2585-4C11-B4B2-0BB3D7D61B57}" type="presParOf" srcId="{9E964CF2-D4E0-4E0E-A8B2-0433827F060E}" destId="{70017FBF-00DE-483E-9966-7D8D3923B3D1}" srcOrd="0" destOrd="0" presId="urn:microsoft.com/office/officeart/2005/8/layout/process2"/>
    <dgm:cxn modelId="{C5E0D30E-5F5C-4A03-9891-71E723D1736C}" type="presParOf" srcId="{9E964CF2-D4E0-4E0E-A8B2-0433827F060E}" destId="{8368CB3C-6D6E-4469-A0C1-8FF2999348A0}" srcOrd="1" destOrd="0" presId="urn:microsoft.com/office/officeart/2005/8/layout/process2"/>
    <dgm:cxn modelId="{31A30E87-1EFC-4851-AAFB-FCDA8E2C4859}" type="presParOf" srcId="{8368CB3C-6D6E-4469-A0C1-8FF2999348A0}" destId="{503D1752-90ED-4E5B-910D-9880044427EF}" srcOrd="0" destOrd="0" presId="urn:microsoft.com/office/officeart/2005/8/layout/process2"/>
    <dgm:cxn modelId="{FC6EC3B5-A1DC-43C3-8CFA-F7249A72334C}" type="presParOf" srcId="{9E964CF2-D4E0-4E0E-A8B2-0433827F060E}" destId="{F497F0C8-BB64-4402-AA12-6768B6A02B7B}" srcOrd="2" destOrd="0" presId="urn:microsoft.com/office/officeart/2005/8/layout/process2"/>
    <dgm:cxn modelId="{170D31C2-D387-41FD-8DB3-43CA0C6BE616}" type="presParOf" srcId="{9E964CF2-D4E0-4E0E-A8B2-0433827F060E}" destId="{1B73407E-87B4-4382-8C96-D87CF2E04265}" srcOrd="3" destOrd="0" presId="urn:microsoft.com/office/officeart/2005/8/layout/process2"/>
    <dgm:cxn modelId="{12BB1C8E-904B-4476-8D88-10EEE48C7844}" type="presParOf" srcId="{1B73407E-87B4-4382-8C96-D87CF2E04265}" destId="{C52A7FD7-C14B-40C4-B266-F11E8B6625E0}" srcOrd="0" destOrd="0" presId="urn:microsoft.com/office/officeart/2005/8/layout/process2"/>
    <dgm:cxn modelId="{9D653B9E-9EBB-405E-AC90-7475E4CF937C}" type="presParOf" srcId="{9E964CF2-D4E0-4E0E-A8B2-0433827F060E}" destId="{6626A509-958C-4B73-A06A-7ECC2E0D9A08}" srcOrd="4" destOrd="0" presId="urn:microsoft.com/office/officeart/2005/8/layout/process2"/>
    <dgm:cxn modelId="{A0E1D789-FB83-4071-9934-17A391854E09}" type="presParOf" srcId="{9E964CF2-D4E0-4E0E-A8B2-0433827F060E}" destId="{FE4C2835-0F52-4961-AD9E-F7306A782989}" srcOrd="5" destOrd="0" presId="urn:microsoft.com/office/officeart/2005/8/layout/process2"/>
    <dgm:cxn modelId="{2182F2A0-CDA8-424C-A04F-9EEE8D8B4340}" type="presParOf" srcId="{FE4C2835-0F52-4961-AD9E-F7306A782989}" destId="{881D1869-676B-41CB-8DD5-EAEC71FF62C4}" srcOrd="0" destOrd="0" presId="urn:microsoft.com/office/officeart/2005/8/layout/process2"/>
    <dgm:cxn modelId="{33595A84-D5F5-4F45-86AF-E1F87D375A86}" type="presParOf" srcId="{9E964CF2-D4E0-4E0E-A8B2-0433827F060E}" destId="{9C3D5122-9CC0-48DC-AB37-45063FA56EB5}" srcOrd="6" destOrd="0" presId="urn:microsoft.com/office/officeart/2005/8/layout/process2"/>
    <dgm:cxn modelId="{4E813E8D-F18C-414A-B614-D5EEE003EC23}" type="presParOf" srcId="{9E964CF2-D4E0-4E0E-A8B2-0433827F060E}" destId="{4ADC7080-05D0-4AE0-B531-1393C578DD1D}" srcOrd="7" destOrd="0" presId="urn:microsoft.com/office/officeart/2005/8/layout/process2"/>
    <dgm:cxn modelId="{AA872CD7-E406-4388-8E85-2505BE740F78}" type="presParOf" srcId="{4ADC7080-05D0-4AE0-B531-1393C578DD1D}" destId="{1176BA9F-F6A2-4557-ADE1-C93F43C3E8D2}" srcOrd="0" destOrd="0" presId="urn:microsoft.com/office/officeart/2005/8/layout/process2"/>
    <dgm:cxn modelId="{EBE510D3-CF4C-4101-9C3F-00521D580FF9}" type="presParOf" srcId="{9E964CF2-D4E0-4E0E-A8B2-0433827F060E}" destId="{FCDD1BBA-BD54-46CB-971A-875670BC802C}" srcOrd="8" destOrd="0" presId="urn:microsoft.com/office/officeart/2005/8/layout/process2"/>
    <dgm:cxn modelId="{4E6AD0AE-5FB7-4A3B-BE52-874213F45AFD}" type="presParOf" srcId="{9E964CF2-D4E0-4E0E-A8B2-0433827F060E}" destId="{AC51C3D7-D467-4CBA-A6AB-1B006FAB1A98}" srcOrd="9" destOrd="0" presId="urn:microsoft.com/office/officeart/2005/8/layout/process2"/>
    <dgm:cxn modelId="{76CCE3F6-8E22-4A5E-887F-E587588B0660}" type="presParOf" srcId="{AC51C3D7-D467-4CBA-A6AB-1B006FAB1A98}" destId="{FC8146A3-2107-4901-A8CC-C4484EA4A1E4}" srcOrd="0" destOrd="0" presId="urn:microsoft.com/office/officeart/2005/8/layout/process2"/>
    <dgm:cxn modelId="{E810BE5F-4983-48F8-AA25-D6D94D2F8B93}" type="presParOf" srcId="{9E964CF2-D4E0-4E0E-A8B2-0433827F060E}" destId="{8413F4FB-F816-419B-8AC4-C21D60B2FE28}" srcOrd="10" destOrd="0" presId="urn:microsoft.com/office/officeart/2005/8/layout/process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3162C80-C094-4756-A954-058C83982E3F}">
      <dsp:nvSpPr>
        <dsp:cNvPr id="0" name=""/>
        <dsp:cNvSpPr/>
      </dsp:nvSpPr>
      <dsp:spPr>
        <a:xfrm>
          <a:off x="3213" y="94293"/>
          <a:ext cx="3132908" cy="486978"/>
        </a:xfrm>
        <a:prstGeom prst="rect">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97536" rIns="170688" bIns="97536" numCol="1" spcCol="1270" anchor="ctr" anchorCtr="0">
          <a:noAutofit/>
        </a:bodyPr>
        <a:lstStyle/>
        <a:p>
          <a:pPr marL="0" lvl="0" indent="0" algn="ctr" defTabSz="1066800">
            <a:lnSpc>
              <a:spcPct val="90000"/>
            </a:lnSpc>
            <a:spcBef>
              <a:spcPct val="0"/>
            </a:spcBef>
            <a:spcAft>
              <a:spcPct val="35000"/>
            </a:spcAft>
            <a:buNone/>
          </a:pPr>
          <a:r>
            <a:rPr lang="en-IN" sz="2400" b="1" i="0" u="none" kern="1200" dirty="0"/>
            <a:t>SPRING</a:t>
          </a:r>
          <a:endParaRPr lang="en-IN" sz="2400" b="1" kern="1200" dirty="0"/>
        </a:p>
      </dsp:txBody>
      <dsp:txXfrm>
        <a:off x="3213" y="94293"/>
        <a:ext cx="3132908" cy="486978"/>
      </dsp:txXfrm>
    </dsp:sp>
    <dsp:sp modelId="{C69CB514-3E64-4725-B3F5-63C2BA598E95}">
      <dsp:nvSpPr>
        <dsp:cNvPr id="0" name=""/>
        <dsp:cNvSpPr/>
      </dsp:nvSpPr>
      <dsp:spPr>
        <a:xfrm>
          <a:off x="3213" y="507961"/>
          <a:ext cx="3132908" cy="1969537"/>
        </a:xfrm>
        <a:prstGeom prst="rect">
          <a:avLst/>
        </a:prstGeom>
        <a:solidFill>
          <a:schemeClr val="accent2">
            <a:tint val="40000"/>
            <a:alpha val="90000"/>
            <a:hueOff val="0"/>
            <a:satOff val="0"/>
            <a:lumOff val="0"/>
            <a:alphaOff val="0"/>
          </a:schemeClr>
        </a:solidFill>
        <a:ln w="12700" cap="flat" cmpd="sng" algn="ctr">
          <a:solidFill>
            <a:schemeClr val="accent2">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ts val="1200"/>
            </a:spcAft>
            <a:buFont typeface="+mj-lt"/>
            <a:buAutoNum type="arabicPeriod"/>
          </a:pPr>
          <a:r>
            <a:rPr lang="en-IN" sz="1600" b="0" i="0" u="none"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Basics, IoC &amp; DI</a:t>
          </a:r>
          <a:endParaRPr lang="en-IN" sz="1600" kern="1200" dirty="0">
            <a:solidFill>
              <a:schemeClr val="tx1"/>
            </a:solidFill>
          </a:endParaRPr>
        </a:p>
        <a:p>
          <a:pPr marL="171450" lvl="1" indent="-171450" algn="l" defTabSz="711200">
            <a:lnSpc>
              <a:spcPct val="90000"/>
            </a:lnSpc>
            <a:spcBef>
              <a:spcPct val="0"/>
            </a:spcBef>
            <a:spcAft>
              <a:spcPts val="1200"/>
            </a:spcAft>
            <a:buFont typeface="+mj-lt"/>
            <a:buAutoNum type="arabicPeriod"/>
          </a:pPr>
          <a:r>
            <a:rPr lang="en-IN" sz="1600" b="0" i="0" u="none"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Components &amp; Beans</a:t>
          </a:r>
          <a:endParaRPr lang="en-IN" sz="1600" kern="1200" dirty="0">
            <a:solidFill>
              <a:schemeClr val="tx1"/>
            </a:solidFill>
          </a:endParaRPr>
        </a:p>
        <a:p>
          <a:pPr marL="171450" lvl="1" indent="-171450" algn="l" defTabSz="711200">
            <a:lnSpc>
              <a:spcPct val="90000"/>
            </a:lnSpc>
            <a:spcBef>
              <a:spcPct val="0"/>
            </a:spcBef>
            <a:spcAft>
              <a:spcPts val="1200"/>
            </a:spcAft>
            <a:buFont typeface="+mj-lt"/>
            <a:buAutoNum type="arabicPeriod"/>
          </a:pPr>
          <a:r>
            <a:rPr lang="en-IN" sz="1600" b="0" i="0" u="none"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Configuration &amp; Annotations</a:t>
          </a:r>
          <a:endParaRPr lang="en-IN" sz="1600" kern="1200" dirty="0">
            <a:solidFill>
              <a:schemeClr val="tx1"/>
            </a:solidFill>
          </a:endParaRPr>
        </a:p>
        <a:p>
          <a:pPr marL="171450" lvl="1" indent="-171450" algn="l" defTabSz="711200">
            <a:lnSpc>
              <a:spcPct val="90000"/>
            </a:lnSpc>
            <a:spcBef>
              <a:spcPct val="0"/>
            </a:spcBef>
            <a:spcAft>
              <a:spcPts val="1200"/>
            </a:spcAft>
            <a:buFont typeface="+mj-lt"/>
            <a:buAutoNum type="arabicPeriod"/>
          </a:pPr>
          <a:r>
            <a:rPr lang="en-US" sz="1600" b="0" i="0" u="none"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Scopes of a bean</a:t>
          </a:r>
          <a:endParaRPr lang="en-US" sz="1600" kern="1200" dirty="0">
            <a:solidFill>
              <a:schemeClr val="tx1"/>
            </a:solidFill>
          </a:endParaRPr>
        </a:p>
        <a:p>
          <a:pPr marL="171450" lvl="1" indent="-171450" algn="l" defTabSz="711200">
            <a:lnSpc>
              <a:spcPct val="90000"/>
            </a:lnSpc>
            <a:spcBef>
              <a:spcPct val="0"/>
            </a:spcBef>
            <a:spcAft>
              <a:spcPts val="1200"/>
            </a:spcAft>
            <a:buFont typeface="+mj-lt"/>
            <a:buAutoNum type="arabicPeriod"/>
          </a:pPr>
          <a:r>
            <a:rPr lang="en-IN" sz="1600" b="0" i="0" u="none"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Others</a:t>
          </a:r>
          <a:endParaRPr lang="en-IN" sz="1600" kern="1200" dirty="0">
            <a:solidFill>
              <a:schemeClr val="tx1"/>
            </a:solidFill>
          </a:endParaRPr>
        </a:p>
      </dsp:txBody>
      <dsp:txXfrm>
        <a:off x="3213" y="507961"/>
        <a:ext cx="3132908" cy="1969537"/>
      </dsp:txXfrm>
    </dsp:sp>
    <dsp:sp modelId="{155597AC-9E0D-4533-A476-A58BB5E844AF}">
      <dsp:nvSpPr>
        <dsp:cNvPr id="0" name=""/>
        <dsp:cNvSpPr/>
      </dsp:nvSpPr>
      <dsp:spPr>
        <a:xfrm>
          <a:off x="3574728" y="41066"/>
          <a:ext cx="3132908" cy="557948"/>
        </a:xfrm>
        <a:prstGeom prst="rect">
          <a:avLst/>
        </a:prstGeom>
        <a:solidFill>
          <a:schemeClr val="accent3">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97536" rIns="170688" bIns="97536" numCol="1" spcCol="1270" anchor="ctr" anchorCtr="0">
          <a:noAutofit/>
        </a:bodyPr>
        <a:lstStyle/>
        <a:p>
          <a:pPr marL="0" lvl="0" indent="0" algn="ctr" defTabSz="1066800">
            <a:lnSpc>
              <a:spcPct val="90000"/>
            </a:lnSpc>
            <a:spcBef>
              <a:spcPct val="0"/>
            </a:spcBef>
            <a:spcAft>
              <a:spcPct val="35000"/>
            </a:spcAft>
            <a:buNone/>
          </a:pPr>
          <a:r>
            <a:rPr lang="en-IN" sz="2400" b="1" i="0" u="none" kern="1200" dirty="0"/>
            <a:t>SPRING BOOT</a:t>
          </a:r>
          <a:endParaRPr lang="en-IN" sz="2400" b="1" kern="1200" dirty="0"/>
        </a:p>
      </dsp:txBody>
      <dsp:txXfrm>
        <a:off x="3574728" y="41066"/>
        <a:ext cx="3132908" cy="557948"/>
      </dsp:txXfrm>
    </dsp:sp>
    <dsp:sp modelId="{B0646888-5EB8-446E-99B5-1611106A03B6}">
      <dsp:nvSpPr>
        <dsp:cNvPr id="0" name=""/>
        <dsp:cNvSpPr/>
      </dsp:nvSpPr>
      <dsp:spPr>
        <a:xfrm>
          <a:off x="3574728" y="561188"/>
          <a:ext cx="3132908" cy="1969537"/>
        </a:xfrm>
        <a:prstGeom prst="rect">
          <a:avLst/>
        </a:prstGeom>
        <a:solidFill>
          <a:schemeClr val="accent3">
            <a:tint val="40000"/>
            <a:alpha val="90000"/>
            <a:hueOff val="0"/>
            <a:satOff val="0"/>
            <a:lumOff val="0"/>
            <a:alphaOff val="0"/>
          </a:schemeClr>
        </a:solidFill>
        <a:ln w="12700" cap="flat" cmpd="sng" algn="ctr">
          <a:solidFill>
            <a:schemeClr val="accent3">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ts val="1200"/>
            </a:spcAft>
            <a:buNone/>
          </a:pPr>
          <a:r>
            <a:rPr lang="en-IN" sz="1600" b="0" i="0" u="none"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6. Basics</a:t>
          </a:r>
          <a:endParaRPr lang="en-IN" sz="1600" kern="1200" dirty="0">
            <a:solidFill>
              <a:schemeClr val="tx1"/>
            </a:solidFill>
          </a:endParaRPr>
        </a:p>
        <a:p>
          <a:pPr marL="171450" lvl="1" indent="-171450" algn="l" defTabSz="711200">
            <a:lnSpc>
              <a:spcPct val="90000"/>
            </a:lnSpc>
            <a:spcBef>
              <a:spcPct val="0"/>
            </a:spcBef>
            <a:spcAft>
              <a:spcPts val="1200"/>
            </a:spcAft>
            <a:buNone/>
          </a:pPr>
          <a:r>
            <a:rPr lang="en-US" sz="1600" b="0" i="0" u="none"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7. Project structure, Configuration &amp; Actuator</a:t>
          </a:r>
          <a:endParaRPr lang="en-US" sz="1600" kern="1200" dirty="0">
            <a:solidFill>
              <a:schemeClr val="tx1"/>
            </a:solidFill>
          </a:endParaRPr>
        </a:p>
      </dsp:txBody>
      <dsp:txXfrm>
        <a:off x="3574728" y="561188"/>
        <a:ext cx="3132908" cy="1969537"/>
      </dsp:txXfrm>
    </dsp:sp>
    <dsp:sp modelId="{1279F8FC-B574-4B4F-BCF5-A043C58E8462}">
      <dsp:nvSpPr>
        <dsp:cNvPr id="0" name=""/>
        <dsp:cNvSpPr/>
      </dsp:nvSpPr>
      <dsp:spPr>
        <a:xfrm>
          <a:off x="7146244" y="41066"/>
          <a:ext cx="3132908" cy="557948"/>
        </a:xfrm>
        <a:prstGeom prst="rect">
          <a:avLst/>
        </a:prstGeom>
        <a:solidFill>
          <a:schemeClr val="accent4">
            <a:hueOff val="0"/>
            <a:satOff val="0"/>
            <a:lumOff val="0"/>
            <a:alphaOff val="0"/>
          </a:schemeClr>
        </a:solidFill>
        <a:ln w="1270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97536" rIns="170688" bIns="97536" numCol="1" spcCol="1270" anchor="ctr" anchorCtr="0">
          <a:noAutofit/>
        </a:bodyPr>
        <a:lstStyle/>
        <a:p>
          <a:pPr marL="0" lvl="0" indent="0" algn="ctr" defTabSz="1066800">
            <a:lnSpc>
              <a:spcPct val="90000"/>
            </a:lnSpc>
            <a:spcBef>
              <a:spcPct val="0"/>
            </a:spcBef>
            <a:spcAft>
              <a:spcPct val="35000"/>
            </a:spcAft>
            <a:buNone/>
          </a:pPr>
          <a:r>
            <a:rPr lang="en-IN" sz="2400" b="1" i="0" u="none" kern="1200" dirty="0"/>
            <a:t>SPRING MVC</a:t>
          </a:r>
          <a:endParaRPr lang="en-IN" sz="2400" b="1" kern="1200" dirty="0"/>
        </a:p>
      </dsp:txBody>
      <dsp:txXfrm>
        <a:off x="7146244" y="41066"/>
        <a:ext cx="3132908" cy="557948"/>
      </dsp:txXfrm>
    </dsp:sp>
    <dsp:sp modelId="{BC461368-AD65-4E7E-8B48-78D322E66CA5}">
      <dsp:nvSpPr>
        <dsp:cNvPr id="0" name=""/>
        <dsp:cNvSpPr/>
      </dsp:nvSpPr>
      <dsp:spPr>
        <a:xfrm>
          <a:off x="7146244" y="561188"/>
          <a:ext cx="3132908" cy="1969537"/>
        </a:xfrm>
        <a:prstGeom prst="rect">
          <a:avLst/>
        </a:prstGeom>
        <a:solidFill>
          <a:schemeClr val="accent4">
            <a:tint val="40000"/>
            <a:alpha val="90000"/>
            <a:hueOff val="0"/>
            <a:satOff val="0"/>
            <a:lumOff val="0"/>
            <a:alphaOff val="0"/>
          </a:schemeClr>
        </a:solidFill>
        <a:ln w="12700" cap="flat" cmpd="sng" algn="ctr">
          <a:solidFill>
            <a:schemeClr val="accent4">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ts val="1200"/>
            </a:spcAft>
            <a:buNone/>
          </a:pPr>
          <a:r>
            <a:rPr lang="en-IN" sz="1600" b="0" i="0" u="none"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8. Basics</a:t>
          </a:r>
          <a:endParaRPr lang="en-IN" sz="1600" kern="1200" dirty="0">
            <a:solidFill>
              <a:schemeClr val="tx1"/>
            </a:solidFill>
          </a:endParaRPr>
        </a:p>
        <a:p>
          <a:pPr marL="171450" lvl="1" indent="-171450" algn="l" defTabSz="711200">
            <a:lnSpc>
              <a:spcPct val="90000"/>
            </a:lnSpc>
            <a:spcBef>
              <a:spcPct val="0"/>
            </a:spcBef>
            <a:spcAft>
              <a:spcPts val="1200"/>
            </a:spcAft>
            <a:buNone/>
          </a:pPr>
          <a:r>
            <a:rPr lang="en-IN" sz="1600" b="0" i="0" u="none"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9. Important Annotations</a:t>
          </a:r>
          <a:endParaRPr lang="en-IN" sz="1600" kern="1200" dirty="0">
            <a:solidFill>
              <a:schemeClr val="tx1"/>
            </a:solidFill>
          </a:endParaRPr>
        </a:p>
      </dsp:txBody>
      <dsp:txXfrm>
        <a:off x="7146244" y="561188"/>
        <a:ext cx="3132908" cy="1969537"/>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FD6D4D4-1789-43C7-B26A-F7F9E0BC87CC}">
      <dsp:nvSpPr>
        <dsp:cNvPr id="0" name=""/>
        <dsp:cNvSpPr/>
      </dsp:nvSpPr>
      <dsp:spPr>
        <a:xfrm>
          <a:off x="51" y="20539"/>
          <a:ext cx="4890273" cy="921600"/>
        </a:xfrm>
        <a:prstGeom prst="rect">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97536" rIns="170688" bIns="97536" numCol="1" spcCol="1270" anchor="ctr" anchorCtr="0">
          <a:noAutofit/>
        </a:bodyPr>
        <a:lstStyle/>
        <a:p>
          <a:pPr marL="0" lvl="0" indent="0" algn="ctr" defTabSz="1066800">
            <a:lnSpc>
              <a:spcPct val="90000"/>
            </a:lnSpc>
            <a:spcBef>
              <a:spcPct val="0"/>
            </a:spcBef>
            <a:spcAft>
              <a:spcPct val="35000"/>
            </a:spcAft>
            <a:buNone/>
          </a:pPr>
          <a:r>
            <a:rPr lang="en-US" sz="2400" b="1" kern="1200" dirty="0"/>
            <a:t>	MOCK INTERVIEWS JAVA</a:t>
          </a:r>
          <a:endParaRPr lang="en-IN" sz="2400" b="1" kern="1200" dirty="0"/>
        </a:p>
      </dsp:txBody>
      <dsp:txXfrm>
        <a:off x="51" y="20539"/>
        <a:ext cx="4890273" cy="921600"/>
      </dsp:txXfrm>
    </dsp:sp>
    <dsp:sp modelId="{47771C7B-B482-48A8-A857-5CBB66096E9B}">
      <dsp:nvSpPr>
        <dsp:cNvPr id="0" name=""/>
        <dsp:cNvSpPr/>
      </dsp:nvSpPr>
      <dsp:spPr>
        <a:xfrm>
          <a:off x="51" y="942139"/>
          <a:ext cx="4890273" cy="3864960"/>
        </a:xfrm>
        <a:prstGeom prst="rect">
          <a:avLst/>
        </a:prstGeom>
        <a:solidFill>
          <a:schemeClr val="accent2">
            <a:tint val="40000"/>
            <a:alpha val="90000"/>
            <a:hueOff val="0"/>
            <a:satOff val="0"/>
            <a:lumOff val="0"/>
            <a:alphaOff val="0"/>
          </a:schemeClr>
        </a:solidFill>
        <a:ln w="12700" cap="flat" cmpd="sng" algn="ctr">
          <a:solidFill>
            <a:schemeClr val="accent2">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ts val="900"/>
            </a:spcAft>
            <a:buFont typeface="+mj-lt"/>
            <a:buNone/>
          </a:pPr>
          <a:r>
            <a:rPr lang="en-US" sz="1600" kern="1200">
              <a:hlinkClick xmlns:r="http://schemas.openxmlformats.org/officeDocument/2006/relationships" r:id="" action="ppaction://hlinksldjump">
                <a:extLst>
                  <a:ext uri="{A12FA001-AC4F-418D-AE19-62706E023703}">
                    <ahyp:hlinkClr xmlns:ahyp="http://schemas.microsoft.com/office/drawing/2018/hyperlinkcolor" val="tx"/>
                  </a:ext>
                </a:extLst>
              </a:hlinkClick>
            </a:rPr>
            <a:t>1. Java-Basics, Variables &amp; Data types, Operators, Control statements</a:t>
          </a:r>
          <a:endParaRPr lang="en-IN" sz="1600" kern="1200" dirty="0"/>
        </a:p>
        <a:p>
          <a:pPr marL="171450" lvl="1" indent="-171450" algn="l" defTabSz="711200">
            <a:lnSpc>
              <a:spcPct val="90000"/>
            </a:lnSpc>
            <a:spcBef>
              <a:spcPct val="0"/>
            </a:spcBef>
            <a:spcAft>
              <a:spcPts val="900"/>
            </a:spcAft>
            <a:buFont typeface="+mj-lt"/>
            <a:buNone/>
          </a:pPr>
          <a:r>
            <a:rPr lang="en-US" sz="1600" kern="1200">
              <a:hlinkClick xmlns:r="http://schemas.openxmlformats.org/officeDocument/2006/relationships" r:id="" action="ppaction://hlinksldjump">
                <a:extLst>
                  <a:ext uri="{A12FA001-AC4F-418D-AE19-62706E023703}">
                    <ahyp:hlinkClr xmlns:ahyp="http://schemas.microsoft.com/office/drawing/2018/hyperlinkcolor" val="tx"/>
                  </a:ext>
                </a:extLst>
              </a:hlinkClick>
            </a:rPr>
            <a:t>2. OOPS - Classes, Objects, Access Specifiers, Getter-Setter &amp; this keyword</a:t>
          </a:r>
          <a:endParaRPr lang="en-IN" sz="1600" kern="1200" dirty="0"/>
        </a:p>
        <a:p>
          <a:pPr marL="171450" lvl="1" indent="-171450" algn="l" defTabSz="711200">
            <a:lnSpc>
              <a:spcPct val="90000"/>
            </a:lnSpc>
            <a:spcBef>
              <a:spcPct val="0"/>
            </a:spcBef>
            <a:spcAft>
              <a:spcPts val="900"/>
            </a:spcAft>
            <a:buFont typeface="+mj-lt"/>
            <a:buNone/>
          </a:pPr>
          <a:r>
            <a:rPr lang="en-IN" sz="1600" kern="1200">
              <a:hlinkClick xmlns:r="http://schemas.openxmlformats.org/officeDocument/2006/relationships" r:id="" action="ppaction://hlinksldjump">
                <a:extLst>
                  <a:ext uri="{A12FA001-AC4F-418D-AE19-62706E023703}">
                    <ahyp:hlinkClr xmlns:ahyp="http://schemas.microsoft.com/office/drawing/2018/hyperlinkcolor" val="tx"/>
                  </a:ext>
                </a:extLst>
              </a:hlinkClick>
            </a:rPr>
            <a:t>3. OOPS - Inheritance, Polymorphism, Encapsulation &amp; Abstraction</a:t>
          </a:r>
          <a:endParaRPr lang="en-IN" sz="1600" kern="1200" dirty="0"/>
        </a:p>
        <a:p>
          <a:pPr marL="171450" lvl="1" indent="-171450" algn="l" defTabSz="711200">
            <a:lnSpc>
              <a:spcPct val="90000"/>
            </a:lnSpc>
            <a:spcBef>
              <a:spcPct val="0"/>
            </a:spcBef>
            <a:spcAft>
              <a:spcPts val="900"/>
            </a:spcAft>
            <a:buFont typeface="+mj-lt"/>
            <a:buNone/>
          </a:pPr>
          <a:r>
            <a:rPr lang="en-US" sz="1600" kern="1200" dirty="0">
              <a:hlinkClick xmlns:r="http://schemas.openxmlformats.org/officeDocument/2006/relationships" r:id="" action="ppaction://hlinksldjump">
                <a:extLst>
                  <a:ext uri="{A12FA001-AC4F-418D-AE19-62706E023703}">
                    <ahyp:hlinkClr xmlns:ahyp="http://schemas.microsoft.com/office/drawing/2018/hyperlinkcolor" val="tx"/>
                  </a:ext>
                </a:extLst>
              </a:hlinkClick>
            </a:rPr>
            <a:t>4. Abstract class &amp; Interface, Constructors</a:t>
          </a:r>
          <a:endParaRPr lang="en-IN" sz="1600" kern="1200" dirty="0"/>
        </a:p>
        <a:p>
          <a:pPr marL="171450" lvl="1" indent="-171450" algn="l" defTabSz="711200">
            <a:lnSpc>
              <a:spcPct val="90000"/>
            </a:lnSpc>
            <a:spcBef>
              <a:spcPct val="0"/>
            </a:spcBef>
            <a:spcAft>
              <a:spcPts val="900"/>
            </a:spcAft>
            <a:buFont typeface="+mj-lt"/>
            <a:buNone/>
          </a:pPr>
          <a:r>
            <a:rPr lang="en-IN" sz="1600" kern="1200" dirty="0">
              <a:hlinkClick xmlns:r="http://schemas.openxmlformats.org/officeDocument/2006/relationships" r:id="" action="ppaction://hlinksldjump">
                <a:extLst>
                  <a:ext uri="{A12FA001-AC4F-418D-AE19-62706E023703}">
                    <ahyp:hlinkClr xmlns:ahyp="http://schemas.microsoft.com/office/drawing/2018/hyperlinkcolor" val="tx"/>
                  </a:ext>
                </a:extLst>
              </a:hlinkClick>
            </a:rPr>
            <a:t>5. Exception Handling</a:t>
          </a:r>
          <a:endParaRPr lang="en-IN" sz="1600" kern="1200" dirty="0"/>
        </a:p>
        <a:p>
          <a:pPr marL="171450" lvl="1" indent="-171450" algn="l" defTabSz="711200">
            <a:lnSpc>
              <a:spcPct val="90000"/>
            </a:lnSpc>
            <a:spcBef>
              <a:spcPct val="0"/>
            </a:spcBef>
            <a:spcAft>
              <a:spcPts val="900"/>
            </a:spcAft>
            <a:buFont typeface="+mj-lt"/>
            <a:buNone/>
          </a:pPr>
          <a:r>
            <a:rPr lang="en-IN" sz="1600" kern="1200">
              <a:hlinkClick xmlns:r="http://schemas.openxmlformats.org/officeDocument/2006/relationships" r:id="" action="ppaction://hlinksldjump">
                <a:extLst>
                  <a:ext uri="{A12FA001-AC4F-418D-AE19-62706E023703}">
                    <ahyp:hlinkClr xmlns:ahyp="http://schemas.microsoft.com/office/drawing/2018/hyperlinkcolor" val="tx"/>
                  </a:ext>
                </a:extLst>
              </a:hlinkClick>
            </a:rPr>
            <a:t>6. Collections</a:t>
          </a:r>
          <a:endParaRPr lang="en-IN" sz="1600" kern="1200" dirty="0"/>
        </a:p>
        <a:p>
          <a:pPr marL="171450" lvl="1" indent="-171450" algn="l" defTabSz="711200">
            <a:lnSpc>
              <a:spcPct val="90000"/>
            </a:lnSpc>
            <a:spcBef>
              <a:spcPct val="0"/>
            </a:spcBef>
            <a:spcAft>
              <a:spcPts val="900"/>
            </a:spcAft>
            <a:buFont typeface="+mj-lt"/>
            <a:buNone/>
          </a:pPr>
          <a:r>
            <a:rPr lang="en-IN" sz="1600" kern="1200">
              <a:hlinkClick xmlns:r="http://schemas.openxmlformats.org/officeDocument/2006/relationships" r:id="" action="ppaction://hlinksldjump">
                <a:extLst>
                  <a:ext uri="{A12FA001-AC4F-418D-AE19-62706E023703}">
                    <ahyp:hlinkClr xmlns:ahyp="http://schemas.microsoft.com/office/drawing/2018/hyperlinkcolor" val="tx"/>
                  </a:ext>
                </a:extLst>
              </a:hlinkClick>
            </a:rPr>
            <a:t>7. Multithreading</a:t>
          </a:r>
          <a:endParaRPr lang="en-IN" sz="1600" kern="1200" dirty="0"/>
        </a:p>
        <a:p>
          <a:pPr marL="171450" lvl="1" indent="-171450" algn="l" defTabSz="711200">
            <a:lnSpc>
              <a:spcPct val="90000"/>
            </a:lnSpc>
            <a:spcBef>
              <a:spcPct val="0"/>
            </a:spcBef>
            <a:spcAft>
              <a:spcPts val="900"/>
            </a:spcAft>
            <a:buFont typeface="+mj-lt"/>
            <a:buNone/>
          </a:pPr>
          <a:r>
            <a:rPr lang="en-IN" sz="1600" kern="1200">
              <a:hlinkClick xmlns:r="http://schemas.openxmlformats.org/officeDocument/2006/relationships" r:id="" action="ppaction://hlinksldjump">
                <a:extLst>
                  <a:ext uri="{A12FA001-AC4F-418D-AE19-62706E023703}">
                    <ahyp:hlinkClr xmlns:ahyp="http://schemas.microsoft.com/office/drawing/2018/hyperlinkcolor" val="tx"/>
                  </a:ext>
                </a:extLst>
              </a:hlinkClick>
            </a:rPr>
            <a:t>8. Generics</a:t>
          </a:r>
          <a:endParaRPr lang="en-IN" sz="1600" kern="1200" dirty="0"/>
        </a:p>
        <a:p>
          <a:pPr marL="171450" lvl="1" indent="-171450" algn="l" defTabSz="711200">
            <a:lnSpc>
              <a:spcPct val="90000"/>
            </a:lnSpc>
            <a:spcBef>
              <a:spcPct val="0"/>
            </a:spcBef>
            <a:spcAft>
              <a:spcPts val="900"/>
            </a:spcAft>
            <a:buFont typeface="+mj-lt"/>
            <a:buNone/>
          </a:pPr>
          <a:r>
            <a:rPr lang="en-IN" sz="1600" kern="1200" dirty="0">
              <a:hlinkClick xmlns:r="http://schemas.openxmlformats.org/officeDocument/2006/relationships" r:id="" action="ppaction://hlinksldjump">
                <a:extLst>
                  <a:ext uri="{A12FA001-AC4F-418D-AE19-62706E023703}">
                    <ahyp:hlinkClr xmlns:ahyp="http://schemas.microsoft.com/office/drawing/2018/hyperlinkcolor" val="tx"/>
                  </a:ext>
                </a:extLst>
              </a:hlinkClick>
            </a:rPr>
            <a:t>9. Types of Classes </a:t>
          </a:r>
          <a:endParaRPr lang="en-IN" sz="1600" kern="1200" dirty="0"/>
        </a:p>
      </dsp:txBody>
      <dsp:txXfrm>
        <a:off x="51" y="942139"/>
        <a:ext cx="4890273" cy="3864960"/>
      </dsp:txXfrm>
    </dsp:sp>
    <dsp:sp modelId="{6AE0915A-4A9C-41E1-BDEE-D580FB47ABC6}">
      <dsp:nvSpPr>
        <dsp:cNvPr id="0" name=""/>
        <dsp:cNvSpPr/>
      </dsp:nvSpPr>
      <dsp:spPr>
        <a:xfrm>
          <a:off x="5574963" y="20539"/>
          <a:ext cx="4890273" cy="921600"/>
        </a:xfrm>
        <a:prstGeom prst="rect">
          <a:avLst/>
        </a:prstGeom>
        <a:solidFill>
          <a:schemeClr val="accent3">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97536" rIns="170688" bIns="97536" numCol="1" spcCol="1270" anchor="ctr" anchorCtr="0">
          <a:noAutofit/>
        </a:bodyPr>
        <a:lstStyle/>
        <a:p>
          <a:pPr marL="0" lvl="0" indent="0" algn="ctr" defTabSz="1066800">
            <a:lnSpc>
              <a:spcPct val="90000"/>
            </a:lnSpc>
            <a:spcBef>
              <a:spcPct val="0"/>
            </a:spcBef>
            <a:spcAft>
              <a:spcPct val="35000"/>
            </a:spcAft>
            <a:buFont typeface="+mj-lt"/>
            <a:buNone/>
          </a:pPr>
          <a:r>
            <a:rPr lang="en-US" sz="2400" b="1" kern="1200" dirty="0"/>
            <a:t>	MOCK INTERVIEWS SPRING</a:t>
          </a:r>
          <a:endParaRPr lang="en-IN" sz="2400" b="1" kern="1200" dirty="0"/>
        </a:p>
      </dsp:txBody>
      <dsp:txXfrm>
        <a:off x="5574963" y="20539"/>
        <a:ext cx="4890273" cy="921600"/>
      </dsp:txXfrm>
    </dsp:sp>
    <dsp:sp modelId="{EE5306D0-AF38-4BF7-87C3-A83CEFF90C42}">
      <dsp:nvSpPr>
        <dsp:cNvPr id="0" name=""/>
        <dsp:cNvSpPr/>
      </dsp:nvSpPr>
      <dsp:spPr>
        <a:xfrm>
          <a:off x="5574963" y="942139"/>
          <a:ext cx="4890273" cy="3864960"/>
        </a:xfrm>
        <a:prstGeom prst="rect">
          <a:avLst/>
        </a:prstGeom>
        <a:solidFill>
          <a:schemeClr val="accent3">
            <a:tint val="40000"/>
            <a:alpha val="90000"/>
            <a:hueOff val="0"/>
            <a:satOff val="0"/>
            <a:lumOff val="0"/>
            <a:alphaOff val="0"/>
          </a:schemeClr>
        </a:solidFill>
        <a:ln w="12700" cap="flat" cmpd="sng" algn="ctr">
          <a:solidFill>
            <a:schemeClr val="accent3">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ts val="900"/>
            </a:spcAft>
            <a:buFont typeface="+mj-lt"/>
            <a:buAutoNum type="arabicPeriod"/>
          </a:pPr>
          <a:r>
            <a:rPr lang="en-US" sz="1600"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Spring Basics, IoC, DI, Components &amp; Beans</a:t>
          </a:r>
          <a:endParaRPr lang="en-IN" sz="1600" kern="1200" dirty="0">
            <a:solidFill>
              <a:schemeClr val="tx1"/>
            </a:solidFill>
          </a:endParaRPr>
        </a:p>
        <a:p>
          <a:pPr marL="171450" lvl="1" indent="-171450" algn="l" defTabSz="711200">
            <a:lnSpc>
              <a:spcPct val="90000"/>
            </a:lnSpc>
            <a:spcBef>
              <a:spcPct val="0"/>
            </a:spcBef>
            <a:spcAft>
              <a:spcPts val="900"/>
            </a:spcAft>
            <a:buFont typeface="+mj-lt"/>
            <a:buAutoNum type="arabicPeriod"/>
          </a:pPr>
          <a:r>
            <a:rPr lang="en-US" sz="1600"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Spring Configuration, Annotations, AOP, Scope of a Bean</a:t>
          </a:r>
          <a:endParaRPr lang="en-IN" sz="1600" kern="1200" dirty="0">
            <a:solidFill>
              <a:schemeClr val="tx1"/>
            </a:solidFill>
          </a:endParaRPr>
        </a:p>
        <a:p>
          <a:pPr marL="171450" lvl="1" indent="-171450" algn="l" defTabSz="711200">
            <a:lnSpc>
              <a:spcPct val="90000"/>
            </a:lnSpc>
            <a:spcBef>
              <a:spcPct val="0"/>
            </a:spcBef>
            <a:spcAft>
              <a:spcPts val="900"/>
            </a:spcAft>
            <a:buFont typeface="+mj-lt"/>
            <a:buAutoNum type="arabicPeriod"/>
          </a:pPr>
          <a:r>
            <a:rPr lang="en-IN" sz="1600"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Spring Boot</a:t>
          </a:r>
          <a:endParaRPr lang="en-IN" sz="1600" kern="1200" dirty="0">
            <a:solidFill>
              <a:schemeClr val="tx1"/>
            </a:solidFill>
          </a:endParaRPr>
        </a:p>
        <a:p>
          <a:pPr marL="171450" lvl="1" indent="-171450" algn="l" defTabSz="711200">
            <a:lnSpc>
              <a:spcPct val="90000"/>
            </a:lnSpc>
            <a:spcBef>
              <a:spcPct val="0"/>
            </a:spcBef>
            <a:spcAft>
              <a:spcPts val="900"/>
            </a:spcAft>
            <a:buFont typeface="+mj-lt"/>
            <a:buAutoNum type="arabicPeriod"/>
          </a:pPr>
          <a:r>
            <a:rPr lang="en-IN" sz="1600"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Spring MVC</a:t>
          </a:r>
          <a:endParaRPr lang="en-IN" sz="1600" kern="1200" dirty="0">
            <a:solidFill>
              <a:schemeClr val="tx1"/>
            </a:solidFill>
          </a:endParaRPr>
        </a:p>
      </dsp:txBody>
      <dsp:txXfrm>
        <a:off x="5574963" y="942139"/>
        <a:ext cx="4890273" cy="3864960"/>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F511D4A-974E-4D67-A11A-698B97EEE0FF}">
      <dsp:nvSpPr>
        <dsp:cNvPr id="0" name=""/>
        <dsp:cNvSpPr/>
      </dsp:nvSpPr>
      <dsp:spPr>
        <a:xfrm>
          <a:off x="1119063" y="1272"/>
          <a:ext cx="3628672" cy="650929"/>
        </a:xfrm>
        <a:prstGeom prst="roundRect">
          <a:avLst>
            <a:gd name="adj" fmla="val 1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(High-level language)</a:t>
          </a:r>
          <a:endParaRPr lang="en-IN" sz="1800" kern="1200" dirty="0"/>
        </a:p>
      </dsp:txBody>
      <dsp:txXfrm>
        <a:off x="1138128" y="20337"/>
        <a:ext cx="3590542" cy="612799"/>
      </dsp:txXfrm>
    </dsp:sp>
    <dsp:sp modelId="{85535F70-6C62-4975-8644-475A30F5D15C}">
      <dsp:nvSpPr>
        <dsp:cNvPr id="0" name=""/>
        <dsp:cNvSpPr/>
      </dsp:nvSpPr>
      <dsp:spPr>
        <a:xfrm rot="5400000">
          <a:off x="2811350" y="668475"/>
          <a:ext cx="244098" cy="292918"/>
        </a:xfrm>
        <a:prstGeom prst="rightArrow">
          <a:avLst>
            <a:gd name="adj1" fmla="val 60000"/>
            <a:gd name="adj2" fmla="val 5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533400">
            <a:lnSpc>
              <a:spcPct val="90000"/>
            </a:lnSpc>
            <a:spcBef>
              <a:spcPct val="0"/>
            </a:spcBef>
            <a:spcAft>
              <a:spcPct val="35000"/>
            </a:spcAft>
            <a:buNone/>
          </a:pPr>
          <a:endParaRPr lang="en-IN" sz="1200" kern="1200"/>
        </a:p>
      </dsp:txBody>
      <dsp:txXfrm rot="-5400000">
        <a:off x="2845525" y="692885"/>
        <a:ext cx="175750" cy="170869"/>
      </dsp:txXfrm>
    </dsp:sp>
    <dsp:sp modelId="{38A84F6A-6E9A-4766-9E4E-DEB7A413E883}">
      <dsp:nvSpPr>
        <dsp:cNvPr id="0" name=""/>
        <dsp:cNvSpPr/>
      </dsp:nvSpPr>
      <dsp:spPr>
        <a:xfrm>
          <a:off x="1119063" y="977667"/>
          <a:ext cx="3628672" cy="650929"/>
        </a:xfrm>
        <a:prstGeom prst="roundRect">
          <a:avLst>
            <a:gd name="adj" fmla="val 10000"/>
          </a:avLst>
        </a:prstGeom>
        <a:gradFill rotWithShape="0">
          <a:gsLst>
            <a:gs pos="0">
              <a:schemeClr val="accent4">
                <a:hueOff val="4900445"/>
                <a:satOff val="-20388"/>
                <a:lumOff val="4804"/>
                <a:alphaOff val="0"/>
                <a:lumMod val="110000"/>
                <a:satMod val="105000"/>
                <a:tint val="67000"/>
              </a:schemeClr>
            </a:gs>
            <a:gs pos="50000">
              <a:schemeClr val="accent4">
                <a:hueOff val="4900445"/>
                <a:satOff val="-20388"/>
                <a:lumOff val="4804"/>
                <a:alphaOff val="0"/>
                <a:lumMod val="105000"/>
                <a:satMod val="103000"/>
                <a:tint val="73000"/>
              </a:schemeClr>
            </a:gs>
            <a:gs pos="100000">
              <a:schemeClr val="accent4">
                <a:hueOff val="4900445"/>
                <a:satOff val="-20388"/>
                <a:lumOff val="4804"/>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dirty="0"/>
            <a:t>Bytecode </a:t>
          </a:r>
          <a:r>
            <a:rPr lang="en-US" sz="1800" kern="1200" dirty="0"/>
            <a:t>(Intermediate language)</a:t>
          </a:r>
          <a:endParaRPr lang="en-IN" sz="1800" kern="1200" dirty="0"/>
        </a:p>
      </dsp:txBody>
      <dsp:txXfrm>
        <a:off x="1138128" y="996732"/>
        <a:ext cx="3590542" cy="612799"/>
      </dsp:txXfrm>
    </dsp:sp>
    <dsp:sp modelId="{72E9E2E4-FFD0-49CD-A252-D77262B76AC7}">
      <dsp:nvSpPr>
        <dsp:cNvPr id="0" name=""/>
        <dsp:cNvSpPr/>
      </dsp:nvSpPr>
      <dsp:spPr>
        <a:xfrm rot="5400000">
          <a:off x="2811350" y="1644870"/>
          <a:ext cx="244098" cy="292918"/>
        </a:xfrm>
        <a:prstGeom prst="rightArrow">
          <a:avLst>
            <a:gd name="adj1" fmla="val 60000"/>
            <a:gd name="adj2" fmla="val 50000"/>
          </a:avLst>
        </a:prstGeom>
        <a:gradFill rotWithShape="0">
          <a:gsLst>
            <a:gs pos="0">
              <a:schemeClr val="accent4">
                <a:hueOff val="9800891"/>
                <a:satOff val="-40777"/>
                <a:lumOff val="9608"/>
                <a:alphaOff val="0"/>
                <a:lumMod val="110000"/>
                <a:satMod val="105000"/>
                <a:tint val="67000"/>
              </a:schemeClr>
            </a:gs>
            <a:gs pos="50000">
              <a:schemeClr val="accent4">
                <a:hueOff val="9800891"/>
                <a:satOff val="-40777"/>
                <a:lumOff val="9608"/>
                <a:alphaOff val="0"/>
                <a:lumMod val="105000"/>
                <a:satMod val="103000"/>
                <a:tint val="73000"/>
              </a:schemeClr>
            </a:gs>
            <a:gs pos="100000">
              <a:schemeClr val="accent4">
                <a:hueOff val="9800891"/>
                <a:satOff val="-40777"/>
                <a:lumOff val="9608"/>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533400">
            <a:lnSpc>
              <a:spcPct val="90000"/>
            </a:lnSpc>
            <a:spcBef>
              <a:spcPct val="0"/>
            </a:spcBef>
            <a:spcAft>
              <a:spcPct val="35000"/>
            </a:spcAft>
            <a:buNone/>
          </a:pPr>
          <a:endParaRPr lang="en-IN" sz="1200" kern="1200"/>
        </a:p>
      </dsp:txBody>
      <dsp:txXfrm rot="-5400000">
        <a:off x="2845525" y="1669280"/>
        <a:ext cx="175750" cy="170869"/>
      </dsp:txXfrm>
    </dsp:sp>
    <dsp:sp modelId="{84703585-828E-4658-868B-29C769CE0075}">
      <dsp:nvSpPr>
        <dsp:cNvPr id="0" name=""/>
        <dsp:cNvSpPr/>
      </dsp:nvSpPr>
      <dsp:spPr>
        <a:xfrm>
          <a:off x="1119063" y="1954061"/>
          <a:ext cx="3628672" cy="650929"/>
        </a:xfrm>
        <a:prstGeom prst="roundRect">
          <a:avLst>
            <a:gd name="adj" fmla="val 10000"/>
          </a:avLst>
        </a:prstGeom>
        <a:gradFill rotWithShape="0">
          <a:gsLst>
            <a:gs pos="0">
              <a:schemeClr val="accent4">
                <a:hueOff val="9800891"/>
                <a:satOff val="-40777"/>
                <a:lumOff val="9608"/>
                <a:alphaOff val="0"/>
                <a:lumMod val="110000"/>
                <a:satMod val="105000"/>
                <a:tint val="67000"/>
              </a:schemeClr>
            </a:gs>
            <a:gs pos="50000">
              <a:schemeClr val="accent4">
                <a:hueOff val="9800891"/>
                <a:satOff val="-40777"/>
                <a:lumOff val="9608"/>
                <a:alphaOff val="0"/>
                <a:lumMod val="105000"/>
                <a:satMod val="103000"/>
                <a:tint val="73000"/>
              </a:schemeClr>
            </a:gs>
            <a:gs pos="100000">
              <a:schemeClr val="accent4">
                <a:hueOff val="9800891"/>
                <a:satOff val="-40777"/>
                <a:lumOff val="9608"/>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dirty="0"/>
            <a:t>Native code </a:t>
          </a:r>
          <a:r>
            <a:rPr lang="en-US" sz="1800" kern="1200" dirty="0"/>
            <a:t>(Low-Level language)</a:t>
          </a:r>
          <a:endParaRPr lang="en-IN" sz="1800" kern="1200" dirty="0"/>
        </a:p>
      </dsp:txBody>
      <dsp:txXfrm>
        <a:off x="1138128" y="1973126"/>
        <a:ext cx="3590542" cy="612799"/>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4D915C3-BBDA-426F-83F7-6E3EEA569F5E}">
      <dsp:nvSpPr>
        <dsp:cNvPr id="0" name=""/>
        <dsp:cNvSpPr/>
      </dsp:nvSpPr>
      <dsp:spPr>
        <a:xfrm>
          <a:off x="2098094" y="1923718"/>
          <a:ext cx="1393553" cy="797739"/>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OOPS</a:t>
          </a:r>
          <a:endParaRPr lang="en-IN" sz="1800" kern="1200" dirty="0"/>
        </a:p>
      </dsp:txBody>
      <dsp:txXfrm>
        <a:off x="2137036" y="1962660"/>
        <a:ext cx="1315669" cy="719855"/>
      </dsp:txXfrm>
    </dsp:sp>
    <dsp:sp modelId="{66D05363-0CB3-436A-8374-6C586166DDAD}">
      <dsp:nvSpPr>
        <dsp:cNvPr id="0" name=""/>
        <dsp:cNvSpPr/>
      </dsp:nvSpPr>
      <dsp:spPr>
        <a:xfrm rot="16130718">
          <a:off x="2211067" y="1359443"/>
          <a:ext cx="1128780" cy="0"/>
        </a:xfrm>
        <a:custGeom>
          <a:avLst/>
          <a:gdLst/>
          <a:ahLst/>
          <a:cxnLst/>
          <a:rect l="0" t="0" r="0" b="0"/>
          <a:pathLst>
            <a:path>
              <a:moveTo>
                <a:pt x="0" y="0"/>
              </a:moveTo>
              <a:lnTo>
                <a:pt x="1128780"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8B1CC76-2032-4116-B2B8-954545DB9711}">
      <dsp:nvSpPr>
        <dsp:cNvPr id="0" name=""/>
        <dsp:cNvSpPr/>
      </dsp:nvSpPr>
      <dsp:spPr>
        <a:xfrm>
          <a:off x="1882980" y="139322"/>
          <a:ext cx="1748989" cy="655845"/>
        </a:xfrm>
        <a:prstGeom prst="roundRec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Object</a:t>
          </a:r>
          <a:endParaRPr lang="en-IN" sz="1800" kern="1200" dirty="0"/>
        </a:p>
      </dsp:txBody>
      <dsp:txXfrm>
        <a:off x="1914996" y="171338"/>
        <a:ext cx="1684957" cy="591813"/>
      </dsp:txXfrm>
    </dsp:sp>
    <dsp:sp modelId="{FC460D2F-AEFB-4761-9B76-14A0BEAB1F5B}">
      <dsp:nvSpPr>
        <dsp:cNvPr id="0" name=""/>
        <dsp:cNvSpPr/>
      </dsp:nvSpPr>
      <dsp:spPr>
        <a:xfrm rot="19800000">
          <a:off x="3458820" y="1823277"/>
          <a:ext cx="401764" cy="0"/>
        </a:xfrm>
        <a:custGeom>
          <a:avLst/>
          <a:gdLst/>
          <a:ahLst/>
          <a:cxnLst/>
          <a:rect l="0" t="0" r="0" b="0"/>
          <a:pathLst>
            <a:path>
              <a:moveTo>
                <a:pt x="0" y="0"/>
              </a:moveTo>
              <a:lnTo>
                <a:pt x="401764"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B765B67-7A8C-4BC6-BF42-4854D3B5A56C}">
      <dsp:nvSpPr>
        <dsp:cNvPr id="0" name=""/>
        <dsp:cNvSpPr/>
      </dsp:nvSpPr>
      <dsp:spPr>
        <a:xfrm>
          <a:off x="3527155" y="1066991"/>
          <a:ext cx="1748989" cy="655845"/>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Class</a:t>
          </a:r>
          <a:endParaRPr lang="en-IN" sz="1800" kern="1200" dirty="0"/>
        </a:p>
      </dsp:txBody>
      <dsp:txXfrm>
        <a:off x="3559171" y="1099007"/>
        <a:ext cx="1684957" cy="591813"/>
      </dsp:txXfrm>
    </dsp:sp>
    <dsp:sp modelId="{3AC3709E-2613-4188-8214-ACD03AB3222C}">
      <dsp:nvSpPr>
        <dsp:cNvPr id="0" name=""/>
        <dsp:cNvSpPr/>
      </dsp:nvSpPr>
      <dsp:spPr>
        <a:xfrm rot="1835262">
          <a:off x="3442186" y="2821901"/>
          <a:ext cx="394780" cy="0"/>
        </a:xfrm>
        <a:custGeom>
          <a:avLst/>
          <a:gdLst/>
          <a:ahLst/>
          <a:cxnLst/>
          <a:rect l="0" t="0" r="0" b="0"/>
          <a:pathLst>
            <a:path>
              <a:moveTo>
                <a:pt x="0" y="0"/>
              </a:moveTo>
              <a:lnTo>
                <a:pt x="394780"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C64E118-DD1C-48EA-B707-A973F9FF5FFE}">
      <dsp:nvSpPr>
        <dsp:cNvPr id="0" name=""/>
        <dsp:cNvSpPr/>
      </dsp:nvSpPr>
      <dsp:spPr>
        <a:xfrm>
          <a:off x="3489765" y="2922345"/>
          <a:ext cx="1748989" cy="655845"/>
        </a:xfrm>
        <a:prstGeom prst="roundRect">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Inheritance</a:t>
          </a:r>
          <a:endParaRPr lang="en-IN" sz="1800" kern="1200" dirty="0"/>
        </a:p>
      </dsp:txBody>
      <dsp:txXfrm>
        <a:off x="3521781" y="2954361"/>
        <a:ext cx="1684957" cy="591813"/>
      </dsp:txXfrm>
    </dsp:sp>
    <dsp:sp modelId="{1A440402-72EB-4F7B-9BA2-BF545CB7DC43}">
      <dsp:nvSpPr>
        <dsp:cNvPr id="0" name=""/>
        <dsp:cNvSpPr/>
      </dsp:nvSpPr>
      <dsp:spPr>
        <a:xfrm rot="5400000">
          <a:off x="2230592" y="3285736"/>
          <a:ext cx="1128556" cy="0"/>
        </a:xfrm>
        <a:custGeom>
          <a:avLst/>
          <a:gdLst/>
          <a:ahLst/>
          <a:cxnLst/>
          <a:rect l="0" t="0" r="0" b="0"/>
          <a:pathLst>
            <a:path>
              <a:moveTo>
                <a:pt x="0" y="0"/>
              </a:moveTo>
              <a:lnTo>
                <a:pt x="1128556"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8148313-0A0B-4706-BD88-C3C276DF88FC}">
      <dsp:nvSpPr>
        <dsp:cNvPr id="0" name=""/>
        <dsp:cNvSpPr/>
      </dsp:nvSpPr>
      <dsp:spPr>
        <a:xfrm>
          <a:off x="1920376" y="3850014"/>
          <a:ext cx="1748989" cy="655845"/>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Polymorphism</a:t>
          </a:r>
          <a:endParaRPr lang="en-IN" sz="1800" kern="1200" dirty="0"/>
        </a:p>
      </dsp:txBody>
      <dsp:txXfrm>
        <a:off x="1952392" y="3882030"/>
        <a:ext cx="1684957" cy="591813"/>
      </dsp:txXfrm>
    </dsp:sp>
    <dsp:sp modelId="{33C9950A-8AEE-4A12-9EF1-B5DE42567EC0}">
      <dsp:nvSpPr>
        <dsp:cNvPr id="0" name=""/>
        <dsp:cNvSpPr/>
      </dsp:nvSpPr>
      <dsp:spPr>
        <a:xfrm rot="9034056">
          <a:off x="1704769" y="2819026"/>
          <a:ext cx="420457" cy="0"/>
        </a:xfrm>
        <a:custGeom>
          <a:avLst/>
          <a:gdLst/>
          <a:ahLst/>
          <a:cxnLst/>
          <a:rect l="0" t="0" r="0" b="0"/>
          <a:pathLst>
            <a:path>
              <a:moveTo>
                <a:pt x="0" y="0"/>
              </a:moveTo>
              <a:lnTo>
                <a:pt x="420457"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4E3C0D9-251A-4DBB-8CCD-BFEB27CCB910}">
      <dsp:nvSpPr>
        <dsp:cNvPr id="0" name=""/>
        <dsp:cNvSpPr/>
      </dsp:nvSpPr>
      <dsp:spPr>
        <a:xfrm>
          <a:off x="276207" y="2922332"/>
          <a:ext cx="1748989" cy="655845"/>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Abstraction</a:t>
          </a:r>
          <a:endParaRPr lang="en-IN" sz="1800" kern="1200" dirty="0"/>
        </a:p>
      </dsp:txBody>
      <dsp:txXfrm>
        <a:off x="308223" y="2954348"/>
        <a:ext cx="1684957" cy="591813"/>
      </dsp:txXfrm>
    </dsp:sp>
    <dsp:sp modelId="{E5841D32-B1A8-4DDB-AA0A-831F1C6F2B1E}">
      <dsp:nvSpPr>
        <dsp:cNvPr id="0" name=""/>
        <dsp:cNvSpPr/>
      </dsp:nvSpPr>
      <dsp:spPr>
        <a:xfrm rot="12565944">
          <a:off x="1704769" y="1826150"/>
          <a:ext cx="420457" cy="0"/>
        </a:xfrm>
        <a:custGeom>
          <a:avLst/>
          <a:gdLst/>
          <a:ahLst/>
          <a:cxnLst/>
          <a:rect l="0" t="0" r="0" b="0"/>
          <a:pathLst>
            <a:path>
              <a:moveTo>
                <a:pt x="0" y="0"/>
              </a:moveTo>
              <a:lnTo>
                <a:pt x="420457"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6883C7A-1F94-467F-BAED-8FB643DE7986}">
      <dsp:nvSpPr>
        <dsp:cNvPr id="0" name=""/>
        <dsp:cNvSpPr/>
      </dsp:nvSpPr>
      <dsp:spPr>
        <a:xfrm>
          <a:off x="276207" y="1066999"/>
          <a:ext cx="1748989" cy="655845"/>
        </a:xfrm>
        <a:prstGeom prst="roundRec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Encapsulation</a:t>
          </a:r>
          <a:endParaRPr lang="en-IN" sz="1800" kern="1200" dirty="0"/>
        </a:p>
      </dsp:txBody>
      <dsp:txXfrm>
        <a:off x="308223" y="1099015"/>
        <a:ext cx="1684957" cy="591813"/>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05AFB64-339D-4CFE-A253-C8F92232F816}">
      <dsp:nvSpPr>
        <dsp:cNvPr id="0" name=""/>
        <dsp:cNvSpPr/>
      </dsp:nvSpPr>
      <dsp:spPr>
        <a:xfrm>
          <a:off x="69204" y="4737702"/>
          <a:ext cx="7917640"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6B2979C-708D-49C7-98FF-ABBF58979E1E}">
      <dsp:nvSpPr>
        <dsp:cNvPr id="0" name=""/>
        <dsp:cNvSpPr/>
      </dsp:nvSpPr>
      <dsp:spPr>
        <a:xfrm>
          <a:off x="69204" y="3781722"/>
          <a:ext cx="7917640"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723D0E0-402F-407F-9190-EAAC7FEC700F}">
      <dsp:nvSpPr>
        <dsp:cNvPr id="0" name=""/>
        <dsp:cNvSpPr/>
      </dsp:nvSpPr>
      <dsp:spPr>
        <a:xfrm>
          <a:off x="69204" y="2825741"/>
          <a:ext cx="7917640"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95EA436-C271-4A0B-8D45-1031531E6AE2}">
      <dsp:nvSpPr>
        <dsp:cNvPr id="0" name=""/>
        <dsp:cNvSpPr/>
      </dsp:nvSpPr>
      <dsp:spPr>
        <a:xfrm>
          <a:off x="71319" y="1869761"/>
          <a:ext cx="7917640"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E6687D2-9C35-4179-B1F5-64A045FD5CBF}">
      <dsp:nvSpPr>
        <dsp:cNvPr id="0" name=""/>
        <dsp:cNvSpPr/>
      </dsp:nvSpPr>
      <dsp:spPr>
        <a:xfrm>
          <a:off x="69204" y="913780"/>
          <a:ext cx="7917640"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6ED046B-B3C1-4C77-842D-A4F7E48C417B}">
      <dsp:nvSpPr>
        <dsp:cNvPr id="0" name=""/>
        <dsp:cNvSpPr/>
      </dsp:nvSpPr>
      <dsp:spPr>
        <a:xfrm>
          <a:off x="2397131" y="50894"/>
          <a:ext cx="5320372" cy="9104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0" i="0" kern="1200" dirty="0"/>
            <a:t>Java programs run on any device with a Java Virtual Machine (JVM), ensuring compatibility across different platforms(windows, </a:t>
          </a:r>
          <a:r>
            <a:rPr lang="en-US" sz="1800" b="0" i="0" kern="1200" dirty="0" err="1"/>
            <a:t>linux</a:t>
          </a:r>
          <a:r>
            <a:rPr lang="en-US" sz="1800" b="0" i="0" kern="1200" dirty="0"/>
            <a:t> </a:t>
          </a:r>
          <a:r>
            <a:rPr lang="en-US" sz="1800" b="0" i="0" kern="1200" dirty="0" err="1"/>
            <a:t>etc</a:t>
          </a:r>
          <a:r>
            <a:rPr lang="en-US" sz="1800" b="0" i="0" kern="1200" dirty="0"/>
            <a:t>).</a:t>
          </a:r>
          <a:endParaRPr lang="en-IN" sz="1800" b="0" kern="1200" dirty="0"/>
        </a:p>
      </dsp:txBody>
      <dsp:txXfrm>
        <a:off x="2397131" y="50894"/>
        <a:ext cx="5320372" cy="910457"/>
      </dsp:txXfrm>
    </dsp:sp>
    <dsp:sp modelId="{5C9A001D-32D5-47AE-917A-6A40D087833D}">
      <dsp:nvSpPr>
        <dsp:cNvPr id="0" name=""/>
        <dsp:cNvSpPr/>
      </dsp:nvSpPr>
      <dsp:spPr>
        <a:xfrm>
          <a:off x="-69204" y="3323"/>
          <a:ext cx="2335404" cy="910457"/>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 1. Platform independence</a:t>
          </a:r>
          <a:endParaRPr lang="en-IN" sz="1800" b="1" kern="1200" dirty="0"/>
        </a:p>
      </dsp:txBody>
      <dsp:txXfrm>
        <a:off x="-24751" y="47776"/>
        <a:ext cx="2246498" cy="866004"/>
      </dsp:txXfrm>
    </dsp:sp>
    <dsp:sp modelId="{3902FD89-4685-48F0-A810-9940408D5EBA}">
      <dsp:nvSpPr>
        <dsp:cNvPr id="0" name=""/>
        <dsp:cNvSpPr/>
      </dsp:nvSpPr>
      <dsp:spPr>
        <a:xfrm>
          <a:off x="2399246" y="1006875"/>
          <a:ext cx="5320372" cy="9104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0" i="0" kern="1200" dirty="0"/>
            <a:t>Supports encapsulation, inheritance, and polymorphism, fostering modular, reusable, and maintainable code.</a:t>
          </a:r>
          <a:endParaRPr lang="en-IN" sz="1800" b="0" kern="1200" dirty="0"/>
        </a:p>
      </dsp:txBody>
      <dsp:txXfrm>
        <a:off x="2399246" y="1006875"/>
        <a:ext cx="5320372" cy="910457"/>
      </dsp:txXfrm>
    </dsp:sp>
    <dsp:sp modelId="{8B097B80-8635-4132-86F2-40273AF1576F}">
      <dsp:nvSpPr>
        <dsp:cNvPr id="0" name=""/>
        <dsp:cNvSpPr/>
      </dsp:nvSpPr>
      <dsp:spPr>
        <a:xfrm>
          <a:off x="-71319" y="1006875"/>
          <a:ext cx="2343865" cy="910457"/>
        </a:xfrm>
        <a:prstGeom prst="round2SameRect">
          <a:avLst>
            <a:gd name="adj1" fmla="val 16670"/>
            <a:gd name="adj2" fmla="val 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1" i="0" kern="1200" dirty="0"/>
            <a:t> 2. </a:t>
          </a:r>
          <a:r>
            <a:rPr lang="en-IN" sz="1800" b="1" i="0" kern="1200" dirty="0"/>
            <a:t>Object-Oriented</a:t>
          </a:r>
          <a:endParaRPr lang="en-IN" sz="1800" b="1" kern="1200" dirty="0"/>
        </a:p>
      </dsp:txBody>
      <dsp:txXfrm>
        <a:off x="-26866" y="1051328"/>
        <a:ext cx="2254959" cy="866004"/>
      </dsp:txXfrm>
    </dsp:sp>
    <dsp:sp modelId="{2DE16079-CC76-454C-A4FC-3E71D3B2766C}">
      <dsp:nvSpPr>
        <dsp:cNvPr id="0" name=""/>
        <dsp:cNvSpPr/>
      </dsp:nvSpPr>
      <dsp:spPr>
        <a:xfrm>
          <a:off x="2397131" y="1962855"/>
          <a:ext cx="5320372" cy="9104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0" i="0" kern="1200" dirty="0"/>
            <a:t>Automatic memory management, exception handling, and type safety enhance reliability and security.</a:t>
          </a:r>
          <a:endParaRPr lang="en-IN" sz="1800" b="0" kern="1200" dirty="0"/>
        </a:p>
      </dsp:txBody>
      <dsp:txXfrm>
        <a:off x="2397131" y="1962855"/>
        <a:ext cx="5320372" cy="910457"/>
      </dsp:txXfrm>
    </dsp:sp>
    <dsp:sp modelId="{B29F932A-A843-49B6-954A-1F18EA9A0A68}">
      <dsp:nvSpPr>
        <dsp:cNvPr id="0" name=""/>
        <dsp:cNvSpPr/>
      </dsp:nvSpPr>
      <dsp:spPr>
        <a:xfrm>
          <a:off x="-69204" y="1915284"/>
          <a:ext cx="2335404" cy="910457"/>
        </a:xfrm>
        <a:prstGeom prst="round2SameRect">
          <a:avLst>
            <a:gd name="adj1" fmla="val 16670"/>
            <a:gd name="adj2" fmla="val 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1" i="0" kern="1200" dirty="0"/>
            <a:t> 3. </a:t>
          </a:r>
          <a:r>
            <a:rPr lang="en-IN" sz="1800" b="1" i="0" kern="1200" dirty="0"/>
            <a:t>Robust and Secure</a:t>
          </a:r>
          <a:endParaRPr lang="en-IN" sz="1800" b="1" kern="1200" dirty="0"/>
        </a:p>
      </dsp:txBody>
      <dsp:txXfrm>
        <a:off x="-24751" y="1959737"/>
        <a:ext cx="2246498" cy="866004"/>
      </dsp:txXfrm>
    </dsp:sp>
    <dsp:sp modelId="{A711D97B-C375-4B0A-8471-C3EF77C242E5}">
      <dsp:nvSpPr>
        <dsp:cNvPr id="0" name=""/>
        <dsp:cNvSpPr/>
      </dsp:nvSpPr>
      <dsp:spPr>
        <a:xfrm>
          <a:off x="2397131" y="2918836"/>
          <a:ext cx="5320372" cy="9104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0" i="0" kern="1200" dirty="0"/>
            <a:t>Facilitates concurrent execution of tasks, improving performance and responsiveness.</a:t>
          </a:r>
          <a:endParaRPr lang="en-IN" sz="1800" b="0" kern="1200" dirty="0"/>
        </a:p>
      </dsp:txBody>
      <dsp:txXfrm>
        <a:off x="2397131" y="2918836"/>
        <a:ext cx="5320372" cy="910457"/>
      </dsp:txXfrm>
    </dsp:sp>
    <dsp:sp modelId="{A5AD96AA-F5EB-4C60-8EE5-77AFE44E4579}">
      <dsp:nvSpPr>
        <dsp:cNvPr id="0" name=""/>
        <dsp:cNvSpPr/>
      </dsp:nvSpPr>
      <dsp:spPr>
        <a:xfrm>
          <a:off x="-69204" y="2871264"/>
          <a:ext cx="2335404" cy="910457"/>
        </a:xfrm>
        <a:prstGeom prst="round2SameRect">
          <a:avLst>
            <a:gd name="adj1" fmla="val 16670"/>
            <a:gd name="adj2" fmla="val 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1" i="0" kern="1200" dirty="0"/>
            <a:t> 4. </a:t>
          </a:r>
          <a:r>
            <a:rPr lang="en-IN" sz="1800" b="1" i="0" kern="1200" dirty="0"/>
            <a:t>Multi-threading</a:t>
          </a:r>
          <a:endParaRPr lang="en-IN" sz="1800" b="1" kern="1200" dirty="0"/>
        </a:p>
      </dsp:txBody>
      <dsp:txXfrm>
        <a:off x="-24751" y="2915717"/>
        <a:ext cx="2246498" cy="866004"/>
      </dsp:txXfrm>
    </dsp:sp>
    <dsp:sp modelId="{C8DD2F3E-6F50-405A-895F-51E3B6CAE9BD}">
      <dsp:nvSpPr>
        <dsp:cNvPr id="0" name=""/>
        <dsp:cNvSpPr/>
      </dsp:nvSpPr>
      <dsp:spPr>
        <a:xfrm>
          <a:off x="2397131" y="3830568"/>
          <a:ext cx="5320372" cy="9104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0" i="0" kern="1200" dirty="0"/>
            <a:t>Comprehensive set of APIs for diverse functionalities like I/O operations, networking, and GUI development, aiding rapid application development.</a:t>
          </a:r>
          <a:endParaRPr lang="en-IN" sz="1800" b="0" kern="1200" dirty="0"/>
        </a:p>
      </dsp:txBody>
      <dsp:txXfrm>
        <a:off x="2397131" y="3830568"/>
        <a:ext cx="5320372" cy="910457"/>
      </dsp:txXfrm>
    </dsp:sp>
    <dsp:sp modelId="{5F6747ED-145C-4FCC-BDA2-361E705019C2}">
      <dsp:nvSpPr>
        <dsp:cNvPr id="0" name=""/>
        <dsp:cNvSpPr/>
      </dsp:nvSpPr>
      <dsp:spPr>
        <a:xfrm>
          <a:off x="-69204" y="3827245"/>
          <a:ext cx="2335404" cy="910457"/>
        </a:xfrm>
        <a:prstGeom prst="round2SameRect">
          <a:avLst>
            <a:gd name="adj1" fmla="val 16670"/>
            <a:gd name="adj2" fmla="val 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w="6350" cap="flat" cmpd="sng" algn="ctr">
          <a:solidFill>
            <a:schemeClr val="accent6">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1" i="0" kern="1200" dirty="0"/>
            <a:t> 5. </a:t>
          </a:r>
          <a:r>
            <a:rPr lang="en-IN" sz="1800" b="1" i="0" kern="1200" dirty="0"/>
            <a:t>Rich Standard Library</a:t>
          </a:r>
          <a:endParaRPr lang="en-IN" sz="1800" b="1" kern="1200" dirty="0"/>
        </a:p>
      </dsp:txBody>
      <dsp:txXfrm>
        <a:off x="-24751" y="3871698"/>
        <a:ext cx="2246498" cy="866004"/>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A75CC3F-AEE8-48F8-A532-A6B016D4A8A7}">
      <dsp:nvSpPr>
        <dsp:cNvPr id="0" name=""/>
        <dsp:cNvSpPr/>
      </dsp:nvSpPr>
      <dsp:spPr>
        <a:xfrm rot="5400000">
          <a:off x="-170229" y="171990"/>
          <a:ext cx="1134860" cy="794402"/>
        </a:xfrm>
        <a:prstGeom prst="chevron">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sz="1600" kern="1200" dirty="0"/>
            <a:t>Step 1</a:t>
          </a:r>
          <a:endParaRPr lang="en-IN" sz="1600" kern="1200" dirty="0"/>
        </a:p>
      </dsp:txBody>
      <dsp:txXfrm rot="-5400000">
        <a:off x="0" y="398962"/>
        <a:ext cx="794402" cy="340458"/>
      </dsp:txXfrm>
    </dsp:sp>
    <dsp:sp modelId="{A546C2CE-1F3D-4042-A941-EC584AE6DD88}">
      <dsp:nvSpPr>
        <dsp:cNvPr id="0" name=""/>
        <dsp:cNvSpPr/>
      </dsp:nvSpPr>
      <dsp:spPr>
        <a:xfrm rot="5400000">
          <a:off x="3924005" y="-3127841"/>
          <a:ext cx="737659" cy="6996865"/>
        </a:xfrm>
        <a:prstGeom prst="round2SameRect">
          <a:avLst/>
        </a:prstGeom>
        <a:solidFill>
          <a:schemeClr val="lt1">
            <a:alpha val="90000"/>
            <a:hueOff val="0"/>
            <a:satOff val="0"/>
            <a:lumOff val="0"/>
            <a:alphaOff val="0"/>
          </a:schemeClr>
        </a:solidFill>
        <a:ln w="635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en-IN" sz="1600" kern="1200" dirty="0"/>
            <a:t>Search “vs code download” in google and open this link: https://code.visualstudio.com/download</a:t>
          </a:r>
        </a:p>
      </dsp:txBody>
      <dsp:txXfrm rot="-5400000">
        <a:off x="794402" y="37772"/>
        <a:ext cx="6960855" cy="665639"/>
      </dsp:txXfrm>
    </dsp:sp>
    <dsp:sp modelId="{23D51C35-B28A-4031-820E-1584C5563058}">
      <dsp:nvSpPr>
        <dsp:cNvPr id="0" name=""/>
        <dsp:cNvSpPr/>
      </dsp:nvSpPr>
      <dsp:spPr>
        <a:xfrm rot="5400000">
          <a:off x="-170229" y="1190194"/>
          <a:ext cx="1134860" cy="794402"/>
        </a:xfrm>
        <a:prstGeom prst="chevron">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sz="1600" kern="1200" dirty="0"/>
            <a:t>Step 2</a:t>
          </a:r>
          <a:endParaRPr lang="en-IN" sz="1600" kern="1200" dirty="0"/>
        </a:p>
      </dsp:txBody>
      <dsp:txXfrm rot="-5400000">
        <a:off x="0" y="1417166"/>
        <a:ext cx="794402" cy="340458"/>
      </dsp:txXfrm>
    </dsp:sp>
    <dsp:sp modelId="{9E5500B9-E0DC-446F-8E6B-0150D3C11FBC}">
      <dsp:nvSpPr>
        <dsp:cNvPr id="0" name=""/>
        <dsp:cNvSpPr/>
      </dsp:nvSpPr>
      <dsp:spPr>
        <a:xfrm rot="5400000">
          <a:off x="3924005" y="-2109637"/>
          <a:ext cx="737659" cy="6996865"/>
        </a:xfrm>
        <a:prstGeom prst="round2SameRect">
          <a:avLst/>
        </a:prstGeom>
        <a:solidFill>
          <a:schemeClr val="lt1">
            <a:alpha val="90000"/>
            <a:hueOff val="0"/>
            <a:satOff val="0"/>
            <a:lumOff val="0"/>
            <a:alphaOff val="0"/>
          </a:schemeClr>
        </a:solidFill>
        <a:ln w="6350" cap="flat" cmpd="sng" algn="ctr">
          <a:solidFill>
            <a:schemeClr val="accent3">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en-US" sz="1600" kern="1200" dirty="0"/>
            <a:t>Click on windows or mac link and download the setup and install it</a:t>
          </a:r>
          <a:endParaRPr lang="en-IN" sz="1600" kern="1200" dirty="0"/>
        </a:p>
      </dsp:txBody>
      <dsp:txXfrm rot="-5400000">
        <a:off x="794402" y="1055976"/>
        <a:ext cx="6960855" cy="665639"/>
      </dsp:txXfrm>
    </dsp:sp>
    <dsp:sp modelId="{D53C14B2-B3B0-4CC6-8E17-95B623D971F1}">
      <dsp:nvSpPr>
        <dsp:cNvPr id="0" name=""/>
        <dsp:cNvSpPr/>
      </dsp:nvSpPr>
      <dsp:spPr>
        <a:xfrm rot="5400000">
          <a:off x="-170229" y="2208398"/>
          <a:ext cx="1134860" cy="794402"/>
        </a:xfrm>
        <a:prstGeom prst="chevron">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sz="1600" kern="1200" dirty="0"/>
            <a:t>Step 3</a:t>
          </a:r>
          <a:endParaRPr lang="en-IN" sz="1600" kern="1200" dirty="0"/>
        </a:p>
      </dsp:txBody>
      <dsp:txXfrm rot="-5400000">
        <a:off x="0" y="2435370"/>
        <a:ext cx="794402" cy="340458"/>
      </dsp:txXfrm>
    </dsp:sp>
    <dsp:sp modelId="{7D608EA4-96DF-480C-A2F1-D58F92329185}">
      <dsp:nvSpPr>
        <dsp:cNvPr id="0" name=""/>
        <dsp:cNvSpPr/>
      </dsp:nvSpPr>
      <dsp:spPr>
        <a:xfrm rot="5400000">
          <a:off x="3924005" y="-1091433"/>
          <a:ext cx="737659" cy="6996865"/>
        </a:xfrm>
        <a:prstGeom prst="round2SameRect">
          <a:avLst/>
        </a:prstGeom>
        <a:solidFill>
          <a:schemeClr val="lt1">
            <a:alpha val="90000"/>
            <a:hueOff val="0"/>
            <a:satOff val="0"/>
            <a:lumOff val="0"/>
            <a:alphaOff val="0"/>
          </a:schemeClr>
        </a:solidFill>
        <a:ln w="6350" cap="flat" cmpd="sng" algn="ctr">
          <a:solidFill>
            <a:schemeClr val="accent4">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en-US" sz="1600" kern="1200" dirty="0"/>
            <a:t>Download </a:t>
          </a:r>
          <a:r>
            <a:rPr lang="en-US" sz="1600" kern="1200" dirty="0" err="1"/>
            <a:t>jdk</a:t>
          </a:r>
          <a:r>
            <a:rPr lang="en-US" sz="1600" kern="1200" dirty="0"/>
            <a:t> from this link: </a:t>
          </a:r>
          <a:r>
            <a:rPr lang="en-IN" sz="1600" kern="1200" dirty="0">
              <a:hlinkClick xmlns:r="http://schemas.openxmlformats.org/officeDocument/2006/relationships" r:id="rId1"/>
            </a:rPr>
            <a:t>https://code.visualstudio.com/docs/java/java-tutorial</a:t>
          </a:r>
          <a:r>
            <a:rPr lang="en-IN" sz="1600" kern="1200" dirty="0"/>
            <a:t> </a:t>
          </a:r>
          <a:r>
            <a:rPr lang="en-US" sz="1600" kern="1200" dirty="0"/>
            <a:t>(java-&gt;Install the coding pack for java) and install it</a:t>
          </a:r>
          <a:endParaRPr lang="en-IN" sz="1600" kern="1200" dirty="0"/>
        </a:p>
      </dsp:txBody>
      <dsp:txXfrm rot="-5400000">
        <a:off x="794402" y="2074180"/>
        <a:ext cx="6960855" cy="665639"/>
      </dsp:txXfrm>
    </dsp:sp>
    <dsp:sp modelId="{ACAE8A77-76F4-4097-97DB-750F361A2B2A}">
      <dsp:nvSpPr>
        <dsp:cNvPr id="0" name=""/>
        <dsp:cNvSpPr/>
      </dsp:nvSpPr>
      <dsp:spPr>
        <a:xfrm rot="5400000">
          <a:off x="-170229" y="3226602"/>
          <a:ext cx="1134860" cy="794402"/>
        </a:xfrm>
        <a:prstGeom prst="chevron">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sz="1600" kern="1200" dirty="0"/>
            <a:t>Step 4</a:t>
          </a:r>
          <a:endParaRPr lang="en-IN" sz="1600" kern="1200" dirty="0"/>
        </a:p>
      </dsp:txBody>
      <dsp:txXfrm rot="-5400000">
        <a:off x="0" y="3453574"/>
        <a:ext cx="794402" cy="340458"/>
      </dsp:txXfrm>
    </dsp:sp>
    <dsp:sp modelId="{F20221BF-A9AA-40E9-B7AD-A0F34419D819}">
      <dsp:nvSpPr>
        <dsp:cNvPr id="0" name=""/>
        <dsp:cNvSpPr/>
      </dsp:nvSpPr>
      <dsp:spPr>
        <a:xfrm rot="5400000">
          <a:off x="3924005" y="-73229"/>
          <a:ext cx="737659" cy="6996865"/>
        </a:xfrm>
        <a:prstGeom prst="round2SameRect">
          <a:avLst/>
        </a:prstGeom>
        <a:solidFill>
          <a:schemeClr val="lt1">
            <a:alpha val="90000"/>
            <a:hueOff val="0"/>
            <a:satOff val="0"/>
            <a:lumOff val="0"/>
            <a:alphaOff val="0"/>
          </a:schemeClr>
        </a:solidFill>
        <a:ln w="6350" cap="flat" cmpd="sng" algn="ctr">
          <a:solidFill>
            <a:schemeClr val="accent5">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en-US" sz="1600" kern="1200" dirty="0"/>
            <a:t>Open </a:t>
          </a:r>
          <a:r>
            <a:rPr lang="en-US" sz="1600" kern="1200" dirty="0" err="1"/>
            <a:t>VSCode</a:t>
          </a:r>
          <a:r>
            <a:rPr lang="en-US" sz="1600" kern="1200" dirty="0"/>
            <a:t> -&gt; Press “</a:t>
          </a:r>
          <a:r>
            <a:rPr lang="en-US" sz="1600" kern="1200" dirty="0" err="1"/>
            <a:t>ctrl+shift+P</a:t>
          </a:r>
          <a:r>
            <a:rPr lang="en-US" sz="1600" kern="1200" dirty="0"/>
            <a:t>” -&gt; enter “Java: Create Java Project” -&gt; No build tools -&gt; Give project name(First-Project) and press enter</a:t>
          </a:r>
          <a:endParaRPr lang="en-IN" sz="1600" kern="1200" dirty="0"/>
        </a:p>
      </dsp:txBody>
      <dsp:txXfrm rot="-5400000">
        <a:off x="794402" y="3092384"/>
        <a:ext cx="6960855" cy="665639"/>
      </dsp:txXfrm>
    </dsp:sp>
    <dsp:sp modelId="{2A24D456-1887-4A7A-9568-746270BF7FFA}">
      <dsp:nvSpPr>
        <dsp:cNvPr id="0" name=""/>
        <dsp:cNvSpPr/>
      </dsp:nvSpPr>
      <dsp:spPr>
        <a:xfrm rot="5400000">
          <a:off x="-170229" y="4244806"/>
          <a:ext cx="1134860" cy="794402"/>
        </a:xfrm>
        <a:prstGeom prst="chevron">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w="6350" cap="flat" cmpd="sng" algn="ctr">
          <a:solidFill>
            <a:schemeClr val="accent6">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sz="1600" kern="1200" dirty="0"/>
            <a:t>Step 5</a:t>
          </a:r>
          <a:endParaRPr lang="en-IN" sz="1600" kern="1200" dirty="0"/>
        </a:p>
      </dsp:txBody>
      <dsp:txXfrm rot="-5400000">
        <a:off x="0" y="4471778"/>
        <a:ext cx="794402" cy="340458"/>
      </dsp:txXfrm>
    </dsp:sp>
    <dsp:sp modelId="{BDA6EBFD-077B-4484-9345-50868E4013B5}">
      <dsp:nvSpPr>
        <dsp:cNvPr id="0" name=""/>
        <dsp:cNvSpPr/>
      </dsp:nvSpPr>
      <dsp:spPr>
        <a:xfrm rot="5400000">
          <a:off x="3924005" y="944974"/>
          <a:ext cx="737659" cy="6996865"/>
        </a:xfrm>
        <a:prstGeom prst="round2SameRect">
          <a:avLst/>
        </a:prstGeom>
        <a:solidFill>
          <a:schemeClr val="lt1">
            <a:alpha val="90000"/>
            <a:hueOff val="0"/>
            <a:satOff val="0"/>
            <a:lumOff val="0"/>
            <a:alphaOff val="0"/>
          </a:schemeClr>
        </a:solidFill>
        <a:ln w="6350" cap="flat" cmpd="sng" algn="ctr">
          <a:solidFill>
            <a:schemeClr val="accent6">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en-US" sz="1600" kern="1200" dirty="0"/>
            <a:t>Expand </a:t>
          </a:r>
          <a:r>
            <a:rPr lang="en-US" sz="1600" kern="1200" dirty="0" err="1"/>
            <a:t>src</a:t>
          </a:r>
          <a:r>
            <a:rPr lang="en-US" sz="1600" kern="1200" dirty="0"/>
            <a:t> -&gt; app.java -&gt; run program(play button at right top)</a:t>
          </a:r>
          <a:endParaRPr lang="en-IN" sz="1600" kern="1200" dirty="0"/>
        </a:p>
      </dsp:txBody>
      <dsp:txXfrm rot="-5400000">
        <a:off x="794402" y="4110587"/>
        <a:ext cx="6960855" cy="665639"/>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A48B97-982A-45E3-BAF6-4E8764D23336}">
      <dsp:nvSpPr>
        <dsp:cNvPr id="0" name=""/>
        <dsp:cNvSpPr/>
      </dsp:nvSpPr>
      <dsp:spPr>
        <a:xfrm>
          <a:off x="4054" y="1519"/>
          <a:ext cx="2438010" cy="489600"/>
        </a:xfrm>
        <a:prstGeom prst="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sz="1800" b="1" kern="1200" dirty="0"/>
            <a:t>public keyword</a:t>
          </a:r>
          <a:endParaRPr lang="en-IN" sz="1800" b="0" kern="1200" dirty="0"/>
        </a:p>
      </dsp:txBody>
      <dsp:txXfrm>
        <a:off x="4054" y="1519"/>
        <a:ext cx="2438010" cy="489600"/>
      </dsp:txXfrm>
    </dsp:sp>
    <dsp:sp modelId="{376DA8C6-5E15-45C4-990A-48701435D51D}">
      <dsp:nvSpPr>
        <dsp:cNvPr id="0" name=""/>
        <dsp:cNvSpPr/>
      </dsp:nvSpPr>
      <dsp:spPr>
        <a:xfrm>
          <a:off x="4054" y="491119"/>
          <a:ext cx="2438010" cy="1773270"/>
        </a:xfrm>
        <a:prstGeom prst="rect">
          <a:avLst/>
        </a:prstGeom>
        <a:solidFill>
          <a:schemeClr val="accent2">
            <a:tint val="40000"/>
            <a:alpha val="90000"/>
            <a:hueOff val="0"/>
            <a:satOff val="0"/>
            <a:lumOff val="0"/>
            <a:alphaOff val="0"/>
          </a:schemeClr>
        </a:solidFill>
        <a:ln w="6350" cap="flat" cmpd="sng" algn="ctr">
          <a:solidFill>
            <a:schemeClr val="accent2">
              <a:tint val="40000"/>
              <a:alpha val="9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US" sz="1800" b="0" kern="1200" dirty="0"/>
            <a:t>Public access modifier is used so that the main method can be accessed from outside the class.</a:t>
          </a:r>
          <a:endParaRPr lang="en-IN" sz="1800" b="0" kern="1200" dirty="0"/>
        </a:p>
      </dsp:txBody>
      <dsp:txXfrm>
        <a:off x="4054" y="491119"/>
        <a:ext cx="2438010" cy="1773270"/>
      </dsp:txXfrm>
    </dsp:sp>
    <dsp:sp modelId="{45792446-4CA0-49C7-A834-AAA0C033D333}">
      <dsp:nvSpPr>
        <dsp:cNvPr id="0" name=""/>
        <dsp:cNvSpPr/>
      </dsp:nvSpPr>
      <dsp:spPr>
        <a:xfrm>
          <a:off x="2783386" y="1519"/>
          <a:ext cx="2438010" cy="489600"/>
        </a:xfrm>
        <a:prstGeom prst="rec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sz="1800" b="1" kern="1200" dirty="0"/>
            <a:t>static keyword</a:t>
          </a:r>
          <a:endParaRPr lang="en-IN" sz="1800" b="1" kern="1200" dirty="0"/>
        </a:p>
      </dsp:txBody>
      <dsp:txXfrm>
        <a:off x="2783386" y="1519"/>
        <a:ext cx="2438010" cy="489600"/>
      </dsp:txXfrm>
    </dsp:sp>
    <dsp:sp modelId="{69527C27-D8FA-4C15-BA0B-22EAF1418994}">
      <dsp:nvSpPr>
        <dsp:cNvPr id="0" name=""/>
        <dsp:cNvSpPr/>
      </dsp:nvSpPr>
      <dsp:spPr>
        <a:xfrm>
          <a:off x="2783386" y="491119"/>
          <a:ext cx="2438010" cy="1773270"/>
        </a:xfrm>
        <a:prstGeom prst="rect">
          <a:avLst/>
        </a:prstGeom>
        <a:solidFill>
          <a:schemeClr val="accent3">
            <a:tint val="40000"/>
            <a:alpha val="90000"/>
            <a:hueOff val="0"/>
            <a:satOff val="0"/>
            <a:lumOff val="0"/>
            <a:alphaOff val="0"/>
          </a:schemeClr>
        </a:solidFill>
        <a:ln w="6350" cap="flat" cmpd="sng" algn="ctr">
          <a:solidFill>
            <a:schemeClr val="accent3">
              <a:tint val="40000"/>
              <a:alpha val="9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US" sz="1800" b="0" kern="1200" dirty="0"/>
            <a:t>Static means that you can invoke the main method directly, without creating an object of the class. </a:t>
          </a:r>
          <a:endParaRPr lang="en-IN" sz="1800" b="0" kern="1200" dirty="0"/>
        </a:p>
      </dsp:txBody>
      <dsp:txXfrm>
        <a:off x="2783386" y="491119"/>
        <a:ext cx="2438010" cy="1773270"/>
      </dsp:txXfrm>
    </dsp:sp>
    <dsp:sp modelId="{475F0DCD-C925-4AA6-91F9-742ECE2AFA3F}">
      <dsp:nvSpPr>
        <dsp:cNvPr id="0" name=""/>
        <dsp:cNvSpPr/>
      </dsp:nvSpPr>
      <dsp:spPr>
        <a:xfrm>
          <a:off x="5562717" y="1519"/>
          <a:ext cx="2438010" cy="489600"/>
        </a:xfrm>
        <a:prstGeom prst="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sz="1800" b="1" kern="1200" dirty="0"/>
            <a:t>void</a:t>
          </a:r>
          <a:endParaRPr lang="en-IN" sz="1800" b="1" kern="1200" dirty="0"/>
        </a:p>
      </dsp:txBody>
      <dsp:txXfrm>
        <a:off x="5562717" y="1519"/>
        <a:ext cx="2438010" cy="489600"/>
      </dsp:txXfrm>
    </dsp:sp>
    <dsp:sp modelId="{13558085-D5C0-4487-8DFC-C0F6F5CF1435}">
      <dsp:nvSpPr>
        <dsp:cNvPr id="0" name=""/>
        <dsp:cNvSpPr/>
      </dsp:nvSpPr>
      <dsp:spPr>
        <a:xfrm>
          <a:off x="5562717" y="491119"/>
          <a:ext cx="2438010" cy="1773270"/>
        </a:xfrm>
        <a:prstGeom prst="rect">
          <a:avLst/>
        </a:prstGeom>
        <a:solidFill>
          <a:schemeClr val="accent4">
            <a:tint val="40000"/>
            <a:alpha val="90000"/>
            <a:hueOff val="0"/>
            <a:satOff val="0"/>
            <a:lumOff val="0"/>
            <a:alphaOff val="0"/>
          </a:schemeClr>
        </a:solidFill>
        <a:ln w="6350" cap="flat" cmpd="sng" algn="ctr">
          <a:solidFill>
            <a:schemeClr val="accent4">
              <a:tint val="40000"/>
              <a:alpha val="9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US" sz="1800" b="0" kern="1200" dirty="0"/>
            <a:t>void means main method does not return any value.</a:t>
          </a:r>
          <a:endParaRPr lang="en-IN" sz="1800" b="0" kern="1200" dirty="0"/>
        </a:p>
      </dsp:txBody>
      <dsp:txXfrm>
        <a:off x="5562717" y="491119"/>
        <a:ext cx="2438010" cy="1773270"/>
      </dsp:txXfrm>
    </dsp:sp>
    <dsp:sp modelId="{09395230-AD76-4BB9-99C8-A6CC9BEB235E}">
      <dsp:nvSpPr>
        <dsp:cNvPr id="0" name=""/>
        <dsp:cNvSpPr/>
      </dsp:nvSpPr>
      <dsp:spPr>
        <a:xfrm>
          <a:off x="8342049" y="1519"/>
          <a:ext cx="2438010" cy="489600"/>
        </a:xfrm>
        <a:prstGeom prst="rect">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sz="1800" b="1" kern="1200"/>
            <a:t>Main method</a:t>
          </a:r>
          <a:endParaRPr lang="en-IN" sz="1800" b="0" kern="1200" dirty="0"/>
        </a:p>
      </dsp:txBody>
      <dsp:txXfrm>
        <a:off x="8342049" y="1519"/>
        <a:ext cx="2438010" cy="489600"/>
      </dsp:txXfrm>
    </dsp:sp>
    <dsp:sp modelId="{B36E7751-FEAB-4FD1-A508-8392B3388274}">
      <dsp:nvSpPr>
        <dsp:cNvPr id="0" name=""/>
        <dsp:cNvSpPr/>
      </dsp:nvSpPr>
      <dsp:spPr>
        <a:xfrm>
          <a:off x="8342049" y="491119"/>
          <a:ext cx="2438010" cy="1773270"/>
        </a:xfrm>
        <a:prstGeom prst="rect">
          <a:avLst/>
        </a:prstGeom>
        <a:solidFill>
          <a:schemeClr val="accent5">
            <a:tint val="40000"/>
            <a:alpha val="90000"/>
            <a:hueOff val="0"/>
            <a:satOff val="0"/>
            <a:lumOff val="0"/>
            <a:alphaOff val="0"/>
          </a:schemeClr>
        </a:solidFill>
        <a:ln w="6350" cap="flat" cmpd="sng" algn="ctr">
          <a:solidFill>
            <a:schemeClr val="accent5">
              <a:tint val="40000"/>
              <a:alpha val="9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90678" tIns="90678" rIns="120904" bIns="136017" numCol="1" spcCol="1270" anchor="t" anchorCtr="0">
          <a:noAutofit/>
        </a:bodyPr>
        <a:lstStyle/>
        <a:p>
          <a:pPr marL="171450" lvl="1" indent="-171450" algn="l" defTabSz="755650">
            <a:lnSpc>
              <a:spcPct val="90000"/>
            </a:lnSpc>
            <a:spcBef>
              <a:spcPct val="0"/>
            </a:spcBef>
            <a:spcAft>
              <a:spcPct val="15000"/>
            </a:spcAft>
            <a:buChar char="•"/>
          </a:pPr>
          <a:r>
            <a:rPr lang="en-US" sz="1700" b="0" kern="1200" dirty="0"/>
            <a:t>Main method is a special method that serves as the entry point for a Java program.</a:t>
          </a:r>
          <a:endParaRPr lang="en-IN" sz="1700" kern="1200"/>
        </a:p>
      </dsp:txBody>
      <dsp:txXfrm>
        <a:off x="8342049" y="491119"/>
        <a:ext cx="2438010" cy="1773270"/>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C49710A-18FA-4265-95C8-EC557527BA94}">
      <dsp:nvSpPr>
        <dsp:cNvPr id="0" name=""/>
        <dsp:cNvSpPr/>
      </dsp:nvSpPr>
      <dsp:spPr>
        <a:xfrm>
          <a:off x="0" y="1832"/>
          <a:ext cx="4127254" cy="660338"/>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Java (High-level code)</a:t>
          </a:r>
          <a:endParaRPr lang="en-IN" sz="1800" kern="1200" dirty="0"/>
        </a:p>
      </dsp:txBody>
      <dsp:txXfrm>
        <a:off x="19341" y="21173"/>
        <a:ext cx="4088572" cy="621656"/>
      </dsp:txXfrm>
    </dsp:sp>
    <dsp:sp modelId="{EDFEE0D1-324B-4837-84C8-8392A2E54FB5}">
      <dsp:nvSpPr>
        <dsp:cNvPr id="0" name=""/>
        <dsp:cNvSpPr/>
      </dsp:nvSpPr>
      <dsp:spPr>
        <a:xfrm rot="5400000">
          <a:off x="1958070" y="676245"/>
          <a:ext cx="211112" cy="253335"/>
        </a:xfrm>
        <a:prstGeom prst="rightArrow">
          <a:avLst>
            <a:gd name="adj1" fmla="val 60000"/>
            <a:gd name="adj2" fmla="val 5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IN" sz="1800" kern="1200"/>
        </a:p>
      </dsp:txBody>
      <dsp:txXfrm rot="-5400000">
        <a:off x="1987626" y="697356"/>
        <a:ext cx="152001" cy="147778"/>
      </dsp:txXfrm>
    </dsp:sp>
    <dsp:sp modelId="{57D95E30-B7D7-4B09-A9D3-F4C57EAE2AB1}">
      <dsp:nvSpPr>
        <dsp:cNvPr id="0" name=""/>
        <dsp:cNvSpPr/>
      </dsp:nvSpPr>
      <dsp:spPr>
        <a:xfrm>
          <a:off x="0" y="943655"/>
          <a:ext cx="4127254" cy="660338"/>
        </a:xfrm>
        <a:prstGeom prst="roundRect">
          <a:avLst>
            <a:gd name="adj" fmla="val 1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Bytecode (Intermediate code)</a:t>
          </a:r>
          <a:endParaRPr lang="en-IN" sz="1800" kern="1200" dirty="0"/>
        </a:p>
      </dsp:txBody>
      <dsp:txXfrm>
        <a:off x="19341" y="962996"/>
        <a:ext cx="4088572" cy="621656"/>
      </dsp:txXfrm>
    </dsp:sp>
    <dsp:sp modelId="{9F03DCA8-AA08-4CE1-AB20-B4FD8C5C3F45}">
      <dsp:nvSpPr>
        <dsp:cNvPr id="0" name=""/>
        <dsp:cNvSpPr/>
      </dsp:nvSpPr>
      <dsp:spPr>
        <a:xfrm rot="5400000">
          <a:off x="1958070" y="1618068"/>
          <a:ext cx="211112" cy="253335"/>
        </a:xfrm>
        <a:prstGeom prst="rightArrow">
          <a:avLst>
            <a:gd name="adj1" fmla="val 60000"/>
            <a:gd name="adj2" fmla="val 5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IN" sz="1800" kern="1200"/>
        </a:p>
      </dsp:txBody>
      <dsp:txXfrm rot="-5400000">
        <a:off x="1987626" y="1639179"/>
        <a:ext cx="152001" cy="147778"/>
      </dsp:txXfrm>
    </dsp:sp>
    <dsp:sp modelId="{1AFCF148-1840-4A0B-9435-059FA75D4FEE}">
      <dsp:nvSpPr>
        <dsp:cNvPr id="0" name=""/>
        <dsp:cNvSpPr/>
      </dsp:nvSpPr>
      <dsp:spPr>
        <a:xfrm>
          <a:off x="0" y="1885478"/>
          <a:ext cx="4127254" cy="660338"/>
        </a:xfrm>
        <a:prstGeom prst="roundRect">
          <a:avLst>
            <a:gd name="adj" fmla="val 1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Native/ machine code (low-level code)</a:t>
          </a:r>
          <a:endParaRPr lang="en-IN" sz="1800" kern="1200" dirty="0"/>
        </a:p>
      </dsp:txBody>
      <dsp:txXfrm>
        <a:off x="19341" y="1904819"/>
        <a:ext cx="4088572" cy="621656"/>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FC0C618-3038-419A-86CA-54A1564B2549}">
      <dsp:nvSpPr>
        <dsp:cNvPr id="0" name=""/>
        <dsp:cNvSpPr/>
      </dsp:nvSpPr>
      <dsp:spPr>
        <a:xfrm>
          <a:off x="2769500" y="1230527"/>
          <a:ext cx="527973" cy="2747264"/>
        </a:xfrm>
        <a:custGeom>
          <a:avLst/>
          <a:gdLst/>
          <a:ahLst/>
          <a:cxnLst/>
          <a:rect l="0" t="0" r="0" b="0"/>
          <a:pathLst>
            <a:path>
              <a:moveTo>
                <a:pt x="0" y="0"/>
              </a:moveTo>
              <a:lnTo>
                <a:pt x="0" y="2747264"/>
              </a:lnTo>
              <a:lnTo>
                <a:pt x="527973" y="2747264"/>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0EE762C-F5BB-4113-B4C3-42E5E1043ADE}">
      <dsp:nvSpPr>
        <dsp:cNvPr id="0" name=""/>
        <dsp:cNvSpPr/>
      </dsp:nvSpPr>
      <dsp:spPr>
        <a:xfrm>
          <a:off x="2769500" y="1230527"/>
          <a:ext cx="527973" cy="2161019"/>
        </a:xfrm>
        <a:custGeom>
          <a:avLst/>
          <a:gdLst/>
          <a:ahLst/>
          <a:cxnLst/>
          <a:rect l="0" t="0" r="0" b="0"/>
          <a:pathLst>
            <a:path>
              <a:moveTo>
                <a:pt x="0" y="0"/>
              </a:moveTo>
              <a:lnTo>
                <a:pt x="0" y="2161019"/>
              </a:lnTo>
              <a:lnTo>
                <a:pt x="527973" y="2161019"/>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8E3C8F3-C487-4E6D-B260-0F33BEDB27DE}">
      <dsp:nvSpPr>
        <dsp:cNvPr id="0" name=""/>
        <dsp:cNvSpPr/>
      </dsp:nvSpPr>
      <dsp:spPr>
        <a:xfrm>
          <a:off x="2769500" y="1230527"/>
          <a:ext cx="527973" cy="1574773"/>
        </a:xfrm>
        <a:custGeom>
          <a:avLst/>
          <a:gdLst/>
          <a:ahLst/>
          <a:cxnLst/>
          <a:rect l="0" t="0" r="0" b="0"/>
          <a:pathLst>
            <a:path>
              <a:moveTo>
                <a:pt x="0" y="0"/>
              </a:moveTo>
              <a:lnTo>
                <a:pt x="0" y="1574773"/>
              </a:lnTo>
              <a:lnTo>
                <a:pt x="527973" y="1574773"/>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8C0944F-F64F-4876-8013-BF812E4B6F3A}">
      <dsp:nvSpPr>
        <dsp:cNvPr id="0" name=""/>
        <dsp:cNvSpPr/>
      </dsp:nvSpPr>
      <dsp:spPr>
        <a:xfrm>
          <a:off x="2769500" y="1230527"/>
          <a:ext cx="527973" cy="988528"/>
        </a:xfrm>
        <a:custGeom>
          <a:avLst/>
          <a:gdLst/>
          <a:ahLst/>
          <a:cxnLst/>
          <a:rect l="0" t="0" r="0" b="0"/>
          <a:pathLst>
            <a:path>
              <a:moveTo>
                <a:pt x="0" y="0"/>
              </a:moveTo>
              <a:lnTo>
                <a:pt x="0" y="988528"/>
              </a:lnTo>
              <a:lnTo>
                <a:pt x="527973" y="988528"/>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59AB130-1A4F-445C-AE43-BDF70CD11DF3}">
      <dsp:nvSpPr>
        <dsp:cNvPr id="0" name=""/>
        <dsp:cNvSpPr/>
      </dsp:nvSpPr>
      <dsp:spPr>
        <a:xfrm>
          <a:off x="2769500" y="1230527"/>
          <a:ext cx="527973" cy="402282"/>
        </a:xfrm>
        <a:custGeom>
          <a:avLst/>
          <a:gdLst/>
          <a:ahLst/>
          <a:cxnLst/>
          <a:rect l="0" t="0" r="0" b="0"/>
          <a:pathLst>
            <a:path>
              <a:moveTo>
                <a:pt x="0" y="0"/>
              </a:moveTo>
              <a:lnTo>
                <a:pt x="0" y="402282"/>
              </a:lnTo>
              <a:lnTo>
                <a:pt x="527973" y="402282"/>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10DC3B1-0696-4FD5-BF82-53158EB41D58}">
      <dsp:nvSpPr>
        <dsp:cNvPr id="0" name=""/>
        <dsp:cNvSpPr/>
      </dsp:nvSpPr>
      <dsp:spPr>
        <a:xfrm>
          <a:off x="2419473" y="522574"/>
          <a:ext cx="1269781" cy="218319"/>
        </a:xfrm>
        <a:custGeom>
          <a:avLst/>
          <a:gdLst/>
          <a:ahLst/>
          <a:cxnLst/>
          <a:rect l="0" t="0" r="0" b="0"/>
          <a:pathLst>
            <a:path>
              <a:moveTo>
                <a:pt x="0" y="0"/>
              </a:moveTo>
              <a:lnTo>
                <a:pt x="0" y="109159"/>
              </a:lnTo>
              <a:lnTo>
                <a:pt x="1269781" y="109159"/>
              </a:lnTo>
              <a:lnTo>
                <a:pt x="1269781" y="218319"/>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6A6649A-FF46-4F2C-8670-E7ABF77A0580}">
      <dsp:nvSpPr>
        <dsp:cNvPr id="0" name=""/>
        <dsp:cNvSpPr/>
      </dsp:nvSpPr>
      <dsp:spPr>
        <a:xfrm>
          <a:off x="207668" y="1230527"/>
          <a:ext cx="263938" cy="2747264"/>
        </a:xfrm>
        <a:custGeom>
          <a:avLst/>
          <a:gdLst/>
          <a:ahLst/>
          <a:cxnLst/>
          <a:rect l="0" t="0" r="0" b="0"/>
          <a:pathLst>
            <a:path>
              <a:moveTo>
                <a:pt x="0" y="0"/>
              </a:moveTo>
              <a:lnTo>
                <a:pt x="0" y="2747264"/>
              </a:lnTo>
              <a:lnTo>
                <a:pt x="263938" y="2747264"/>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BA607C2-309B-4318-87A6-6A725C70AEF6}">
      <dsp:nvSpPr>
        <dsp:cNvPr id="0" name=""/>
        <dsp:cNvSpPr/>
      </dsp:nvSpPr>
      <dsp:spPr>
        <a:xfrm>
          <a:off x="207668" y="1230527"/>
          <a:ext cx="263938" cy="2161019"/>
        </a:xfrm>
        <a:custGeom>
          <a:avLst/>
          <a:gdLst/>
          <a:ahLst/>
          <a:cxnLst/>
          <a:rect l="0" t="0" r="0" b="0"/>
          <a:pathLst>
            <a:path>
              <a:moveTo>
                <a:pt x="0" y="0"/>
              </a:moveTo>
              <a:lnTo>
                <a:pt x="0" y="2161019"/>
              </a:lnTo>
              <a:lnTo>
                <a:pt x="263938" y="2161019"/>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4BAD536-AB71-4E24-95D0-7C34402CFB92}">
      <dsp:nvSpPr>
        <dsp:cNvPr id="0" name=""/>
        <dsp:cNvSpPr/>
      </dsp:nvSpPr>
      <dsp:spPr>
        <a:xfrm>
          <a:off x="207668" y="1230527"/>
          <a:ext cx="263938" cy="1574773"/>
        </a:xfrm>
        <a:custGeom>
          <a:avLst/>
          <a:gdLst/>
          <a:ahLst/>
          <a:cxnLst/>
          <a:rect l="0" t="0" r="0" b="0"/>
          <a:pathLst>
            <a:path>
              <a:moveTo>
                <a:pt x="0" y="0"/>
              </a:moveTo>
              <a:lnTo>
                <a:pt x="0" y="1574773"/>
              </a:lnTo>
              <a:lnTo>
                <a:pt x="263938" y="1574773"/>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F007436-445E-4737-95A3-B2CE0FAE3D71}">
      <dsp:nvSpPr>
        <dsp:cNvPr id="0" name=""/>
        <dsp:cNvSpPr/>
      </dsp:nvSpPr>
      <dsp:spPr>
        <a:xfrm>
          <a:off x="207668" y="1230527"/>
          <a:ext cx="263938" cy="988528"/>
        </a:xfrm>
        <a:custGeom>
          <a:avLst/>
          <a:gdLst/>
          <a:ahLst/>
          <a:cxnLst/>
          <a:rect l="0" t="0" r="0" b="0"/>
          <a:pathLst>
            <a:path>
              <a:moveTo>
                <a:pt x="0" y="0"/>
              </a:moveTo>
              <a:lnTo>
                <a:pt x="0" y="988528"/>
              </a:lnTo>
              <a:lnTo>
                <a:pt x="263938" y="988528"/>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511D698-AD3E-4615-A79B-56B3FAF0AFBE}">
      <dsp:nvSpPr>
        <dsp:cNvPr id="0" name=""/>
        <dsp:cNvSpPr/>
      </dsp:nvSpPr>
      <dsp:spPr>
        <a:xfrm>
          <a:off x="207668" y="1230527"/>
          <a:ext cx="263938" cy="402282"/>
        </a:xfrm>
        <a:custGeom>
          <a:avLst/>
          <a:gdLst/>
          <a:ahLst/>
          <a:cxnLst/>
          <a:rect l="0" t="0" r="0" b="0"/>
          <a:pathLst>
            <a:path>
              <a:moveTo>
                <a:pt x="0" y="0"/>
              </a:moveTo>
              <a:lnTo>
                <a:pt x="0" y="402282"/>
              </a:lnTo>
              <a:lnTo>
                <a:pt x="263938" y="402282"/>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986D2D4-DACC-4895-BBBF-A69C0C402FA6}">
      <dsp:nvSpPr>
        <dsp:cNvPr id="0" name=""/>
        <dsp:cNvSpPr/>
      </dsp:nvSpPr>
      <dsp:spPr>
        <a:xfrm>
          <a:off x="1038343" y="522574"/>
          <a:ext cx="1381129" cy="218319"/>
        </a:xfrm>
        <a:custGeom>
          <a:avLst/>
          <a:gdLst/>
          <a:ahLst/>
          <a:cxnLst/>
          <a:rect l="0" t="0" r="0" b="0"/>
          <a:pathLst>
            <a:path>
              <a:moveTo>
                <a:pt x="1381129" y="0"/>
              </a:moveTo>
              <a:lnTo>
                <a:pt x="1381129" y="109159"/>
              </a:lnTo>
              <a:lnTo>
                <a:pt x="0" y="109159"/>
              </a:lnTo>
              <a:lnTo>
                <a:pt x="0" y="218319"/>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8681715-18AF-480C-9141-A534EFC06CBD}">
      <dsp:nvSpPr>
        <dsp:cNvPr id="0" name=""/>
        <dsp:cNvSpPr/>
      </dsp:nvSpPr>
      <dsp:spPr>
        <a:xfrm>
          <a:off x="1400367" y="2765"/>
          <a:ext cx="2038211" cy="519808"/>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kern="1200" dirty="0"/>
            <a:t>Types of data types</a:t>
          </a:r>
          <a:endParaRPr lang="en-IN" sz="1800" b="0" kern="1200" dirty="0"/>
        </a:p>
      </dsp:txBody>
      <dsp:txXfrm>
        <a:off x="1425742" y="28140"/>
        <a:ext cx="1987461" cy="469058"/>
      </dsp:txXfrm>
    </dsp:sp>
    <dsp:sp modelId="{BC2C5144-37A1-4AE5-BEF5-FA0DA6507C69}">
      <dsp:nvSpPr>
        <dsp:cNvPr id="0" name=""/>
        <dsp:cNvSpPr/>
      </dsp:nvSpPr>
      <dsp:spPr>
        <a:xfrm>
          <a:off x="0" y="740893"/>
          <a:ext cx="2076687" cy="489633"/>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Primitive Data Types</a:t>
          </a:r>
          <a:endParaRPr lang="en-IN" sz="1800" b="0" kern="1200" dirty="0"/>
        </a:p>
      </dsp:txBody>
      <dsp:txXfrm>
        <a:off x="23902" y="764795"/>
        <a:ext cx="2028883" cy="441829"/>
      </dsp:txXfrm>
    </dsp:sp>
    <dsp:sp modelId="{4871DD75-0B0E-4058-A863-685F07A8C6F1}">
      <dsp:nvSpPr>
        <dsp:cNvPr id="0" name=""/>
        <dsp:cNvSpPr/>
      </dsp:nvSpPr>
      <dsp:spPr>
        <a:xfrm>
          <a:off x="471607" y="1448847"/>
          <a:ext cx="1432884" cy="367925"/>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Byte</a:t>
          </a:r>
          <a:endParaRPr lang="en-IN" sz="1800" b="0" kern="1200" dirty="0"/>
        </a:p>
      </dsp:txBody>
      <dsp:txXfrm>
        <a:off x="489568" y="1466808"/>
        <a:ext cx="1396962" cy="332003"/>
      </dsp:txXfrm>
    </dsp:sp>
    <dsp:sp modelId="{62425F0D-09FF-46CB-A362-4370D2E18189}">
      <dsp:nvSpPr>
        <dsp:cNvPr id="0" name=""/>
        <dsp:cNvSpPr/>
      </dsp:nvSpPr>
      <dsp:spPr>
        <a:xfrm>
          <a:off x="471607" y="2035093"/>
          <a:ext cx="1432884" cy="367925"/>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Int</a:t>
          </a:r>
          <a:endParaRPr lang="en-IN" sz="1800" b="0" kern="1200" dirty="0"/>
        </a:p>
      </dsp:txBody>
      <dsp:txXfrm>
        <a:off x="489568" y="2053054"/>
        <a:ext cx="1396962" cy="332003"/>
      </dsp:txXfrm>
    </dsp:sp>
    <dsp:sp modelId="{AE97FEC4-8CE3-4DFB-8F58-5B76DD8C32F3}">
      <dsp:nvSpPr>
        <dsp:cNvPr id="0" name=""/>
        <dsp:cNvSpPr/>
      </dsp:nvSpPr>
      <dsp:spPr>
        <a:xfrm>
          <a:off x="471607" y="2621338"/>
          <a:ext cx="1432884" cy="367925"/>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Float</a:t>
          </a:r>
          <a:endParaRPr lang="en-IN" sz="1800" b="0" kern="1200" dirty="0"/>
        </a:p>
      </dsp:txBody>
      <dsp:txXfrm>
        <a:off x="489568" y="2639299"/>
        <a:ext cx="1396962" cy="332003"/>
      </dsp:txXfrm>
    </dsp:sp>
    <dsp:sp modelId="{9B7DBACA-4944-4D44-919E-C4E6B014DD8F}">
      <dsp:nvSpPr>
        <dsp:cNvPr id="0" name=""/>
        <dsp:cNvSpPr/>
      </dsp:nvSpPr>
      <dsp:spPr>
        <a:xfrm>
          <a:off x="471607" y="3207584"/>
          <a:ext cx="1432884" cy="367925"/>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Char</a:t>
          </a:r>
          <a:endParaRPr lang="en-IN" sz="1800" b="0" kern="1200" dirty="0"/>
        </a:p>
      </dsp:txBody>
      <dsp:txXfrm>
        <a:off x="489568" y="3225545"/>
        <a:ext cx="1396962" cy="332003"/>
      </dsp:txXfrm>
    </dsp:sp>
    <dsp:sp modelId="{F2020A3C-4981-4F22-A7D5-AC9609B8870D}">
      <dsp:nvSpPr>
        <dsp:cNvPr id="0" name=""/>
        <dsp:cNvSpPr/>
      </dsp:nvSpPr>
      <dsp:spPr>
        <a:xfrm>
          <a:off x="471607" y="3793829"/>
          <a:ext cx="1432884" cy="367925"/>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boolean</a:t>
          </a:r>
          <a:endParaRPr lang="en-IN" sz="1800" b="0" kern="1200" dirty="0"/>
        </a:p>
      </dsp:txBody>
      <dsp:txXfrm>
        <a:off x="489568" y="3811790"/>
        <a:ext cx="1396962" cy="332003"/>
      </dsp:txXfrm>
    </dsp:sp>
    <dsp:sp modelId="{6DE65C44-60F1-44B6-974A-D2557AF0F435}">
      <dsp:nvSpPr>
        <dsp:cNvPr id="0" name=""/>
        <dsp:cNvSpPr/>
      </dsp:nvSpPr>
      <dsp:spPr>
        <a:xfrm>
          <a:off x="2539562" y="740893"/>
          <a:ext cx="2299384" cy="489633"/>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 Reference Data Types</a:t>
          </a:r>
          <a:endParaRPr lang="en-IN" sz="1800" b="0" kern="1200" dirty="0"/>
        </a:p>
      </dsp:txBody>
      <dsp:txXfrm>
        <a:off x="2563464" y="764795"/>
        <a:ext cx="2251580" cy="441829"/>
      </dsp:txXfrm>
    </dsp:sp>
    <dsp:sp modelId="{99019AC9-8FBE-4626-9E0A-48536F4C0A67}">
      <dsp:nvSpPr>
        <dsp:cNvPr id="0" name=""/>
        <dsp:cNvSpPr/>
      </dsp:nvSpPr>
      <dsp:spPr>
        <a:xfrm>
          <a:off x="3297474" y="1448847"/>
          <a:ext cx="1541472" cy="367925"/>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Class</a:t>
          </a:r>
          <a:endParaRPr lang="en-IN" sz="1800" b="0" kern="1200" dirty="0"/>
        </a:p>
      </dsp:txBody>
      <dsp:txXfrm>
        <a:off x="3315435" y="1466808"/>
        <a:ext cx="1505550" cy="332003"/>
      </dsp:txXfrm>
    </dsp:sp>
    <dsp:sp modelId="{8D6B0BE5-CEF0-4EE5-8977-D9D83F660BC5}">
      <dsp:nvSpPr>
        <dsp:cNvPr id="0" name=""/>
        <dsp:cNvSpPr/>
      </dsp:nvSpPr>
      <dsp:spPr>
        <a:xfrm>
          <a:off x="3297474" y="2035093"/>
          <a:ext cx="1541472" cy="367925"/>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a:t>Array</a:t>
          </a:r>
          <a:endParaRPr lang="en-IN" sz="1800" b="0" kern="1200" dirty="0"/>
        </a:p>
      </dsp:txBody>
      <dsp:txXfrm>
        <a:off x="3315435" y="2053054"/>
        <a:ext cx="1505550" cy="332003"/>
      </dsp:txXfrm>
    </dsp:sp>
    <dsp:sp modelId="{E57E9D8B-6D26-4909-A916-2910F5F6C677}">
      <dsp:nvSpPr>
        <dsp:cNvPr id="0" name=""/>
        <dsp:cNvSpPr/>
      </dsp:nvSpPr>
      <dsp:spPr>
        <a:xfrm>
          <a:off x="3297474" y="2621338"/>
          <a:ext cx="1541472" cy="367925"/>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Interface</a:t>
          </a:r>
          <a:endParaRPr lang="en-IN" sz="1800" b="0" kern="1200" dirty="0"/>
        </a:p>
      </dsp:txBody>
      <dsp:txXfrm>
        <a:off x="3315435" y="2639299"/>
        <a:ext cx="1505550" cy="332003"/>
      </dsp:txXfrm>
    </dsp:sp>
    <dsp:sp modelId="{4874B893-E8C0-4CA6-8939-92B11686EA39}">
      <dsp:nvSpPr>
        <dsp:cNvPr id="0" name=""/>
        <dsp:cNvSpPr/>
      </dsp:nvSpPr>
      <dsp:spPr>
        <a:xfrm>
          <a:off x="3297474" y="3207584"/>
          <a:ext cx="1541472" cy="367925"/>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Enum</a:t>
          </a:r>
          <a:endParaRPr lang="en-IN" sz="1800" b="0" kern="1200" dirty="0"/>
        </a:p>
      </dsp:txBody>
      <dsp:txXfrm>
        <a:off x="3315435" y="3225545"/>
        <a:ext cx="1505550" cy="332003"/>
      </dsp:txXfrm>
    </dsp:sp>
    <dsp:sp modelId="{FE9CB5DB-B417-4CFF-8527-6D6BC1C64865}">
      <dsp:nvSpPr>
        <dsp:cNvPr id="0" name=""/>
        <dsp:cNvSpPr/>
      </dsp:nvSpPr>
      <dsp:spPr>
        <a:xfrm>
          <a:off x="3297474" y="3793829"/>
          <a:ext cx="1541472" cy="367925"/>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String</a:t>
          </a:r>
          <a:endParaRPr lang="en-IN" sz="1800" b="0" kern="1200" dirty="0"/>
        </a:p>
      </dsp:txBody>
      <dsp:txXfrm>
        <a:off x="3315435" y="3811790"/>
        <a:ext cx="1505550" cy="332003"/>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AF66837-9EA6-4197-9560-27CD09A67F78}">
      <dsp:nvSpPr>
        <dsp:cNvPr id="0" name=""/>
        <dsp:cNvSpPr/>
      </dsp:nvSpPr>
      <dsp:spPr>
        <a:xfrm>
          <a:off x="907659" y="0"/>
          <a:ext cx="2396436" cy="470805"/>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 Reference Data Types</a:t>
          </a:r>
          <a:endParaRPr lang="en-IN" sz="1800" b="0" kern="1200" dirty="0"/>
        </a:p>
      </dsp:txBody>
      <dsp:txXfrm>
        <a:off x="921448" y="13789"/>
        <a:ext cx="2368858" cy="443227"/>
      </dsp:txXfrm>
    </dsp:sp>
    <dsp:sp modelId="{F05D5F0E-2418-45A7-94A7-2DC4D939912D}">
      <dsp:nvSpPr>
        <dsp:cNvPr id="0" name=""/>
        <dsp:cNvSpPr/>
      </dsp:nvSpPr>
      <dsp:spPr>
        <a:xfrm>
          <a:off x="1147303" y="470805"/>
          <a:ext cx="239643" cy="354531"/>
        </a:xfrm>
        <a:custGeom>
          <a:avLst/>
          <a:gdLst/>
          <a:ahLst/>
          <a:cxnLst/>
          <a:rect l="0" t="0" r="0" b="0"/>
          <a:pathLst>
            <a:path>
              <a:moveTo>
                <a:pt x="0" y="0"/>
              </a:moveTo>
              <a:lnTo>
                <a:pt x="0" y="354531"/>
              </a:lnTo>
              <a:lnTo>
                <a:pt x="239643" y="354531"/>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98BF203-7005-418B-AB16-6F7D50B5C53D}">
      <dsp:nvSpPr>
        <dsp:cNvPr id="0" name=""/>
        <dsp:cNvSpPr/>
      </dsp:nvSpPr>
      <dsp:spPr>
        <a:xfrm>
          <a:off x="1386946" y="589933"/>
          <a:ext cx="1920516" cy="470805"/>
        </a:xfrm>
        <a:prstGeom prst="roundRect">
          <a:avLst>
            <a:gd name="adj" fmla="val 10000"/>
          </a:avLst>
        </a:prstGeom>
        <a:solidFill>
          <a:schemeClr val="lt1">
            <a:alpha val="90000"/>
            <a:hueOff val="0"/>
            <a:satOff val="0"/>
            <a:lumOff val="0"/>
            <a:alphaOff val="0"/>
          </a:schemeClr>
        </a:solidFill>
        <a:ln w="635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String</a:t>
          </a:r>
          <a:endParaRPr lang="en-IN" sz="1800" b="0" kern="1200" dirty="0"/>
        </a:p>
      </dsp:txBody>
      <dsp:txXfrm>
        <a:off x="1400735" y="603722"/>
        <a:ext cx="1892938" cy="443227"/>
      </dsp:txXfrm>
    </dsp:sp>
    <dsp:sp modelId="{536B5173-BDAC-4E00-939B-8393BAC17C1C}">
      <dsp:nvSpPr>
        <dsp:cNvPr id="0" name=""/>
        <dsp:cNvSpPr/>
      </dsp:nvSpPr>
      <dsp:spPr>
        <a:xfrm>
          <a:off x="1147303" y="470805"/>
          <a:ext cx="239643" cy="943037"/>
        </a:xfrm>
        <a:custGeom>
          <a:avLst/>
          <a:gdLst/>
          <a:ahLst/>
          <a:cxnLst/>
          <a:rect l="0" t="0" r="0" b="0"/>
          <a:pathLst>
            <a:path>
              <a:moveTo>
                <a:pt x="0" y="0"/>
              </a:moveTo>
              <a:lnTo>
                <a:pt x="0" y="943037"/>
              </a:lnTo>
              <a:lnTo>
                <a:pt x="239643" y="943037"/>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3ED158B-90B5-4A70-9920-DB8AADE04630}">
      <dsp:nvSpPr>
        <dsp:cNvPr id="0" name=""/>
        <dsp:cNvSpPr/>
      </dsp:nvSpPr>
      <dsp:spPr>
        <a:xfrm>
          <a:off x="1386946" y="1178440"/>
          <a:ext cx="1920516" cy="470805"/>
        </a:xfrm>
        <a:prstGeom prst="roundRect">
          <a:avLst>
            <a:gd name="adj" fmla="val 10000"/>
          </a:avLst>
        </a:prstGeom>
        <a:solidFill>
          <a:schemeClr val="lt1">
            <a:alpha val="90000"/>
            <a:hueOff val="0"/>
            <a:satOff val="0"/>
            <a:lumOff val="0"/>
            <a:alphaOff val="0"/>
          </a:schemeClr>
        </a:solidFill>
        <a:ln w="6350" cap="flat" cmpd="sng" algn="ctr">
          <a:solidFill>
            <a:schemeClr val="accent3">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IN" sz="1800" b="0" i="0" kern="1200"/>
            <a:t>Array</a:t>
          </a:r>
          <a:endParaRPr lang="en-IN" sz="1800" b="0" kern="1200" dirty="0"/>
        </a:p>
      </dsp:txBody>
      <dsp:txXfrm>
        <a:off x="1400735" y="1192229"/>
        <a:ext cx="1892938" cy="443227"/>
      </dsp:txXfrm>
    </dsp:sp>
    <dsp:sp modelId="{04E07175-1A6B-4C19-A742-54BA538453F3}">
      <dsp:nvSpPr>
        <dsp:cNvPr id="0" name=""/>
        <dsp:cNvSpPr/>
      </dsp:nvSpPr>
      <dsp:spPr>
        <a:xfrm>
          <a:off x="1147303" y="470805"/>
          <a:ext cx="239643" cy="1531544"/>
        </a:xfrm>
        <a:custGeom>
          <a:avLst/>
          <a:gdLst/>
          <a:ahLst/>
          <a:cxnLst/>
          <a:rect l="0" t="0" r="0" b="0"/>
          <a:pathLst>
            <a:path>
              <a:moveTo>
                <a:pt x="0" y="0"/>
              </a:moveTo>
              <a:lnTo>
                <a:pt x="0" y="1531544"/>
              </a:lnTo>
              <a:lnTo>
                <a:pt x="239643" y="1531544"/>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65DD95D-E59F-469C-A9AB-F322EFD8CE06}">
      <dsp:nvSpPr>
        <dsp:cNvPr id="0" name=""/>
        <dsp:cNvSpPr/>
      </dsp:nvSpPr>
      <dsp:spPr>
        <a:xfrm>
          <a:off x="1386946" y="1766947"/>
          <a:ext cx="1920516" cy="470805"/>
        </a:xfrm>
        <a:prstGeom prst="roundRect">
          <a:avLst>
            <a:gd name="adj" fmla="val 10000"/>
          </a:avLst>
        </a:prstGeom>
        <a:solidFill>
          <a:schemeClr val="lt1">
            <a:alpha val="90000"/>
            <a:hueOff val="0"/>
            <a:satOff val="0"/>
            <a:lumOff val="0"/>
            <a:alphaOff val="0"/>
          </a:schemeClr>
        </a:solidFill>
        <a:ln w="6350" cap="flat" cmpd="sng" algn="ctr">
          <a:solidFill>
            <a:schemeClr val="accent4">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Interface</a:t>
          </a:r>
          <a:endParaRPr lang="en-IN" sz="1800" b="0" kern="1200" dirty="0"/>
        </a:p>
      </dsp:txBody>
      <dsp:txXfrm>
        <a:off x="1400735" y="1780736"/>
        <a:ext cx="1892938" cy="443227"/>
      </dsp:txXfrm>
    </dsp:sp>
    <dsp:sp modelId="{D2348E03-DE33-4E5F-A766-B77F6032A9FF}">
      <dsp:nvSpPr>
        <dsp:cNvPr id="0" name=""/>
        <dsp:cNvSpPr/>
      </dsp:nvSpPr>
      <dsp:spPr>
        <a:xfrm>
          <a:off x="1147303" y="470805"/>
          <a:ext cx="239643" cy="2120051"/>
        </a:xfrm>
        <a:custGeom>
          <a:avLst/>
          <a:gdLst/>
          <a:ahLst/>
          <a:cxnLst/>
          <a:rect l="0" t="0" r="0" b="0"/>
          <a:pathLst>
            <a:path>
              <a:moveTo>
                <a:pt x="0" y="0"/>
              </a:moveTo>
              <a:lnTo>
                <a:pt x="0" y="2120051"/>
              </a:lnTo>
              <a:lnTo>
                <a:pt x="239643" y="2120051"/>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00786C9-3F8C-460F-9D7D-ABC2B848E5BC}">
      <dsp:nvSpPr>
        <dsp:cNvPr id="0" name=""/>
        <dsp:cNvSpPr/>
      </dsp:nvSpPr>
      <dsp:spPr>
        <a:xfrm>
          <a:off x="1386946" y="2355453"/>
          <a:ext cx="1920516" cy="470805"/>
        </a:xfrm>
        <a:prstGeom prst="roundRect">
          <a:avLst>
            <a:gd name="adj" fmla="val 10000"/>
          </a:avLst>
        </a:prstGeom>
        <a:solidFill>
          <a:schemeClr val="lt1">
            <a:alpha val="90000"/>
            <a:hueOff val="0"/>
            <a:satOff val="0"/>
            <a:lumOff val="0"/>
            <a:alphaOff val="0"/>
          </a:schemeClr>
        </a:solidFill>
        <a:ln w="6350" cap="flat" cmpd="sng" algn="ctr">
          <a:solidFill>
            <a:schemeClr val="accent5">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Enum</a:t>
          </a:r>
          <a:endParaRPr lang="en-IN" sz="1800" b="0" kern="1200" dirty="0"/>
        </a:p>
      </dsp:txBody>
      <dsp:txXfrm>
        <a:off x="1400735" y="2369242"/>
        <a:ext cx="1892938" cy="443227"/>
      </dsp:txXfrm>
    </dsp:sp>
    <dsp:sp modelId="{36B13B34-6C03-4A14-BC3D-29EE8A652D12}">
      <dsp:nvSpPr>
        <dsp:cNvPr id="0" name=""/>
        <dsp:cNvSpPr/>
      </dsp:nvSpPr>
      <dsp:spPr>
        <a:xfrm>
          <a:off x="1147303" y="470805"/>
          <a:ext cx="239643" cy="2708557"/>
        </a:xfrm>
        <a:custGeom>
          <a:avLst/>
          <a:gdLst/>
          <a:ahLst/>
          <a:cxnLst/>
          <a:rect l="0" t="0" r="0" b="0"/>
          <a:pathLst>
            <a:path>
              <a:moveTo>
                <a:pt x="0" y="0"/>
              </a:moveTo>
              <a:lnTo>
                <a:pt x="0" y="2708557"/>
              </a:lnTo>
              <a:lnTo>
                <a:pt x="239643" y="2708557"/>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C0D643D-9BE3-4D93-912B-BBBC6DE68A77}">
      <dsp:nvSpPr>
        <dsp:cNvPr id="0" name=""/>
        <dsp:cNvSpPr/>
      </dsp:nvSpPr>
      <dsp:spPr>
        <a:xfrm>
          <a:off x="1386946" y="2943960"/>
          <a:ext cx="1920516" cy="470805"/>
        </a:xfrm>
        <a:prstGeom prst="roundRect">
          <a:avLst>
            <a:gd name="adj" fmla="val 10000"/>
          </a:avLst>
        </a:prstGeom>
        <a:solidFill>
          <a:schemeClr val="lt1">
            <a:alpha val="90000"/>
            <a:hueOff val="0"/>
            <a:satOff val="0"/>
            <a:lumOff val="0"/>
            <a:alphaOff val="0"/>
          </a:schemeClr>
        </a:solidFill>
        <a:ln w="6350" cap="flat" cmpd="sng" algn="ctr">
          <a:solidFill>
            <a:schemeClr val="accent6">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Class</a:t>
          </a:r>
          <a:endParaRPr lang="en-IN" sz="1800" b="0" kern="1200" dirty="0"/>
        </a:p>
      </dsp:txBody>
      <dsp:txXfrm>
        <a:off x="1400735" y="2957749"/>
        <a:ext cx="1892938" cy="443227"/>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6E19965-C02E-40CA-9F7C-C234575A8EF1}">
      <dsp:nvSpPr>
        <dsp:cNvPr id="0" name=""/>
        <dsp:cNvSpPr/>
      </dsp:nvSpPr>
      <dsp:spPr>
        <a:xfrm>
          <a:off x="4389085" y="4673237"/>
          <a:ext cx="365809" cy="91440"/>
        </a:xfrm>
        <a:custGeom>
          <a:avLst/>
          <a:gdLst/>
          <a:ahLst/>
          <a:cxnLst/>
          <a:rect l="0" t="0" r="0" b="0"/>
          <a:pathLst>
            <a:path>
              <a:moveTo>
                <a:pt x="0" y="45720"/>
              </a:moveTo>
              <a:lnTo>
                <a:pt x="365809" y="45720"/>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4562845" y="4709812"/>
        <a:ext cx="18290" cy="18290"/>
      </dsp:txXfrm>
    </dsp:sp>
    <dsp:sp modelId="{0DB4B853-501E-4B7C-A3F8-EF56141C35D0}">
      <dsp:nvSpPr>
        <dsp:cNvPr id="0" name=""/>
        <dsp:cNvSpPr/>
      </dsp:nvSpPr>
      <dsp:spPr>
        <a:xfrm>
          <a:off x="1343743" y="2499133"/>
          <a:ext cx="929651" cy="2219824"/>
        </a:xfrm>
        <a:custGeom>
          <a:avLst/>
          <a:gdLst/>
          <a:ahLst/>
          <a:cxnLst/>
          <a:rect l="0" t="0" r="0" b="0"/>
          <a:pathLst>
            <a:path>
              <a:moveTo>
                <a:pt x="0" y="0"/>
              </a:moveTo>
              <a:lnTo>
                <a:pt x="464825" y="0"/>
              </a:lnTo>
              <a:lnTo>
                <a:pt x="464825" y="2219824"/>
              </a:lnTo>
              <a:lnTo>
                <a:pt x="929651" y="2219824"/>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1748403" y="3548879"/>
        <a:ext cx="120331" cy="120331"/>
      </dsp:txXfrm>
    </dsp:sp>
    <dsp:sp modelId="{74874E82-83D4-4206-BC74-BF03FBBBD9AF}">
      <dsp:nvSpPr>
        <dsp:cNvPr id="0" name=""/>
        <dsp:cNvSpPr/>
      </dsp:nvSpPr>
      <dsp:spPr>
        <a:xfrm>
          <a:off x="4389085" y="3935934"/>
          <a:ext cx="365809" cy="91440"/>
        </a:xfrm>
        <a:custGeom>
          <a:avLst/>
          <a:gdLst/>
          <a:ahLst/>
          <a:cxnLst/>
          <a:rect l="0" t="0" r="0" b="0"/>
          <a:pathLst>
            <a:path>
              <a:moveTo>
                <a:pt x="0" y="45720"/>
              </a:moveTo>
              <a:lnTo>
                <a:pt x="365809" y="45720"/>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4562845" y="3972509"/>
        <a:ext cx="18290" cy="18290"/>
      </dsp:txXfrm>
    </dsp:sp>
    <dsp:sp modelId="{389378D9-04E3-4F1D-BCC3-E28B39B19133}">
      <dsp:nvSpPr>
        <dsp:cNvPr id="0" name=""/>
        <dsp:cNvSpPr/>
      </dsp:nvSpPr>
      <dsp:spPr>
        <a:xfrm>
          <a:off x="1343743" y="2499133"/>
          <a:ext cx="929651" cy="1482521"/>
        </a:xfrm>
        <a:custGeom>
          <a:avLst/>
          <a:gdLst/>
          <a:ahLst/>
          <a:cxnLst/>
          <a:rect l="0" t="0" r="0" b="0"/>
          <a:pathLst>
            <a:path>
              <a:moveTo>
                <a:pt x="0" y="0"/>
              </a:moveTo>
              <a:lnTo>
                <a:pt x="464825" y="0"/>
              </a:lnTo>
              <a:lnTo>
                <a:pt x="464825" y="1482521"/>
              </a:lnTo>
              <a:lnTo>
                <a:pt x="929651" y="1482521"/>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1764821" y="3196646"/>
        <a:ext cx="87494" cy="87494"/>
      </dsp:txXfrm>
    </dsp:sp>
    <dsp:sp modelId="{EFD2FBE0-DEC6-475F-812D-39BEA12CBE85}">
      <dsp:nvSpPr>
        <dsp:cNvPr id="0" name=""/>
        <dsp:cNvSpPr/>
      </dsp:nvSpPr>
      <dsp:spPr>
        <a:xfrm>
          <a:off x="4403228" y="3198632"/>
          <a:ext cx="351667" cy="91440"/>
        </a:xfrm>
        <a:custGeom>
          <a:avLst/>
          <a:gdLst/>
          <a:ahLst/>
          <a:cxnLst/>
          <a:rect l="0" t="0" r="0" b="0"/>
          <a:pathLst>
            <a:path>
              <a:moveTo>
                <a:pt x="0" y="45720"/>
              </a:moveTo>
              <a:lnTo>
                <a:pt x="351667" y="45720"/>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4570270" y="3235560"/>
        <a:ext cx="17583" cy="17583"/>
      </dsp:txXfrm>
    </dsp:sp>
    <dsp:sp modelId="{580DCB9B-B0FA-48A1-976B-50CDD33B60AF}">
      <dsp:nvSpPr>
        <dsp:cNvPr id="0" name=""/>
        <dsp:cNvSpPr/>
      </dsp:nvSpPr>
      <dsp:spPr>
        <a:xfrm>
          <a:off x="1343743" y="2499133"/>
          <a:ext cx="943793" cy="745218"/>
        </a:xfrm>
        <a:custGeom>
          <a:avLst/>
          <a:gdLst/>
          <a:ahLst/>
          <a:cxnLst/>
          <a:rect l="0" t="0" r="0" b="0"/>
          <a:pathLst>
            <a:path>
              <a:moveTo>
                <a:pt x="0" y="0"/>
              </a:moveTo>
              <a:lnTo>
                <a:pt x="471896" y="0"/>
              </a:lnTo>
              <a:lnTo>
                <a:pt x="471896" y="745218"/>
              </a:lnTo>
              <a:lnTo>
                <a:pt x="943793" y="745218"/>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1785576" y="2841679"/>
        <a:ext cx="60126" cy="60126"/>
      </dsp:txXfrm>
    </dsp:sp>
    <dsp:sp modelId="{FF7DD197-C1EE-406B-B9C5-86625078CA8B}">
      <dsp:nvSpPr>
        <dsp:cNvPr id="0" name=""/>
        <dsp:cNvSpPr/>
      </dsp:nvSpPr>
      <dsp:spPr>
        <a:xfrm>
          <a:off x="4403228" y="2461329"/>
          <a:ext cx="351667" cy="91440"/>
        </a:xfrm>
        <a:custGeom>
          <a:avLst/>
          <a:gdLst/>
          <a:ahLst/>
          <a:cxnLst/>
          <a:rect l="0" t="0" r="0" b="0"/>
          <a:pathLst>
            <a:path>
              <a:moveTo>
                <a:pt x="0" y="45720"/>
              </a:moveTo>
              <a:lnTo>
                <a:pt x="351667" y="45720"/>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4570270" y="2498257"/>
        <a:ext cx="17583" cy="17583"/>
      </dsp:txXfrm>
    </dsp:sp>
    <dsp:sp modelId="{572E8DCE-EFB8-4781-B6B7-1D99076A84BD}">
      <dsp:nvSpPr>
        <dsp:cNvPr id="0" name=""/>
        <dsp:cNvSpPr/>
      </dsp:nvSpPr>
      <dsp:spPr>
        <a:xfrm>
          <a:off x="1343743" y="2453413"/>
          <a:ext cx="943793" cy="91440"/>
        </a:xfrm>
        <a:custGeom>
          <a:avLst/>
          <a:gdLst/>
          <a:ahLst/>
          <a:cxnLst/>
          <a:rect l="0" t="0" r="0" b="0"/>
          <a:pathLst>
            <a:path>
              <a:moveTo>
                <a:pt x="0" y="45720"/>
              </a:moveTo>
              <a:lnTo>
                <a:pt x="471896" y="45720"/>
              </a:lnTo>
              <a:lnTo>
                <a:pt x="471896" y="53636"/>
              </a:lnTo>
              <a:lnTo>
                <a:pt x="943793" y="53636"/>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1792044" y="2475537"/>
        <a:ext cx="47191" cy="47191"/>
      </dsp:txXfrm>
    </dsp:sp>
    <dsp:sp modelId="{F6FD7EE2-D062-4FDD-BCC2-CBDBD17F204E}">
      <dsp:nvSpPr>
        <dsp:cNvPr id="0" name=""/>
        <dsp:cNvSpPr/>
      </dsp:nvSpPr>
      <dsp:spPr>
        <a:xfrm>
          <a:off x="4403228" y="1724026"/>
          <a:ext cx="351667" cy="91440"/>
        </a:xfrm>
        <a:custGeom>
          <a:avLst/>
          <a:gdLst/>
          <a:ahLst/>
          <a:cxnLst/>
          <a:rect l="0" t="0" r="0" b="0"/>
          <a:pathLst>
            <a:path>
              <a:moveTo>
                <a:pt x="0" y="45720"/>
              </a:moveTo>
              <a:lnTo>
                <a:pt x="351667" y="45720"/>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4570270" y="1760955"/>
        <a:ext cx="17583" cy="17583"/>
      </dsp:txXfrm>
    </dsp:sp>
    <dsp:sp modelId="{810F9A6E-5E46-4247-8B5E-D65E16238166}">
      <dsp:nvSpPr>
        <dsp:cNvPr id="0" name=""/>
        <dsp:cNvSpPr/>
      </dsp:nvSpPr>
      <dsp:spPr>
        <a:xfrm>
          <a:off x="1343743" y="1769746"/>
          <a:ext cx="943793" cy="729386"/>
        </a:xfrm>
        <a:custGeom>
          <a:avLst/>
          <a:gdLst/>
          <a:ahLst/>
          <a:cxnLst/>
          <a:rect l="0" t="0" r="0" b="0"/>
          <a:pathLst>
            <a:path>
              <a:moveTo>
                <a:pt x="0" y="729386"/>
              </a:moveTo>
              <a:lnTo>
                <a:pt x="471896" y="729386"/>
              </a:lnTo>
              <a:lnTo>
                <a:pt x="471896" y="0"/>
              </a:lnTo>
              <a:lnTo>
                <a:pt x="943793" y="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1785820" y="2104620"/>
        <a:ext cx="59639" cy="59639"/>
      </dsp:txXfrm>
    </dsp:sp>
    <dsp:sp modelId="{376BB3E1-24FA-4A67-B855-420E82C83148}">
      <dsp:nvSpPr>
        <dsp:cNvPr id="0" name=""/>
        <dsp:cNvSpPr/>
      </dsp:nvSpPr>
      <dsp:spPr>
        <a:xfrm>
          <a:off x="4403228" y="984052"/>
          <a:ext cx="329302" cy="91440"/>
        </a:xfrm>
        <a:custGeom>
          <a:avLst/>
          <a:gdLst/>
          <a:ahLst/>
          <a:cxnLst/>
          <a:rect l="0" t="0" r="0" b="0"/>
          <a:pathLst>
            <a:path>
              <a:moveTo>
                <a:pt x="0" y="48391"/>
              </a:moveTo>
              <a:lnTo>
                <a:pt x="164651" y="48391"/>
              </a:lnTo>
              <a:lnTo>
                <a:pt x="164651" y="45720"/>
              </a:lnTo>
              <a:lnTo>
                <a:pt x="329302" y="45720"/>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4559646" y="1021539"/>
        <a:ext cx="16465" cy="16465"/>
      </dsp:txXfrm>
    </dsp:sp>
    <dsp:sp modelId="{6F4BED67-2607-4388-B17A-0E93C7CB9A76}">
      <dsp:nvSpPr>
        <dsp:cNvPr id="0" name=""/>
        <dsp:cNvSpPr/>
      </dsp:nvSpPr>
      <dsp:spPr>
        <a:xfrm>
          <a:off x="1343743" y="1032444"/>
          <a:ext cx="943793" cy="1466689"/>
        </a:xfrm>
        <a:custGeom>
          <a:avLst/>
          <a:gdLst/>
          <a:ahLst/>
          <a:cxnLst/>
          <a:rect l="0" t="0" r="0" b="0"/>
          <a:pathLst>
            <a:path>
              <a:moveTo>
                <a:pt x="0" y="1466689"/>
              </a:moveTo>
              <a:lnTo>
                <a:pt x="471896" y="1466689"/>
              </a:lnTo>
              <a:lnTo>
                <a:pt x="471896" y="0"/>
              </a:lnTo>
              <a:lnTo>
                <a:pt x="943793" y="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1772037" y="1722185"/>
        <a:ext cx="87205" cy="87205"/>
      </dsp:txXfrm>
    </dsp:sp>
    <dsp:sp modelId="{76C923EC-810F-4F89-A05B-9049065D6949}">
      <dsp:nvSpPr>
        <dsp:cNvPr id="0" name=""/>
        <dsp:cNvSpPr/>
      </dsp:nvSpPr>
      <dsp:spPr>
        <a:xfrm>
          <a:off x="4403228" y="249203"/>
          <a:ext cx="269636" cy="91440"/>
        </a:xfrm>
        <a:custGeom>
          <a:avLst/>
          <a:gdLst/>
          <a:ahLst/>
          <a:cxnLst/>
          <a:rect l="0" t="0" r="0" b="0"/>
          <a:pathLst>
            <a:path>
              <a:moveTo>
                <a:pt x="0" y="45938"/>
              </a:moveTo>
              <a:lnTo>
                <a:pt x="134818" y="45938"/>
              </a:lnTo>
              <a:lnTo>
                <a:pt x="134818" y="45720"/>
              </a:lnTo>
              <a:lnTo>
                <a:pt x="269636" y="45720"/>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4531305" y="288182"/>
        <a:ext cx="13481" cy="13481"/>
      </dsp:txXfrm>
    </dsp:sp>
    <dsp:sp modelId="{7A1173EC-7951-405F-988C-4A3339513BAF}">
      <dsp:nvSpPr>
        <dsp:cNvPr id="0" name=""/>
        <dsp:cNvSpPr/>
      </dsp:nvSpPr>
      <dsp:spPr>
        <a:xfrm>
          <a:off x="1343743" y="295141"/>
          <a:ext cx="943793" cy="2203991"/>
        </a:xfrm>
        <a:custGeom>
          <a:avLst/>
          <a:gdLst/>
          <a:ahLst/>
          <a:cxnLst/>
          <a:rect l="0" t="0" r="0" b="0"/>
          <a:pathLst>
            <a:path>
              <a:moveTo>
                <a:pt x="0" y="2203991"/>
              </a:moveTo>
              <a:lnTo>
                <a:pt x="471896" y="2203991"/>
              </a:lnTo>
              <a:lnTo>
                <a:pt x="471896" y="0"/>
              </a:lnTo>
              <a:lnTo>
                <a:pt x="943793" y="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1755701" y="1337198"/>
        <a:ext cx="119878" cy="119878"/>
      </dsp:txXfrm>
    </dsp:sp>
    <dsp:sp modelId="{6B5453D1-7FB8-48BC-A5EB-790C5AB1A04D}">
      <dsp:nvSpPr>
        <dsp:cNvPr id="0" name=""/>
        <dsp:cNvSpPr/>
      </dsp:nvSpPr>
      <dsp:spPr>
        <a:xfrm>
          <a:off x="259327" y="2057474"/>
          <a:ext cx="1285514" cy="883318"/>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700" tIns="12700" rIns="12700" bIns="12700" numCol="1" spcCol="1270" anchor="ctr" anchorCtr="0">
          <a:noAutofit/>
        </a:bodyPr>
        <a:lstStyle/>
        <a:p>
          <a:pPr marL="0" lvl="0" indent="0" algn="ctr" defTabSz="889000">
            <a:lnSpc>
              <a:spcPct val="90000"/>
            </a:lnSpc>
            <a:spcBef>
              <a:spcPct val="0"/>
            </a:spcBef>
            <a:spcAft>
              <a:spcPct val="35000"/>
            </a:spcAft>
            <a:buNone/>
          </a:pPr>
          <a:r>
            <a:rPr lang="en-IN" sz="2000" kern="1200" dirty="0"/>
            <a:t>Types of Operators</a:t>
          </a:r>
        </a:p>
      </dsp:txBody>
      <dsp:txXfrm>
        <a:off x="302447" y="2100594"/>
        <a:ext cx="1199274" cy="797078"/>
      </dsp:txXfrm>
    </dsp:sp>
    <dsp:sp modelId="{4C131322-4382-4E40-86AE-C3F0C280FCDE}">
      <dsp:nvSpPr>
        <dsp:cNvPr id="0" name=""/>
        <dsp:cNvSpPr/>
      </dsp:nvSpPr>
      <dsp:spPr>
        <a:xfrm>
          <a:off x="2287537" y="13176"/>
          <a:ext cx="2115691" cy="563930"/>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l" defTabSz="711200">
            <a:lnSpc>
              <a:spcPct val="90000"/>
            </a:lnSpc>
            <a:spcBef>
              <a:spcPct val="0"/>
            </a:spcBef>
            <a:spcAft>
              <a:spcPct val="35000"/>
            </a:spcAft>
            <a:buNone/>
          </a:pPr>
          <a:r>
            <a:rPr lang="en-IN" sz="1600" b="0" i="0" kern="1200" dirty="0"/>
            <a:t>1. Arithmetic Operators</a:t>
          </a:r>
          <a:endParaRPr lang="en-IN" sz="1600" kern="1200" dirty="0"/>
        </a:p>
      </dsp:txBody>
      <dsp:txXfrm>
        <a:off x="2315066" y="40705"/>
        <a:ext cx="2060633" cy="508872"/>
      </dsp:txXfrm>
    </dsp:sp>
    <dsp:sp modelId="{B1233D1E-763E-4057-A6CC-51EA999B2D12}">
      <dsp:nvSpPr>
        <dsp:cNvPr id="0" name=""/>
        <dsp:cNvSpPr/>
      </dsp:nvSpPr>
      <dsp:spPr>
        <a:xfrm>
          <a:off x="4672865" y="2"/>
          <a:ext cx="1964495" cy="589842"/>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IN" sz="1600" b="0" i="0" kern="1200" dirty="0"/>
            <a:t>+, -, *, /, %, ++, --</a:t>
          </a:r>
          <a:endParaRPr lang="en-IN" sz="1600" kern="1200" dirty="0"/>
        </a:p>
      </dsp:txBody>
      <dsp:txXfrm>
        <a:off x="4701659" y="28796"/>
        <a:ext cx="1906907" cy="532254"/>
      </dsp:txXfrm>
    </dsp:sp>
    <dsp:sp modelId="{AFB54971-8213-4BF6-B989-C1F03C508D8C}">
      <dsp:nvSpPr>
        <dsp:cNvPr id="0" name=""/>
        <dsp:cNvSpPr/>
      </dsp:nvSpPr>
      <dsp:spPr>
        <a:xfrm>
          <a:off x="2287537" y="750478"/>
          <a:ext cx="2115691" cy="563930"/>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l" defTabSz="711200">
            <a:lnSpc>
              <a:spcPct val="90000"/>
            </a:lnSpc>
            <a:spcBef>
              <a:spcPct val="0"/>
            </a:spcBef>
            <a:spcAft>
              <a:spcPct val="35000"/>
            </a:spcAft>
            <a:buNone/>
          </a:pPr>
          <a:r>
            <a:rPr lang="en-IN" sz="1600" b="0" i="0" kern="1200" dirty="0"/>
            <a:t>2. Assignment Operators</a:t>
          </a:r>
          <a:endParaRPr lang="en-IN" sz="1600" kern="1200" dirty="0"/>
        </a:p>
      </dsp:txBody>
      <dsp:txXfrm>
        <a:off x="2315066" y="778007"/>
        <a:ext cx="2060633" cy="508872"/>
      </dsp:txXfrm>
    </dsp:sp>
    <dsp:sp modelId="{C82DADE4-1539-49DE-A908-EDFE45D02BDB}">
      <dsp:nvSpPr>
        <dsp:cNvPr id="0" name=""/>
        <dsp:cNvSpPr/>
      </dsp:nvSpPr>
      <dsp:spPr>
        <a:xfrm>
          <a:off x="4732530" y="734851"/>
          <a:ext cx="1964495" cy="589842"/>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IN" sz="1600" b="0" i="0" kern="1200" dirty="0"/>
            <a:t>=, +=, -=, *=, /=, %=</a:t>
          </a:r>
          <a:endParaRPr lang="en-IN" sz="1600" kern="1200" dirty="0"/>
        </a:p>
      </dsp:txBody>
      <dsp:txXfrm>
        <a:off x="4761324" y="763645"/>
        <a:ext cx="1906907" cy="532254"/>
      </dsp:txXfrm>
    </dsp:sp>
    <dsp:sp modelId="{BE8B01AE-4C2E-4E64-B116-C955DDCB6562}">
      <dsp:nvSpPr>
        <dsp:cNvPr id="0" name=""/>
        <dsp:cNvSpPr/>
      </dsp:nvSpPr>
      <dsp:spPr>
        <a:xfrm>
          <a:off x="2287537" y="1487781"/>
          <a:ext cx="2115691" cy="563930"/>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l" defTabSz="711200">
            <a:lnSpc>
              <a:spcPct val="90000"/>
            </a:lnSpc>
            <a:spcBef>
              <a:spcPct val="0"/>
            </a:spcBef>
            <a:spcAft>
              <a:spcPct val="35000"/>
            </a:spcAft>
            <a:buNone/>
          </a:pPr>
          <a:r>
            <a:rPr lang="en-IN" sz="1600" b="0" i="0" kern="1200" dirty="0"/>
            <a:t>3. Comparison Operators</a:t>
          </a:r>
          <a:endParaRPr lang="en-IN" sz="1600" kern="1200" dirty="0"/>
        </a:p>
      </dsp:txBody>
      <dsp:txXfrm>
        <a:off x="2315066" y="1515310"/>
        <a:ext cx="2060633" cy="508872"/>
      </dsp:txXfrm>
    </dsp:sp>
    <dsp:sp modelId="{7645CBC2-6DDE-44FD-963F-D454B261CC34}">
      <dsp:nvSpPr>
        <dsp:cNvPr id="0" name=""/>
        <dsp:cNvSpPr/>
      </dsp:nvSpPr>
      <dsp:spPr>
        <a:xfrm>
          <a:off x="4754895" y="1474825"/>
          <a:ext cx="1964495" cy="589842"/>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IN" sz="1600" b="0" i="0" kern="1200" dirty="0"/>
            <a:t>==, !=, &gt;, &lt;, &gt;=, &lt;=</a:t>
          </a:r>
          <a:endParaRPr lang="en-IN" sz="1600" kern="1200" dirty="0"/>
        </a:p>
      </dsp:txBody>
      <dsp:txXfrm>
        <a:off x="4783689" y="1503619"/>
        <a:ext cx="1906907" cy="532254"/>
      </dsp:txXfrm>
    </dsp:sp>
    <dsp:sp modelId="{D678C46F-B710-4B96-A391-8061DF65A5AD}">
      <dsp:nvSpPr>
        <dsp:cNvPr id="0" name=""/>
        <dsp:cNvSpPr/>
      </dsp:nvSpPr>
      <dsp:spPr>
        <a:xfrm>
          <a:off x="2287537" y="2225084"/>
          <a:ext cx="2115691" cy="563930"/>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l" defTabSz="711200">
            <a:lnSpc>
              <a:spcPct val="90000"/>
            </a:lnSpc>
            <a:spcBef>
              <a:spcPct val="0"/>
            </a:spcBef>
            <a:spcAft>
              <a:spcPct val="35000"/>
            </a:spcAft>
            <a:buNone/>
          </a:pPr>
          <a:r>
            <a:rPr lang="en-IN" sz="1600" b="0" i="0" kern="1200" dirty="0"/>
            <a:t>4. Logical Operators</a:t>
          </a:r>
          <a:endParaRPr lang="en-IN" sz="1600" kern="1200" dirty="0"/>
        </a:p>
      </dsp:txBody>
      <dsp:txXfrm>
        <a:off x="2315066" y="2252613"/>
        <a:ext cx="2060633" cy="508872"/>
      </dsp:txXfrm>
    </dsp:sp>
    <dsp:sp modelId="{71EAA35A-1105-413A-9AFE-2084FB001D14}">
      <dsp:nvSpPr>
        <dsp:cNvPr id="0" name=""/>
        <dsp:cNvSpPr/>
      </dsp:nvSpPr>
      <dsp:spPr>
        <a:xfrm>
          <a:off x="4754895" y="2212128"/>
          <a:ext cx="1964495" cy="589842"/>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IN" sz="1600" b="0" i="0" kern="1200" dirty="0"/>
            <a:t>&amp;&amp;, ||, !</a:t>
          </a:r>
          <a:endParaRPr lang="en-IN" sz="1600" kern="1200" dirty="0"/>
        </a:p>
      </dsp:txBody>
      <dsp:txXfrm>
        <a:off x="4783689" y="2240922"/>
        <a:ext cx="1906907" cy="532254"/>
      </dsp:txXfrm>
    </dsp:sp>
    <dsp:sp modelId="{980A9586-210D-410C-89D0-9C1CA8423E33}">
      <dsp:nvSpPr>
        <dsp:cNvPr id="0" name=""/>
        <dsp:cNvSpPr/>
      </dsp:nvSpPr>
      <dsp:spPr>
        <a:xfrm>
          <a:off x="2287537" y="2962386"/>
          <a:ext cx="2115691" cy="563930"/>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l" defTabSz="711200">
            <a:lnSpc>
              <a:spcPct val="90000"/>
            </a:lnSpc>
            <a:spcBef>
              <a:spcPct val="0"/>
            </a:spcBef>
            <a:spcAft>
              <a:spcPct val="35000"/>
            </a:spcAft>
            <a:buNone/>
          </a:pPr>
          <a:r>
            <a:rPr lang="en-IN" sz="1600" b="0" kern="1200" dirty="0"/>
            <a:t>5. Unary Operators</a:t>
          </a:r>
          <a:endParaRPr lang="en-IN" sz="1600" kern="1200" dirty="0"/>
        </a:p>
      </dsp:txBody>
      <dsp:txXfrm>
        <a:off x="2315066" y="2989915"/>
        <a:ext cx="2060633" cy="508872"/>
      </dsp:txXfrm>
    </dsp:sp>
    <dsp:sp modelId="{69D8C28D-23E7-4EA8-898D-BBE48E89CBA2}">
      <dsp:nvSpPr>
        <dsp:cNvPr id="0" name=""/>
        <dsp:cNvSpPr/>
      </dsp:nvSpPr>
      <dsp:spPr>
        <a:xfrm>
          <a:off x="4754895" y="2949431"/>
          <a:ext cx="1964495" cy="589842"/>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IN" sz="1600" b="0" i="0" kern="1200" dirty="0"/>
            <a:t>++, --, !</a:t>
          </a:r>
          <a:endParaRPr lang="en-IN" sz="1600" kern="1200" dirty="0"/>
        </a:p>
      </dsp:txBody>
      <dsp:txXfrm>
        <a:off x="4783689" y="2978225"/>
        <a:ext cx="1906907" cy="532254"/>
      </dsp:txXfrm>
    </dsp:sp>
    <dsp:sp modelId="{E90DF07C-09FF-4A52-A7BC-8AB231010A0E}">
      <dsp:nvSpPr>
        <dsp:cNvPr id="0" name=""/>
        <dsp:cNvSpPr/>
      </dsp:nvSpPr>
      <dsp:spPr>
        <a:xfrm>
          <a:off x="2273394" y="3699689"/>
          <a:ext cx="2115691" cy="563930"/>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l" defTabSz="711200">
            <a:lnSpc>
              <a:spcPct val="90000"/>
            </a:lnSpc>
            <a:spcBef>
              <a:spcPct val="0"/>
            </a:spcBef>
            <a:spcAft>
              <a:spcPct val="35000"/>
            </a:spcAft>
            <a:buNone/>
          </a:pPr>
          <a:r>
            <a:rPr lang="en-IN" sz="1600" b="0" kern="1200" dirty="0"/>
            <a:t>6. Ternary/ Conditional Operator</a:t>
          </a:r>
          <a:endParaRPr lang="en-IN" sz="1600" kern="1200" dirty="0"/>
        </a:p>
      </dsp:txBody>
      <dsp:txXfrm>
        <a:off x="2300923" y="3727218"/>
        <a:ext cx="2060633" cy="508872"/>
      </dsp:txXfrm>
    </dsp:sp>
    <dsp:sp modelId="{6D2F1CD8-20A2-4E33-B504-91F38AB0EB49}">
      <dsp:nvSpPr>
        <dsp:cNvPr id="0" name=""/>
        <dsp:cNvSpPr/>
      </dsp:nvSpPr>
      <dsp:spPr>
        <a:xfrm>
          <a:off x="4754895" y="3686733"/>
          <a:ext cx="1964495" cy="589842"/>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IN" sz="1600" b="0" i="0" kern="1200" dirty="0"/>
            <a:t>?:</a:t>
          </a:r>
          <a:endParaRPr lang="en-IN" sz="1600" kern="1200" dirty="0"/>
        </a:p>
      </dsp:txBody>
      <dsp:txXfrm>
        <a:off x="4783689" y="3715527"/>
        <a:ext cx="1906907" cy="532254"/>
      </dsp:txXfrm>
    </dsp:sp>
    <dsp:sp modelId="{5A241086-AEAA-4590-AEF3-1203E653346A}">
      <dsp:nvSpPr>
        <dsp:cNvPr id="0" name=""/>
        <dsp:cNvSpPr/>
      </dsp:nvSpPr>
      <dsp:spPr>
        <a:xfrm>
          <a:off x="2273394" y="4436992"/>
          <a:ext cx="2115691" cy="563930"/>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l" defTabSz="711200">
            <a:lnSpc>
              <a:spcPct val="90000"/>
            </a:lnSpc>
            <a:spcBef>
              <a:spcPct val="0"/>
            </a:spcBef>
            <a:spcAft>
              <a:spcPct val="35000"/>
            </a:spcAft>
            <a:buNone/>
          </a:pPr>
          <a:r>
            <a:rPr lang="en-IN" sz="1600" b="0" kern="1200" dirty="0"/>
            <a:t>7. instanceof Operator</a:t>
          </a:r>
          <a:endParaRPr lang="en-IN" sz="1600" kern="1200" dirty="0"/>
        </a:p>
      </dsp:txBody>
      <dsp:txXfrm>
        <a:off x="2300923" y="4464521"/>
        <a:ext cx="2060633" cy="508872"/>
      </dsp:txXfrm>
    </dsp:sp>
    <dsp:sp modelId="{2536BF04-CF68-4378-965B-D4C96FC71D54}">
      <dsp:nvSpPr>
        <dsp:cNvPr id="0" name=""/>
        <dsp:cNvSpPr/>
      </dsp:nvSpPr>
      <dsp:spPr>
        <a:xfrm>
          <a:off x="4754895" y="4424036"/>
          <a:ext cx="1964495" cy="589842"/>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IN" sz="1600" b="0" i="0" kern="1200" dirty="0"/>
            <a:t>instanceof</a:t>
          </a:r>
          <a:endParaRPr lang="en-IN" sz="1600" kern="1200" dirty="0"/>
        </a:p>
      </dsp:txBody>
      <dsp:txXfrm>
        <a:off x="4783689" y="4452830"/>
        <a:ext cx="1906907" cy="532254"/>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04BBE35-1F99-4177-A3C5-2EC9B949E5D5}">
      <dsp:nvSpPr>
        <dsp:cNvPr id="0" name=""/>
        <dsp:cNvSpPr/>
      </dsp:nvSpPr>
      <dsp:spPr>
        <a:xfrm>
          <a:off x="0" y="1204"/>
          <a:ext cx="4787807"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sp>
    <dsp:sp modelId="{7C31FA62-7DCF-4159-92CD-6840FBF7259F}">
      <dsp:nvSpPr>
        <dsp:cNvPr id="0" name=""/>
        <dsp:cNvSpPr/>
      </dsp:nvSpPr>
      <dsp:spPr>
        <a:xfrm>
          <a:off x="0" y="1204"/>
          <a:ext cx="1707456" cy="246368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kern="1200" dirty="0"/>
            <a:t>Types of Operators</a:t>
          </a:r>
        </a:p>
      </dsp:txBody>
      <dsp:txXfrm>
        <a:off x="0" y="1204"/>
        <a:ext cx="1707456" cy="2463686"/>
      </dsp:txXfrm>
    </dsp:sp>
    <dsp:sp modelId="{8DC4FE41-CDBE-4AC4-B463-98FF866824DA}">
      <dsp:nvSpPr>
        <dsp:cNvPr id="0" name=""/>
        <dsp:cNvSpPr/>
      </dsp:nvSpPr>
      <dsp:spPr>
        <a:xfrm>
          <a:off x="1765106" y="17835"/>
          <a:ext cx="3017019" cy="332621"/>
        </a:xfrm>
        <a:prstGeom prst="rect">
          <a:avLst/>
        </a:prstGeom>
        <a:solidFill>
          <a:srgbClr val="FFFF00"/>
        </a:solid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Arithmetic Operators</a:t>
          </a:r>
          <a:endParaRPr lang="en-IN" sz="1800" kern="1200" dirty="0"/>
        </a:p>
      </dsp:txBody>
      <dsp:txXfrm>
        <a:off x="1765106" y="17835"/>
        <a:ext cx="3017019" cy="332621"/>
      </dsp:txXfrm>
    </dsp:sp>
    <dsp:sp modelId="{80DB9D29-DDDB-4582-B792-FB81CCA6C9FB}">
      <dsp:nvSpPr>
        <dsp:cNvPr id="0" name=""/>
        <dsp:cNvSpPr/>
      </dsp:nvSpPr>
      <dsp:spPr>
        <a:xfrm>
          <a:off x="1707456" y="350457"/>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99F5DFB5-8775-4BAB-9DBD-F10BA17078AD}">
      <dsp:nvSpPr>
        <dsp:cNvPr id="0" name=""/>
        <dsp:cNvSpPr/>
      </dsp:nvSpPr>
      <dsp:spPr>
        <a:xfrm>
          <a:off x="1765106" y="367088"/>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Assignment Operators</a:t>
          </a:r>
          <a:endParaRPr lang="en-IN" sz="1800" kern="1200" dirty="0"/>
        </a:p>
      </dsp:txBody>
      <dsp:txXfrm>
        <a:off x="1765106" y="367088"/>
        <a:ext cx="3017019" cy="332621"/>
      </dsp:txXfrm>
    </dsp:sp>
    <dsp:sp modelId="{1A32E401-DA1D-4D42-9482-C2645401774B}">
      <dsp:nvSpPr>
        <dsp:cNvPr id="0" name=""/>
        <dsp:cNvSpPr/>
      </dsp:nvSpPr>
      <dsp:spPr>
        <a:xfrm>
          <a:off x="1707456" y="699709"/>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21D69948-6332-4CD4-871A-5D52EFE46A04}">
      <dsp:nvSpPr>
        <dsp:cNvPr id="0" name=""/>
        <dsp:cNvSpPr/>
      </dsp:nvSpPr>
      <dsp:spPr>
        <a:xfrm>
          <a:off x="1765106" y="716340"/>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Comparison Operators</a:t>
          </a:r>
          <a:endParaRPr lang="en-IN" sz="1800" kern="1200" dirty="0"/>
        </a:p>
      </dsp:txBody>
      <dsp:txXfrm>
        <a:off x="1765106" y="716340"/>
        <a:ext cx="3017019" cy="332621"/>
      </dsp:txXfrm>
    </dsp:sp>
    <dsp:sp modelId="{19F7E037-4803-4406-BB0C-D4FBEAFAEA87}">
      <dsp:nvSpPr>
        <dsp:cNvPr id="0" name=""/>
        <dsp:cNvSpPr/>
      </dsp:nvSpPr>
      <dsp:spPr>
        <a:xfrm>
          <a:off x="1707456" y="1048962"/>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7380F50D-0A8C-499F-9058-4EF1DA7749CD}">
      <dsp:nvSpPr>
        <dsp:cNvPr id="0" name=""/>
        <dsp:cNvSpPr/>
      </dsp:nvSpPr>
      <dsp:spPr>
        <a:xfrm>
          <a:off x="1765106" y="1065593"/>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Logical Operators</a:t>
          </a:r>
          <a:endParaRPr lang="en-IN" sz="1800" kern="1200" dirty="0"/>
        </a:p>
      </dsp:txBody>
      <dsp:txXfrm>
        <a:off x="1765106" y="1065593"/>
        <a:ext cx="3017019" cy="332621"/>
      </dsp:txXfrm>
    </dsp:sp>
    <dsp:sp modelId="{FF3D9E33-E774-4838-B00C-D036750CD321}">
      <dsp:nvSpPr>
        <dsp:cNvPr id="0" name=""/>
        <dsp:cNvSpPr/>
      </dsp:nvSpPr>
      <dsp:spPr>
        <a:xfrm>
          <a:off x="1707456" y="1398215"/>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54662282-0506-41B3-B41C-EEFD1D125C3D}">
      <dsp:nvSpPr>
        <dsp:cNvPr id="0" name=""/>
        <dsp:cNvSpPr/>
      </dsp:nvSpPr>
      <dsp:spPr>
        <a:xfrm>
          <a:off x="1765106" y="1414846"/>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Unary Operators</a:t>
          </a:r>
          <a:endParaRPr lang="en-IN" sz="1800" kern="1200" dirty="0"/>
        </a:p>
      </dsp:txBody>
      <dsp:txXfrm>
        <a:off x="1765106" y="1414846"/>
        <a:ext cx="3017019" cy="332621"/>
      </dsp:txXfrm>
    </dsp:sp>
    <dsp:sp modelId="{A3DEB657-0CCB-4DC3-BFEC-E11D7AA8E5DD}">
      <dsp:nvSpPr>
        <dsp:cNvPr id="0" name=""/>
        <dsp:cNvSpPr/>
      </dsp:nvSpPr>
      <dsp:spPr>
        <a:xfrm>
          <a:off x="1707456" y="1747468"/>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1E8277E9-A421-4F4E-826A-37359E981746}">
      <dsp:nvSpPr>
        <dsp:cNvPr id="0" name=""/>
        <dsp:cNvSpPr/>
      </dsp:nvSpPr>
      <dsp:spPr>
        <a:xfrm>
          <a:off x="1765106" y="1764099"/>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Ternary/ Conditional Operator</a:t>
          </a:r>
          <a:endParaRPr lang="en-IN" sz="1800" kern="1200" dirty="0"/>
        </a:p>
      </dsp:txBody>
      <dsp:txXfrm>
        <a:off x="1765106" y="1764099"/>
        <a:ext cx="3017019" cy="332621"/>
      </dsp:txXfrm>
    </dsp:sp>
    <dsp:sp modelId="{50DB1A0B-13D5-4FC7-B1D8-9F9379317C82}">
      <dsp:nvSpPr>
        <dsp:cNvPr id="0" name=""/>
        <dsp:cNvSpPr/>
      </dsp:nvSpPr>
      <dsp:spPr>
        <a:xfrm>
          <a:off x="1707456" y="2096721"/>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43052584-286B-4058-A607-12B9CDE8CA5E}">
      <dsp:nvSpPr>
        <dsp:cNvPr id="0" name=""/>
        <dsp:cNvSpPr/>
      </dsp:nvSpPr>
      <dsp:spPr>
        <a:xfrm>
          <a:off x="1765106" y="2113352"/>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instanceof Operator</a:t>
          </a:r>
          <a:endParaRPr lang="en-IN" sz="1800" kern="1200" dirty="0"/>
        </a:p>
      </dsp:txBody>
      <dsp:txXfrm>
        <a:off x="1765106" y="2113352"/>
        <a:ext cx="3017019" cy="332621"/>
      </dsp:txXfrm>
    </dsp:sp>
    <dsp:sp modelId="{F6164107-97FE-4A81-83CC-00060ECC8902}">
      <dsp:nvSpPr>
        <dsp:cNvPr id="0" name=""/>
        <dsp:cNvSpPr/>
      </dsp:nvSpPr>
      <dsp:spPr>
        <a:xfrm>
          <a:off x="1707456" y="2445974"/>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04BBE35-1F99-4177-A3C5-2EC9B949E5D5}">
      <dsp:nvSpPr>
        <dsp:cNvPr id="0" name=""/>
        <dsp:cNvSpPr/>
      </dsp:nvSpPr>
      <dsp:spPr>
        <a:xfrm>
          <a:off x="0" y="1204"/>
          <a:ext cx="4787807"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sp>
    <dsp:sp modelId="{7C31FA62-7DCF-4159-92CD-6840FBF7259F}">
      <dsp:nvSpPr>
        <dsp:cNvPr id="0" name=""/>
        <dsp:cNvSpPr/>
      </dsp:nvSpPr>
      <dsp:spPr>
        <a:xfrm>
          <a:off x="0" y="1204"/>
          <a:ext cx="1707456" cy="246368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kern="1200" dirty="0"/>
            <a:t>Types of Operators</a:t>
          </a:r>
        </a:p>
      </dsp:txBody>
      <dsp:txXfrm>
        <a:off x="0" y="1204"/>
        <a:ext cx="1707456" cy="2463686"/>
      </dsp:txXfrm>
    </dsp:sp>
    <dsp:sp modelId="{8DC4FE41-CDBE-4AC4-B463-98FF866824DA}">
      <dsp:nvSpPr>
        <dsp:cNvPr id="0" name=""/>
        <dsp:cNvSpPr/>
      </dsp:nvSpPr>
      <dsp:spPr>
        <a:xfrm>
          <a:off x="1765106" y="17835"/>
          <a:ext cx="3017019" cy="332621"/>
        </a:xfrm>
        <a:prstGeom prst="rect">
          <a:avLst/>
        </a:prstGeom>
        <a:solidFill>
          <a:schemeClr val="bg1"/>
        </a:solid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Arithmetic Operators</a:t>
          </a:r>
          <a:endParaRPr lang="en-IN" sz="1800" kern="1200" dirty="0"/>
        </a:p>
      </dsp:txBody>
      <dsp:txXfrm>
        <a:off x="1765106" y="17835"/>
        <a:ext cx="3017019" cy="332621"/>
      </dsp:txXfrm>
    </dsp:sp>
    <dsp:sp modelId="{80DB9D29-DDDB-4582-B792-FB81CCA6C9FB}">
      <dsp:nvSpPr>
        <dsp:cNvPr id="0" name=""/>
        <dsp:cNvSpPr/>
      </dsp:nvSpPr>
      <dsp:spPr>
        <a:xfrm>
          <a:off x="1707456" y="350457"/>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99F5DFB5-8775-4BAB-9DBD-F10BA17078AD}">
      <dsp:nvSpPr>
        <dsp:cNvPr id="0" name=""/>
        <dsp:cNvSpPr/>
      </dsp:nvSpPr>
      <dsp:spPr>
        <a:xfrm>
          <a:off x="1765106" y="367088"/>
          <a:ext cx="3017019" cy="332621"/>
        </a:xfrm>
        <a:prstGeom prst="rect">
          <a:avLst/>
        </a:prstGeom>
        <a:solidFill>
          <a:srgbClr val="FFFF00"/>
        </a:solid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Assignment Operators</a:t>
          </a:r>
          <a:endParaRPr lang="en-IN" sz="1800" kern="1200" dirty="0"/>
        </a:p>
      </dsp:txBody>
      <dsp:txXfrm>
        <a:off x="1765106" y="367088"/>
        <a:ext cx="3017019" cy="332621"/>
      </dsp:txXfrm>
    </dsp:sp>
    <dsp:sp modelId="{1A32E401-DA1D-4D42-9482-C2645401774B}">
      <dsp:nvSpPr>
        <dsp:cNvPr id="0" name=""/>
        <dsp:cNvSpPr/>
      </dsp:nvSpPr>
      <dsp:spPr>
        <a:xfrm>
          <a:off x="1707456" y="699709"/>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21D69948-6332-4CD4-871A-5D52EFE46A04}">
      <dsp:nvSpPr>
        <dsp:cNvPr id="0" name=""/>
        <dsp:cNvSpPr/>
      </dsp:nvSpPr>
      <dsp:spPr>
        <a:xfrm>
          <a:off x="1765106" y="716340"/>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Comparison Operators</a:t>
          </a:r>
          <a:endParaRPr lang="en-IN" sz="1800" kern="1200" dirty="0"/>
        </a:p>
      </dsp:txBody>
      <dsp:txXfrm>
        <a:off x="1765106" y="716340"/>
        <a:ext cx="3017019" cy="332621"/>
      </dsp:txXfrm>
    </dsp:sp>
    <dsp:sp modelId="{19F7E037-4803-4406-BB0C-D4FBEAFAEA87}">
      <dsp:nvSpPr>
        <dsp:cNvPr id="0" name=""/>
        <dsp:cNvSpPr/>
      </dsp:nvSpPr>
      <dsp:spPr>
        <a:xfrm>
          <a:off x="1707456" y="1048962"/>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7380F50D-0A8C-499F-9058-4EF1DA7749CD}">
      <dsp:nvSpPr>
        <dsp:cNvPr id="0" name=""/>
        <dsp:cNvSpPr/>
      </dsp:nvSpPr>
      <dsp:spPr>
        <a:xfrm>
          <a:off x="1765106" y="1065593"/>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Logical Operators</a:t>
          </a:r>
          <a:endParaRPr lang="en-IN" sz="1800" kern="1200" dirty="0"/>
        </a:p>
      </dsp:txBody>
      <dsp:txXfrm>
        <a:off x="1765106" y="1065593"/>
        <a:ext cx="3017019" cy="332621"/>
      </dsp:txXfrm>
    </dsp:sp>
    <dsp:sp modelId="{FF3D9E33-E774-4838-B00C-D036750CD321}">
      <dsp:nvSpPr>
        <dsp:cNvPr id="0" name=""/>
        <dsp:cNvSpPr/>
      </dsp:nvSpPr>
      <dsp:spPr>
        <a:xfrm>
          <a:off x="1707456" y="1398215"/>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54662282-0506-41B3-B41C-EEFD1D125C3D}">
      <dsp:nvSpPr>
        <dsp:cNvPr id="0" name=""/>
        <dsp:cNvSpPr/>
      </dsp:nvSpPr>
      <dsp:spPr>
        <a:xfrm>
          <a:off x="1765106" y="1414846"/>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Unary Operators</a:t>
          </a:r>
          <a:endParaRPr lang="en-IN" sz="1800" kern="1200" dirty="0"/>
        </a:p>
      </dsp:txBody>
      <dsp:txXfrm>
        <a:off x="1765106" y="1414846"/>
        <a:ext cx="3017019" cy="332621"/>
      </dsp:txXfrm>
    </dsp:sp>
    <dsp:sp modelId="{A3DEB657-0CCB-4DC3-BFEC-E11D7AA8E5DD}">
      <dsp:nvSpPr>
        <dsp:cNvPr id="0" name=""/>
        <dsp:cNvSpPr/>
      </dsp:nvSpPr>
      <dsp:spPr>
        <a:xfrm>
          <a:off x="1707456" y="1747468"/>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1E8277E9-A421-4F4E-826A-37359E981746}">
      <dsp:nvSpPr>
        <dsp:cNvPr id="0" name=""/>
        <dsp:cNvSpPr/>
      </dsp:nvSpPr>
      <dsp:spPr>
        <a:xfrm>
          <a:off x="1765106" y="1764099"/>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Ternary/ Conditional Operator</a:t>
          </a:r>
          <a:endParaRPr lang="en-IN" sz="1800" kern="1200" dirty="0"/>
        </a:p>
      </dsp:txBody>
      <dsp:txXfrm>
        <a:off x="1765106" y="1764099"/>
        <a:ext cx="3017019" cy="332621"/>
      </dsp:txXfrm>
    </dsp:sp>
    <dsp:sp modelId="{50DB1A0B-13D5-4FC7-B1D8-9F9379317C82}">
      <dsp:nvSpPr>
        <dsp:cNvPr id="0" name=""/>
        <dsp:cNvSpPr/>
      </dsp:nvSpPr>
      <dsp:spPr>
        <a:xfrm>
          <a:off x="1707456" y="2096721"/>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43052584-286B-4058-A607-12B9CDE8CA5E}">
      <dsp:nvSpPr>
        <dsp:cNvPr id="0" name=""/>
        <dsp:cNvSpPr/>
      </dsp:nvSpPr>
      <dsp:spPr>
        <a:xfrm>
          <a:off x="1765106" y="2113352"/>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instanceof Operator</a:t>
          </a:r>
          <a:endParaRPr lang="en-IN" sz="1800" kern="1200" dirty="0"/>
        </a:p>
      </dsp:txBody>
      <dsp:txXfrm>
        <a:off x="1765106" y="2113352"/>
        <a:ext cx="3017019" cy="332621"/>
      </dsp:txXfrm>
    </dsp:sp>
    <dsp:sp modelId="{F6164107-97FE-4A81-83CC-00060ECC8902}">
      <dsp:nvSpPr>
        <dsp:cNvPr id="0" name=""/>
        <dsp:cNvSpPr/>
      </dsp:nvSpPr>
      <dsp:spPr>
        <a:xfrm>
          <a:off x="1707456" y="2445974"/>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04BBE35-1F99-4177-A3C5-2EC9B949E5D5}">
      <dsp:nvSpPr>
        <dsp:cNvPr id="0" name=""/>
        <dsp:cNvSpPr/>
      </dsp:nvSpPr>
      <dsp:spPr>
        <a:xfrm>
          <a:off x="0" y="1204"/>
          <a:ext cx="4787807"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sp>
    <dsp:sp modelId="{7C31FA62-7DCF-4159-92CD-6840FBF7259F}">
      <dsp:nvSpPr>
        <dsp:cNvPr id="0" name=""/>
        <dsp:cNvSpPr/>
      </dsp:nvSpPr>
      <dsp:spPr>
        <a:xfrm>
          <a:off x="0" y="1204"/>
          <a:ext cx="1707456" cy="246368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kern="1200" dirty="0"/>
            <a:t>Types of Operators</a:t>
          </a:r>
        </a:p>
      </dsp:txBody>
      <dsp:txXfrm>
        <a:off x="0" y="1204"/>
        <a:ext cx="1707456" cy="2463686"/>
      </dsp:txXfrm>
    </dsp:sp>
    <dsp:sp modelId="{8DC4FE41-CDBE-4AC4-B463-98FF866824DA}">
      <dsp:nvSpPr>
        <dsp:cNvPr id="0" name=""/>
        <dsp:cNvSpPr/>
      </dsp:nvSpPr>
      <dsp:spPr>
        <a:xfrm>
          <a:off x="1765106" y="17835"/>
          <a:ext cx="3017019" cy="332621"/>
        </a:xfrm>
        <a:prstGeom prst="rect">
          <a:avLst/>
        </a:prstGeom>
        <a:solidFill>
          <a:schemeClr val="bg1"/>
        </a:solid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Arithmetic Operators</a:t>
          </a:r>
          <a:endParaRPr lang="en-IN" sz="1800" kern="1200" dirty="0"/>
        </a:p>
      </dsp:txBody>
      <dsp:txXfrm>
        <a:off x="1765106" y="17835"/>
        <a:ext cx="3017019" cy="332621"/>
      </dsp:txXfrm>
    </dsp:sp>
    <dsp:sp modelId="{80DB9D29-DDDB-4582-B792-FB81CCA6C9FB}">
      <dsp:nvSpPr>
        <dsp:cNvPr id="0" name=""/>
        <dsp:cNvSpPr/>
      </dsp:nvSpPr>
      <dsp:spPr>
        <a:xfrm>
          <a:off x="1707456" y="350457"/>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99F5DFB5-8775-4BAB-9DBD-F10BA17078AD}">
      <dsp:nvSpPr>
        <dsp:cNvPr id="0" name=""/>
        <dsp:cNvSpPr/>
      </dsp:nvSpPr>
      <dsp:spPr>
        <a:xfrm>
          <a:off x="1765106" y="367088"/>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Assignment Operators</a:t>
          </a:r>
          <a:endParaRPr lang="en-IN" sz="1800" kern="1200" dirty="0"/>
        </a:p>
      </dsp:txBody>
      <dsp:txXfrm>
        <a:off x="1765106" y="367088"/>
        <a:ext cx="3017019" cy="332621"/>
      </dsp:txXfrm>
    </dsp:sp>
    <dsp:sp modelId="{1A32E401-DA1D-4D42-9482-C2645401774B}">
      <dsp:nvSpPr>
        <dsp:cNvPr id="0" name=""/>
        <dsp:cNvSpPr/>
      </dsp:nvSpPr>
      <dsp:spPr>
        <a:xfrm>
          <a:off x="1707456" y="699709"/>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21D69948-6332-4CD4-871A-5D52EFE46A04}">
      <dsp:nvSpPr>
        <dsp:cNvPr id="0" name=""/>
        <dsp:cNvSpPr/>
      </dsp:nvSpPr>
      <dsp:spPr>
        <a:xfrm>
          <a:off x="1765106" y="716340"/>
          <a:ext cx="3017019" cy="332621"/>
        </a:xfrm>
        <a:prstGeom prst="rect">
          <a:avLst/>
        </a:prstGeom>
        <a:solidFill>
          <a:srgbClr val="FFFF00"/>
        </a:solid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Comparison Operators</a:t>
          </a:r>
          <a:endParaRPr lang="en-IN" sz="1800" kern="1200" dirty="0"/>
        </a:p>
      </dsp:txBody>
      <dsp:txXfrm>
        <a:off x="1765106" y="716340"/>
        <a:ext cx="3017019" cy="332621"/>
      </dsp:txXfrm>
    </dsp:sp>
    <dsp:sp modelId="{19F7E037-4803-4406-BB0C-D4FBEAFAEA87}">
      <dsp:nvSpPr>
        <dsp:cNvPr id="0" name=""/>
        <dsp:cNvSpPr/>
      </dsp:nvSpPr>
      <dsp:spPr>
        <a:xfrm>
          <a:off x="1707456" y="1048962"/>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7380F50D-0A8C-499F-9058-4EF1DA7749CD}">
      <dsp:nvSpPr>
        <dsp:cNvPr id="0" name=""/>
        <dsp:cNvSpPr/>
      </dsp:nvSpPr>
      <dsp:spPr>
        <a:xfrm>
          <a:off x="1765106" y="1065593"/>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Logical Operators</a:t>
          </a:r>
          <a:endParaRPr lang="en-IN" sz="1800" kern="1200" dirty="0"/>
        </a:p>
      </dsp:txBody>
      <dsp:txXfrm>
        <a:off x="1765106" y="1065593"/>
        <a:ext cx="3017019" cy="332621"/>
      </dsp:txXfrm>
    </dsp:sp>
    <dsp:sp modelId="{FF3D9E33-E774-4838-B00C-D036750CD321}">
      <dsp:nvSpPr>
        <dsp:cNvPr id="0" name=""/>
        <dsp:cNvSpPr/>
      </dsp:nvSpPr>
      <dsp:spPr>
        <a:xfrm>
          <a:off x="1707456" y="1398215"/>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54662282-0506-41B3-B41C-EEFD1D125C3D}">
      <dsp:nvSpPr>
        <dsp:cNvPr id="0" name=""/>
        <dsp:cNvSpPr/>
      </dsp:nvSpPr>
      <dsp:spPr>
        <a:xfrm>
          <a:off x="1765106" y="1414846"/>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Unary Operators</a:t>
          </a:r>
          <a:endParaRPr lang="en-IN" sz="1800" kern="1200" dirty="0"/>
        </a:p>
      </dsp:txBody>
      <dsp:txXfrm>
        <a:off x="1765106" y="1414846"/>
        <a:ext cx="3017019" cy="332621"/>
      </dsp:txXfrm>
    </dsp:sp>
    <dsp:sp modelId="{A3DEB657-0CCB-4DC3-BFEC-E11D7AA8E5DD}">
      <dsp:nvSpPr>
        <dsp:cNvPr id="0" name=""/>
        <dsp:cNvSpPr/>
      </dsp:nvSpPr>
      <dsp:spPr>
        <a:xfrm>
          <a:off x="1707456" y="1747468"/>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1E8277E9-A421-4F4E-826A-37359E981746}">
      <dsp:nvSpPr>
        <dsp:cNvPr id="0" name=""/>
        <dsp:cNvSpPr/>
      </dsp:nvSpPr>
      <dsp:spPr>
        <a:xfrm>
          <a:off x="1765106" y="1764099"/>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Ternary/ Conditional Operator</a:t>
          </a:r>
          <a:endParaRPr lang="en-IN" sz="1800" kern="1200" dirty="0"/>
        </a:p>
      </dsp:txBody>
      <dsp:txXfrm>
        <a:off x="1765106" y="1764099"/>
        <a:ext cx="3017019" cy="332621"/>
      </dsp:txXfrm>
    </dsp:sp>
    <dsp:sp modelId="{50DB1A0B-13D5-4FC7-B1D8-9F9379317C82}">
      <dsp:nvSpPr>
        <dsp:cNvPr id="0" name=""/>
        <dsp:cNvSpPr/>
      </dsp:nvSpPr>
      <dsp:spPr>
        <a:xfrm>
          <a:off x="1707456" y="2096721"/>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43052584-286B-4058-A607-12B9CDE8CA5E}">
      <dsp:nvSpPr>
        <dsp:cNvPr id="0" name=""/>
        <dsp:cNvSpPr/>
      </dsp:nvSpPr>
      <dsp:spPr>
        <a:xfrm>
          <a:off x="1765106" y="2113352"/>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instanceof Operator</a:t>
          </a:r>
          <a:endParaRPr lang="en-IN" sz="1800" kern="1200" dirty="0"/>
        </a:p>
      </dsp:txBody>
      <dsp:txXfrm>
        <a:off x="1765106" y="2113352"/>
        <a:ext cx="3017019" cy="332621"/>
      </dsp:txXfrm>
    </dsp:sp>
    <dsp:sp modelId="{F6164107-97FE-4A81-83CC-00060ECC8902}">
      <dsp:nvSpPr>
        <dsp:cNvPr id="0" name=""/>
        <dsp:cNvSpPr/>
      </dsp:nvSpPr>
      <dsp:spPr>
        <a:xfrm>
          <a:off x="1707456" y="2445974"/>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04BBE35-1F99-4177-A3C5-2EC9B949E5D5}">
      <dsp:nvSpPr>
        <dsp:cNvPr id="0" name=""/>
        <dsp:cNvSpPr/>
      </dsp:nvSpPr>
      <dsp:spPr>
        <a:xfrm>
          <a:off x="0" y="1204"/>
          <a:ext cx="4787807"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sp>
    <dsp:sp modelId="{7C31FA62-7DCF-4159-92CD-6840FBF7259F}">
      <dsp:nvSpPr>
        <dsp:cNvPr id="0" name=""/>
        <dsp:cNvSpPr/>
      </dsp:nvSpPr>
      <dsp:spPr>
        <a:xfrm>
          <a:off x="0" y="1204"/>
          <a:ext cx="1707456" cy="246368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kern="1200" dirty="0"/>
            <a:t>Types of Operators</a:t>
          </a:r>
        </a:p>
      </dsp:txBody>
      <dsp:txXfrm>
        <a:off x="0" y="1204"/>
        <a:ext cx="1707456" cy="2463686"/>
      </dsp:txXfrm>
    </dsp:sp>
    <dsp:sp modelId="{8DC4FE41-CDBE-4AC4-B463-98FF866824DA}">
      <dsp:nvSpPr>
        <dsp:cNvPr id="0" name=""/>
        <dsp:cNvSpPr/>
      </dsp:nvSpPr>
      <dsp:spPr>
        <a:xfrm>
          <a:off x="1765106" y="17835"/>
          <a:ext cx="3017019" cy="332621"/>
        </a:xfrm>
        <a:prstGeom prst="rect">
          <a:avLst/>
        </a:prstGeom>
        <a:solidFill>
          <a:schemeClr val="bg1"/>
        </a:solid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Arithmetic Operators</a:t>
          </a:r>
          <a:endParaRPr lang="en-IN" sz="1800" kern="1200" dirty="0"/>
        </a:p>
      </dsp:txBody>
      <dsp:txXfrm>
        <a:off x="1765106" y="17835"/>
        <a:ext cx="3017019" cy="332621"/>
      </dsp:txXfrm>
    </dsp:sp>
    <dsp:sp modelId="{80DB9D29-DDDB-4582-B792-FB81CCA6C9FB}">
      <dsp:nvSpPr>
        <dsp:cNvPr id="0" name=""/>
        <dsp:cNvSpPr/>
      </dsp:nvSpPr>
      <dsp:spPr>
        <a:xfrm>
          <a:off x="1707456" y="350457"/>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99F5DFB5-8775-4BAB-9DBD-F10BA17078AD}">
      <dsp:nvSpPr>
        <dsp:cNvPr id="0" name=""/>
        <dsp:cNvSpPr/>
      </dsp:nvSpPr>
      <dsp:spPr>
        <a:xfrm>
          <a:off x="1765106" y="367088"/>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Assignment Operators</a:t>
          </a:r>
          <a:endParaRPr lang="en-IN" sz="1800" kern="1200" dirty="0"/>
        </a:p>
      </dsp:txBody>
      <dsp:txXfrm>
        <a:off x="1765106" y="367088"/>
        <a:ext cx="3017019" cy="332621"/>
      </dsp:txXfrm>
    </dsp:sp>
    <dsp:sp modelId="{1A32E401-DA1D-4D42-9482-C2645401774B}">
      <dsp:nvSpPr>
        <dsp:cNvPr id="0" name=""/>
        <dsp:cNvSpPr/>
      </dsp:nvSpPr>
      <dsp:spPr>
        <a:xfrm>
          <a:off x="1707456" y="699709"/>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21D69948-6332-4CD4-871A-5D52EFE46A04}">
      <dsp:nvSpPr>
        <dsp:cNvPr id="0" name=""/>
        <dsp:cNvSpPr/>
      </dsp:nvSpPr>
      <dsp:spPr>
        <a:xfrm>
          <a:off x="1765106" y="716340"/>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Comparison Operators</a:t>
          </a:r>
          <a:endParaRPr lang="en-IN" sz="1800" kern="1200" dirty="0"/>
        </a:p>
      </dsp:txBody>
      <dsp:txXfrm>
        <a:off x="1765106" y="716340"/>
        <a:ext cx="3017019" cy="332621"/>
      </dsp:txXfrm>
    </dsp:sp>
    <dsp:sp modelId="{19F7E037-4803-4406-BB0C-D4FBEAFAEA87}">
      <dsp:nvSpPr>
        <dsp:cNvPr id="0" name=""/>
        <dsp:cNvSpPr/>
      </dsp:nvSpPr>
      <dsp:spPr>
        <a:xfrm>
          <a:off x="1707456" y="1048962"/>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7380F50D-0A8C-499F-9058-4EF1DA7749CD}">
      <dsp:nvSpPr>
        <dsp:cNvPr id="0" name=""/>
        <dsp:cNvSpPr/>
      </dsp:nvSpPr>
      <dsp:spPr>
        <a:xfrm>
          <a:off x="1765106" y="1065593"/>
          <a:ext cx="3017019" cy="332621"/>
        </a:xfrm>
        <a:prstGeom prst="rect">
          <a:avLst/>
        </a:prstGeom>
        <a:solidFill>
          <a:srgbClr val="FFFF00"/>
        </a:solid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Logical Operators</a:t>
          </a:r>
          <a:endParaRPr lang="en-IN" sz="1800" kern="1200" dirty="0"/>
        </a:p>
      </dsp:txBody>
      <dsp:txXfrm>
        <a:off x="1765106" y="1065593"/>
        <a:ext cx="3017019" cy="332621"/>
      </dsp:txXfrm>
    </dsp:sp>
    <dsp:sp modelId="{FF3D9E33-E774-4838-B00C-D036750CD321}">
      <dsp:nvSpPr>
        <dsp:cNvPr id="0" name=""/>
        <dsp:cNvSpPr/>
      </dsp:nvSpPr>
      <dsp:spPr>
        <a:xfrm>
          <a:off x="1707456" y="1398215"/>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54662282-0506-41B3-B41C-EEFD1D125C3D}">
      <dsp:nvSpPr>
        <dsp:cNvPr id="0" name=""/>
        <dsp:cNvSpPr/>
      </dsp:nvSpPr>
      <dsp:spPr>
        <a:xfrm>
          <a:off x="1765106" y="1414846"/>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Unary Operators</a:t>
          </a:r>
          <a:endParaRPr lang="en-IN" sz="1800" kern="1200" dirty="0"/>
        </a:p>
      </dsp:txBody>
      <dsp:txXfrm>
        <a:off x="1765106" y="1414846"/>
        <a:ext cx="3017019" cy="332621"/>
      </dsp:txXfrm>
    </dsp:sp>
    <dsp:sp modelId="{A3DEB657-0CCB-4DC3-BFEC-E11D7AA8E5DD}">
      <dsp:nvSpPr>
        <dsp:cNvPr id="0" name=""/>
        <dsp:cNvSpPr/>
      </dsp:nvSpPr>
      <dsp:spPr>
        <a:xfrm>
          <a:off x="1707456" y="1747468"/>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1E8277E9-A421-4F4E-826A-37359E981746}">
      <dsp:nvSpPr>
        <dsp:cNvPr id="0" name=""/>
        <dsp:cNvSpPr/>
      </dsp:nvSpPr>
      <dsp:spPr>
        <a:xfrm>
          <a:off x="1765106" y="1764099"/>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Ternary/ Conditional Operator</a:t>
          </a:r>
          <a:endParaRPr lang="en-IN" sz="1800" kern="1200" dirty="0"/>
        </a:p>
      </dsp:txBody>
      <dsp:txXfrm>
        <a:off x="1765106" y="1764099"/>
        <a:ext cx="3017019" cy="332621"/>
      </dsp:txXfrm>
    </dsp:sp>
    <dsp:sp modelId="{50DB1A0B-13D5-4FC7-B1D8-9F9379317C82}">
      <dsp:nvSpPr>
        <dsp:cNvPr id="0" name=""/>
        <dsp:cNvSpPr/>
      </dsp:nvSpPr>
      <dsp:spPr>
        <a:xfrm>
          <a:off x="1707456" y="2096721"/>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43052584-286B-4058-A607-12B9CDE8CA5E}">
      <dsp:nvSpPr>
        <dsp:cNvPr id="0" name=""/>
        <dsp:cNvSpPr/>
      </dsp:nvSpPr>
      <dsp:spPr>
        <a:xfrm>
          <a:off x="1765106" y="2113352"/>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instanceof Operator</a:t>
          </a:r>
          <a:endParaRPr lang="en-IN" sz="1800" kern="1200" dirty="0"/>
        </a:p>
      </dsp:txBody>
      <dsp:txXfrm>
        <a:off x="1765106" y="2113352"/>
        <a:ext cx="3017019" cy="332621"/>
      </dsp:txXfrm>
    </dsp:sp>
    <dsp:sp modelId="{F6164107-97FE-4A81-83CC-00060ECC8902}">
      <dsp:nvSpPr>
        <dsp:cNvPr id="0" name=""/>
        <dsp:cNvSpPr/>
      </dsp:nvSpPr>
      <dsp:spPr>
        <a:xfrm>
          <a:off x="1707456" y="2445974"/>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04BBE35-1F99-4177-A3C5-2EC9B949E5D5}">
      <dsp:nvSpPr>
        <dsp:cNvPr id="0" name=""/>
        <dsp:cNvSpPr/>
      </dsp:nvSpPr>
      <dsp:spPr>
        <a:xfrm>
          <a:off x="0" y="1204"/>
          <a:ext cx="4787807"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sp>
    <dsp:sp modelId="{7C31FA62-7DCF-4159-92CD-6840FBF7259F}">
      <dsp:nvSpPr>
        <dsp:cNvPr id="0" name=""/>
        <dsp:cNvSpPr/>
      </dsp:nvSpPr>
      <dsp:spPr>
        <a:xfrm>
          <a:off x="0" y="1204"/>
          <a:ext cx="1707456" cy="246368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kern="1200" dirty="0"/>
            <a:t>Types of Operators</a:t>
          </a:r>
        </a:p>
      </dsp:txBody>
      <dsp:txXfrm>
        <a:off x="0" y="1204"/>
        <a:ext cx="1707456" cy="2463686"/>
      </dsp:txXfrm>
    </dsp:sp>
    <dsp:sp modelId="{8DC4FE41-CDBE-4AC4-B463-98FF866824DA}">
      <dsp:nvSpPr>
        <dsp:cNvPr id="0" name=""/>
        <dsp:cNvSpPr/>
      </dsp:nvSpPr>
      <dsp:spPr>
        <a:xfrm>
          <a:off x="1765106" y="17835"/>
          <a:ext cx="3017019" cy="332621"/>
        </a:xfrm>
        <a:prstGeom prst="rect">
          <a:avLst/>
        </a:prstGeom>
        <a:solidFill>
          <a:schemeClr val="bg1"/>
        </a:solid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Arithmetic Operators</a:t>
          </a:r>
          <a:endParaRPr lang="en-IN" sz="1800" kern="1200" dirty="0"/>
        </a:p>
      </dsp:txBody>
      <dsp:txXfrm>
        <a:off x="1765106" y="17835"/>
        <a:ext cx="3017019" cy="332621"/>
      </dsp:txXfrm>
    </dsp:sp>
    <dsp:sp modelId="{80DB9D29-DDDB-4582-B792-FB81CCA6C9FB}">
      <dsp:nvSpPr>
        <dsp:cNvPr id="0" name=""/>
        <dsp:cNvSpPr/>
      </dsp:nvSpPr>
      <dsp:spPr>
        <a:xfrm>
          <a:off x="1707456" y="350457"/>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99F5DFB5-8775-4BAB-9DBD-F10BA17078AD}">
      <dsp:nvSpPr>
        <dsp:cNvPr id="0" name=""/>
        <dsp:cNvSpPr/>
      </dsp:nvSpPr>
      <dsp:spPr>
        <a:xfrm>
          <a:off x="1765106" y="367088"/>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Assignment Operators</a:t>
          </a:r>
          <a:endParaRPr lang="en-IN" sz="1800" kern="1200" dirty="0"/>
        </a:p>
      </dsp:txBody>
      <dsp:txXfrm>
        <a:off x="1765106" y="367088"/>
        <a:ext cx="3017019" cy="332621"/>
      </dsp:txXfrm>
    </dsp:sp>
    <dsp:sp modelId="{1A32E401-DA1D-4D42-9482-C2645401774B}">
      <dsp:nvSpPr>
        <dsp:cNvPr id="0" name=""/>
        <dsp:cNvSpPr/>
      </dsp:nvSpPr>
      <dsp:spPr>
        <a:xfrm>
          <a:off x="1707456" y="699709"/>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21D69948-6332-4CD4-871A-5D52EFE46A04}">
      <dsp:nvSpPr>
        <dsp:cNvPr id="0" name=""/>
        <dsp:cNvSpPr/>
      </dsp:nvSpPr>
      <dsp:spPr>
        <a:xfrm>
          <a:off x="1765106" y="716340"/>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Comparison Operators</a:t>
          </a:r>
          <a:endParaRPr lang="en-IN" sz="1800" kern="1200" dirty="0"/>
        </a:p>
      </dsp:txBody>
      <dsp:txXfrm>
        <a:off x="1765106" y="716340"/>
        <a:ext cx="3017019" cy="332621"/>
      </dsp:txXfrm>
    </dsp:sp>
    <dsp:sp modelId="{19F7E037-4803-4406-BB0C-D4FBEAFAEA87}">
      <dsp:nvSpPr>
        <dsp:cNvPr id="0" name=""/>
        <dsp:cNvSpPr/>
      </dsp:nvSpPr>
      <dsp:spPr>
        <a:xfrm>
          <a:off x="1707456" y="1048962"/>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7380F50D-0A8C-499F-9058-4EF1DA7749CD}">
      <dsp:nvSpPr>
        <dsp:cNvPr id="0" name=""/>
        <dsp:cNvSpPr/>
      </dsp:nvSpPr>
      <dsp:spPr>
        <a:xfrm>
          <a:off x="1765106" y="1065593"/>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Logical Operators</a:t>
          </a:r>
          <a:endParaRPr lang="en-IN" sz="1800" kern="1200" dirty="0"/>
        </a:p>
      </dsp:txBody>
      <dsp:txXfrm>
        <a:off x="1765106" y="1065593"/>
        <a:ext cx="3017019" cy="332621"/>
      </dsp:txXfrm>
    </dsp:sp>
    <dsp:sp modelId="{FF3D9E33-E774-4838-B00C-D036750CD321}">
      <dsp:nvSpPr>
        <dsp:cNvPr id="0" name=""/>
        <dsp:cNvSpPr/>
      </dsp:nvSpPr>
      <dsp:spPr>
        <a:xfrm>
          <a:off x="1707456" y="1398215"/>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54662282-0506-41B3-B41C-EEFD1D125C3D}">
      <dsp:nvSpPr>
        <dsp:cNvPr id="0" name=""/>
        <dsp:cNvSpPr/>
      </dsp:nvSpPr>
      <dsp:spPr>
        <a:xfrm>
          <a:off x="1765106" y="1414846"/>
          <a:ext cx="3017019" cy="332621"/>
        </a:xfrm>
        <a:prstGeom prst="rect">
          <a:avLst/>
        </a:prstGeom>
        <a:solidFill>
          <a:srgbClr val="FFFF00"/>
        </a:solid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Unary Operators</a:t>
          </a:r>
          <a:endParaRPr lang="en-IN" sz="1800" kern="1200" dirty="0"/>
        </a:p>
      </dsp:txBody>
      <dsp:txXfrm>
        <a:off x="1765106" y="1414846"/>
        <a:ext cx="3017019" cy="332621"/>
      </dsp:txXfrm>
    </dsp:sp>
    <dsp:sp modelId="{A3DEB657-0CCB-4DC3-BFEC-E11D7AA8E5DD}">
      <dsp:nvSpPr>
        <dsp:cNvPr id="0" name=""/>
        <dsp:cNvSpPr/>
      </dsp:nvSpPr>
      <dsp:spPr>
        <a:xfrm>
          <a:off x="1707456" y="1747468"/>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1E8277E9-A421-4F4E-826A-37359E981746}">
      <dsp:nvSpPr>
        <dsp:cNvPr id="0" name=""/>
        <dsp:cNvSpPr/>
      </dsp:nvSpPr>
      <dsp:spPr>
        <a:xfrm>
          <a:off x="1765106" y="1764099"/>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Ternary/ Conditional Operator</a:t>
          </a:r>
          <a:endParaRPr lang="en-IN" sz="1800" kern="1200" dirty="0"/>
        </a:p>
      </dsp:txBody>
      <dsp:txXfrm>
        <a:off x="1765106" y="1764099"/>
        <a:ext cx="3017019" cy="332621"/>
      </dsp:txXfrm>
    </dsp:sp>
    <dsp:sp modelId="{50DB1A0B-13D5-4FC7-B1D8-9F9379317C82}">
      <dsp:nvSpPr>
        <dsp:cNvPr id="0" name=""/>
        <dsp:cNvSpPr/>
      </dsp:nvSpPr>
      <dsp:spPr>
        <a:xfrm>
          <a:off x="1707456" y="2096721"/>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43052584-286B-4058-A607-12B9CDE8CA5E}">
      <dsp:nvSpPr>
        <dsp:cNvPr id="0" name=""/>
        <dsp:cNvSpPr/>
      </dsp:nvSpPr>
      <dsp:spPr>
        <a:xfrm>
          <a:off x="1765106" y="2113352"/>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instanceof Operator</a:t>
          </a:r>
          <a:endParaRPr lang="en-IN" sz="1800" kern="1200" dirty="0"/>
        </a:p>
      </dsp:txBody>
      <dsp:txXfrm>
        <a:off x="1765106" y="2113352"/>
        <a:ext cx="3017019" cy="332621"/>
      </dsp:txXfrm>
    </dsp:sp>
    <dsp:sp modelId="{F6164107-97FE-4A81-83CC-00060ECC8902}">
      <dsp:nvSpPr>
        <dsp:cNvPr id="0" name=""/>
        <dsp:cNvSpPr/>
      </dsp:nvSpPr>
      <dsp:spPr>
        <a:xfrm>
          <a:off x="1707456" y="2445974"/>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04BBE35-1F99-4177-A3C5-2EC9B949E5D5}">
      <dsp:nvSpPr>
        <dsp:cNvPr id="0" name=""/>
        <dsp:cNvSpPr/>
      </dsp:nvSpPr>
      <dsp:spPr>
        <a:xfrm>
          <a:off x="0" y="1204"/>
          <a:ext cx="4787807"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sp>
    <dsp:sp modelId="{7C31FA62-7DCF-4159-92CD-6840FBF7259F}">
      <dsp:nvSpPr>
        <dsp:cNvPr id="0" name=""/>
        <dsp:cNvSpPr/>
      </dsp:nvSpPr>
      <dsp:spPr>
        <a:xfrm>
          <a:off x="0" y="1204"/>
          <a:ext cx="1707456" cy="246368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kern="1200" dirty="0"/>
            <a:t>Types of Operators</a:t>
          </a:r>
        </a:p>
      </dsp:txBody>
      <dsp:txXfrm>
        <a:off x="0" y="1204"/>
        <a:ext cx="1707456" cy="2463686"/>
      </dsp:txXfrm>
    </dsp:sp>
    <dsp:sp modelId="{8DC4FE41-CDBE-4AC4-B463-98FF866824DA}">
      <dsp:nvSpPr>
        <dsp:cNvPr id="0" name=""/>
        <dsp:cNvSpPr/>
      </dsp:nvSpPr>
      <dsp:spPr>
        <a:xfrm>
          <a:off x="1765106" y="17835"/>
          <a:ext cx="3017019" cy="332621"/>
        </a:xfrm>
        <a:prstGeom prst="rect">
          <a:avLst/>
        </a:prstGeom>
        <a:solidFill>
          <a:schemeClr val="bg1"/>
        </a:solid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Arithmetic Operators</a:t>
          </a:r>
          <a:endParaRPr lang="en-IN" sz="1800" kern="1200" dirty="0"/>
        </a:p>
      </dsp:txBody>
      <dsp:txXfrm>
        <a:off x="1765106" y="17835"/>
        <a:ext cx="3017019" cy="332621"/>
      </dsp:txXfrm>
    </dsp:sp>
    <dsp:sp modelId="{80DB9D29-DDDB-4582-B792-FB81CCA6C9FB}">
      <dsp:nvSpPr>
        <dsp:cNvPr id="0" name=""/>
        <dsp:cNvSpPr/>
      </dsp:nvSpPr>
      <dsp:spPr>
        <a:xfrm>
          <a:off x="1707456" y="350457"/>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99F5DFB5-8775-4BAB-9DBD-F10BA17078AD}">
      <dsp:nvSpPr>
        <dsp:cNvPr id="0" name=""/>
        <dsp:cNvSpPr/>
      </dsp:nvSpPr>
      <dsp:spPr>
        <a:xfrm>
          <a:off x="1765106" y="367088"/>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Assignment Operators</a:t>
          </a:r>
          <a:endParaRPr lang="en-IN" sz="1800" kern="1200" dirty="0"/>
        </a:p>
      </dsp:txBody>
      <dsp:txXfrm>
        <a:off x="1765106" y="367088"/>
        <a:ext cx="3017019" cy="332621"/>
      </dsp:txXfrm>
    </dsp:sp>
    <dsp:sp modelId="{1A32E401-DA1D-4D42-9482-C2645401774B}">
      <dsp:nvSpPr>
        <dsp:cNvPr id="0" name=""/>
        <dsp:cNvSpPr/>
      </dsp:nvSpPr>
      <dsp:spPr>
        <a:xfrm>
          <a:off x="1707456" y="699709"/>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21D69948-6332-4CD4-871A-5D52EFE46A04}">
      <dsp:nvSpPr>
        <dsp:cNvPr id="0" name=""/>
        <dsp:cNvSpPr/>
      </dsp:nvSpPr>
      <dsp:spPr>
        <a:xfrm>
          <a:off x="1765106" y="716340"/>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Comparison Operators</a:t>
          </a:r>
          <a:endParaRPr lang="en-IN" sz="1800" kern="1200" dirty="0"/>
        </a:p>
      </dsp:txBody>
      <dsp:txXfrm>
        <a:off x="1765106" y="716340"/>
        <a:ext cx="3017019" cy="332621"/>
      </dsp:txXfrm>
    </dsp:sp>
    <dsp:sp modelId="{19F7E037-4803-4406-BB0C-D4FBEAFAEA87}">
      <dsp:nvSpPr>
        <dsp:cNvPr id="0" name=""/>
        <dsp:cNvSpPr/>
      </dsp:nvSpPr>
      <dsp:spPr>
        <a:xfrm>
          <a:off x="1707456" y="1048962"/>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7380F50D-0A8C-499F-9058-4EF1DA7749CD}">
      <dsp:nvSpPr>
        <dsp:cNvPr id="0" name=""/>
        <dsp:cNvSpPr/>
      </dsp:nvSpPr>
      <dsp:spPr>
        <a:xfrm>
          <a:off x="1765106" y="1065593"/>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i="0" kern="1200" dirty="0"/>
            <a:t>Logical Operators</a:t>
          </a:r>
          <a:endParaRPr lang="en-IN" sz="1800" kern="1200" dirty="0"/>
        </a:p>
      </dsp:txBody>
      <dsp:txXfrm>
        <a:off x="1765106" y="1065593"/>
        <a:ext cx="3017019" cy="332621"/>
      </dsp:txXfrm>
    </dsp:sp>
    <dsp:sp modelId="{FF3D9E33-E774-4838-B00C-D036750CD321}">
      <dsp:nvSpPr>
        <dsp:cNvPr id="0" name=""/>
        <dsp:cNvSpPr/>
      </dsp:nvSpPr>
      <dsp:spPr>
        <a:xfrm>
          <a:off x="1707456" y="1398215"/>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54662282-0506-41B3-B41C-EEFD1D125C3D}">
      <dsp:nvSpPr>
        <dsp:cNvPr id="0" name=""/>
        <dsp:cNvSpPr/>
      </dsp:nvSpPr>
      <dsp:spPr>
        <a:xfrm>
          <a:off x="1765106" y="1414846"/>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Unary Operators</a:t>
          </a:r>
          <a:endParaRPr lang="en-IN" sz="1800" kern="1200" dirty="0"/>
        </a:p>
      </dsp:txBody>
      <dsp:txXfrm>
        <a:off x="1765106" y="1414846"/>
        <a:ext cx="3017019" cy="332621"/>
      </dsp:txXfrm>
    </dsp:sp>
    <dsp:sp modelId="{A3DEB657-0CCB-4DC3-BFEC-E11D7AA8E5DD}">
      <dsp:nvSpPr>
        <dsp:cNvPr id="0" name=""/>
        <dsp:cNvSpPr/>
      </dsp:nvSpPr>
      <dsp:spPr>
        <a:xfrm>
          <a:off x="1707456" y="1747468"/>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1E8277E9-A421-4F4E-826A-37359E981746}">
      <dsp:nvSpPr>
        <dsp:cNvPr id="0" name=""/>
        <dsp:cNvSpPr/>
      </dsp:nvSpPr>
      <dsp:spPr>
        <a:xfrm>
          <a:off x="1765106" y="1764099"/>
          <a:ext cx="3017019" cy="3326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Ternary/ Conditional Operator</a:t>
          </a:r>
          <a:endParaRPr lang="en-IN" sz="1800" kern="1200" dirty="0"/>
        </a:p>
      </dsp:txBody>
      <dsp:txXfrm>
        <a:off x="1765106" y="1764099"/>
        <a:ext cx="3017019" cy="332621"/>
      </dsp:txXfrm>
    </dsp:sp>
    <dsp:sp modelId="{50DB1A0B-13D5-4FC7-B1D8-9F9379317C82}">
      <dsp:nvSpPr>
        <dsp:cNvPr id="0" name=""/>
        <dsp:cNvSpPr/>
      </dsp:nvSpPr>
      <dsp:spPr>
        <a:xfrm>
          <a:off x="1707456" y="2096721"/>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43052584-286B-4058-A607-12B9CDE8CA5E}">
      <dsp:nvSpPr>
        <dsp:cNvPr id="0" name=""/>
        <dsp:cNvSpPr/>
      </dsp:nvSpPr>
      <dsp:spPr>
        <a:xfrm>
          <a:off x="1765106" y="2113352"/>
          <a:ext cx="3017019" cy="332621"/>
        </a:xfrm>
        <a:prstGeom prst="rect">
          <a:avLst/>
        </a:prstGeom>
        <a:solidFill>
          <a:srgbClr val="FFFF00"/>
        </a:solid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IN" sz="1800" b="0" kern="1200" dirty="0"/>
            <a:t>instanceof Operator</a:t>
          </a:r>
          <a:endParaRPr lang="en-IN" sz="1800" kern="1200" dirty="0"/>
        </a:p>
      </dsp:txBody>
      <dsp:txXfrm>
        <a:off x="1765106" y="2113352"/>
        <a:ext cx="3017019" cy="332621"/>
      </dsp:txXfrm>
    </dsp:sp>
    <dsp:sp modelId="{F6164107-97FE-4A81-83CC-00060ECC8902}">
      <dsp:nvSpPr>
        <dsp:cNvPr id="0" name=""/>
        <dsp:cNvSpPr/>
      </dsp:nvSpPr>
      <dsp:spPr>
        <a:xfrm>
          <a:off x="1707456" y="2445974"/>
          <a:ext cx="3074669" cy="0"/>
        </a:xfrm>
        <a:prstGeom prst="lin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E7995DB-F7CA-449A-9892-F6BC451FC80D}">
      <dsp:nvSpPr>
        <dsp:cNvPr id="0" name=""/>
        <dsp:cNvSpPr/>
      </dsp:nvSpPr>
      <dsp:spPr>
        <a:xfrm>
          <a:off x="4210073" y="2130189"/>
          <a:ext cx="377234" cy="2000825"/>
        </a:xfrm>
        <a:custGeom>
          <a:avLst/>
          <a:gdLst/>
          <a:ahLst/>
          <a:cxnLst/>
          <a:rect l="0" t="0" r="0" b="0"/>
          <a:pathLst>
            <a:path>
              <a:moveTo>
                <a:pt x="0" y="0"/>
              </a:moveTo>
              <a:lnTo>
                <a:pt x="0" y="2000825"/>
              </a:lnTo>
              <a:lnTo>
                <a:pt x="377234" y="2000825"/>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5B2B3AF-793F-4332-9309-CCBEA8454AD9}">
      <dsp:nvSpPr>
        <dsp:cNvPr id="0" name=""/>
        <dsp:cNvSpPr/>
      </dsp:nvSpPr>
      <dsp:spPr>
        <a:xfrm>
          <a:off x="4210073" y="2130189"/>
          <a:ext cx="377234" cy="1306501"/>
        </a:xfrm>
        <a:custGeom>
          <a:avLst/>
          <a:gdLst/>
          <a:ahLst/>
          <a:cxnLst/>
          <a:rect l="0" t="0" r="0" b="0"/>
          <a:pathLst>
            <a:path>
              <a:moveTo>
                <a:pt x="0" y="0"/>
              </a:moveTo>
              <a:lnTo>
                <a:pt x="0" y="1306501"/>
              </a:lnTo>
              <a:lnTo>
                <a:pt x="377234" y="1306501"/>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4C52CFD-6986-402C-B6BD-1F80F5E6B958}">
      <dsp:nvSpPr>
        <dsp:cNvPr id="0" name=""/>
        <dsp:cNvSpPr/>
      </dsp:nvSpPr>
      <dsp:spPr>
        <a:xfrm>
          <a:off x="4210073" y="2130189"/>
          <a:ext cx="377234" cy="612178"/>
        </a:xfrm>
        <a:custGeom>
          <a:avLst/>
          <a:gdLst/>
          <a:ahLst/>
          <a:cxnLst/>
          <a:rect l="0" t="0" r="0" b="0"/>
          <a:pathLst>
            <a:path>
              <a:moveTo>
                <a:pt x="0" y="0"/>
              </a:moveTo>
              <a:lnTo>
                <a:pt x="0" y="612178"/>
              </a:lnTo>
              <a:lnTo>
                <a:pt x="377234" y="612178"/>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ECD5F78-5DBE-4AD2-8C47-225307EE482B}">
      <dsp:nvSpPr>
        <dsp:cNvPr id="0" name=""/>
        <dsp:cNvSpPr/>
      </dsp:nvSpPr>
      <dsp:spPr>
        <a:xfrm>
          <a:off x="2918442" y="1004504"/>
          <a:ext cx="2014658" cy="474731"/>
        </a:xfrm>
        <a:custGeom>
          <a:avLst/>
          <a:gdLst/>
          <a:ahLst/>
          <a:cxnLst/>
          <a:rect l="0" t="0" r="0" b="0"/>
          <a:pathLst>
            <a:path>
              <a:moveTo>
                <a:pt x="0" y="0"/>
              </a:moveTo>
              <a:lnTo>
                <a:pt x="0" y="372049"/>
              </a:lnTo>
              <a:lnTo>
                <a:pt x="2014658" y="372049"/>
              </a:lnTo>
              <a:lnTo>
                <a:pt x="2014658" y="474731"/>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61F7A37-5E44-4692-A730-EE90573FCE32}">
      <dsp:nvSpPr>
        <dsp:cNvPr id="0" name=""/>
        <dsp:cNvSpPr/>
      </dsp:nvSpPr>
      <dsp:spPr>
        <a:xfrm>
          <a:off x="2195415" y="2130189"/>
          <a:ext cx="271135" cy="2695148"/>
        </a:xfrm>
        <a:custGeom>
          <a:avLst/>
          <a:gdLst/>
          <a:ahLst/>
          <a:cxnLst/>
          <a:rect l="0" t="0" r="0" b="0"/>
          <a:pathLst>
            <a:path>
              <a:moveTo>
                <a:pt x="0" y="0"/>
              </a:moveTo>
              <a:lnTo>
                <a:pt x="0" y="2695148"/>
              </a:lnTo>
              <a:lnTo>
                <a:pt x="271135" y="2695148"/>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00C6865-90BF-4959-A14F-F80E1F32E6ED}">
      <dsp:nvSpPr>
        <dsp:cNvPr id="0" name=""/>
        <dsp:cNvSpPr/>
      </dsp:nvSpPr>
      <dsp:spPr>
        <a:xfrm>
          <a:off x="2195415" y="2130189"/>
          <a:ext cx="271135" cy="2000825"/>
        </a:xfrm>
        <a:custGeom>
          <a:avLst/>
          <a:gdLst/>
          <a:ahLst/>
          <a:cxnLst/>
          <a:rect l="0" t="0" r="0" b="0"/>
          <a:pathLst>
            <a:path>
              <a:moveTo>
                <a:pt x="0" y="0"/>
              </a:moveTo>
              <a:lnTo>
                <a:pt x="0" y="2000825"/>
              </a:lnTo>
              <a:lnTo>
                <a:pt x="271135" y="2000825"/>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7771716-0C63-438D-BEB4-45BEBB8694A3}">
      <dsp:nvSpPr>
        <dsp:cNvPr id="0" name=""/>
        <dsp:cNvSpPr/>
      </dsp:nvSpPr>
      <dsp:spPr>
        <a:xfrm>
          <a:off x="2195415" y="2130189"/>
          <a:ext cx="271135" cy="1306501"/>
        </a:xfrm>
        <a:custGeom>
          <a:avLst/>
          <a:gdLst/>
          <a:ahLst/>
          <a:cxnLst/>
          <a:rect l="0" t="0" r="0" b="0"/>
          <a:pathLst>
            <a:path>
              <a:moveTo>
                <a:pt x="0" y="0"/>
              </a:moveTo>
              <a:lnTo>
                <a:pt x="0" y="1306501"/>
              </a:lnTo>
              <a:lnTo>
                <a:pt x="271135" y="1306501"/>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D205FF8-D8DD-451C-A43B-3498D56D0040}">
      <dsp:nvSpPr>
        <dsp:cNvPr id="0" name=""/>
        <dsp:cNvSpPr/>
      </dsp:nvSpPr>
      <dsp:spPr>
        <a:xfrm>
          <a:off x="2195415" y="2130189"/>
          <a:ext cx="271135" cy="612178"/>
        </a:xfrm>
        <a:custGeom>
          <a:avLst/>
          <a:gdLst/>
          <a:ahLst/>
          <a:cxnLst/>
          <a:rect l="0" t="0" r="0" b="0"/>
          <a:pathLst>
            <a:path>
              <a:moveTo>
                <a:pt x="0" y="0"/>
              </a:moveTo>
              <a:lnTo>
                <a:pt x="0" y="612178"/>
              </a:lnTo>
              <a:lnTo>
                <a:pt x="271135" y="612178"/>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4ACDF4E-8182-4429-BB0D-7357CB43FEED}">
      <dsp:nvSpPr>
        <dsp:cNvPr id="0" name=""/>
        <dsp:cNvSpPr/>
      </dsp:nvSpPr>
      <dsp:spPr>
        <a:xfrm>
          <a:off x="2872722" y="1004504"/>
          <a:ext cx="91440" cy="474731"/>
        </a:xfrm>
        <a:custGeom>
          <a:avLst/>
          <a:gdLst/>
          <a:ahLst/>
          <a:cxnLst/>
          <a:rect l="0" t="0" r="0" b="0"/>
          <a:pathLst>
            <a:path>
              <a:moveTo>
                <a:pt x="45720" y="0"/>
              </a:moveTo>
              <a:lnTo>
                <a:pt x="45720" y="474731"/>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52D3578-13E9-4A07-8A85-51AA3B340AB8}">
      <dsp:nvSpPr>
        <dsp:cNvPr id="0" name=""/>
        <dsp:cNvSpPr/>
      </dsp:nvSpPr>
      <dsp:spPr>
        <a:xfrm>
          <a:off x="180756" y="2130189"/>
          <a:ext cx="226625" cy="2000825"/>
        </a:xfrm>
        <a:custGeom>
          <a:avLst/>
          <a:gdLst/>
          <a:ahLst/>
          <a:cxnLst/>
          <a:rect l="0" t="0" r="0" b="0"/>
          <a:pathLst>
            <a:path>
              <a:moveTo>
                <a:pt x="0" y="0"/>
              </a:moveTo>
              <a:lnTo>
                <a:pt x="0" y="2000825"/>
              </a:lnTo>
              <a:lnTo>
                <a:pt x="226625" y="2000825"/>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706C1FD-9B08-4017-821E-059C6F8F906F}">
      <dsp:nvSpPr>
        <dsp:cNvPr id="0" name=""/>
        <dsp:cNvSpPr/>
      </dsp:nvSpPr>
      <dsp:spPr>
        <a:xfrm>
          <a:off x="180756" y="2130189"/>
          <a:ext cx="214010" cy="1306501"/>
        </a:xfrm>
        <a:custGeom>
          <a:avLst/>
          <a:gdLst/>
          <a:ahLst/>
          <a:cxnLst/>
          <a:rect l="0" t="0" r="0" b="0"/>
          <a:pathLst>
            <a:path>
              <a:moveTo>
                <a:pt x="0" y="0"/>
              </a:moveTo>
              <a:lnTo>
                <a:pt x="0" y="1306501"/>
              </a:lnTo>
              <a:lnTo>
                <a:pt x="214010" y="1306501"/>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F084FEA-5B5F-4033-BC70-D865CDA3F8E2}">
      <dsp:nvSpPr>
        <dsp:cNvPr id="0" name=""/>
        <dsp:cNvSpPr/>
      </dsp:nvSpPr>
      <dsp:spPr>
        <a:xfrm>
          <a:off x="180756" y="2130189"/>
          <a:ext cx="214010" cy="612178"/>
        </a:xfrm>
        <a:custGeom>
          <a:avLst/>
          <a:gdLst/>
          <a:ahLst/>
          <a:cxnLst/>
          <a:rect l="0" t="0" r="0" b="0"/>
          <a:pathLst>
            <a:path>
              <a:moveTo>
                <a:pt x="0" y="0"/>
              </a:moveTo>
              <a:lnTo>
                <a:pt x="0" y="612178"/>
              </a:lnTo>
              <a:lnTo>
                <a:pt x="214010" y="612178"/>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5FB18C3-A7FC-40B7-864D-A652C6F3FB7C}">
      <dsp:nvSpPr>
        <dsp:cNvPr id="0" name=""/>
        <dsp:cNvSpPr/>
      </dsp:nvSpPr>
      <dsp:spPr>
        <a:xfrm>
          <a:off x="903784" y="1004504"/>
          <a:ext cx="2014658" cy="474731"/>
        </a:xfrm>
        <a:custGeom>
          <a:avLst/>
          <a:gdLst/>
          <a:ahLst/>
          <a:cxnLst/>
          <a:rect l="0" t="0" r="0" b="0"/>
          <a:pathLst>
            <a:path>
              <a:moveTo>
                <a:pt x="2014658" y="0"/>
              </a:moveTo>
              <a:lnTo>
                <a:pt x="2014658" y="372049"/>
              </a:lnTo>
              <a:lnTo>
                <a:pt x="0" y="372049"/>
              </a:lnTo>
              <a:lnTo>
                <a:pt x="0" y="474731"/>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67CA4D0-0D49-4144-A25E-12F8F77C9497}">
      <dsp:nvSpPr>
        <dsp:cNvPr id="0" name=""/>
        <dsp:cNvSpPr/>
      </dsp:nvSpPr>
      <dsp:spPr>
        <a:xfrm>
          <a:off x="1518119" y="336066"/>
          <a:ext cx="2800646" cy="668437"/>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1" i="0" kern="1200" baseline="0" dirty="0"/>
            <a:t>Control Statements in Java</a:t>
          </a:r>
          <a:endParaRPr lang="en-IN" sz="1800" b="1" kern="1200" dirty="0"/>
        </a:p>
      </dsp:txBody>
      <dsp:txXfrm>
        <a:off x="1550749" y="368696"/>
        <a:ext cx="2735386" cy="603177"/>
      </dsp:txXfrm>
    </dsp:sp>
    <dsp:sp modelId="{6C062D20-970C-4581-BF25-6B478E69125C}">
      <dsp:nvSpPr>
        <dsp:cNvPr id="0" name=""/>
        <dsp:cNvSpPr/>
      </dsp:nvSpPr>
      <dsp:spPr>
        <a:xfrm>
          <a:off x="0" y="1479236"/>
          <a:ext cx="1807568" cy="650952"/>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i="0" kern="1200" baseline="0" dirty="0"/>
            <a:t>Conditional Statements</a:t>
          </a:r>
          <a:endParaRPr lang="en-IN" sz="1800" b="0" kern="1200" dirty="0"/>
        </a:p>
      </dsp:txBody>
      <dsp:txXfrm>
        <a:off x="31777" y="1511013"/>
        <a:ext cx="1744014" cy="587398"/>
      </dsp:txXfrm>
    </dsp:sp>
    <dsp:sp modelId="{16D0754E-E2CD-4547-9E1E-795BAB132D2E}">
      <dsp:nvSpPr>
        <dsp:cNvPr id="0" name=""/>
        <dsp:cNvSpPr/>
      </dsp:nvSpPr>
      <dsp:spPr>
        <a:xfrm>
          <a:off x="394767" y="2497887"/>
          <a:ext cx="1249577" cy="488960"/>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i="0" kern="1200" baseline="0" dirty="0"/>
            <a:t>if-else</a:t>
          </a:r>
          <a:endParaRPr lang="en-IN" sz="1800" b="0" kern="1200" dirty="0"/>
        </a:p>
      </dsp:txBody>
      <dsp:txXfrm>
        <a:off x="418636" y="2521756"/>
        <a:ext cx="1201839" cy="441222"/>
      </dsp:txXfrm>
    </dsp:sp>
    <dsp:sp modelId="{9E0AEEBE-A4C4-4790-9393-32DB2853A2EC}">
      <dsp:nvSpPr>
        <dsp:cNvPr id="0" name=""/>
        <dsp:cNvSpPr/>
      </dsp:nvSpPr>
      <dsp:spPr>
        <a:xfrm>
          <a:off x="394767" y="3192210"/>
          <a:ext cx="1249577" cy="488960"/>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i="0" kern="1200" baseline="0" dirty="0"/>
            <a:t>switch</a:t>
          </a:r>
          <a:endParaRPr lang="en-IN" sz="1800" b="0" kern="1200" dirty="0"/>
        </a:p>
      </dsp:txBody>
      <dsp:txXfrm>
        <a:off x="418636" y="3216079"/>
        <a:ext cx="1201839" cy="441222"/>
      </dsp:txXfrm>
    </dsp:sp>
    <dsp:sp modelId="{377768C5-BA19-499E-BB02-34F4F1F612F7}">
      <dsp:nvSpPr>
        <dsp:cNvPr id="0" name=""/>
        <dsp:cNvSpPr/>
      </dsp:nvSpPr>
      <dsp:spPr>
        <a:xfrm>
          <a:off x="407382" y="3886534"/>
          <a:ext cx="1249577" cy="488960"/>
        </a:xfrm>
        <a:prstGeom prst="roundRect">
          <a:avLst/>
        </a:prstGeom>
        <a:solidFill>
          <a:schemeClr val="accent1">
            <a:lumMod val="20000"/>
            <a:lumOff val="80000"/>
          </a:schemeClr>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kern="1200" dirty="0"/>
            <a:t>Ternary operator</a:t>
          </a:r>
          <a:endParaRPr lang="en-IN" sz="1800" b="0" kern="1200" dirty="0"/>
        </a:p>
      </dsp:txBody>
      <dsp:txXfrm>
        <a:off x="431251" y="3910403"/>
        <a:ext cx="1201839" cy="441222"/>
      </dsp:txXfrm>
    </dsp:sp>
    <dsp:sp modelId="{E3E59E1E-AA2E-42BF-AF38-967929268779}">
      <dsp:nvSpPr>
        <dsp:cNvPr id="0" name=""/>
        <dsp:cNvSpPr/>
      </dsp:nvSpPr>
      <dsp:spPr>
        <a:xfrm>
          <a:off x="2014658" y="1479236"/>
          <a:ext cx="1807568" cy="650952"/>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i="0" kern="1200" baseline="0" dirty="0"/>
            <a:t>Looping Statements</a:t>
          </a:r>
          <a:endParaRPr lang="en-IN" sz="1800" b="0" kern="1200" dirty="0"/>
        </a:p>
      </dsp:txBody>
      <dsp:txXfrm>
        <a:off x="2046435" y="1511013"/>
        <a:ext cx="1744014" cy="587398"/>
      </dsp:txXfrm>
    </dsp:sp>
    <dsp:sp modelId="{82E1509F-6B8B-4061-9D06-C2A761B93CF7}">
      <dsp:nvSpPr>
        <dsp:cNvPr id="0" name=""/>
        <dsp:cNvSpPr/>
      </dsp:nvSpPr>
      <dsp:spPr>
        <a:xfrm>
          <a:off x="2466550" y="2497887"/>
          <a:ext cx="1249577" cy="488960"/>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i="0" kern="1200" baseline="0" dirty="0"/>
            <a:t>for</a:t>
          </a:r>
          <a:endParaRPr lang="en-IN" sz="1800" b="0" kern="1200" dirty="0"/>
        </a:p>
      </dsp:txBody>
      <dsp:txXfrm>
        <a:off x="2490419" y="2521756"/>
        <a:ext cx="1201839" cy="441222"/>
      </dsp:txXfrm>
    </dsp:sp>
    <dsp:sp modelId="{011776F9-7BCE-4C56-BB2B-4F033606F84C}">
      <dsp:nvSpPr>
        <dsp:cNvPr id="0" name=""/>
        <dsp:cNvSpPr/>
      </dsp:nvSpPr>
      <dsp:spPr>
        <a:xfrm>
          <a:off x="2466550" y="3192210"/>
          <a:ext cx="1249577" cy="488960"/>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i="0" kern="1200" baseline="0" dirty="0"/>
            <a:t>while</a:t>
          </a:r>
          <a:endParaRPr lang="en-IN" sz="1800" b="0" kern="1200" dirty="0"/>
        </a:p>
      </dsp:txBody>
      <dsp:txXfrm>
        <a:off x="2490419" y="3216079"/>
        <a:ext cx="1201839" cy="441222"/>
      </dsp:txXfrm>
    </dsp:sp>
    <dsp:sp modelId="{B731DD2B-6845-4BE6-8B3E-5D0BBA55DD9F}">
      <dsp:nvSpPr>
        <dsp:cNvPr id="0" name=""/>
        <dsp:cNvSpPr/>
      </dsp:nvSpPr>
      <dsp:spPr>
        <a:xfrm>
          <a:off x="2466550" y="3886534"/>
          <a:ext cx="1249577" cy="488960"/>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i="0" kern="1200" baseline="0" dirty="0"/>
            <a:t>do-while</a:t>
          </a:r>
          <a:endParaRPr lang="en-IN" sz="1800" b="0" kern="1200" dirty="0"/>
        </a:p>
      </dsp:txBody>
      <dsp:txXfrm>
        <a:off x="2490419" y="3910403"/>
        <a:ext cx="1201839" cy="441222"/>
      </dsp:txXfrm>
    </dsp:sp>
    <dsp:sp modelId="{F501363B-1F04-42A0-8F58-D0D387B61286}">
      <dsp:nvSpPr>
        <dsp:cNvPr id="0" name=""/>
        <dsp:cNvSpPr/>
      </dsp:nvSpPr>
      <dsp:spPr>
        <a:xfrm>
          <a:off x="2466550" y="4580857"/>
          <a:ext cx="1249577" cy="488960"/>
        </a:xfrm>
        <a:prstGeom prst="roundRect">
          <a:avLst/>
        </a:prstGeom>
        <a:solidFill>
          <a:schemeClr val="accent1">
            <a:lumMod val="20000"/>
            <a:lumOff val="80000"/>
          </a:schemeClr>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kern="1200" dirty="0"/>
            <a:t>for-each</a:t>
          </a:r>
          <a:endParaRPr lang="en-IN" sz="1800" b="0" kern="1200" dirty="0"/>
        </a:p>
      </dsp:txBody>
      <dsp:txXfrm>
        <a:off x="2490419" y="4604726"/>
        <a:ext cx="1201839" cy="441222"/>
      </dsp:txXfrm>
    </dsp:sp>
    <dsp:sp modelId="{739B7C39-1382-4ECF-85E9-2EB8C97DF809}">
      <dsp:nvSpPr>
        <dsp:cNvPr id="0" name=""/>
        <dsp:cNvSpPr/>
      </dsp:nvSpPr>
      <dsp:spPr>
        <a:xfrm>
          <a:off x="4029316" y="1479236"/>
          <a:ext cx="1807568" cy="650952"/>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i="0" kern="1200" baseline="0" dirty="0"/>
            <a:t>Branching Statements</a:t>
          </a:r>
          <a:endParaRPr lang="en-IN" sz="1800" b="0" kern="1200" dirty="0"/>
        </a:p>
      </dsp:txBody>
      <dsp:txXfrm>
        <a:off x="4061093" y="1511013"/>
        <a:ext cx="1744014" cy="587398"/>
      </dsp:txXfrm>
    </dsp:sp>
    <dsp:sp modelId="{8184DEF3-DFDE-4D76-9114-E3413A8D733F}">
      <dsp:nvSpPr>
        <dsp:cNvPr id="0" name=""/>
        <dsp:cNvSpPr/>
      </dsp:nvSpPr>
      <dsp:spPr>
        <a:xfrm>
          <a:off x="4587307" y="2497887"/>
          <a:ext cx="1249577" cy="488960"/>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i="0" kern="1200" baseline="0" dirty="0"/>
            <a:t>break</a:t>
          </a:r>
          <a:endParaRPr lang="en-IN" sz="1800" b="0" kern="1200" dirty="0"/>
        </a:p>
      </dsp:txBody>
      <dsp:txXfrm>
        <a:off x="4611176" y="2521756"/>
        <a:ext cx="1201839" cy="441222"/>
      </dsp:txXfrm>
    </dsp:sp>
    <dsp:sp modelId="{B2AA08A5-D844-43CE-A49E-9C6EB2FA9519}">
      <dsp:nvSpPr>
        <dsp:cNvPr id="0" name=""/>
        <dsp:cNvSpPr/>
      </dsp:nvSpPr>
      <dsp:spPr>
        <a:xfrm>
          <a:off x="4587307" y="3192210"/>
          <a:ext cx="1249577" cy="488960"/>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i="0" kern="1200" baseline="0" dirty="0"/>
            <a:t>continue</a:t>
          </a:r>
          <a:endParaRPr lang="en-IN" sz="1800" b="0" kern="1200" dirty="0"/>
        </a:p>
      </dsp:txBody>
      <dsp:txXfrm>
        <a:off x="4611176" y="3216079"/>
        <a:ext cx="1201839" cy="441222"/>
      </dsp:txXfrm>
    </dsp:sp>
    <dsp:sp modelId="{DEA93B43-98BC-4E48-95C9-0E9E5421B70F}">
      <dsp:nvSpPr>
        <dsp:cNvPr id="0" name=""/>
        <dsp:cNvSpPr/>
      </dsp:nvSpPr>
      <dsp:spPr>
        <a:xfrm>
          <a:off x="4587307" y="3886534"/>
          <a:ext cx="1249577" cy="488960"/>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i="0" kern="1200" baseline="0" dirty="0"/>
            <a:t>return</a:t>
          </a:r>
          <a:endParaRPr lang="en-IN" sz="1800" b="0" kern="1200" dirty="0"/>
        </a:p>
      </dsp:txBody>
      <dsp:txXfrm>
        <a:off x="4611176" y="3910403"/>
        <a:ext cx="1201839" cy="441222"/>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73DE1C-94AD-4941-BE12-56E3161FA035}">
      <dsp:nvSpPr>
        <dsp:cNvPr id="0" name=""/>
        <dsp:cNvSpPr/>
      </dsp:nvSpPr>
      <dsp:spPr>
        <a:xfrm>
          <a:off x="320139" y="812"/>
          <a:ext cx="3124028" cy="476334"/>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b="1" kern="1200" dirty="0"/>
            <a:t>Types of </a:t>
          </a:r>
          <a:r>
            <a:rPr lang="en-IN" sz="1800" b="1" kern="1200" dirty="0"/>
            <a:t>conditional statements</a:t>
          </a:r>
        </a:p>
      </dsp:txBody>
      <dsp:txXfrm>
        <a:off x="334090" y="14763"/>
        <a:ext cx="3096126" cy="448432"/>
      </dsp:txXfrm>
    </dsp:sp>
    <dsp:sp modelId="{57171BFD-ADF9-4960-A616-80C1314B82D4}">
      <dsp:nvSpPr>
        <dsp:cNvPr id="0" name=""/>
        <dsp:cNvSpPr/>
      </dsp:nvSpPr>
      <dsp:spPr>
        <a:xfrm>
          <a:off x="632541" y="477147"/>
          <a:ext cx="312402" cy="478988"/>
        </a:xfrm>
        <a:custGeom>
          <a:avLst/>
          <a:gdLst/>
          <a:ahLst/>
          <a:cxnLst/>
          <a:rect l="0" t="0" r="0" b="0"/>
          <a:pathLst>
            <a:path>
              <a:moveTo>
                <a:pt x="0" y="0"/>
              </a:moveTo>
              <a:lnTo>
                <a:pt x="0" y="478988"/>
              </a:lnTo>
              <a:lnTo>
                <a:pt x="312402" y="478988"/>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8B1B83E-46D5-48EA-906A-E40EB2E8D50B}">
      <dsp:nvSpPr>
        <dsp:cNvPr id="0" name=""/>
        <dsp:cNvSpPr/>
      </dsp:nvSpPr>
      <dsp:spPr>
        <a:xfrm>
          <a:off x="944944" y="717968"/>
          <a:ext cx="2499222" cy="476334"/>
        </a:xfrm>
        <a:prstGeom prst="roundRect">
          <a:avLst>
            <a:gd name="adj" fmla="val 10000"/>
          </a:avLst>
        </a:prstGeom>
        <a:solidFill>
          <a:srgbClr val="FFFF00">
            <a:alpha val="90000"/>
          </a:srgbClr>
        </a:solidFill>
        <a:ln w="635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IN" sz="1800" kern="1200" dirty="0"/>
            <a:t>if-elseif-else statements</a:t>
          </a:r>
        </a:p>
      </dsp:txBody>
      <dsp:txXfrm>
        <a:off x="958895" y="731919"/>
        <a:ext cx="2471320" cy="448432"/>
      </dsp:txXfrm>
    </dsp:sp>
    <dsp:sp modelId="{1BB35F5D-C149-413A-91DE-FE21C0C35435}">
      <dsp:nvSpPr>
        <dsp:cNvPr id="0" name=""/>
        <dsp:cNvSpPr/>
      </dsp:nvSpPr>
      <dsp:spPr>
        <a:xfrm>
          <a:off x="632541" y="477147"/>
          <a:ext cx="312402" cy="1196144"/>
        </a:xfrm>
        <a:custGeom>
          <a:avLst/>
          <a:gdLst/>
          <a:ahLst/>
          <a:cxnLst/>
          <a:rect l="0" t="0" r="0" b="0"/>
          <a:pathLst>
            <a:path>
              <a:moveTo>
                <a:pt x="0" y="0"/>
              </a:moveTo>
              <a:lnTo>
                <a:pt x="0" y="1196144"/>
              </a:lnTo>
              <a:lnTo>
                <a:pt x="312402" y="1196144"/>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88F1B0E-A739-4AF6-B1FD-BFF5AADAACA0}">
      <dsp:nvSpPr>
        <dsp:cNvPr id="0" name=""/>
        <dsp:cNvSpPr/>
      </dsp:nvSpPr>
      <dsp:spPr>
        <a:xfrm>
          <a:off x="944944" y="1435124"/>
          <a:ext cx="2499222" cy="476334"/>
        </a:xfrm>
        <a:prstGeom prst="roundRect">
          <a:avLst>
            <a:gd name="adj" fmla="val 10000"/>
          </a:avLst>
        </a:prstGeom>
        <a:solidFill>
          <a:schemeClr val="lt1">
            <a:alpha val="90000"/>
            <a:hueOff val="0"/>
            <a:satOff val="0"/>
            <a:lumOff val="0"/>
            <a:alphaOff val="0"/>
          </a:schemeClr>
        </a:solidFill>
        <a:ln w="6350" cap="flat" cmpd="sng" algn="ctr">
          <a:solidFill>
            <a:schemeClr val="accent3">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dirty="0"/>
            <a:t>Switch statement</a:t>
          </a:r>
          <a:endParaRPr lang="en-IN" sz="1800" kern="1200" dirty="0"/>
        </a:p>
      </dsp:txBody>
      <dsp:txXfrm>
        <a:off x="958895" y="1449075"/>
        <a:ext cx="2471320" cy="448432"/>
      </dsp:txXfrm>
    </dsp:sp>
    <dsp:sp modelId="{69294445-B2B5-4E21-AC72-AE9613AE1A1F}">
      <dsp:nvSpPr>
        <dsp:cNvPr id="0" name=""/>
        <dsp:cNvSpPr/>
      </dsp:nvSpPr>
      <dsp:spPr>
        <a:xfrm>
          <a:off x="632541" y="477147"/>
          <a:ext cx="312402" cy="1901023"/>
        </a:xfrm>
        <a:custGeom>
          <a:avLst/>
          <a:gdLst/>
          <a:ahLst/>
          <a:cxnLst/>
          <a:rect l="0" t="0" r="0" b="0"/>
          <a:pathLst>
            <a:path>
              <a:moveTo>
                <a:pt x="0" y="0"/>
              </a:moveTo>
              <a:lnTo>
                <a:pt x="0" y="1901023"/>
              </a:lnTo>
              <a:lnTo>
                <a:pt x="312402" y="1901023"/>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24E253B-DBEE-4642-BBB1-AEBE79FAFCBC}">
      <dsp:nvSpPr>
        <dsp:cNvPr id="0" name=""/>
        <dsp:cNvSpPr/>
      </dsp:nvSpPr>
      <dsp:spPr>
        <a:xfrm>
          <a:off x="944944" y="2152280"/>
          <a:ext cx="2521494" cy="451780"/>
        </a:xfrm>
        <a:prstGeom prst="roundRect">
          <a:avLst>
            <a:gd name="adj" fmla="val 10000"/>
          </a:avLst>
        </a:prstGeom>
        <a:solidFill>
          <a:schemeClr val="lt1">
            <a:alpha val="90000"/>
            <a:hueOff val="0"/>
            <a:satOff val="0"/>
            <a:lumOff val="0"/>
            <a:alphaOff val="0"/>
          </a:schemeClr>
        </a:solidFill>
        <a:ln w="6350" cap="flat" cmpd="sng" algn="ctr">
          <a:solidFill>
            <a:schemeClr val="accent4">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dirty="0"/>
            <a:t>Ternary operator</a:t>
          </a:r>
          <a:endParaRPr lang="en-IN" sz="1800" kern="1200" dirty="0"/>
        </a:p>
      </dsp:txBody>
      <dsp:txXfrm>
        <a:off x="958176" y="2165512"/>
        <a:ext cx="2495030" cy="425316"/>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73DE1C-94AD-4941-BE12-56E3161FA035}">
      <dsp:nvSpPr>
        <dsp:cNvPr id="0" name=""/>
        <dsp:cNvSpPr/>
      </dsp:nvSpPr>
      <dsp:spPr>
        <a:xfrm>
          <a:off x="358253" y="402"/>
          <a:ext cx="3070071" cy="414621"/>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b="1" kern="1200" dirty="0"/>
            <a:t>Types of </a:t>
          </a:r>
          <a:r>
            <a:rPr lang="en-IN" sz="1800" b="1" kern="1200" dirty="0"/>
            <a:t>looping statements</a:t>
          </a:r>
        </a:p>
      </dsp:txBody>
      <dsp:txXfrm>
        <a:off x="370397" y="12546"/>
        <a:ext cx="3045783" cy="390333"/>
      </dsp:txXfrm>
    </dsp:sp>
    <dsp:sp modelId="{57171BFD-ADF9-4960-A616-80C1314B82D4}">
      <dsp:nvSpPr>
        <dsp:cNvPr id="0" name=""/>
        <dsp:cNvSpPr/>
      </dsp:nvSpPr>
      <dsp:spPr>
        <a:xfrm>
          <a:off x="665260" y="415024"/>
          <a:ext cx="307007" cy="416931"/>
        </a:xfrm>
        <a:custGeom>
          <a:avLst/>
          <a:gdLst/>
          <a:ahLst/>
          <a:cxnLst/>
          <a:rect l="0" t="0" r="0" b="0"/>
          <a:pathLst>
            <a:path>
              <a:moveTo>
                <a:pt x="0" y="0"/>
              </a:moveTo>
              <a:lnTo>
                <a:pt x="0" y="416931"/>
              </a:lnTo>
              <a:lnTo>
                <a:pt x="307007" y="416931"/>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8B1B83E-46D5-48EA-906A-E40EB2E8D50B}">
      <dsp:nvSpPr>
        <dsp:cNvPr id="0" name=""/>
        <dsp:cNvSpPr/>
      </dsp:nvSpPr>
      <dsp:spPr>
        <a:xfrm>
          <a:off x="972267" y="624644"/>
          <a:ext cx="2175427" cy="414621"/>
        </a:xfrm>
        <a:prstGeom prst="roundRect">
          <a:avLst>
            <a:gd name="adj" fmla="val 10000"/>
          </a:avLst>
        </a:prstGeom>
        <a:noFill/>
        <a:ln w="635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dirty="0"/>
            <a:t>for</a:t>
          </a:r>
          <a:endParaRPr lang="en-IN" sz="1800" kern="1200" dirty="0"/>
        </a:p>
      </dsp:txBody>
      <dsp:txXfrm>
        <a:off x="984411" y="636788"/>
        <a:ext cx="2151139" cy="390333"/>
      </dsp:txXfrm>
    </dsp:sp>
    <dsp:sp modelId="{1BB35F5D-C149-413A-91DE-FE21C0C35435}">
      <dsp:nvSpPr>
        <dsp:cNvPr id="0" name=""/>
        <dsp:cNvSpPr/>
      </dsp:nvSpPr>
      <dsp:spPr>
        <a:xfrm>
          <a:off x="665260" y="415024"/>
          <a:ext cx="307007" cy="1041173"/>
        </a:xfrm>
        <a:custGeom>
          <a:avLst/>
          <a:gdLst/>
          <a:ahLst/>
          <a:cxnLst/>
          <a:rect l="0" t="0" r="0" b="0"/>
          <a:pathLst>
            <a:path>
              <a:moveTo>
                <a:pt x="0" y="0"/>
              </a:moveTo>
              <a:lnTo>
                <a:pt x="0" y="1041173"/>
              </a:lnTo>
              <a:lnTo>
                <a:pt x="307007" y="1041173"/>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88F1B0E-A739-4AF6-B1FD-BFF5AADAACA0}">
      <dsp:nvSpPr>
        <dsp:cNvPr id="0" name=""/>
        <dsp:cNvSpPr/>
      </dsp:nvSpPr>
      <dsp:spPr>
        <a:xfrm>
          <a:off x="972267" y="1248887"/>
          <a:ext cx="2175427" cy="414621"/>
        </a:xfrm>
        <a:prstGeom prst="roundRect">
          <a:avLst>
            <a:gd name="adj" fmla="val 10000"/>
          </a:avLst>
        </a:prstGeom>
        <a:solidFill>
          <a:srgbClr val="FFFF00">
            <a:alpha val="90000"/>
          </a:srgbClr>
        </a:solidFill>
        <a:ln w="6350" cap="flat" cmpd="sng" algn="ctr">
          <a:solidFill>
            <a:schemeClr val="accent3">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dirty="0"/>
            <a:t>while</a:t>
          </a:r>
          <a:endParaRPr lang="en-IN" sz="1800" kern="1200" dirty="0"/>
        </a:p>
      </dsp:txBody>
      <dsp:txXfrm>
        <a:off x="984411" y="1261031"/>
        <a:ext cx="2151139" cy="390333"/>
      </dsp:txXfrm>
    </dsp:sp>
    <dsp:sp modelId="{69294445-B2B5-4E21-AC72-AE9613AE1A1F}">
      <dsp:nvSpPr>
        <dsp:cNvPr id="0" name=""/>
        <dsp:cNvSpPr/>
      </dsp:nvSpPr>
      <dsp:spPr>
        <a:xfrm>
          <a:off x="665260" y="415024"/>
          <a:ext cx="307007" cy="1654729"/>
        </a:xfrm>
        <a:custGeom>
          <a:avLst/>
          <a:gdLst/>
          <a:ahLst/>
          <a:cxnLst/>
          <a:rect l="0" t="0" r="0" b="0"/>
          <a:pathLst>
            <a:path>
              <a:moveTo>
                <a:pt x="0" y="0"/>
              </a:moveTo>
              <a:lnTo>
                <a:pt x="0" y="1654729"/>
              </a:lnTo>
              <a:lnTo>
                <a:pt x="307007" y="1654729"/>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24E253B-DBEE-4642-BBB1-AEBE79FAFCBC}">
      <dsp:nvSpPr>
        <dsp:cNvPr id="0" name=""/>
        <dsp:cNvSpPr/>
      </dsp:nvSpPr>
      <dsp:spPr>
        <a:xfrm>
          <a:off x="972267" y="1873129"/>
          <a:ext cx="2194813" cy="393248"/>
        </a:xfrm>
        <a:prstGeom prst="roundRect">
          <a:avLst>
            <a:gd name="adj" fmla="val 10000"/>
          </a:avLst>
        </a:prstGeom>
        <a:solidFill>
          <a:schemeClr val="lt1">
            <a:alpha val="90000"/>
            <a:hueOff val="0"/>
            <a:satOff val="0"/>
            <a:lumOff val="0"/>
            <a:alphaOff val="0"/>
          </a:schemeClr>
        </a:solidFill>
        <a:ln w="6350" cap="flat" cmpd="sng" algn="ctr">
          <a:solidFill>
            <a:schemeClr val="accent4">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dirty="0"/>
            <a:t>do-while</a:t>
          </a:r>
          <a:endParaRPr lang="en-IN" sz="1800" kern="1200" dirty="0"/>
        </a:p>
      </dsp:txBody>
      <dsp:txXfrm>
        <a:off x="983785" y="1884647"/>
        <a:ext cx="2171777" cy="370212"/>
      </dsp:txXfrm>
    </dsp:sp>
    <dsp:sp modelId="{11838491-2762-4B2B-9843-912920ABC1F5}">
      <dsp:nvSpPr>
        <dsp:cNvPr id="0" name=""/>
        <dsp:cNvSpPr/>
      </dsp:nvSpPr>
      <dsp:spPr>
        <a:xfrm>
          <a:off x="665260" y="415024"/>
          <a:ext cx="307007" cy="2222956"/>
        </a:xfrm>
        <a:custGeom>
          <a:avLst/>
          <a:gdLst/>
          <a:ahLst/>
          <a:cxnLst/>
          <a:rect l="0" t="0" r="0" b="0"/>
          <a:pathLst>
            <a:path>
              <a:moveTo>
                <a:pt x="0" y="0"/>
              </a:moveTo>
              <a:lnTo>
                <a:pt x="0" y="2222956"/>
              </a:lnTo>
              <a:lnTo>
                <a:pt x="307007" y="2222956"/>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839DEDC-CCAD-4D4B-AEBE-C467ED35DE58}">
      <dsp:nvSpPr>
        <dsp:cNvPr id="0" name=""/>
        <dsp:cNvSpPr/>
      </dsp:nvSpPr>
      <dsp:spPr>
        <a:xfrm>
          <a:off x="972267" y="2475998"/>
          <a:ext cx="2213219" cy="323964"/>
        </a:xfrm>
        <a:prstGeom prst="roundRect">
          <a:avLst>
            <a:gd name="adj" fmla="val 10000"/>
          </a:avLst>
        </a:prstGeom>
        <a:solidFill>
          <a:schemeClr val="lt1">
            <a:alpha val="90000"/>
            <a:hueOff val="0"/>
            <a:satOff val="0"/>
            <a:lumOff val="0"/>
            <a:alphaOff val="0"/>
          </a:schemeClr>
        </a:solidFill>
        <a:ln w="6350" cap="flat" cmpd="sng" algn="ctr">
          <a:solidFill>
            <a:schemeClr val="accent5">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dirty="0"/>
            <a:t>for-each</a:t>
          </a:r>
          <a:endParaRPr lang="en-IN" sz="1800" kern="1200" dirty="0"/>
        </a:p>
      </dsp:txBody>
      <dsp:txXfrm>
        <a:off x="981756" y="2485487"/>
        <a:ext cx="2194241" cy="304986"/>
      </dsp:txXfrm>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73DE1C-94AD-4941-BE12-56E3161FA035}">
      <dsp:nvSpPr>
        <dsp:cNvPr id="0" name=""/>
        <dsp:cNvSpPr/>
      </dsp:nvSpPr>
      <dsp:spPr>
        <a:xfrm>
          <a:off x="320139" y="812"/>
          <a:ext cx="3124028" cy="476334"/>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b="1" kern="1200" dirty="0"/>
            <a:t>Types of </a:t>
          </a:r>
          <a:r>
            <a:rPr lang="en-IN" sz="1800" b="1" kern="1200" dirty="0"/>
            <a:t>conditional statements</a:t>
          </a:r>
        </a:p>
      </dsp:txBody>
      <dsp:txXfrm>
        <a:off x="334090" y="14763"/>
        <a:ext cx="3096126" cy="448432"/>
      </dsp:txXfrm>
    </dsp:sp>
    <dsp:sp modelId="{57171BFD-ADF9-4960-A616-80C1314B82D4}">
      <dsp:nvSpPr>
        <dsp:cNvPr id="0" name=""/>
        <dsp:cNvSpPr/>
      </dsp:nvSpPr>
      <dsp:spPr>
        <a:xfrm>
          <a:off x="632541" y="477147"/>
          <a:ext cx="312402" cy="478988"/>
        </a:xfrm>
        <a:custGeom>
          <a:avLst/>
          <a:gdLst/>
          <a:ahLst/>
          <a:cxnLst/>
          <a:rect l="0" t="0" r="0" b="0"/>
          <a:pathLst>
            <a:path>
              <a:moveTo>
                <a:pt x="0" y="0"/>
              </a:moveTo>
              <a:lnTo>
                <a:pt x="0" y="478988"/>
              </a:lnTo>
              <a:lnTo>
                <a:pt x="312402" y="478988"/>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8B1B83E-46D5-48EA-906A-E40EB2E8D50B}">
      <dsp:nvSpPr>
        <dsp:cNvPr id="0" name=""/>
        <dsp:cNvSpPr/>
      </dsp:nvSpPr>
      <dsp:spPr>
        <a:xfrm>
          <a:off x="944944" y="717968"/>
          <a:ext cx="2499222" cy="476334"/>
        </a:xfrm>
        <a:prstGeom prst="roundRect">
          <a:avLst>
            <a:gd name="adj" fmla="val 10000"/>
          </a:avLst>
        </a:prstGeom>
        <a:noFill/>
        <a:ln w="635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IN" sz="1800" kern="1200" dirty="0"/>
            <a:t>if-elseif-else statements</a:t>
          </a:r>
        </a:p>
      </dsp:txBody>
      <dsp:txXfrm>
        <a:off x="958895" y="731919"/>
        <a:ext cx="2471320" cy="448432"/>
      </dsp:txXfrm>
    </dsp:sp>
    <dsp:sp modelId="{1BB35F5D-C149-413A-91DE-FE21C0C35435}">
      <dsp:nvSpPr>
        <dsp:cNvPr id="0" name=""/>
        <dsp:cNvSpPr/>
      </dsp:nvSpPr>
      <dsp:spPr>
        <a:xfrm>
          <a:off x="632541" y="477147"/>
          <a:ext cx="312402" cy="1196144"/>
        </a:xfrm>
        <a:custGeom>
          <a:avLst/>
          <a:gdLst/>
          <a:ahLst/>
          <a:cxnLst/>
          <a:rect l="0" t="0" r="0" b="0"/>
          <a:pathLst>
            <a:path>
              <a:moveTo>
                <a:pt x="0" y="0"/>
              </a:moveTo>
              <a:lnTo>
                <a:pt x="0" y="1196144"/>
              </a:lnTo>
              <a:lnTo>
                <a:pt x="312402" y="1196144"/>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88F1B0E-A739-4AF6-B1FD-BFF5AADAACA0}">
      <dsp:nvSpPr>
        <dsp:cNvPr id="0" name=""/>
        <dsp:cNvSpPr/>
      </dsp:nvSpPr>
      <dsp:spPr>
        <a:xfrm>
          <a:off x="944944" y="1435124"/>
          <a:ext cx="2499222" cy="476334"/>
        </a:xfrm>
        <a:prstGeom prst="roundRect">
          <a:avLst>
            <a:gd name="adj" fmla="val 10000"/>
          </a:avLst>
        </a:prstGeom>
        <a:solidFill>
          <a:srgbClr val="FFFF00">
            <a:alpha val="90000"/>
          </a:srgbClr>
        </a:solidFill>
        <a:ln w="6350" cap="flat" cmpd="sng" algn="ctr">
          <a:solidFill>
            <a:schemeClr val="accent3">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dirty="0"/>
            <a:t>Switch statement</a:t>
          </a:r>
          <a:endParaRPr lang="en-IN" sz="1800" kern="1200" dirty="0"/>
        </a:p>
      </dsp:txBody>
      <dsp:txXfrm>
        <a:off x="958895" y="1449075"/>
        <a:ext cx="2471320" cy="448432"/>
      </dsp:txXfrm>
    </dsp:sp>
    <dsp:sp modelId="{69294445-B2B5-4E21-AC72-AE9613AE1A1F}">
      <dsp:nvSpPr>
        <dsp:cNvPr id="0" name=""/>
        <dsp:cNvSpPr/>
      </dsp:nvSpPr>
      <dsp:spPr>
        <a:xfrm>
          <a:off x="632541" y="477147"/>
          <a:ext cx="312402" cy="1901023"/>
        </a:xfrm>
        <a:custGeom>
          <a:avLst/>
          <a:gdLst/>
          <a:ahLst/>
          <a:cxnLst/>
          <a:rect l="0" t="0" r="0" b="0"/>
          <a:pathLst>
            <a:path>
              <a:moveTo>
                <a:pt x="0" y="0"/>
              </a:moveTo>
              <a:lnTo>
                <a:pt x="0" y="1901023"/>
              </a:lnTo>
              <a:lnTo>
                <a:pt x="312402" y="1901023"/>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24E253B-DBEE-4642-BBB1-AEBE79FAFCBC}">
      <dsp:nvSpPr>
        <dsp:cNvPr id="0" name=""/>
        <dsp:cNvSpPr/>
      </dsp:nvSpPr>
      <dsp:spPr>
        <a:xfrm>
          <a:off x="944944" y="2152280"/>
          <a:ext cx="2521494" cy="451780"/>
        </a:xfrm>
        <a:prstGeom prst="roundRect">
          <a:avLst>
            <a:gd name="adj" fmla="val 10000"/>
          </a:avLst>
        </a:prstGeom>
        <a:solidFill>
          <a:schemeClr val="lt1">
            <a:alpha val="90000"/>
            <a:hueOff val="0"/>
            <a:satOff val="0"/>
            <a:lumOff val="0"/>
            <a:alphaOff val="0"/>
          </a:schemeClr>
        </a:solidFill>
        <a:ln w="6350" cap="flat" cmpd="sng" algn="ctr">
          <a:solidFill>
            <a:schemeClr val="accent4">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dirty="0"/>
            <a:t>Ternary operator</a:t>
          </a:r>
          <a:endParaRPr lang="en-IN" sz="1800" kern="1200" dirty="0"/>
        </a:p>
      </dsp:txBody>
      <dsp:txXfrm>
        <a:off x="958176" y="2165512"/>
        <a:ext cx="2495030" cy="425316"/>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4D915C3-BBDA-426F-83F7-6E3EEA569F5E}">
      <dsp:nvSpPr>
        <dsp:cNvPr id="0" name=""/>
        <dsp:cNvSpPr/>
      </dsp:nvSpPr>
      <dsp:spPr>
        <a:xfrm>
          <a:off x="3006719" y="2043674"/>
          <a:ext cx="1480449" cy="847483"/>
        </a:xfrm>
        <a:prstGeom prst="roundRect">
          <a:avLst/>
        </a:prstGeom>
        <a:solidFill>
          <a:schemeClr val="accent2"/>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OOPS</a:t>
          </a:r>
          <a:endParaRPr lang="en-IN" sz="1800" kern="1200" dirty="0"/>
        </a:p>
      </dsp:txBody>
      <dsp:txXfrm>
        <a:off x="3048090" y="2085045"/>
        <a:ext cx="1397707" cy="764741"/>
      </dsp:txXfrm>
    </dsp:sp>
    <dsp:sp modelId="{66D05363-0CB3-436A-8374-6C586166DDAD}">
      <dsp:nvSpPr>
        <dsp:cNvPr id="0" name=""/>
        <dsp:cNvSpPr/>
      </dsp:nvSpPr>
      <dsp:spPr>
        <a:xfrm rot="16130718">
          <a:off x="3126737" y="1444212"/>
          <a:ext cx="1199166" cy="0"/>
        </a:xfrm>
        <a:custGeom>
          <a:avLst/>
          <a:gdLst/>
          <a:ahLst/>
          <a:cxnLst/>
          <a:rect l="0" t="0" r="0" b="0"/>
          <a:pathLst>
            <a:path>
              <a:moveTo>
                <a:pt x="0" y="0"/>
              </a:moveTo>
              <a:lnTo>
                <a:pt x="1199166"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8B1CC76-2032-4116-B2B8-954545DB9711}">
      <dsp:nvSpPr>
        <dsp:cNvPr id="0" name=""/>
        <dsp:cNvSpPr/>
      </dsp:nvSpPr>
      <dsp:spPr>
        <a:xfrm>
          <a:off x="2929381" y="148010"/>
          <a:ext cx="1555668" cy="696741"/>
        </a:xfrm>
        <a:prstGeom prst="roundRec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Object</a:t>
          </a:r>
          <a:endParaRPr lang="en-IN" sz="1800" kern="1200" dirty="0"/>
        </a:p>
      </dsp:txBody>
      <dsp:txXfrm>
        <a:off x="2963393" y="182022"/>
        <a:ext cx="1487644" cy="628717"/>
      </dsp:txXfrm>
    </dsp:sp>
    <dsp:sp modelId="{FC460D2F-AEFB-4761-9B76-14A0BEAB1F5B}">
      <dsp:nvSpPr>
        <dsp:cNvPr id="0" name=""/>
        <dsp:cNvSpPr/>
      </dsp:nvSpPr>
      <dsp:spPr>
        <a:xfrm rot="19800000">
          <a:off x="4452294" y="1936970"/>
          <a:ext cx="426816" cy="0"/>
        </a:xfrm>
        <a:custGeom>
          <a:avLst/>
          <a:gdLst/>
          <a:ahLst/>
          <a:cxnLst/>
          <a:rect l="0" t="0" r="0" b="0"/>
          <a:pathLst>
            <a:path>
              <a:moveTo>
                <a:pt x="0" y="0"/>
              </a:moveTo>
              <a:lnTo>
                <a:pt x="426816"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B765B67-7A8C-4BC6-BF42-4854D3B5A56C}">
      <dsp:nvSpPr>
        <dsp:cNvPr id="0" name=""/>
        <dsp:cNvSpPr/>
      </dsp:nvSpPr>
      <dsp:spPr>
        <a:xfrm>
          <a:off x="4676081" y="1133524"/>
          <a:ext cx="1555668" cy="696741"/>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Class</a:t>
          </a:r>
          <a:endParaRPr lang="en-IN" sz="1800" kern="1200" dirty="0"/>
        </a:p>
      </dsp:txBody>
      <dsp:txXfrm>
        <a:off x="4710093" y="1167536"/>
        <a:ext cx="1487644" cy="628717"/>
      </dsp:txXfrm>
    </dsp:sp>
    <dsp:sp modelId="{3AC3709E-2613-4188-8214-ACD03AB3222C}">
      <dsp:nvSpPr>
        <dsp:cNvPr id="0" name=""/>
        <dsp:cNvSpPr/>
      </dsp:nvSpPr>
      <dsp:spPr>
        <a:xfrm rot="1835262">
          <a:off x="4434623" y="2997864"/>
          <a:ext cx="419397" cy="0"/>
        </a:xfrm>
        <a:custGeom>
          <a:avLst/>
          <a:gdLst/>
          <a:ahLst/>
          <a:cxnLst/>
          <a:rect l="0" t="0" r="0" b="0"/>
          <a:pathLst>
            <a:path>
              <a:moveTo>
                <a:pt x="0" y="0"/>
              </a:moveTo>
              <a:lnTo>
                <a:pt x="419397"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C64E118-DD1C-48EA-B707-A973F9FF5FFE}">
      <dsp:nvSpPr>
        <dsp:cNvPr id="0" name=""/>
        <dsp:cNvSpPr/>
      </dsp:nvSpPr>
      <dsp:spPr>
        <a:xfrm>
          <a:off x="4636359" y="3104571"/>
          <a:ext cx="1555668" cy="696741"/>
        </a:xfrm>
        <a:prstGeom prst="roundRect">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Inheritance</a:t>
          </a:r>
          <a:endParaRPr lang="en-IN" sz="1800" kern="1200" dirty="0"/>
        </a:p>
      </dsp:txBody>
      <dsp:txXfrm>
        <a:off x="4670371" y="3138583"/>
        <a:ext cx="1487644" cy="628717"/>
      </dsp:txXfrm>
    </dsp:sp>
    <dsp:sp modelId="{1A440402-72EB-4F7B-9BA2-BF545CB7DC43}">
      <dsp:nvSpPr>
        <dsp:cNvPr id="0" name=""/>
        <dsp:cNvSpPr/>
      </dsp:nvSpPr>
      <dsp:spPr>
        <a:xfrm rot="5400000">
          <a:off x="3147479" y="3490622"/>
          <a:ext cx="1198929" cy="0"/>
        </a:xfrm>
        <a:custGeom>
          <a:avLst/>
          <a:gdLst/>
          <a:ahLst/>
          <a:cxnLst/>
          <a:rect l="0" t="0" r="0" b="0"/>
          <a:pathLst>
            <a:path>
              <a:moveTo>
                <a:pt x="0" y="0"/>
              </a:moveTo>
              <a:lnTo>
                <a:pt x="1198929"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8148313-0A0B-4706-BD88-C3C276DF88FC}">
      <dsp:nvSpPr>
        <dsp:cNvPr id="0" name=""/>
        <dsp:cNvSpPr/>
      </dsp:nvSpPr>
      <dsp:spPr>
        <a:xfrm>
          <a:off x="2969109" y="4090086"/>
          <a:ext cx="1555668" cy="696741"/>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Polymorphism</a:t>
          </a:r>
          <a:endParaRPr lang="en-IN" sz="1800" kern="1200" dirty="0"/>
        </a:p>
      </dsp:txBody>
      <dsp:txXfrm>
        <a:off x="3003121" y="4124098"/>
        <a:ext cx="1487644" cy="628717"/>
      </dsp:txXfrm>
    </dsp:sp>
    <dsp:sp modelId="{33C9950A-8AEE-4A12-9EF1-B5DE42567EC0}">
      <dsp:nvSpPr>
        <dsp:cNvPr id="0" name=""/>
        <dsp:cNvSpPr/>
      </dsp:nvSpPr>
      <dsp:spPr>
        <a:xfrm rot="9034056">
          <a:off x="2588868" y="2994810"/>
          <a:ext cx="446675" cy="0"/>
        </a:xfrm>
        <a:custGeom>
          <a:avLst/>
          <a:gdLst/>
          <a:ahLst/>
          <a:cxnLst/>
          <a:rect l="0" t="0" r="0" b="0"/>
          <a:pathLst>
            <a:path>
              <a:moveTo>
                <a:pt x="0" y="0"/>
              </a:moveTo>
              <a:lnTo>
                <a:pt x="446675"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4E3C0D9-251A-4DBB-8CCD-BFEB27CCB910}">
      <dsp:nvSpPr>
        <dsp:cNvPr id="0" name=""/>
        <dsp:cNvSpPr/>
      </dsp:nvSpPr>
      <dsp:spPr>
        <a:xfrm>
          <a:off x="1222417" y="3104557"/>
          <a:ext cx="1555668" cy="696741"/>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Abstraction</a:t>
          </a:r>
          <a:endParaRPr lang="en-IN" sz="1800" kern="1200" dirty="0"/>
        </a:p>
      </dsp:txBody>
      <dsp:txXfrm>
        <a:off x="1256429" y="3138569"/>
        <a:ext cx="1487644" cy="628717"/>
      </dsp:txXfrm>
    </dsp:sp>
    <dsp:sp modelId="{E5841D32-B1A8-4DDB-AA0A-831F1C6F2B1E}">
      <dsp:nvSpPr>
        <dsp:cNvPr id="0" name=""/>
        <dsp:cNvSpPr/>
      </dsp:nvSpPr>
      <dsp:spPr>
        <a:xfrm rot="12565944">
          <a:off x="2588868" y="1940021"/>
          <a:ext cx="446675" cy="0"/>
        </a:xfrm>
        <a:custGeom>
          <a:avLst/>
          <a:gdLst/>
          <a:ahLst/>
          <a:cxnLst/>
          <a:rect l="0" t="0" r="0" b="0"/>
          <a:pathLst>
            <a:path>
              <a:moveTo>
                <a:pt x="0" y="0"/>
              </a:moveTo>
              <a:lnTo>
                <a:pt x="446675"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6883C7A-1F94-467F-BAED-8FB643DE7986}">
      <dsp:nvSpPr>
        <dsp:cNvPr id="0" name=""/>
        <dsp:cNvSpPr/>
      </dsp:nvSpPr>
      <dsp:spPr>
        <a:xfrm>
          <a:off x="1222417" y="1133533"/>
          <a:ext cx="1555668" cy="696741"/>
        </a:xfrm>
        <a:prstGeom prst="roundRect">
          <a:avLst/>
        </a:prstGeom>
        <a:solidFill>
          <a:schemeClr val="accent4">
            <a:lumMod val="40000"/>
            <a:lumOff val="60000"/>
          </a:schemeClr>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Encapsulation</a:t>
          </a:r>
          <a:endParaRPr lang="en-IN" sz="1800" kern="1200" dirty="0"/>
        </a:p>
      </dsp:txBody>
      <dsp:txXfrm>
        <a:off x="1256429" y="1167545"/>
        <a:ext cx="1487644" cy="628717"/>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01E8A09-C209-4B8A-A872-0E57131ADD12}">
      <dsp:nvSpPr>
        <dsp:cNvPr id="0" name=""/>
        <dsp:cNvSpPr/>
      </dsp:nvSpPr>
      <dsp:spPr>
        <a:xfrm>
          <a:off x="0" y="1870"/>
          <a:ext cx="4905238" cy="695921"/>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i="0" kern="1200" baseline="0" dirty="0"/>
            <a:t> 1. Create a class</a:t>
          </a:r>
          <a:endParaRPr lang="en-IN" sz="1800" kern="1200" dirty="0"/>
        </a:p>
      </dsp:txBody>
      <dsp:txXfrm>
        <a:off x="20383" y="22253"/>
        <a:ext cx="4864472" cy="655155"/>
      </dsp:txXfrm>
    </dsp:sp>
    <dsp:sp modelId="{6CD71133-9C8E-46AE-93B7-4E710FE2EA79}">
      <dsp:nvSpPr>
        <dsp:cNvPr id="0" name=""/>
        <dsp:cNvSpPr/>
      </dsp:nvSpPr>
      <dsp:spPr>
        <a:xfrm rot="5400000">
          <a:off x="2322133" y="715190"/>
          <a:ext cx="260970" cy="313164"/>
        </a:xfrm>
        <a:prstGeom prst="rightArrow">
          <a:avLst>
            <a:gd name="adj1" fmla="val 60000"/>
            <a:gd name="adj2" fmla="val 5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IN" sz="1800" kern="1200"/>
        </a:p>
      </dsp:txBody>
      <dsp:txXfrm rot="-5400000">
        <a:off x="2358670" y="741287"/>
        <a:ext cx="187898" cy="182679"/>
      </dsp:txXfrm>
    </dsp:sp>
    <dsp:sp modelId="{7DECBFD3-4EDB-43A3-AEA4-3C6A62631163}">
      <dsp:nvSpPr>
        <dsp:cNvPr id="0" name=""/>
        <dsp:cNvSpPr/>
      </dsp:nvSpPr>
      <dsp:spPr>
        <a:xfrm>
          <a:off x="0" y="1045753"/>
          <a:ext cx="4905238" cy="695921"/>
        </a:xfrm>
        <a:prstGeom prst="roundRect">
          <a:avLst>
            <a:gd name="adj" fmla="val 1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 2. Define class members inside it</a:t>
          </a:r>
          <a:endParaRPr lang="en-IN" sz="1800" kern="1200" dirty="0"/>
        </a:p>
      </dsp:txBody>
      <dsp:txXfrm>
        <a:off x="20383" y="1066136"/>
        <a:ext cx="4864472" cy="655155"/>
      </dsp:txXfrm>
    </dsp:sp>
    <dsp:sp modelId="{D78AE299-FD2B-478C-B251-16C84CD396E7}">
      <dsp:nvSpPr>
        <dsp:cNvPr id="0" name=""/>
        <dsp:cNvSpPr/>
      </dsp:nvSpPr>
      <dsp:spPr>
        <a:xfrm rot="5400000">
          <a:off x="2322133" y="1759073"/>
          <a:ext cx="260970" cy="313164"/>
        </a:xfrm>
        <a:prstGeom prst="rightArrow">
          <a:avLst>
            <a:gd name="adj1" fmla="val 60000"/>
            <a:gd name="adj2" fmla="val 5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IN" sz="1800" kern="1200"/>
        </a:p>
      </dsp:txBody>
      <dsp:txXfrm rot="-5400000">
        <a:off x="2358670" y="1785170"/>
        <a:ext cx="187898" cy="182679"/>
      </dsp:txXfrm>
    </dsp:sp>
    <dsp:sp modelId="{6C733B38-E1FA-4B55-A5C5-FAB57E3F9495}">
      <dsp:nvSpPr>
        <dsp:cNvPr id="0" name=""/>
        <dsp:cNvSpPr/>
      </dsp:nvSpPr>
      <dsp:spPr>
        <a:xfrm>
          <a:off x="0" y="2089635"/>
          <a:ext cx="4905238" cy="695921"/>
        </a:xfrm>
        <a:prstGeom prst="roundRect">
          <a:avLst>
            <a:gd name="adj" fmla="val 1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3. Create object of the class at client(main())</a:t>
          </a:r>
          <a:endParaRPr lang="en-IN" sz="1800" kern="1200" dirty="0"/>
        </a:p>
      </dsp:txBody>
      <dsp:txXfrm>
        <a:off x="20383" y="2110018"/>
        <a:ext cx="4864472" cy="655155"/>
      </dsp:txXfrm>
    </dsp:sp>
    <dsp:sp modelId="{479954D3-9D75-4307-8009-E28EC51BD95B}">
      <dsp:nvSpPr>
        <dsp:cNvPr id="0" name=""/>
        <dsp:cNvSpPr/>
      </dsp:nvSpPr>
      <dsp:spPr>
        <a:xfrm rot="5400000">
          <a:off x="2322133" y="2802955"/>
          <a:ext cx="260970" cy="313164"/>
        </a:xfrm>
        <a:prstGeom prst="rightArrow">
          <a:avLst>
            <a:gd name="adj1" fmla="val 60000"/>
            <a:gd name="adj2" fmla="val 5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IN" sz="1800" kern="1200"/>
        </a:p>
      </dsp:txBody>
      <dsp:txXfrm rot="-5400000">
        <a:off x="2358670" y="2829052"/>
        <a:ext cx="187898" cy="182679"/>
      </dsp:txXfrm>
    </dsp:sp>
    <dsp:sp modelId="{E352E1D4-E8B0-4E83-9341-7BF69C1A33A9}">
      <dsp:nvSpPr>
        <dsp:cNvPr id="0" name=""/>
        <dsp:cNvSpPr/>
      </dsp:nvSpPr>
      <dsp:spPr>
        <a:xfrm>
          <a:off x="0" y="3133518"/>
          <a:ext cx="4905238" cy="695921"/>
        </a:xfrm>
        <a:prstGeom prst="roundRect">
          <a:avLst>
            <a:gd name="adj" fmla="val 1000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 4. Call the class member using the object created</a:t>
          </a:r>
          <a:endParaRPr lang="en-IN" sz="1800" kern="1200" dirty="0"/>
        </a:p>
      </dsp:txBody>
      <dsp:txXfrm>
        <a:off x="20383" y="3153901"/>
        <a:ext cx="4864472" cy="655155"/>
      </dsp:txXfrm>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723D0E0-402F-407F-9190-EAAC7FEC700F}">
      <dsp:nvSpPr>
        <dsp:cNvPr id="0" name=""/>
        <dsp:cNvSpPr/>
      </dsp:nvSpPr>
      <dsp:spPr>
        <a:xfrm>
          <a:off x="83606" y="3241996"/>
          <a:ext cx="4922347"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DE0EC250-79D1-4E1D-BEF5-548574C2A028}">
      <dsp:nvSpPr>
        <dsp:cNvPr id="0" name=""/>
        <dsp:cNvSpPr/>
      </dsp:nvSpPr>
      <dsp:spPr>
        <a:xfrm>
          <a:off x="83606" y="2143938"/>
          <a:ext cx="4922347"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E6687D2-9C35-4179-B1F5-64A045FD5CBF}">
      <dsp:nvSpPr>
        <dsp:cNvPr id="0" name=""/>
        <dsp:cNvSpPr/>
      </dsp:nvSpPr>
      <dsp:spPr>
        <a:xfrm>
          <a:off x="83606" y="1045879"/>
          <a:ext cx="4922347"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6ED046B-B3C1-4C77-842D-A4F7E48C417B}">
      <dsp:nvSpPr>
        <dsp:cNvPr id="0" name=""/>
        <dsp:cNvSpPr/>
      </dsp:nvSpPr>
      <dsp:spPr>
        <a:xfrm>
          <a:off x="1603897" y="54750"/>
          <a:ext cx="3043922" cy="10457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b="0" i="0" kern="1200" dirty="0">
              <a:latin typeface="+mn-lt"/>
            </a:rPr>
            <a:t>A field is a variable of any type. It is basically holds the data.</a:t>
          </a:r>
          <a:endParaRPr lang="en-IN" sz="1800" b="0" i="0" kern="1200" dirty="0">
            <a:latin typeface="+mn-lt"/>
          </a:endParaRPr>
        </a:p>
      </dsp:txBody>
      <dsp:txXfrm>
        <a:off x="1603897" y="54750"/>
        <a:ext cx="3043922" cy="1045770"/>
      </dsp:txXfrm>
    </dsp:sp>
    <dsp:sp modelId="{5C9A001D-32D5-47AE-917A-6A40D087833D}">
      <dsp:nvSpPr>
        <dsp:cNvPr id="0" name=""/>
        <dsp:cNvSpPr/>
      </dsp:nvSpPr>
      <dsp:spPr>
        <a:xfrm>
          <a:off x="-83606" y="109"/>
          <a:ext cx="1614237" cy="1045770"/>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latin typeface="+mn-lt"/>
            </a:rPr>
            <a:t> 1</a:t>
          </a:r>
          <a:r>
            <a:rPr lang="en-US" sz="1800" b="1" i="0" kern="1200" dirty="0">
              <a:latin typeface="+mn-lt"/>
            </a:rPr>
            <a:t>. F</a:t>
          </a:r>
          <a:r>
            <a:rPr kumimoji="0" lang="en-US" sz="1800" b="1" i="0" u="none" strike="noStrike" kern="1200" cap="none" spc="0" normalizeH="0" baseline="0" noProof="0" dirty="0" err="1">
              <a:ln>
                <a:noFill/>
              </a:ln>
              <a:solidFill>
                <a:srgbClr val="202124"/>
              </a:solidFill>
              <a:effectLst/>
              <a:uLnTx/>
              <a:uFillTx/>
              <a:latin typeface="+mn-lt"/>
              <a:ea typeface="+mn-ea"/>
              <a:cs typeface="+mn-cs"/>
            </a:rPr>
            <a:t>ield</a:t>
          </a:r>
          <a:endParaRPr lang="en-IN" sz="1800" b="1" kern="1200" dirty="0">
            <a:latin typeface="+mn-lt"/>
          </a:endParaRPr>
        </a:p>
      </dsp:txBody>
      <dsp:txXfrm>
        <a:off x="-32547" y="51168"/>
        <a:ext cx="1512119" cy="994711"/>
      </dsp:txXfrm>
    </dsp:sp>
    <dsp:sp modelId="{B992ACD5-C837-4D82-BAC7-5EB5B3DD2D46}">
      <dsp:nvSpPr>
        <dsp:cNvPr id="0" name=""/>
        <dsp:cNvSpPr/>
      </dsp:nvSpPr>
      <dsp:spPr>
        <a:xfrm>
          <a:off x="1603897" y="1152809"/>
          <a:ext cx="3043922" cy="10457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kumimoji="0" lang="en-US" sz="1800" b="0" i="0" u="none" strike="noStrike" kern="1200" cap="none" spc="0" normalizeH="0" baseline="0" noProof="0" dirty="0">
              <a:ln>
                <a:noFill/>
              </a:ln>
              <a:solidFill>
                <a:prstClr val="black"/>
              </a:solidFill>
              <a:effectLst/>
              <a:uLnTx/>
              <a:uFillTx/>
              <a:latin typeface="+mn-lt"/>
              <a:ea typeface="Calibri" panose="020F0502020204030204" pitchFamily="34" charset="0"/>
              <a:cs typeface="Times New Roman" panose="02020603050405020304" pitchFamily="18" charset="0"/>
            </a:rPr>
            <a:t>A constructor </a:t>
          </a:r>
          <a:r>
            <a:rPr kumimoji="0" lang="en-US" sz="1800" b="0" i="0" u="none" strike="noStrike" kern="1200" cap="none" spc="0" normalizeH="0" baseline="0" noProof="0" dirty="0">
              <a:ln>
                <a:noFill/>
              </a:ln>
              <a:solidFill>
                <a:prstClr val="black"/>
              </a:solidFill>
              <a:effectLst/>
              <a:uLnTx/>
              <a:uFillTx/>
              <a:latin typeface="+mn-lt"/>
              <a:ea typeface="+mn-ea"/>
              <a:cs typeface="+mn-cs"/>
            </a:rPr>
            <a:t>is a method in the class which gets executed when a class object is created.</a:t>
          </a:r>
          <a:endParaRPr lang="en-IN" sz="1800" b="0" kern="1200" dirty="0">
            <a:latin typeface="+mn-lt"/>
          </a:endParaRPr>
        </a:p>
      </dsp:txBody>
      <dsp:txXfrm>
        <a:off x="1603897" y="1152809"/>
        <a:ext cx="3043922" cy="1045770"/>
      </dsp:txXfrm>
    </dsp:sp>
    <dsp:sp modelId="{0A4A25FC-ED45-4FD8-BE8A-9F154B422C6C}">
      <dsp:nvSpPr>
        <dsp:cNvPr id="0" name=""/>
        <dsp:cNvSpPr/>
      </dsp:nvSpPr>
      <dsp:spPr>
        <a:xfrm>
          <a:off x="-83606" y="1098167"/>
          <a:ext cx="1614237" cy="1045770"/>
        </a:xfrm>
        <a:prstGeom prst="round2SameRect">
          <a:avLst>
            <a:gd name="adj1" fmla="val 16670"/>
            <a:gd name="adj2" fmla="val 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latin typeface="+mn-lt"/>
            </a:rPr>
            <a:t> 2. Constructor</a:t>
          </a:r>
        </a:p>
      </dsp:txBody>
      <dsp:txXfrm>
        <a:off x="-32547" y="1149226"/>
        <a:ext cx="1512119" cy="994711"/>
      </dsp:txXfrm>
    </dsp:sp>
    <dsp:sp modelId="{2DE16079-CC76-454C-A4FC-3E71D3B2766C}">
      <dsp:nvSpPr>
        <dsp:cNvPr id="0" name=""/>
        <dsp:cNvSpPr/>
      </dsp:nvSpPr>
      <dsp:spPr>
        <a:xfrm>
          <a:off x="1603897" y="2196331"/>
          <a:ext cx="3043922" cy="10457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b="0" i="0" kern="1200" dirty="0">
              <a:latin typeface="+mn-lt"/>
            </a:rPr>
            <a:t>A method is a block of code that performs a specific task.  </a:t>
          </a:r>
          <a:endParaRPr lang="en-IN" sz="1800" b="0" kern="1200" dirty="0">
            <a:latin typeface="+mn-lt"/>
          </a:endParaRPr>
        </a:p>
      </dsp:txBody>
      <dsp:txXfrm>
        <a:off x="1603897" y="2196331"/>
        <a:ext cx="3043922" cy="1045770"/>
      </dsp:txXfrm>
    </dsp:sp>
    <dsp:sp modelId="{B29F932A-A843-49B6-954A-1F18EA9A0A68}">
      <dsp:nvSpPr>
        <dsp:cNvPr id="0" name=""/>
        <dsp:cNvSpPr/>
      </dsp:nvSpPr>
      <dsp:spPr>
        <a:xfrm>
          <a:off x="-83606" y="2196226"/>
          <a:ext cx="1614237" cy="1045770"/>
        </a:xfrm>
        <a:prstGeom prst="round2SameRect">
          <a:avLst>
            <a:gd name="adj1" fmla="val 16670"/>
            <a:gd name="adj2" fmla="val 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1" i="0" kern="1200" dirty="0">
              <a:latin typeface="+mn-lt"/>
            </a:rPr>
            <a:t> 3. </a:t>
          </a:r>
          <a:r>
            <a:rPr lang="en-IN" sz="1800" b="1" i="0" kern="1200" dirty="0">
              <a:latin typeface="+mn-lt"/>
            </a:rPr>
            <a:t>Method</a:t>
          </a:r>
          <a:endParaRPr lang="en-IN" sz="1800" b="1" kern="1200" dirty="0">
            <a:latin typeface="+mn-lt"/>
          </a:endParaRPr>
        </a:p>
      </dsp:txBody>
      <dsp:txXfrm>
        <a:off x="-32547" y="2247285"/>
        <a:ext cx="1512119" cy="994711"/>
      </dsp:txXfrm>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4D915C3-BBDA-426F-83F7-6E3EEA569F5E}">
      <dsp:nvSpPr>
        <dsp:cNvPr id="0" name=""/>
        <dsp:cNvSpPr/>
      </dsp:nvSpPr>
      <dsp:spPr>
        <a:xfrm>
          <a:off x="3044485" y="1957741"/>
          <a:ext cx="1404917" cy="1019348"/>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b="1" kern="1200" dirty="0"/>
            <a:t>4 Pillars of OOPS</a:t>
          </a:r>
          <a:endParaRPr lang="en-IN" sz="1800" b="1" kern="1200" dirty="0"/>
        </a:p>
      </dsp:txBody>
      <dsp:txXfrm>
        <a:off x="3094245" y="2007501"/>
        <a:ext cx="1305397" cy="919828"/>
      </dsp:txXfrm>
    </dsp:sp>
    <dsp:sp modelId="{3AC3709E-2613-4188-8214-ACD03AB3222C}">
      <dsp:nvSpPr>
        <dsp:cNvPr id="0" name=""/>
        <dsp:cNvSpPr/>
      </dsp:nvSpPr>
      <dsp:spPr>
        <a:xfrm rot="16252893">
          <a:off x="3223784" y="1418506"/>
          <a:ext cx="1078598" cy="0"/>
        </a:xfrm>
        <a:custGeom>
          <a:avLst/>
          <a:gdLst/>
          <a:ahLst/>
          <a:cxnLst/>
          <a:rect l="0" t="0" r="0" b="0"/>
          <a:pathLst>
            <a:path>
              <a:moveTo>
                <a:pt x="0" y="0"/>
              </a:moveTo>
              <a:lnTo>
                <a:pt x="1078598"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C64E118-DD1C-48EA-B707-A973F9FF5FFE}">
      <dsp:nvSpPr>
        <dsp:cNvPr id="0" name=""/>
        <dsp:cNvSpPr/>
      </dsp:nvSpPr>
      <dsp:spPr>
        <a:xfrm>
          <a:off x="2998907" y="182529"/>
          <a:ext cx="1555668" cy="696741"/>
        </a:xfrm>
        <a:prstGeom prst="roundRec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Inheritance</a:t>
          </a:r>
          <a:endParaRPr lang="en-IN" sz="1800" kern="1200" dirty="0"/>
        </a:p>
      </dsp:txBody>
      <dsp:txXfrm>
        <a:off x="3032919" y="216541"/>
        <a:ext cx="1487644" cy="628717"/>
      </dsp:txXfrm>
    </dsp:sp>
    <dsp:sp modelId="{1A440402-72EB-4F7B-9BA2-BF545CB7DC43}">
      <dsp:nvSpPr>
        <dsp:cNvPr id="0" name=""/>
        <dsp:cNvSpPr/>
      </dsp:nvSpPr>
      <dsp:spPr>
        <a:xfrm>
          <a:off x="4449402" y="2467416"/>
          <a:ext cx="490748" cy="0"/>
        </a:xfrm>
        <a:custGeom>
          <a:avLst/>
          <a:gdLst/>
          <a:ahLst/>
          <a:cxnLst/>
          <a:rect l="0" t="0" r="0" b="0"/>
          <a:pathLst>
            <a:path>
              <a:moveTo>
                <a:pt x="0" y="0"/>
              </a:moveTo>
              <a:lnTo>
                <a:pt x="490748"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8148313-0A0B-4706-BD88-C3C276DF88FC}">
      <dsp:nvSpPr>
        <dsp:cNvPr id="0" name=""/>
        <dsp:cNvSpPr/>
      </dsp:nvSpPr>
      <dsp:spPr>
        <a:xfrm>
          <a:off x="4940151" y="2119045"/>
          <a:ext cx="1555668" cy="696741"/>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Polymorphism</a:t>
          </a:r>
          <a:endParaRPr lang="en-IN" sz="1800" kern="1200" dirty="0"/>
        </a:p>
      </dsp:txBody>
      <dsp:txXfrm>
        <a:off x="4974163" y="2153057"/>
        <a:ext cx="1487644" cy="628717"/>
      </dsp:txXfrm>
    </dsp:sp>
    <dsp:sp modelId="{33C9950A-8AEE-4A12-9EF1-B5DE42567EC0}">
      <dsp:nvSpPr>
        <dsp:cNvPr id="0" name=""/>
        <dsp:cNvSpPr/>
      </dsp:nvSpPr>
      <dsp:spPr>
        <a:xfrm rot="5451084">
          <a:off x="3157147" y="3550724"/>
          <a:ext cx="1147394" cy="0"/>
        </a:xfrm>
        <a:custGeom>
          <a:avLst/>
          <a:gdLst/>
          <a:ahLst/>
          <a:cxnLst/>
          <a:rect l="0" t="0" r="0" b="0"/>
          <a:pathLst>
            <a:path>
              <a:moveTo>
                <a:pt x="0" y="0"/>
              </a:moveTo>
              <a:lnTo>
                <a:pt x="1147394"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4E3C0D9-251A-4DBB-8CCD-BFEB27CCB910}">
      <dsp:nvSpPr>
        <dsp:cNvPr id="0" name=""/>
        <dsp:cNvSpPr/>
      </dsp:nvSpPr>
      <dsp:spPr>
        <a:xfrm>
          <a:off x="2939309" y="4124358"/>
          <a:ext cx="1555668" cy="696741"/>
        </a:xfrm>
        <a:prstGeom prst="roundRect">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Abstraction</a:t>
          </a:r>
          <a:endParaRPr lang="en-IN" sz="1800" kern="1200" dirty="0"/>
        </a:p>
      </dsp:txBody>
      <dsp:txXfrm>
        <a:off x="2973321" y="4158370"/>
        <a:ext cx="1487644" cy="628717"/>
      </dsp:txXfrm>
    </dsp:sp>
    <dsp:sp modelId="{E5841D32-B1A8-4DDB-AA0A-831F1C6F2B1E}">
      <dsp:nvSpPr>
        <dsp:cNvPr id="0" name=""/>
        <dsp:cNvSpPr/>
      </dsp:nvSpPr>
      <dsp:spPr>
        <a:xfrm rot="10748916">
          <a:off x="2519435" y="2481756"/>
          <a:ext cx="525078" cy="0"/>
        </a:xfrm>
        <a:custGeom>
          <a:avLst/>
          <a:gdLst/>
          <a:ahLst/>
          <a:cxnLst/>
          <a:rect l="0" t="0" r="0" b="0"/>
          <a:pathLst>
            <a:path>
              <a:moveTo>
                <a:pt x="0" y="0"/>
              </a:moveTo>
              <a:lnTo>
                <a:pt x="525078"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6883C7A-1F94-467F-BAED-8FB643DE7986}">
      <dsp:nvSpPr>
        <dsp:cNvPr id="0" name=""/>
        <dsp:cNvSpPr/>
      </dsp:nvSpPr>
      <dsp:spPr>
        <a:xfrm>
          <a:off x="963796" y="2148846"/>
          <a:ext cx="1555668" cy="696741"/>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Encapsulation</a:t>
          </a:r>
          <a:endParaRPr lang="en-IN" sz="1800" kern="1200" dirty="0"/>
        </a:p>
      </dsp:txBody>
      <dsp:txXfrm>
        <a:off x="997808" y="2182858"/>
        <a:ext cx="1487644" cy="628717"/>
      </dsp:txXfrm>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96AEF7-F58C-4540-BEC6-223CB863D9A1}">
      <dsp:nvSpPr>
        <dsp:cNvPr id="0" name=""/>
        <dsp:cNvSpPr/>
      </dsp:nvSpPr>
      <dsp:spPr>
        <a:xfrm>
          <a:off x="593043" y="124"/>
          <a:ext cx="815294" cy="406377"/>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US" sz="1600" kern="1200" dirty="0"/>
            <a:t>Parent1</a:t>
          </a:r>
          <a:endParaRPr lang="en-IN" sz="1600" kern="1200" dirty="0"/>
        </a:p>
      </dsp:txBody>
      <dsp:txXfrm>
        <a:off x="604945" y="12026"/>
        <a:ext cx="791490" cy="382573"/>
      </dsp:txXfrm>
    </dsp:sp>
    <dsp:sp modelId="{BC9046A9-E5C1-41EE-9393-FCE72134009F}">
      <dsp:nvSpPr>
        <dsp:cNvPr id="0" name=""/>
        <dsp:cNvSpPr/>
      </dsp:nvSpPr>
      <dsp:spPr>
        <a:xfrm rot="5400000">
          <a:off x="924494" y="416661"/>
          <a:ext cx="152391" cy="182869"/>
        </a:xfrm>
        <a:prstGeom prst="rightArrow">
          <a:avLst>
            <a:gd name="adj1" fmla="val 60000"/>
            <a:gd name="adj2" fmla="val 5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rot="-5400000">
        <a:off x="945830" y="431900"/>
        <a:ext cx="109721" cy="106674"/>
      </dsp:txXfrm>
    </dsp:sp>
    <dsp:sp modelId="{52A0F2A0-3B1F-4E0D-9C0F-36A8E1EE5419}">
      <dsp:nvSpPr>
        <dsp:cNvPr id="0" name=""/>
        <dsp:cNvSpPr/>
      </dsp:nvSpPr>
      <dsp:spPr>
        <a:xfrm>
          <a:off x="593043" y="609690"/>
          <a:ext cx="815294" cy="406377"/>
        </a:xfrm>
        <a:prstGeom prst="roundRect">
          <a:avLst>
            <a:gd name="adj" fmla="val 1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US" sz="1600" kern="1200" dirty="0"/>
            <a:t>Child1</a:t>
          </a:r>
          <a:endParaRPr lang="en-IN" sz="1600" kern="1200" dirty="0"/>
        </a:p>
      </dsp:txBody>
      <dsp:txXfrm>
        <a:off x="604945" y="621592"/>
        <a:ext cx="791490" cy="382573"/>
      </dsp:txXfrm>
    </dsp:sp>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96AEF7-F58C-4540-BEC6-223CB863D9A1}">
      <dsp:nvSpPr>
        <dsp:cNvPr id="0" name=""/>
        <dsp:cNvSpPr/>
      </dsp:nvSpPr>
      <dsp:spPr>
        <a:xfrm>
          <a:off x="603286" y="642"/>
          <a:ext cx="794807" cy="328602"/>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US" sz="1600" kern="1200" dirty="0"/>
            <a:t>Parent1</a:t>
          </a:r>
          <a:endParaRPr lang="en-IN" sz="1600" kern="1200" dirty="0"/>
        </a:p>
      </dsp:txBody>
      <dsp:txXfrm>
        <a:off x="612910" y="10266"/>
        <a:ext cx="775559" cy="309354"/>
      </dsp:txXfrm>
    </dsp:sp>
    <dsp:sp modelId="{BC9046A9-E5C1-41EE-9393-FCE72134009F}">
      <dsp:nvSpPr>
        <dsp:cNvPr id="0" name=""/>
        <dsp:cNvSpPr/>
      </dsp:nvSpPr>
      <dsp:spPr>
        <a:xfrm rot="5400000">
          <a:off x="939077" y="337460"/>
          <a:ext cx="123226" cy="147871"/>
        </a:xfrm>
        <a:prstGeom prst="rightArrow">
          <a:avLst>
            <a:gd name="adj1" fmla="val 60000"/>
            <a:gd name="adj2" fmla="val 5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rot="-5400000">
        <a:off x="956329" y="349782"/>
        <a:ext cx="88723" cy="86258"/>
      </dsp:txXfrm>
    </dsp:sp>
    <dsp:sp modelId="{52A0F2A0-3B1F-4E0D-9C0F-36A8E1EE5419}">
      <dsp:nvSpPr>
        <dsp:cNvPr id="0" name=""/>
        <dsp:cNvSpPr/>
      </dsp:nvSpPr>
      <dsp:spPr>
        <a:xfrm>
          <a:off x="603286" y="493546"/>
          <a:ext cx="794807" cy="328602"/>
        </a:xfrm>
        <a:prstGeom prst="roundRect">
          <a:avLst>
            <a:gd name="adj" fmla="val 1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US" sz="1600" kern="1200" dirty="0"/>
            <a:t>Child1</a:t>
          </a:r>
          <a:endParaRPr lang="en-IN" sz="1600" kern="1200" dirty="0"/>
        </a:p>
      </dsp:txBody>
      <dsp:txXfrm>
        <a:off x="612910" y="503170"/>
        <a:ext cx="775559" cy="309354"/>
      </dsp:txXfrm>
    </dsp:sp>
    <dsp:sp modelId="{9C2D4E9B-002C-44E1-AEED-3B9BB13F238A}">
      <dsp:nvSpPr>
        <dsp:cNvPr id="0" name=""/>
        <dsp:cNvSpPr/>
      </dsp:nvSpPr>
      <dsp:spPr>
        <a:xfrm rot="5400000">
          <a:off x="939077" y="830364"/>
          <a:ext cx="123226" cy="147871"/>
        </a:xfrm>
        <a:prstGeom prst="rightArrow">
          <a:avLst>
            <a:gd name="adj1" fmla="val 60000"/>
            <a:gd name="adj2" fmla="val 5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266700">
            <a:lnSpc>
              <a:spcPct val="90000"/>
            </a:lnSpc>
            <a:spcBef>
              <a:spcPct val="0"/>
            </a:spcBef>
            <a:spcAft>
              <a:spcPct val="35000"/>
            </a:spcAft>
            <a:buNone/>
          </a:pPr>
          <a:endParaRPr lang="en-IN" sz="600" kern="1200"/>
        </a:p>
      </dsp:txBody>
      <dsp:txXfrm rot="-5400000">
        <a:off x="956329" y="842686"/>
        <a:ext cx="88723" cy="86258"/>
      </dsp:txXfrm>
    </dsp:sp>
    <dsp:sp modelId="{D948E5CF-23A8-4628-ACF5-773EAFE48A4E}">
      <dsp:nvSpPr>
        <dsp:cNvPr id="0" name=""/>
        <dsp:cNvSpPr/>
      </dsp:nvSpPr>
      <dsp:spPr>
        <a:xfrm>
          <a:off x="603286" y="986450"/>
          <a:ext cx="794807" cy="328602"/>
        </a:xfrm>
        <a:prstGeom prst="roundRect">
          <a:avLst>
            <a:gd name="adj" fmla="val 1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US" sz="1600" kern="1200" dirty="0"/>
            <a:t>Child2</a:t>
          </a:r>
          <a:endParaRPr lang="en-IN" sz="1600" kern="1200" dirty="0"/>
        </a:p>
      </dsp:txBody>
      <dsp:txXfrm>
        <a:off x="612910" y="996074"/>
        <a:ext cx="775559" cy="309354"/>
      </dsp:txXfrm>
    </dsp:sp>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96AEF7-F58C-4540-BEC6-223CB863D9A1}">
      <dsp:nvSpPr>
        <dsp:cNvPr id="0" name=""/>
        <dsp:cNvSpPr/>
      </dsp:nvSpPr>
      <dsp:spPr>
        <a:xfrm>
          <a:off x="865386" y="642"/>
          <a:ext cx="794807" cy="328602"/>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US" sz="1600" kern="1200" dirty="0"/>
            <a:t>Parent1</a:t>
          </a:r>
          <a:endParaRPr lang="en-IN" sz="1600" kern="1200" dirty="0"/>
        </a:p>
      </dsp:txBody>
      <dsp:txXfrm>
        <a:off x="875010" y="10266"/>
        <a:ext cx="775559" cy="309354"/>
      </dsp:txXfrm>
    </dsp:sp>
    <dsp:sp modelId="{BC9046A9-E5C1-41EE-9393-FCE72134009F}">
      <dsp:nvSpPr>
        <dsp:cNvPr id="0" name=""/>
        <dsp:cNvSpPr/>
      </dsp:nvSpPr>
      <dsp:spPr>
        <a:xfrm rot="8159235">
          <a:off x="556214" y="509041"/>
          <a:ext cx="547765" cy="147871"/>
        </a:xfrm>
        <a:prstGeom prst="rightArrow">
          <a:avLst>
            <a:gd name="adj1" fmla="val 60000"/>
            <a:gd name="adj2" fmla="val 5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rot="10800000">
        <a:off x="594346" y="523204"/>
        <a:ext cx="503404" cy="88723"/>
      </dsp:txXfrm>
    </dsp:sp>
    <dsp:sp modelId="{52A0F2A0-3B1F-4E0D-9C0F-36A8E1EE5419}">
      <dsp:nvSpPr>
        <dsp:cNvPr id="0" name=""/>
        <dsp:cNvSpPr/>
      </dsp:nvSpPr>
      <dsp:spPr>
        <a:xfrm>
          <a:off x="0" y="836708"/>
          <a:ext cx="794807" cy="328602"/>
        </a:xfrm>
        <a:prstGeom prst="roundRect">
          <a:avLst>
            <a:gd name="adj" fmla="val 1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US" sz="1600" kern="1200" dirty="0"/>
            <a:t>Child1</a:t>
          </a:r>
          <a:endParaRPr lang="en-IN" sz="1600" kern="1200" dirty="0"/>
        </a:p>
      </dsp:txBody>
      <dsp:txXfrm>
        <a:off x="9624" y="846332"/>
        <a:ext cx="775559" cy="309354"/>
      </dsp:txXfrm>
    </dsp:sp>
    <dsp:sp modelId="{9C2D4E9B-002C-44E1-AEED-3B9BB13F238A}">
      <dsp:nvSpPr>
        <dsp:cNvPr id="0" name=""/>
        <dsp:cNvSpPr/>
      </dsp:nvSpPr>
      <dsp:spPr>
        <a:xfrm rot="2647991">
          <a:off x="1319016" y="498355"/>
          <a:ext cx="582949" cy="190146"/>
        </a:xfrm>
        <a:prstGeom prst="rightArrow">
          <a:avLst>
            <a:gd name="adj1" fmla="val 60000"/>
            <a:gd name="adj2" fmla="val 5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355600">
            <a:lnSpc>
              <a:spcPct val="90000"/>
            </a:lnSpc>
            <a:spcBef>
              <a:spcPct val="0"/>
            </a:spcBef>
            <a:spcAft>
              <a:spcPct val="35000"/>
            </a:spcAft>
            <a:buNone/>
          </a:pPr>
          <a:endParaRPr lang="en-IN" sz="800" kern="1200"/>
        </a:p>
      </dsp:txBody>
      <dsp:txXfrm>
        <a:off x="1327067" y="516523"/>
        <a:ext cx="525905" cy="114088"/>
      </dsp:txXfrm>
    </dsp:sp>
    <dsp:sp modelId="{D948E5CF-23A8-4628-ACF5-773EAFE48A4E}">
      <dsp:nvSpPr>
        <dsp:cNvPr id="0" name=""/>
        <dsp:cNvSpPr/>
      </dsp:nvSpPr>
      <dsp:spPr>
        <a:xfrm>
          <a:off x="1503084" y="814990"/>
          <a:ext cx="794807" cy="328602"/>
        </a:xfrm>
        <a:prstGeom prst="roundRect">
          <a:avLst>
            <a:gd name="adj" fmla="val 1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US" sz="1600" kern="1200" dirty="0"/>
            <a:t>Child2</a:t>
          </a:r>
          <a:endParaRPr lang="en-IN" sz="1600" kern="1200" dirty="0"/>
        </a:p>
      </dsp:txBody>
      <dsp:txXfrm>
        <a:off x="1512708" y="824614"/>
        <a:ext cx="775559" cy="309354"/>
      </dsp:txXfrm>
    </dsp:sp>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C43BB11-7C45-4C10-9372-78CBB41EC12B}">
      <dsp:nvSpPr>
        <dsp:cNvPr id="0" name=""/>
        <dsp:cNvSpPr/>
      </dsp:nvSpPr>
      <dsp:spPr>
        <a:xfrm>
          <a:off x="3236295" y="2589972"/>
          <a:ext cx="97264" cy="665394"/>
        </a:xfrm>
        <a:custGeom>
          <a:avLst/>
          <a:gdLst/>
          <a:ahLst/>
          <a:cxnLst/>
          <a:rect l="0" t="0" r="0" b="0"/>
          <a:pathLst>
            <a:path>
              <a:moveTo>
                <a:pt x="0" y="0"/>
              </a:moveTo>
              <a:lnTo>
                <a:pt x="0" y="665394"/>
              </a:lnTo>
              <a:lnTo>
                <a:pt x="97264" y="665394"/>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5D123AF-CBF8-4774-B5DC-2FCF2C273CF6}">
      <dsp:nvSpPr>
        <dsp:cNvPr id="0" name=""/>
        <dsp:cNvSpPr/>
      </dsp:nvSpPr>
      <dsp:spPr>
        <a:xfrm>
          <a:off x="2602853" y="1469497"/>
          <a:ext cx="1631920" cy="373165"/>
        </a:xfrm>
        <a:custGeom>
          <a:avLst/>
          <a:gdLst/>
          <a:ahLst/>
          <a:cxnLst/>
          <a:rect l="0" t="0" r="0" b="0"/>
          <a:pathLst>
            <a:path>
              <a:moveTo>
                <a:pt x="0" y="0"/>
              </a:moveTo>
              <a:lnTo>
                <a:pt x="0" y="186582"/>
              </a:lnTo>
              <a:lnTo>
                <a:pt x="1631920" y="186582"/>
              </a:lnTo>
              <a:lnTo>
                <a:pt x="1631920" y="373165"/>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DC47642-C911-4894-9B3A-7440A3359CB4}">
      <dsp:nvSpPr>
        <dsp:cNvPr id="0" name=""/>
        <dsp:cNvSpPr/>
      </dsp:nvSpPr>
      <dsp:spPr>
        <a:xfrm>
          <a:off x="187633" y="2589972"/>
          <a:ext cx="91440" cy="1662609"/>
        </a:xfrm>
        <a:custGeom>
          <a:avLst/>
          <a:gdLst/>
          <a:ahLst/>
          <a:cxnLst/>
          <a:rect l="0" t="0" r="0" b="0"/>
          <a:pathLst>
            <a:path>
              <a:moveTo>
                <a:pt x="45720" y="0"/>
              </a:moveTo>
              <a:lnTo>
                <a:pt x="45720" y="1662609"/>
              </a:lnTo>
              <a:lnTo>
                <a:pt x="124514" y="1662609"/>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3ADFAB9-4923-4DA0-9D73-A1BE3E8DC4B1}">
      <dsp:nvSpPr>
        <dsp:cNvPr id="0" name=""/>
        <dsp:cNvSpPr/>
      </dsp:nvSpPr>
      <dsp:spPr>
        <a:xfrm>
          <a:off x="233353" y="2589972"/>
          <a:ext cx="150105" cy="665394"/>
        </a:xfrm>
        <a:custGeom>
          <a:avLst/>
          <a:gdLst/>
          <a:ahLst/>
          <a:cxnLst/>
          <a:rect l="0" t="0" r="0" b="0"/>
          <a:pathLst>
            <a:path>
              <a:moveTo>
                <a:pt x="0" y="0"/>
              </a:moveTo>
              <a:lnTo>
                <a:pt x="0" y="665394"/>
              </a:lnTo>
              <a:lnTo>
                <a:pt x="150105" y="665394"/>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6661DF1-0D6E-4482-B5C5-66F369DCB30E}">
      <dsp:nvSpPr>
        <dsp:cNvPr id="0" name=""/>
        <dsp:cNvSpPr/>
      </dsp:nvSpPr>
      <dsp:spPr>
        <a:xfrm>
          <a:off x="1166765" y="1469497"/>
          <a:ext cx="1436088" cy="373165"/>
        </a:xfrm>
        <a:custGeom>
          <a:avLst/>
          <a:gdLst/>
          <a:ahLst/>
          <a:cxnLst/>
          <a:rect l="0" t="0" r="0" b="0"/>
          <a:pathLst>
            <a:path>
              <a:moveTo>
                <a:pt x="1436088" y="0"/>
              </a:moveTo>
              <a:lnTo>
                <a:pt x="1436088" y="186582"/>
              </a:lnTo>
              <a:lnTo>
                <a:pt x="0" y="186582"/>
              </a:lnTo>
              <a:lnTo>
                <a:pt x="0" y="373165"/>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EECD731-0FEB-4AA4-93E2-948C48463D3C}">
      <dsp:nvSpPr>
        <dsp:cNvPr id="0" name=""/>
        <dsp:cNvSpPr/>
      </dsp:nvSpPr>
      <dsp:spPr>
        <a:xfrm>
          <a:off x="884326" y="581007"/>
          <a:ext cx="3437053" cy="888490"/>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1" kern="1200" dirty="0"/>
            <a:t>Types of Polymorphism in Java</a:t>
          </a:r>
          <a:endParaRPr lang="en-IN" sz="1800" b="1" kern="1200" dirty="0"/>
        </a:p>
      </dsp:txBody>
      <dsp:txXfrm>
        <a:off x="927699" y="624380"/>
        <a:ext cx="3350307" cy="801744"/>
      </dsp:txXfrm>
    </dsp:sp>
    <dsp:sp modelId="{06CEE145-274E-4120-B287-C2DFAAEA6D29}">
      <dsp:nvSpPr>
        <dsp:cNvPr id="0" name=""/>
        <dsp:cNvSpPr/>
      </dsp:nvSpPr>
      <dsp:spPr>
        <a:xfrm>
          <a:off x="0" y="1842663"/>
          <a:ext cx="2333530" cy="747309"/>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Compile-time </a:t>
          </a:r>
        </a:p>
        <a:p>
          <a:pPr marL="0" lvl="0" indent="0" algn="ctr" defTabSz="800100">
            <a:lnSpc>
              <a:spcPct val="90000"/>
            </a:lnSpc>
            <a:spcBef>
              <a:spcPct val="0"/>
            </a:spcBef>
            <a:spcAft>
              <a:spcPct val="35000"/>
            </a:spcAft>
            <a:buNone/>
          </a:pPr>
          <a:r>
            <a:rPr lang="en-US" sz="1800" kern="1200" dirty="0"/>
            <a:t>(static/ early binding)</a:t>
          </a:r>
          <a:endParaRPr lang="en-IN" sz="1800" kern="1200" dirty="0"/>
        </a:p>
      </dsp:txBody>
      <dsp:txXfrm>
        <a:off x="36481" y="1879144"/>
        <a:ext cx="2260568" cy="674347"/>
      </dsp:txXfrm>
    </dsp:sp>
    <dsp:sp modelId="{308158E8-A165-4702-9BEB-7315751F11B1}">
      <dsp:nvSpPr>
        <dsp:cNvPr id="0" name=""/>
        <dsp:cNvSpPr/>
      </dsp:nvSpPr>
      <dsp:spPr>
        <a:xfrm>
          <a:off x="383458" y="2963138"/>
          <a:ext cx="2049089" cy="584457"/>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Method Overloading</a:t>
          </a:r>
          <a:endParaRPr lang="en-IN" sz="1800" kern="1200" dirty="0"/>
        </a:p>
      </dsp:txBody>
      <dsp:txXfrm>
        <a:off x="411989" y="2991669"/>
        <a:ext cx="1992027" cy="527395"/>
      </dsp:txXfrm>
    </dsp:sp>
    <dsp:sp modelId="{3913846F-FFFD-4B45-9066-9BD9D685A509}">
      <dsp:nvSpPr>
        <dsp:cNvPr id="0" name=""/>
        <dsp:cNvSpPr/>
      </dsp:nvSpPr>
      <dsp:spPr>
        <a:xfrm>
          <a:off x="312148" y="3960353"/>
          <a:ext cx="2149311" cy="584457"/>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Operator Overloading</a:t>
          </a:r>
          <a:endParaRPr lang="en-IN" sz="1800" kern="1200" dirty="0"/>
        </a:p>
      </dsp:txBody>
      <dsp:txXfrm>
        <a:off x="340679" y="3988884"/>
        <a:ext cx="2092249" cy="527395"/>
      </dsp:txXfrm>
    </dsp:sp>
    <dsp:sp modelId="{604F827E-7201-41B5-8D07-127D6F4F9979}">
      <dsp:nvSpPr>
        <dsp:cNvPr id="0" name=""/>
        <dsp:cNvSpPr/>
      </dsp:nvSpPr>
      <dsp:spPr>
        <a:xfrm>
          <a:off x="2986676" y="1842663"/>
          <a:ext cx="2496195" cy="747309"/>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Run-time </a:t>
          </a:r>
        </a:p>
        <a:p>
          <a:pPr marL="0" lvl="0" indent="0" algn="ctr" defTabSz="800100">
            <a:lnSpc>
              <a:spcPct val="90000"/>
            </a:lnSpc>
            <a:spcBef>
              <a:spcPct val="0"/>
            </a:spcBef>
            <a:spcAft>
              <a:spcPct val="35000"/>
            </a:spcAft>
            <a:buNone/>
          </a:pPr>
          <a:r>
            <a:rPr lang="en-US" sz="1800" kern="1200" dirty="0"/>
            <a:t>(dynamic/ late binding)</a:t>
          </a:r>
          <a:endParaRPr lang="en-IN" sz="1800" kern="1200" dirty="0"/>
        </a:p>
      </dsp:txBody>
      <dsp:txXfrm>
        <a:off x="3023157" y="1879144"/>
        <a:ext cx="2423233" cy="674347"/>
      </dsp:txXfrm>
    </dsp:sp>
    <dsp:sp modelId="{DFBF64FB-FC35-4C44-81A2-6B234F967864}">
      <dsp:nvSpPr>
        <dsp:cNvPr id="0" name=""/>
        <dsp:cNvSpPr/>
      </dsp:nvSpPr>
      <dsp:spPr>
        <a:xfrm>
          <a:off x="3333560" y="2963138"/>
          <a:ext cx="2149311" cy="584457"/>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Method Overriding</a:t>
          </a:r>
          <a:endParaRPr lang="en-IN" sz="1800" kern="1200" dirty="0"/>
        </a:p>
      </dsp:txBody>
      <dsp:txXfrm>
        <a:off x="3362091" y="2991669"/>
        <a:ext cx="2092249" cy="527395"/>
      </dsp:txXfrm>
    </dsp:sp>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C43BB11-7C45-4C10-9372-78CBB41EC12B}">
      <dsp:nvSpPr>
        <dsp:cNvPr id="0" name=""/>
        <dsp:cNvSpPr/>
      </dsp:nvSpPr>
      <dsp:spPr>
        <a:xfrm>
          <a:off x="2747109" y="1923511"/>
          <a:ext cx="233734" cy="650317"/>
        </a:xfrm>
        <a:custGeom>
          <a:avLst/>
          <a:gdLst/>
          <a:ahLst/>
          <a:cxnLst/>
          <a:rect l="0" t="0" r="0" b="0"/>
          <a:pathLst>
            <a:path>
              <a:moveTo>
                <a:pt x="0" y="0"/>
              </a:moveTo>
              <a:lnTo>
                <a:pt x="0" y="650317"/>
              </a:lnTo>
              <a:lnTo>
                <a:pt x="233734" y="650317"/>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5D123AF-CBF8-4774-B5DC-2FCF2C273CF6}">
      <dsp:nvSpPr>
        <dsp:cNvPr id="0" name=""/>
        <dsp:cNvSpPr/>
      </dsp:nvSpPr>
      <dsp:spPr>
        <a:xfrm>
          <a:off x="2334276" y="815020"/>
          <a:ext cx="1312944" cy="311045"/>
        </a:xfrm>
        <a:custGeom>
          <a:avLst/>
          <a:gdLst/>
          <a:ahLst/>
          <a:cxnLst/>
          <a:rect l="0" t="0" r="0" b="0"/>
          <a:pathLst>
            <a:path>
              <a:moveTo>
                <a:pt x="0" y="0"/>
              </a:moveTo>
              <a:lnTo>
                <a:pt x="0" y="155522"/>
              </a:lnTo>
              <a:lnTo>
                <a:pt x="1312944" y="155522"/>
              </a:lnTo>
              <a:lnTo>
                <a:pt x="1312944" y="311045"/>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3ADFAB9-4923-4DA0-9D73-A1BE3E8DC4B1}">
      <dsp:nvSpPr>
        <dsp:cNvPr id="0" name=""/>
        <dsp:cNvSpPr/>
      </dsp:nvSpPr>
      <dsp:spPr>
        <a:xfrm>
          <a:off x="210364" y="1923511"/>
          <a:ext cx="149522" cy="650317"/>
        </a:xfrm>
        <a:custGeom>
          <a:avLst/>
          <a:gdLst/>
          <a:ahLst/>
          <a:cxnLst/>
          <a:rect l="0" t="0" r="0" b="0"/>
          <a:pathLst>
            <a:path>
              <a:moveTo>
                <a:pt x="0" y="0"/>
              </a:moveTo>
              <a:lnTo>
                <a:pt x="0" y="650317"/>
              </a:lnTo>
              <a:lnTo>
                <a:pt x="149522" y="650317"/>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6661DF1-0D6E-4482-B5C5-66F369DCB30E}">
      <dsp:nvSpPr>
        <dsp:cNvPr id="0" name=""/>
        <dsp:cNvSpPr/>
      </dsp:nvSpPr>
      <dsp:spPr>
        <a:xfrm>
          <a:off x="1051821" y="815020"/>
          <a:ext cx="1282454" cy="311045"/>
        </a:xfrm>
        <a:custGeom>
          <a:avLst/>
          <a:gdLst/>
          <a:ahLst/>
          <a:cxnLst/>
          <a:rect l="0" t="0" r="0" b="0"/>
          <a:pathLst>
            <a:path>
              <a:moveTo>
                <a:pt x="1282454" y="0"/>
              </a:moveTo>
              <a:lnTo>
                <a:pt x="1282454" y="155522"/>
              </a:lnTo>
              <a:lnTo>
                <a:pt x="0" y="155522"/>
              </a:lnTo>
              <a:lnTo>
                <a:pt x="0" y="311045"/>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EECD731-0FEB-4AA4-93E2-948C48463D3C}">
      <dsp:nvSpPr>
        <dsp:cNvPr id="0" name=""/>
        <dsp:cNvSpPr/>
      </dsp:nvSpPr>
      <dsp:spPr>
        <a:xfrm>
          <a:off x="457311" y="282340"/>
          <a:ext cx="3753931" cy="532679"/>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1" kern="1200" dirty="0"/>
            <a:t>Types of Polymorphism in Java</a:t>
          </a:r>
          <a:endParaRPr lang="en-IN" sz="1800" b="1" kern="1200" dirty="0"/>
        </a:p>
      </dsp:txBody>
      <dsp:txXfrm>
        <a:off x="483314" y="308343"/>
        <a:ext cx="3701925" cy="480673"/>
      </dsp:txXfrm>
    </dsp:sp>
    <dsp:sp modelId="{06CEE145-274E-4120-B287-C2DFAAEA6D29}">
      <dsp:nvSpPr>
        <dsp:cNvPr id="0" name=""/>
        <dsp:cNvSpPr/>
      </dsp:nvSpPr>
      <dsp:spPr>
        <a:xfrm>
          <a:off x="0" y="1126065"/>
          <a:ext cx="2103643" cy="797446"/>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Compile-time  (</a:t>
          </a:r>
          <a:r>
            <a:rPr lang="en-US" sz="1800" kern="1200"/>
            <a:t>static/early </a:t>
          </a:r>
          <a:r>
            <a:rPr lang="en-US" sz="1800" kern="1200" dirty="0"/>
            <a:t>binding)</a:t>
          </a:r>
          <a:endParaRPr lang="en-IN" sz="1800" kern="1200" dirty="0"/>
        </a:p>
      </dsp:txBody>
      <dsp:txXfrm>
        <a:off x="38928" y="1164993"/>
        <a:ext cx="2025787" cy="719590"/>
      </dsp:txXfrm>
    </dsp:sp>
    <dsp:sp modelId="{308158E8-A165-4702-9BEB-7315751F11B1}">
      <dsp:nvSpPr>
        <dsp:cNvPr id="0" name=""/>
        <dsp:cNvSpPr/>
      </dsp:nvSpPr>
      <dsp:spPr>
        <a:xfrm>
          <a:off x="359887" y="2234556"/>
          <a:ext cx="1707979" cy="678545"/>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Method Overloading</a:t>
          </a:r>
          <a:endParaRPr lang="en-IN" sz="1800" kern="1200" dirty="0"/>
        </a:p>
      </dsp:txBody>
      <dsp:txXfrm>
        <a:off x="393011" y="2267680"/>
        <a:ext cx="1641731" cy="612297"/>
      </dsp:txXfrm>
    </dsp:sp>
    <dsp:sp modelId="{604F827E-7201-41B5-8D07-127D6F4F9979}">
      <dsp:nvSpPr>
        <dsp:cNvPr id="0" name=""/>
        <dsp:cNvSpPr/>
      </dsp:nvSpPr>
      <dsp:spPr>
        <a:xfrm>
          <a:off x="2522081" y="1126065"/>
          <a:ext cx="2250279" cy="797446"/>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Run-time (dynamic/late binding)</a:t>
          </a:r>
          <a:endParaRPr lang="en-IN" sz="1800" kern="1200" dirty="0"/>
        </a:p>
      </dsp:txBody>
      <dsp:txXfrm>
        <a:off x="2561009" y="1164993"/>
        <a:ext cx="2172423" cy="719590"/>
      </dsp:txXfrm>
    </dsp:sp>
    <dsp:sp modelId="{DFBF64FB-FC35-4C44-81A2-6B234F967864}">
      <dsp:nvSpPr>
        <dsp:cNvPr id="0" name=""/>
        <dsp:cNvSpPr/>
      </dsp:nvSpPr>
      <dsp:spPr>
        <a:xfrm>
          <a:off x="2980843" y="2234556"/>
          <a:ext cx="1791517" cy="678545"/>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Method Overriding</a:t>
          </a:r>
          <a:endParaRPr lang="en-IN" sz="1800" kern="1200" dirty="0"/>
        </a:p>
      </dsp:txBody>
      <dsp:txXfrm>
        <a:off x="3013967" y="2267680"/>
        <a:ext cx="1725269" cy="612297"/>
      </dsp:txXfrm>
    </dsp:sp>
  </dsp:spTree>
</dsp:drawing>
</file>

<file path=ppt/diagrams/drawing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C43BB11-7C45-4C10-9372-78CBB41EC12B}">
      <dsp:nvSpPr>
        <dsp:cNvPr id="0" name=""/>
        <dsp:cNvSpPr/>
      </dsp:nvSpPr>
      <dsp:spPr>
        <a:xfrm>
          <a:off x="2729999" y="1783481"/>
          <a:ext cx="146408" cy="585744"/>
        </a:xfrm>
        <a:custGeom>
          <a:avLst/>
          <a:gdLst/>
          <a:ahLst/>
          <a:cxnLst/>
          <a:rect l="0" t="0" r="0" b="0"/>
          <a:pathLst>
            <a:path>
              <a:moveTo>
                <a:pt x="0" y="0"/>
              </a:moveTo>
              <a:lnTo>
                <a:pt x="0" y="585744"/>
              </a:lnTo>
              <a:lnTo>
                <a:pt x="146408" y="585744"/>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5D123AF-CBF8-4774-B5DC-2FCF2C273CF6}">
      <dsp:nvSpPr>
        <dsp:cNvPr id="0" name=""/>
        <dsp:cNvSpPr/>
      </dsp:nvSpPr>
      <dsp:spPr>
        <a:xfrm>
          <a:off x="2384832" y="699840"/>
          <a:ext cx="1274610" cy="322384"/>
        </a:xfrm>
        <a:custGeom>
          <a:avLst/>
          <a:gdLst/>
          <a:ahLst/>
          <a:cxnLst/>
          <a:rect l="0" t="0" r="0" b="0"/>
          <a:pathLst>
            <a:path>
              <a:moveTo>
                <a:pt x="0" y="0"/>
              </a:moveTo>
              <a:lnTo>
                <a:pt x="0" y="186316"/>
              </a:lnTo>
              <a:lnTo>
                <a:pt x="1274610" y="186316"/>
              </a:lnTo>
              <a:lnTo>
                <a:pt x="1274610" y="322384"/>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3ADFAB9-4923-4DA0-9D73-A1BE3E8DC4B1}">
      <dsp:nvSpPr>
        <dsp:cNvPr id="0" name=""/>
        <dsp:cNvSpPr/>
      </dsp:nvSpPr>
      <dsp:spPr>
        <a:xfrm>
          <a:off x="217237" y="1783481"/>
          <a:ext cx="179804" cy="585744"/>
        </a:xfrm>
        <a:custGeom>
          <a:avLst/>
          <a:gdLst/>
          <a:ahLst/>
          <a:cxnLst/>
          <a:rect l="0" t="0" r="0" b="0"/>
          <a:pathLst>
            <a:path>
              <a:moveTo>
                <a:pt x="0" y="0"/>
              </a:moveTo>
              <a:lnTo>
                <a:pt x="0" y="585744"/>
              </a:lnTo>
              <a:lnTo>
                <a:pt x="179804" y="585744"/>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6661DF1-0D6E-4482-B5C5-66F369DCB30E}">
      <dsp:nvSpPr>
        <dsp:cNvPr id="0" name=""/>
        <dsp:cNvSpPr/>
      </dsp:nvSpPr>
      <dsp:spPr>
        <a:xfrm>
          <a:off x="1086188" y="699840"/>
          <a:ext cx="1298644" cy="322384"/>
        </a:xfrm>
        <a:custGeom>
          <a:avLst/>
          <a:gdLst/>
          <a:ahLst/>
          <a:cxnLst/>
          <a:rect l="0" t="0" r="0" b="0"/>
          <a:pathLst>
            <a:path>
              <a:moveTo>
                <a:pt x="1298644" y="0"/>
              </a:moveTo>
              <a:lnTo>
                <a:pt x="1298644" y="186316"/>
              </a:lnTo>
              <a:lnTo>
                <a:pt x="0" y="186316"/>
              </a:lnTo>
              <a:lnTo>
                <a:pt x="0" y="322384"/>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EECD731-0FEB-4AA4-93E2-948C48463D3C}">
      <dsp:nvSpPr>
        <dsp:cNvPr id="0" name=""/>
        <dsp:cNvSpPr/>
      </dsp:nvSpPr>
      <dsp:spPr>
        <a:xfrm>
          <a:off x="747308" y="199458"/>
          <a:ext cx="3275047" cy="500381"/>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1" kern="1200" dirty="0"/>
            <a:t>Types of Polymorphism in Java</a:t>
          </a:r>
          <a:endParaRPr lang="en-IN" sz="1800" b="1" kern="1200" dirty="0"/>
        </a:p>
      </dsp:txBody>
      <dsp:txXfrm>
        <a:off x="771735" y="223885"/>
        <a:ext cx="3226193" cy="451527"/>
      </dsp:txXfrm>
    </dsp:sp>
    <dsp:sp modelId="{06CEE145-274E-4120-B287-C2DFAAEA6D29}">
      <dsp:nvSpPr>
        <dsp:cNvPr id="0" name=""/>
        <dsp:cNvSpPr/>
      </dsp:nvSpPr>
      <dsp:spPr>
        <a:xfrm>
          <a:off x="0" y="1022224"/>
          <a:ext cx="2172376" cy="761256"/>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Compile-time     (static/ early binding)</a:t>
          </a:r>
          <a:endParaRPr lang="en-IN" sz="1800" kern="1200" dirty="0"/>
        </a:p>
      </dsp:txBody>
      <dsp:txXfrm>
        <a:off x="37161" y="1059385"/>
        <a:ext cx="2098054" cy="686934"/>
      </dsp:txXfrm>
    </dsp:sp>
    <dsp:sp modelId="{308158E8-A165-4702-9BEB-7315751F11B1}">
      <dsp:nvSpPr>
        <dsp:cNvPr id="0" name=""/>
        <dsp:cNvSpPr/>
      </dsp:nvSpPr>
      <dsp:spPr>
        <a:xfrm>
          <a:off x="397042" y="2156114"/>
          <a:ext cx="2059659" cy="426224"/>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Method Overloading</a:t>
          </a:r>
          <a:endParaRPr lang="en-IN" sz="1800" kern="1200" dirty="0"/>
        </a:p>
      </dsp:txBody>
      <dsp:txXfrm>
        <a:off x="417849" y="2176921"/>
        <a:ext cx="2018045" cy="384610"/>
      </dsp:txXfrm>
    </dsp:sp>
    <dsp:sp modelId="{604F827E-7201-41B5-8D07-127D6F4F9979}">
      <dsp:nvSpPr>
        <dsp:cNvPr id="0" name=""/>
        <dsp:cNvSpPr/>
      </dsp:nvSpPr>
      <dsp:spPr>
        <a:xfrm>
          <a:off x="2497639" y="1022224"/>
          <a:ext cx="2323606" cy="761256"/>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Run-time          (dynamic/ late binding)</a:t>
          </a:r>
          <a:endParaRPr lang="en-IN" sz="1800" kern="1200" dirty="0"/>
        </a:p>
      </dsp:txBody>
      <dsp:txXfrm>
        <a:off x="2534800" y="1059385"/>
        <a:ext cx="2249284" cy="686934"/>
      </dsp:txXfrm>
    </dsp:sp>
    <dsp:sp modelId="{DFBF64FB-FC35-4C44-81A2-6B234F967864}">
      <dsp:nvSpPr>
        <dsp:cNvPr id="0" name=""/>
        <dsp:cNvSpPr/>
      </dsp:nvSpPr>
      <dsp:spPr>
        <a:xfrm>
          <a:off x="2876408" y="2156114"/>
          <a:ext cx="1904943" cy="426224"/>
        </a:xfrm>
        <a:prstGeom prst="roundRect">
          <a:avLst/>
        </a:prstGeom>
        <a:solidFill>
          <a:srgbClr val="FFFF00"/>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Method Overriding</a:t>
          </a:r>
          <a:endParaRPr lang="en-IN" sz="1800" kern="1200" dirty="0"/>
        </a:p>
      </dsp:txBody>
      <dsp:txXfrm>
        <a:off x="2897215" y="2176921"/>
        <a:ext cx="1863329" cy="384610"/>
      </dsp:txXfrm>
    </dsp:sp>
  </dsp:spTree>
</dsp:drawing>
</file>

<file path=ppt/diagrams/drawing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A44F2F5-2CF5-4D74-9D10-24C3DE26B88A}">
      <dsp:nvSpPr>
        <dsp:cNvPr id="0" name=""/>
        <dsp:cNvSpPr/>
      </dsp:nvSpPr>
      <dsp:spPr>
        <a:xfrm>
          <a:off x="239423" y="2454648"/>
          <a:ext cx="5779202" cy="0"/>
        </a:xfrm>
        <a:prstGeom prst="line">
          <a:avLst/>
        </a:prstGeom>
        <a:noFill/>
        <a:ln w="12700" cap="flat" cmpd="sng" algn="ctr">
          <a:solidFill>
            <a:schemeClr val="accent4">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F615C81-E5A1-4482-99D0-A5ADD4DB84A2}">
      <dsp:nvSpPr>
        <dsp:cNvPr id="0" name=""/>
        <dsp:cNvSpPr/>
      </dsp:nvSpPr>
      <dsp:spPr>
        <a:xfrm>
          <a:off x="239423" y="1434556"/>
          <a:ext cx="5779202" cy="0"/>
        </a:xfrm>
        <a:prstGeom prst="line">
          <a:avLst/>
        </a:prstGeom>
        <a:noFill/>
        <a:ln w="12700" cap="flat" cmpd="sng" algn="ctr">
          <a:solidFill>
            <a:schemeClr val="accent4">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DED54AA-EAEE-43E8-AE47-43C1B0BE597E}">
      <dsp:nvSpPr>
        <dsp:cNvPr id="0" name=""/>
        <dsp:cNvSpPr/>
      </dsp:nvSpPr>
      <dsp:spPr>
        <a:xfrm>
          <a:off x="2296969" y="463040"/>
          <a:ext cx="3191761" cy="9715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b="0" i="0" kern="1200" baseline="0" dirty="0"/>
            <a:t>Ex: @Override, @Deprecated, @SuppressWarnings, etc.</a:t>
          </a:r>
          <a:endParaRPr lang="en-IN" sz="1800" kern="1200" dirty="0"/>
        </a:p>
      </dsp:txBody>
      <dsp:txXfrm>
        <a:off x="2296969" y="463040"/>
        <a:ext cx="3191761" cy="971516"/>
      </dsp:txXfrm>
    </dsp:sp>
    <dsp:sp modelId="{525C87AC-8AEE-450E-8DE8-9004C297C7FC}">
      <dsp:nvSpPr>
        <dsp:cNvPr id="0" name=""/>
        <dsp:cNvSpPr/>
      </dsp:nvSpPr>
      <dsp:spPr>
        <a:xfrm>
          <a:off x="-239423" y="463040"/>
          <a:ext cx="2460284" cy="971516"/>
        </a:xfrm>
        <a:prstGeom prst="round2SameRect">
          <a:avLst>
            <a:gd name="adj1" fmla="val 16670"/>
            <a:gd name="adj2" fmla="val 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ctr" defTabSz="800100">
            <a:lnSpc>
              <a:spcPct val="90000"/>
            </a:lnSpc>
            <a:spcBef>
              <a:spcPct val="0"/>
            </a:spcBef>
            <a:spcAft>
              <a:spcPct val="35000"/>
            </a:spcAft>
            <a:buNone/>
          </a:pPr>
          <a:r>
            <a:rPr lang="en-US" sz="1800" b="1" i="0" kern="1200" baseline="0" dirty="0"/>
            <a:t>1. Built-in Annotations</a:t>
          </a:r>
          <a:r>
            <a:rPr lang="en-US" sz="1800" b="0" i="0" kern="1200" baseline="0" dirty="0"/>
            <a:t>:</a:t>
          </a:r>
          <a:endParaRPr lang="en-IN" sz="1800" kern="1200" dirty="0"/>
        </a:p>
      </dsp:txBody>
      <dsp:txXfrm>
        <a:off x="-191989" y="510474"/>
        <a:ext cx="2365416" cy="924082"/>
      </dsp:txXfrm>
    </dsp:sp>
    <dsp:sp modelId="{5E782592-25F3-4072-8A18-3321342F9C43}">
      <dsp:nvSpPr>
        <dsp:cNvPr id="0" name=""/>
        <dsp:cNvSpPr/>
      </dsp:nvSpPr>
      <dsp:spPr>
        <a:xfrm>
          <a:off x="2296969" y="1483132"/>
          <a:ext cx="3191761" cy="9715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b="0" i="0" kern="1200" baseline="0" dirty="0"/>
            <a:t>Developers can define custom annotations to add metadata to their code. </a:t>
          </a:r>
          <a:endParaRPr lang="en-IN" sz="1800" kern="1200" dirty="0"/>
        </a:p>
      </dsp:txBody>
      <dsp:txXfrm>
        <a:off x="2296969" y="1483132"/>
        <a:ext cx="3191761" cy="971516"/>
      </dsp:txXfrm>
    </dsp:sp>
    <dsp:sp modelId="{60D0EB6F-84F5-4035-B596-1D269CD8DE05}">
      <dsp:nvSpPr>
        <dsp:cNvPr id="0" name=""/>
        <dsp:cNvSpPr/>
      </dsp:nvSpPr>
      <dsp:spPr>
        <a:xfrm>
          <a:off x="-239423" y="1483132"/>
          <a:ext cx="2460284" cy="971516"/>
        </a:xfrm>
        <a:prstGeom prst="round2SameRect">
          <a:avLst>
            <a:gd name="adj1" fmla="val 16670"/>
            <a:gd name="adj2" fmla="val 0"/>
          </a:avLst>
        </a:prstGeom>
        <a:gradFill rotWithShape="0">
          <a:gsLst>
            <a:gs pos="0">
              <a:schemeClr val="accent4">
                <a:hueOff val="9800891"/>
                <a:satOff val="-40777"/>
                <a:lumOff val="9608"/>
                <a:alphaOff val="0"/>
                <a:lumMod val="110000"/>
                <a:satMod val="105000"/>
                <a:tint val="67000"/>
              </a:schemeClr>
            </a:gs>
            <a:gs pos="50000">
              <a:schemeClr val="accent4">
                <a:hueOff val="9800891"/>
                <a:satOff val="-40777"/>
                <a:lumOff val="9608"/>
                <a:alphaOff val="0"/>
                <a:lumMod val="105000"/>
                <a:satMod val="103000"/>
                <a:tint val="73000"/>
              </a:schemeClr>
            </a:gs>
            <a:gs pos="100000">
              <a:schemeClr val="accent4">
                <a:hueOff val="9800891"/>
                <a:satOff val="-40777"/>
                <a:lumOff val="9608"/>
                <a:alphaOff val="0"/>
                <a:lumMod val="105000"/>
                <a:satMod val="109000"/>
                <a:tint val="81000"/>
              </a:schemeClr>
            </a:gs>
          </a:gsLst>
          <a:lin ang="5400000" scaled="0"/>
        </a:gradFill>
        <a:ln w="6350" cap="flat" cmpd="sng" algn="ctr">
          <a:solidFill>
            <a:schemeClr val="accent4">
              <a:hueOff val="9800891"/>
              <a:satOff val="-40777"/>
              <a:lumOff val="9608"/>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ctr" defTabSz="800100">
            <a:lnSpc>
              <a:spcPct val="90000"/>
            </a:lnSpc>
            <a:spcBef>
              <a:spcPct val="0"/>
            </a:spcBef>
            <a:spcAft>
              <a:spcPct val="35000"/>
            </a:spcAft>
            <a:buNone/>
          </a:pPr>
          <a:r>
            <a:rPr lang="en-US" sz="1800" b="1" i="0" kern="1200" baseline="0" dirty="0"/>
            <a:t>2. Custom Annotations</a:t>
          </a:r>
          <a:endParaRPr lang="en-IN" sz="1800" kern="1200" dirty="0"/>
        </a:p>
      </dsp:txBody>
      <dsp:txXfrm>
        <a:off x="-191989" y="1530566"/>
        <a:ext cx="2365416" cy="924082"/>
      </dsp:txXfrm>
    </dsp:sp>
  </dsp:spTree>
</dsp:drawing>
</file>

<file path=ppt/diagrams/drawing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15A57A1-84C9-45DF-81C0-EAC00049975D}">
      <dsp:nvSpPr>
        <dsp:cNvPr id="0" name=""/>
        <dsp:cNvSpPr/>
      </dsp:nvSpPr>
      <dsp:spPr>
        <a:xfrm>
          <a:off x="31026" y="5247673"/>
          <a:ext cx="8029128"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1DB2118-A30F-4D6F-8C9F-848BA1B9EF09}">
      <dsp:nvSpPr>
        <dsp:cNvPr id="0" name=""/>
        <dsp:cNvSpPr/>
      </dsp:nvSpPr>
      <dsp:spPr>
        <a:xfrm>
          <a:off x="31026" y="4188790"/>
          <a:ext cx="8029128"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42FBC3E-6346-49E3-8B44-EB71849B9839}">
      <dsp:nvSpPr>
        <dsp:cNvPr id="0" name=""/>
        <dsp:cNvSpPr/>
      </dsp:nvSpPr>
      <dsp:spPr>
        <a:xfrm>
          <a:off x="31026" y="3129907"/>
          <a:ext cx="8029128"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F5DFAEB-38B5-480A-A285-703754CD0F35}">
      <dsp:nvSpPr>
        <dsp:cNvPr id="0" name=""/>
        <dsp:cNvSpPr/>
      </dsp:nvSpPr>
      <dsp:spPr>
        <a:xfrm>
          <a:off x="31026" y="2071024"/>
          <a:ext cx="8029128"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2EC1D86-B939-43D9-874B-83BC92068AD8}">
      <dsp:nvSpPr>
        <dsp:cNvPr id="0" name=""/>
        <dsp:cNvSpPr/>
      </dsp:nvSpPr>
      <dsp:spPr>
        <a:xfrm>
          <a:off x="31026" y="1012141"/>
          <a:ext cx="8029128"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6F50009-4906-4AB8-B339-4D0E2189370D}">
      <dsp:nvSpPr>
        <dsp:cNvPr id="0" name=""/>
        <dsp:cNvSpPr/>
      </dsp:nvSpPr>
      <dsp:spPr>
        <a:xfrm>
          <a:off x="2296549" y="3681"/>
          <a:ext cx="5585655" cy="100846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kern="1200" dirty="0"/>
            <a:t>Encapsulation allows an object to hide its internal state(data) because all interaction will be performed through its methods. </a:t>
          </a:r>
          <a:endParaRPr lang="en-IN" sz="1800" kern="1200" dirty="0"/>
        </a:p>
      </dsp:txBody>
      <dsp:txXfrm>
        <a:off x="2296549" y="3681"/>
        <a:ext cx="5585655" cy="1008460"/>
      </dsp:txXfrm>
    </dsp:sp>
    <dsp:sp modelId="{7E1EC56F-B4D4-4782-B915-D7FB68A645F9}">
      <dsp:nvSpPr>
        <dsp:cNvPr id="0" name=""/>
        <dsp:cNvSpPr/>
      </dsp:nvSpPr>
      <dsp:spPr>
        <a:xfrm>
          <a:off x="-31026" y="3681"/>
          <a:ext cx="2211679" cy="1008460"/>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kern="1200" dirty="0"/>
            <a:t> 1. Data hiding</a:t>
          </a:r>
        </a:p>
      </dsp:txBody>
      <dsp:txXfrm>
        <a:off x="18212" y="52919"/>
        <a:ext cx="2113203" cy="959222"/>
      </dsp:txXfrm>
    </dsp:sp>
    <dsp:sp modelId="{8A10465B-9BEB-4FB5-BC1A-8B9F62833769}">
      <dsp:nvSpPr>
        <dsp:cNvPr id="0" name=""/>
        <dsp:cNvSpPr/>
      </dsp:nvSpPr>
      <dsp:spPr>
        <a:xfrm>
          <a:off x="2296549" y="1062564"/>
          <a:ext cx="5585655" cy="100846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kern="1200" dirty="0"/>
            <a:t>By encapsulating data and functions within an object, you can create self-contained modules.</a:t>
          </a:r>
          <a:endParaRPr lang="en-IN" sz="1800" kern="1200" dirty="0"/>
        </a:p>
      </dsp:txBody>
      <dsp:txXfrm>
        <a:off x="2296549" y="1062564"/>
        <a:ext cx="5585655" cy="1008460"/>
      </dsp:txXfrm>
    </dsp:sp>
    <dsp:sp modelId="{6AF2DDDF-A9C0-435C-9FA5-79A7A394D7DF}">
      <dsp:nvSpPr>
        <dsp:cNvPr id="0" name=""/>
        <dsp:cNvSpPr/>
      </dsp:nvSpPr>
      <dsp:spPr>
        <a:xfrm>
          <a:off x="-31026" y="1062564"/>
          <a:ext cx="2211679" cy="1008460"/>
        </a:xfrm>
        <a:prstGeom prst="round2SameRect">
          <a:avLst>
            <a:gd name="adj1" fmla="val 16670"/>
            <a:gd name="adj2" fmla="val 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1" kern="1200" dirty="0"/>
            <a:t> 2. Modularity</a:t>
          </a:r>
          <a:endParaRPr lang="en-IN" sz="1800" b="1" kern="1200" dirty="0"/>
        </a:p>
      </dsp:txBody>
      <dsp:txXfrm>
        <a:off x="18212" y="1111802"/>
        <a:ext cx="2113203" cy="959222"/>
      </dsp:txXfrm>
    </dsp:sp>
    <dsp:sp modelId="{FA2ED4B0-ED3B-4C36-A0CB-F3CBF2C3DEDA}">
      <dsp:nvSpPr>
        <dsp:cNvPr id="0" name=""/>
        <dsp:cNvSpPr/>
      </dsp:nvSpPr>
      <dsp:spPr>
        <a:xfrm>
          <a:off x="2296549" y="2121447"/>
          <a:ext cx="5585655" cy="100846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kern="1200" dirty="0"/>
            <a:t>By restricting access to data directly, encapsulation helps in protecting sensitive data.</a:t>
          </a:r>
          <a:endParaRPr lang="en-IN" sz="1800" kern="1200" dirty="0"/>
        </a:p>
      </dsp:txBody>
      <dsp:txXfrm>
        <a:off x="2296549" y="2121447"/>
        <a:ext cx="5585655" cy="1008460"/>
      </dsp:txXfrm>
    </dsp:sp>
    <dsp:sp modelId="{832BEACA-5B50-433B-9CCF-311CF0433D76}">
      <dsp:nvSpPr>
        <dsp:cNvPr id="0" name=""/>
        <dsp:cNvSpPr/>
      </dsp:nvSpPr>
      <dsp:spPr>
        <a:xfrm>
          <a:off x="-31026" y="2121447"/>
          <a:ext cx="2211679" cy="1008460"/>
        </a:xfrm>
        <a:prstGeom prst="round2SameRect">
          <a:avLst>
            <a:gd name="adj1" fmla="val 16670"/>
            <a:gd name="adj2" fmla="val 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kern="1200" dirty="0"/>
            <a:t> 3. Increased Security</a:t>
          </a:r>
        </a:p>
      </dsp:txBody>
      <dsp:txXfrm>
        <a:off x="18212" y="2170685"/>
        <a:ext cx="2113203" cy="959222"/>
      </dsp:txXfrm>
    </dsp:sp>
    <dsp:sp modelId="{5E52D1DA-2781-4623-94A9-86562A4967DF}">
      <dsp:nvSpPr>
        <dsp:cNvPr id="0" name=""/>
        <dsp:cNvSpPr/>
      </dsp:nvSpPr>
      <dsp:spPr>
        <a:xfrm>
          <a:off x="2296549" y="3180330"/>
          <a:ext cx="5585655" cy="100846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kern="1200" dirty="0"/>
            <a:t>Encapsulation allows for components to be reused across different parts of a program or even in different programs. </a:t>
          </a:r>
          <a:endParaRPr lang="en-IN" sz="1800" kern="1200" dirty="0"/>
        </a:p>
      </dsp:txBody>
      <dsp:txXfrm>
        <a:off x="2296549" y="3180330"/>
        <a:ext cx="5585655" cy="1008460"/>
      </dsp:txXfrm>
    </dsp:sp>
    <dsp:sp modelId="{1FF1D08D-8EF2-4C78-B07D-355CE205A61D}">
      <dsp:nvSpPr>
        <dsp:cNvPr id="0" name=""/>
        <dsp:cNvSpPr/>
      </dsp:nvSpPr>
      <dsp:spPr>
        <a:xfrm>
          <a:off x="-31026" y="3180330"/>
          <a:ext cx="2211679" cy="1008460"/>
        </a:xfrm>
        <a:prstGeom prst="round2SameRect">
          <a:avLst>
            <a:gd name="adj1" fmla="val 16670"/>
            <a:gd name="adj2" fmla="val 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1" kern="1200" dirty="0"/>
            <a:t> 4. </a:t>
          </a:r>
          <a:r>
            <a:rPr lang="en-IN" sz="1800" b="1" kern="1200" dirty="0"/>
            <a:t>Reusability</a:t>
          </a:r>
        </a:p>
      </dsp:txBody>
      <dsp:txXfrm>
        <a:off x="18212" y="3229568"/>
        <a:ext cx="2113203" cy="959222"/>
      </dsp:txXfrm>
    </dsp:sp>
    <dsp:sp modelId="{5A7C738F-EB5E-4F3C-8106-8D812E451738}">
      <dsp:nvSpPr>
        <dsp:cNvPr id="0" name=""/>
        <dsp:cNvSpPr/>
      </dsp:nvSpPr>
      <dsp:spPr>
        <a:xfrm>
          <a:off x="2296549" y="4239213"/>
          <a:ext cx="5585655" cy="100846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kern="1200" dirty="0"/>
            <a:t>By defining methods to access and modify the data, you can enforce rules and constraints on data.</a:t>
          </a:r>
          <a:endParaRPr lang="en-IN" sz="1800" kern="1200" dirty="0"/>
        </a:p>
      </dsp:txBody>
      <dsp:txXfrm>
        <a:off x="2296549" y="4239213"/>
        <a:ext cx="5585655" cy="1008460"/>
      </dsp:txXfrm>
    </dsp:sp>
    <dsp:sp modelId="{B2C7CF35-F236-4F9D-8520-0512EB96E2CF}">
      <dsp:nvSpPr>
        <dsp:cNvPr id="0" name=""/>
        <dsp:cNvSpPr/>
      </dsp:nvSpPr>
      <dsp:spPr>
        <a:xfrm>
          <a:off x="-31026" y="4239213"/>
          <a:ext cx="2211679" cy="1008460"/>
        </a:xfrm>
        <a:prstGeom prst="round2SameRect">
          <a:avLst>
            <a:gd name="adj1" fmla="val 16670"/>
            <a:gd name="adj2" fmla="val 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w="6350" cap="flat" cmpd="sng" algn="ctr">
          <a:solidFill>
            <a:schemeClr val="accent6">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kern="1200" dirty="0"/>
            <a:t> 5. Controlled Access</a:t>
          </a:r>
        </a:p>
      </dsp:txBody>
      <dsp:txXfrm>
        <a:off x="18212" y="4288451"/>
        <a:ext cx="2113203" cy="959222"/>
      </dsp:txXfrm>
    </dsp:sp>
  </dsp:spTree>
</dsp:drawing>
</file>

<file path=ppt/diagrams/drawing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60DC8BE-B97A-4D44-A9E1-D903D8610FCB}">
      <dsp:nvSpPr>
        <dsp:cNvPr id="0" name=""/>
        <dsp:cNvSpPr/>
      </dsp:nvSpPr>
      <dsp:spPr>
        <a:xfrm>
          <a:off x="0" y="4727"/>
          <a:ext cx="4754926" cy="678178"/>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ct val="35000"/>
            </a:spcAft>
            <a:buNone/>
          </a:pPr>
          <a:r>
            <a:rPr lang="en-US" sz="2400" b="1" i="0" kern="1200" baseline="0" dirty="0"/>
            <a:t>When to use Interface?</a:t>
          </a:r>
          <a:endParaRPr lang="en-IN" sz="2400" kern="1200" dirty="0"/>
        </a:p>
      </dsp:txBody>
      <dsp:txXfrm>
        <a:off x="19863" y="24590"/>
        <a:ext cx="4715200" cy="638452"/>
      </dsp:txXfrm>
    </dsp:sp>
    <dsp:sp modelId="{62DD69AB-877D-4EBA-9849-B3FD8CA518BF}">
      <dsp:nvSpPr>
        <dsp:cNvPr id="0" name=""/>
        <dsp:cNvSpPr/>
      </dsp:nvSpPr>
      <dsp:spPr>
        <a:xfrm rot="5400000">
          <a:off x="2082226" y="722270"/>
          <a:ext cx="590473" cy="708567"/>
        </a:xfrm>
        <a:prstGeom prst="rightArrow">
          <a:avLst>
            <a:gd name="adj1" fmla="val 60000"/>
            <a:gd name="adj2" fmla="val 5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1289050">
            <a:lnSpc>
              <a:spcPct val="90000"/>
            </a:lnSpc>
            <a:spcBef>
              <a:spcPct val="0"/>
            </a:spcBef>
            <a:spcAft>
              <a:spcPct val="35000"/>
            </a:spcAft>
            <a:buNone/>
          </a:pPr>
          <a:endParaRPr lang="en-IN" sz="2900" kern="1200"/>
        </a:p>
      </dsp:txBody>
      <dsp:txXfrm rot="-5400000">
        <a:off x="2164892" y="781317"/>
        <a:ext cx="425141" cy="413331"/>
      </dsp:txXfrm>
    </dsp:sp>
    <dsp:sp modelId="{A8F14196-6423-4B56-828B-FCAC4DE6561D}">
      <dsp:nvSpPr>
        <dsp:cNvPr id="0" name=""/>
        <dsp:cNvSpPr/>
      </dsp:nvSpPr>
      <dsp:spPr>
        <a:xfrm>
          <a:off x="0" y="1470203"/>
          <a:ext cx="4754926" cy="3162889"/>
        </a:xfrm>
        <a:prstGeom prst="roundRect">
          <a:avLst>
            <a:gd name="adj" fmla="val 10000"/>
          </a:avLst>
        </a:prstGeom>
        <a:solidFill>
          <a:schemeClr val="accent2">
            <a:lumMod val="20000"/>
            <a:lumOff val="80000"/>
          </a:schemeClr>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endParaRPr lang="en-US" sz="1800" b="0" i="0" kern="1200" baseline="0" dirty="0"/>
        </a:p>
        <a:p>
          <a:pPr marL="0" lvl="0" indent="0" algn="l" defTabSz="800100">
            <a:lnSpc>
              <a:spcPct val="90000"/>
            </a:lnSpc>
            <a:spcBef>
              <a:spcPct val="0"/>
            </a:spcBef>
            <a:spcAft>
              <a:spcPct val="35000"/>
            </a:spcAft>
            <a:buNone/>
          </a:pPr>
          <a:r>
            <a:rPr lang="en-US" sz="1800" b="0" i="0" kern="1200" baseline="0" dirty="0"/>
            <a:t>1. An interface can be used to </a:t>
          </a:r>
          <a:r>
            <a:rPr lang="en-US" sz="1800" b="1" i="0" kern="1200" baseline="0" dirty="0"/>
            <a:t>define contracts</a:t>
          </a:r>
          <a:r>
            <a:rPr lang="en-US" sz="1800" b="0" i="0" kern="1200" baseline="0" dirty="0"/>
            <a:t> which the implementing class must implement. This will make classes more modular and structured.</a:t>
          </a:r>
        </a:p>
        <a:p>
          <a:pPr marL="0" lvl="0" indent="0" algn="l" defTabSz="800100">
            <a:lnSpc>
              <a:spcPct val="90000"/>
            </a:lnSpc>
            <a:spcBef>
              <a:spcPct val="0"/>
            </a:spcBef>
            <a:spcAft>
              <a:spcPct val="35000"/>
            </a:spcAft>
            <a:buNone/>
          </a:pPr>
          <a:r>
            <a:rPr lang="en-US" sz="1800" b="0" i="0" kern="1200" baseline="0" dirty="0"/>
            <a:t>2. Interface is a good choice when you know a method has to be there, but it can be </a:t>
          </a:r>
          <a:r>
            <a:rPr lang="en-US" sz="1800" b="1" i="0" kern="1200" baseline="0" dirty="0"/>
            <a:t>implemented differently </a:t>
          </a:r>
          <a:r>
            <a:rPr lang="en-US" sz="1800" b="0" i="0" kern="1200" baseline="0" dirty="0"/>
            <a:t>by implementing classes.</a:t>
          </a:r>
        </a:p>
        <a:p>
          <a:pPr marL="0" lvl="0" indent="0" algn="l" defTabSz="800100">
            <a:lnSpc>
              <a:spcPct val="90000"/>
            </a:lnSpc>
            <a:spcBef>
              <a:spcPct val="0"/>
            </a:spcBef>
            <a:spcAft>
              <a:spcPct val="35000"/>
            </a:spcAft>
            <a:buNone/>
          </a:pPr>
          <a:r>
            <a:rPr lang="en-US" sz="1800" b="0" i="0" kern="1200" baseline="0" dirty="0"/>
            <a:t>3. Interfaces do </a:t>
          </a:r>
          <a:r>
            <a:rPr lang="en-IN" sz="1800" b="0" i="0" kern="1200" dirty="0"/>
            <a:t>separation of concerns and because of that </a:t>
          </a:r>
          <a:r>
            <a:rPr lang="en-IN" sz="1800" b="1" i="0" kern="1200" dirty="0"/>
            <a:t>unit testing is simpler</a:t>
          </a:r>
          <a:r>
            <a:rPr lang="en-IN" sz="1800" b="0" i="0" kern="1200" dirty="0"/>
            <a:t>.</a:t>
          </a:r>
        </a:p>
        <a:p>
          <a:pPr marL="0" lvl="0" indent="0" algn="l" defTabSz="800100">
            <a:lnSpc>
              <a:spcPct val="90000"/>
            </a:lnSpc>
            <a:spcBef>
              <a:spcPct val="0"/>
            </a:spcBef>
            <a:spcAft>
              <a:spcPct val="35000"/>
            </a:spcAft>
            <a:buNone/>
          </a:pPr>
          <a:r>
            <a:rPr lang="en-US" sz="1800" b="0" i="0" kern="1200" baseline="0" dirty="0"/>
            <a:t> </a:t>
          </a:r>
          <a:endParaRPr lang="en-IN" sz="1800" kern="1200" dirty="0"/>
        </a:p>
      </dsp:txBody>
      <dsp:txXfrm>
        <a:off x="92638" y="1562841"/>
        <a:ext cx="4569650" cy="2977613"/>
      </dsp:txXfrm>
    </dsp:sp>
  </dsp:spTree>
</dsp:drawing>
</file>

<file path=ppt/diagrams/drawing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60DC8BE-B97A-4D44-A9E1-D903D8610FCB}">
      <dsp:nvSpPr>
        <dsp:cNvPr id="0" name=""/>
        <dsp:cNvSpPr/>
      </dsp:nvSpPr>
      <dsp:spPr>
        <a:xfrm>
          <a:off x="0" y="4727"/>
          <a:ext cx="4160561" cy="678178"/>
        </a:xfrm>
        <a:prstGeom prst="roundRect">
          <a:avLst>
            <a:gd name="adj" fmla="val 1000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ct val="35000"/>
            </a:spcAft>
            <a:buNone/>
          </a:pPr>
          <a:endParaRPr lang="en-US" sz="2400" b="1" i="0" kern="1200" baseline="0" dirty="0"/>
        </a:p>
        <a:p>
          <a:pPr marL="0" lvl="0" indent="0" algn="ctr" defTabSz="1066800">
            <a:lnSpc>
              <a:spcPct val="90000"/>
            </a:lnSpc>
            <a:spcBef>
              <a:spcPct val="0"/>
            </a:spcBef>
            <a:spcAft>
              <a:spcPct val="35000"/>
            </a:spcAft>
            <a:buNone/>
          </a:pPr>
          <a:r>
            <a:rPr lang="en-US" sz="2400" b="1" i="0" kern="1200" baseline="0" dirty="0"/>
            <a:t>When to use Abstract class?</a:t>
          </a:r>
          <a:endParaRPr lang="en-IN" sz="2400" b="1" i="0" kern="1200" baseline="0" dirty="0"/>
        </a:p>
        <a:p>
          <a:pPr marL="0" lvl="0" indent="0" algn="ctr" defTabSz="1066800">
            <a:lnSpc>
              <a:spcPct val="90000"/>
            </a:lnSpc>
            <a:spcBef>
              <a:spcPct val="0"/>
            </a:spcBef>
            <a:spcAft>
              <a:spcPct val="35000"/>
            </a:spcAft>
            <a:buNone/>
          </a:pPr>
          <a:endParaRPr lang="en-IN" sz="2400" kern="1200" dirty="0"/>
        </a:p>
      </dsp:txBody>
      <dsp:txXfrm>
        <a:off x="19863" y="24590"/>
        <a:ext cx="4120835" cy="638452"/>
      </dsp:txXfrm>
    </dsp:sp>
    <dsp:sp modelId="{62DD69AB-877D-4EBA-9849-B3FD8CA518BF}">
      <dsp:nvSpPr>
        <dsp:cNvPr id="0" name=""/>
        <dsp:cNvSpPr/>
      </dsp:nvSpPr>
      <dsp:spPr>
        <a:xfrm rot="5400000">
          <a:off x="1785043" y="722270"/>
          <a:ext cx="590473" cy="708567"/>
        </a:xfrm>
        <a:prstGeom prst="rightArrow">
          <a:avLst>
            <a:gd name="adj1" fmla="val 60000"/>
            <a:gd name="adj2" fmla="val 5000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1289050">
            <a:lnSpc>
              <a:spcPct val="90000"/>
            </a:lnSpc>
            <a:spcBef>
              <a:spcPct val="0"/>
            </a:spcBef>
            <a:spcAft>
              <a:spcPct val="35000"/>
            </a:spcAft>
            <a:buNone/>
          </a:pPr>
          <a:endParaRPr lang="en-IN" sz="2900" kern="1200"/>
        </a:p>
      </dsp:txBody>
      <dsp:txXfrm rot="-5400000">
        <a:off x="1867709" y="781317"/>
        <a:ext cx="425141" cy="413331"/>
      </dsp:txXfrm>
    </dsp:sp>
    <dsp:sp modelId="{A8F14196-6423-4B56-828B-FCAC4DE6561D}">
      <dsp:nvSpPr>
        <dsp:cNvPr id="0" name=""/>
        <dsp:cNvSpPr/>
      </dsp:nvSpPr>
      <dsp:spPr>
        <a:xfrm>
          <a:off x="0" y="1470203"/>
          <a:ext cx="4160561" cy="3162889"/>
        </a:xfrm>
        <a:prstGeom prst="roundRect">
          <a:avLst>
            <a:gd name="adj" fmla="val 10000"/>
          </a:avLst>
        </a:prstGeom>
        <a:solidFill>
          <a:schemeClr val="accent5">
            <a:lumMod val="20000"/>
            <a:lumOff val="80000"/>
          </a:schemeClr>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b="0" i="0" kern="1200" baseline="0" dirty="0"/>
            <a:t>1. Abstract class is a good choice when you are sure some methods are concrete/defined and must be implemented in the </a:t>
          </a:r>
          <a:r>
            <a:rPr lang="en-US" sz="1800" b="1" i="0" kern="1200" baseline="0" dirty="0"/>
            <a:t>same way</a:t>
          </a:r>
          <a:r>
            <a:rPr lang="en-US" sz="1800" b="0" i="0" kern="1200" baseline="0" dirty="0"/>
            <a:t> in all derived classes. And some methods are abstract and can be </a:t>
          </a:r>
          <a:r>
            <a:rPr lang="en-US" sz="1800" b="1" i="0" kern="1200" baseline="0" dirty="0"/>
            <a:t>implemented differently </a:t>
          </a:r>
          <a:r>
            <a:rPr lang="en-US" sz="1800" b="0" i="0" kern="1200" baseline="0" dirty="0"/>
            <a:t>by implementing classes. </a:t>
          </a:r>
          <a:endParaRPr lang="en-IN" sz="1800" kern="1200" dirty="0"/>
        </a:p>
      </dsp:txBody>
      <dsp:txXfrm>
        <a:off x="92638" y="1562841"/>
        <a:ext cx="3975285" cy="2977613"/>
      </dsp:txXfrm>
    </dsp:sp>
  </dsp:spTree>
</dsp:drawing>
</file>

<file path=ppt/diagrams/drawing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A60F92D-DCC6-45C7-A1BE-E55761BFAEDF}">
      <dsp:nvSpPr>
        <dsp:cNvPr id="0" name=""/>
        <dsp:cNvSpPr/>
      </dsp:nvSpPr>
      <dsp:spPr>
        <a:xfrm>
          <a:off x="5063067" y="461548"/>
          <a:ext cx="2724682" cy="378988"/>
        </a:xfrm>
        <a:custGeom>
          <a:avLst/>
          <a:gdLst/>
          <a:ahLst/>
          <a:cxnLst/>
          <a:rect l="0" t="0" r="0" b="0"/>
          <a:pathLst>
            <a:path>
              <a:moveTo>
                <a:pt x="0" y="0"/>
              </a:moveTo>
              <a:lnTo>
                <a:pt x="0" y="189494"/>
              </a:lnTo>
              <a:lnTo>
                <a:pt x="2724682" y="189494"/>
              </a:lnTo>
              <a:lnTo>
                <a:pt x="2724682" y="378988"/>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076DC9C-ED29-45BF-809D-8338436967CE}">
      <dsp:nvSpPr>
        <dsp:cNvPr id="0" name=""/>
        <dsp:cNvSpPr/>
      </dsp:nvSpPr>
      <dsp:spPr>
        <a:xfrm>
          <a:off x="2310140" y="461548"/>
          <a:ext cx="2752926" cy="379037"/>
        </a:xfrm>
        <a:custGeom>
          <a:avLst/>
          <a:gdLst/>
          <a:ahLst/>
          <a:cxnLst/>
          <a:rect l="0" t="0" r="0" b="0"/>
          <a:pathLst>
            <a:path>
              <a:moveTo>
                <a:pt x="2752926" y="0"/>
              </a:moveTo>
              <a:lnTo>
                <a:pt x="2752926" y="189543"/>
              </a:lnTo>
              <a:lnTo>
                <a:pt x="0" y="189543"/>
              </a:lnTo>
              <a:lnTo>
                <a:pt x="0" y="379037"/>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F6BA232-2162-4395-A56A-E411FEBD08E4}">
      <dsp:nvSpPr>
        <dsp:cNvPr id="0" name=""/>
        <dsp:cNvSpPr/>
      </dsp:nvSpPr>
      <dsp:spPr>
        <a:xfrm>
          <a:off x="2323829" y="49"/>
          <a:ext cx="5478475" cy="461499"/>
        </a:xfrm>
        <a:prstGeom prst="flowChartAlternateProcess">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r>
            <a:rPr lang="en-US" sz="2400" b="1" kern="1200" dirty="0"/>
            <a:t>2 ways to achieve Abstraction</a:t>
          </a:r>
          <a:endParaRPr lang="en-IN" sz="2400" b="1" kern="1200" dirty="0"/>
        </a:p>
      </dsp:txBody>
      <dsp:txXfrm>
        <a:off x="2346357" y="22577"/>
        <a:ext cx="5433419" cy="416443"/>
      </dsp:txXfrm>
    </dsp:sp>
    <dsp:sp modelId="{6018D3D7-F42A-408A-869E-E113AE770F37}">
      <dsp:nvSpPr>
        <dsp:cNvPr id="0" name=""/>
        <dsp:cNvSpPr/>
      </dsp:nvSpPr>
      <dsp:spPr>
        <a:xfrm>
          <a:off x="976760" y="840586"/>
          <a:ext cx="2666760" cy="390520"/>
        </a:xfrm>
        <a:prstGeom prst="flowChartAlternateProcess">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By Interfaces</a:t>
          </a:r>
          <a:endParaRPr lang="en-IN" sz="1800" kern="1200" dirty="0"/>
        </a:p>
      </dsp:txBody>
      <dsp:txXfrm>
        <a:off x="995823" y="859649"/>
        <a:ext cx="2628634" cy="352394"/>
      </dsp:txXfrm>
    </dsp:sp>
    <dsp:sp modelId="{6C7AF845-0CB7-49C7-818D-3C82DC830BAE}">
      <dsp:nvSpPr>
        <dsp:cNvPr id="0" name=""/>
        <dsp:cNvSpPr/>
      </dsp:nvSpPr>
      <dsp:spPr>
        <a:xfrm>
          <a:off x="6454369" y="840537"/>
          <a:ext cx="2666760" cy="390520"/>
        </a:xfrm>
        <a:prstGeom prst="flowChartAlternateProcess">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By Abstract classes</a:t>
          </a:r>
          <a:endParaRPr lang="en-IN" sz="1800" kern="1200" dirty="0"/>
        </a:p>
      </dsp:txBody>
      <dsp:txXfrm>
        <a:off x="6473432" y="859600"/>
        <a:ext cx="2628634" cy="352394"/>
      </dsp:txXfrm>
    </dsp:sp>
  </dsp:spTree>
</dsp:drawing>
</file>

<file path=ppt/diagrams/drawing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15C1722-54C3-4A5B-814D-D63C29542377}">
      <dsp:nvSpPr>
        <dsp:cNvPr id="0" name=""/>
        <dsp:cNvSpPr/>
      </dsp:nvSpPr>
      <dsp:spPr>
        <a:xfrm>
          <a:off x="1380180" y="1488335"/>
          <a:ext cx="1049348" cy="1121225"/>
        </a:xfrm>
        <a:custGeom>
          <a:avLst/>
          <a:gdLst/>
          <a:ahLst/>
          <a:cxnLst/>
          <a:rect l="0" t="0" r="0" b="0"/>
          <a:pathLst>
            <a:path>
              <a:moveTo>
                <a:pt x="0" y="0"/>
              </a:moveTo>
              <a:lnTo>
                <a:pt x="524674" y="0"/>
              </a:lnTo>
              <a:lnTo>
                <a:pt x="524674" y="1121225"/>
              </a:lnTo>
              <a:lnTo>
                <a:pt x="1049348" y="1121225"/>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IN" sz="500" kern="1200"/>
        </a:p>
      </dsp:txBody>
      <dsp:txXfrm>
        <a:off x="1866463" y="2010556"/>
        <a:ext cx="76783" cy="76783"/>
      </dsp:txXfrm>
    </dsp:sp>
    <dsp:sp modelId="{19CB4520-FF93-446F-8FA8-7B973C4EA7EC}">
      <dsp:nvSpPr>
        <dsp:cNvPr id="0" name=""/>
        <dsp:cNvSpPr/>
      </dsp:nvSpPr>
      <dsp:spPr>
        <a:xfrm>
          <a:off x="1380180" y="1442615"/>
          <a:ext cx="1049348" cy="91440"/>
        </a:xfrm>
        <a:custGeom>
          <a:avLst/>
          <a:gdLst/>
          <a:ahLst/>
          <a:cxnLst/>
          <a:rect l="0" t="0" r="0" b="0"/>
          <a:pathLst>
            <a:path>
              <a:moveTo>
                <a:pt x="0" y="45720"/>
              </a:moveTo>
              <a:lnTo>
                <a:pt x="1049348" y="4572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IN" sz="500" kern="1200"/>
        </a:p>
      </dsp:txBody>
      <dsp:txXfrm>
        <a:off x="1878621" y="1462101"/>
        <a:ext cx="52467" cy="52467"/>
      </dsp:txXfrm>
    </dsp:sp>
    <dsp:sp modelId="{12324DF0-31AE-46C2-A349-8DC2F9D1B4C0}">
      <dsp:nvSpPr>
        <dsp:cNvPr id="0" name=""/>
        <dsp:cNvSpPr/>
      </dsp:nvSpPr>
      <dsp:spPr>
        <a:xfrm>
          <a:off x="1380180" y="423768"/>
          <a:ext cx="1049348" cy="1064566"/>
        </a:xfrm>
        <a:custGeom>
          <a:avLst/>
          <a:gdLst/>
          <a:ahLst/>
          <a:cxnLst/>
          <a:rect l="0" t="0" r="0" b="0"/>
          <a:pathLst>
            <a:path>
              <a:moveTo>
                <a:pt x="0" y="1064566"/>
              </a:moveTo>
              <a:lnTo>
                <a:pt x="524674" y="1064566"/>
              </a:lnTo>
              <a:lnTo>
                <a:pt x="524674" y="0"/>
              </a:lnTo>
              <a:lnTo>
                <a:pt x="1049348" y="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IN" sz="500" kern="1200"/>
        </a:p>
      </dsp:txBody>
      <dsp:txXfrm>
        <a:off x="1867484" y="918682"/>
        <a:ext cx="74740" cy="74740"/>
      </dsp:txXfrm>
    </dsp:sp>
    <dsp:sp modelId="{CA206F8F-4957-479B-9026-E71687EABD1E}">
      <dsp:nvSpPr>
        <dsp:cNvPr id="0" name=""/>
        <dsp:cNvSpPr/>
      </dsp:nvSpPr>
      <dsp:spPr>
        <a:xfrm>
          <a:off x="30526" y="1015219"/>
          <a:ext cx="1753074" cy="946232"/>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a:t>Types of Constructors</a:t>
          </a:r>
        </a:p>
      </dsp:txBody>
      <dsp:txXfrm>
        <a:off x="76717" y="1061410"/>
        <a:ext cx="1660692" cy="853850"/>
      </dsp:txXfrm>
    </dsp:sp>
    <dsp:sp modelId="{BD98823E-07A7-4F72-B211-CCC5AFBBCC11}">
      <dsp:nvSpPr>
        <dsp:cNvPr id="0" name=""/>
        <dsp:cNvSpPr/>
      </dsp:nvSpPr>
      <dsp:spPr>
        <a:xfrm>
          <a:off x="2429529" y="56658"/>
          <a:ext cx="1851439" cy="734220"/>
        </a:xfrm>
        <a:prstGeom prst="roundRect">
          <a:avLst/>
        </a:prstGeom>
        <a:solidFill>
          <a:srgbClr val="FFFF00"/>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6000" tIns="11430" rIns="11430" bIns="11430" numCol="1" spcCol="1270" anchor="ctr" anchorCtr="0">
          <a:noAutofit/>
        </a:bodyPr>
        <a:lstStyle/>
        <a:p>
          <a:pPr marL="0" lvl="0" indent="0" algn="ctr" defTabSz="800100">
            <a:lnSpc>
              <a:spcPct val="90000"/>
            </a:lnSpc>
            <a:spcBef>
              <a:spcPct val="0"/>
            </a:spcBef>
            <a:spcAft>
              <a:spcPct val="35000"/>
            </a:spcAft>
            <a:buFont typeface="+mj-lt"/>
            <a:buNone/>
          </a:pPr>
          <a:r>
            <a:rPr lang="en-IN" sz="1800" b="0" i="0" kern="1200" dirty="0"/>
            <a:t>Default Constructor</a:t>
          </a:r>
          <a:endParaRPr lang="en-IN" sz="1800" kern="1200" dirty="0"/>
        </a:p>
      </dsp:txBody>
      <dsp:txXfrm>
        <a:off x="2465371" y="92500"/>
        <a:ext cx="1779755" cy="662536"/>
      </dsp:txXfrm>
    </dsp:sp>
    <dsp:sp modelId="{F43924C5-B0A2-44EA-8155-5CCD888AB62C}">
      <dsp:nvSpPr>
        <dsp:cNvPr id="0" name=""/>
        <dsp:cNvSpPr/>
      </dsp:nvSpPr>
      <dsp:spPr>
        <a:xfrm>
          <a:off x="2429529" y="1121225"/>
          <a:ext cx="1851439" cy="734220"/>
        </a:xfrm>
        <a:prstGeom prst="roundRect">
          <a:avLst/>
        </a:prstGeom>
        <a:solidFill>
          <a:schemeClr val="accent6">
            <a:lumMod val="60000"/>
            <a:lumOff val="40000"/>
          </a:schemeClr>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6000" tIns="11430" rIns="11430" bIns="11430" numCol="1" spcCol="1270" anchor="ctr" anchorCtr="0">
          <a:noAutofit/>
        </a:bodyPr>
        <a:lstStyle/>
        <a:p>
          <a:pPr marL="0" lvl="0" indent="0" algn="ctr" defTabSz="800100">
            <a:lnSpc>
              <a:spcPct val="90000"/>
            </a:lnSpc>
            <a:spcBef>
              <a:spcPct val="0"/>
            </a:spcBef>
            <a:spcAft>
              <a:spcPct val="35000"/>
            </a:spcAft>
            <a:buFont typeface="+mj-lt"/>
            <a:buNone/>
          </a:pPr>
          <a:r>
            <a:rPr lang="en-IN" sz="1800" b="0" i="0" kern="1200" dirty="0"/>
            <a:t>Parameterized Constructor</a:t>
          </a:r>
          <a:endParaRPr lang="en-IN" sz="1800" kern="1200" dirty="0"/>
        </a:p>
      </dsp:txBody>
      <dsp:txXfrm>
        <a:off x="2465371" y="1157067"/>
        <a:ext cx="1779755" cy="662536"/>
      </dsp:txXfrm>
    </dsp:sp>
    <dsp:sp modelId="{416C8FED-A2B9-481C-97EF-FA16E8F6B73B}">
      <dsp:nvSpPr>
        <dsp:cNvPr id="0" name=""/>
        <dsp:cNvSpPr/>
      </dsp:nvSpPr>
      <dsp:spPr>
        <a:xfrm>
          <a:off x="2429529" y="2242450"/>
          <a:ext cx="1851439" cy="734220"/>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6000" tIns="11430" rIns="11430" bIns="11430" numCol="1" spcCol="1270" anchor="ctr" anchorCtr="0">
          <a:noAutofit/>
        </a:bodyPr>
        <a:lstStyle/>
        <a:p>
          <a:pPr marL="0" lvl="0" indent="0" algn="ctr" defTabSz="800100">
            <a:lnSpc>
              <a:spcPct val="90000"/>
            </a:lnSpc>
            <a:spcBef>
              <a:spcPct val="0"/>
            </a:spcBef>
            <a:spcAft>
              <a:spcPct val="35000"/>
            </a:spcAft>
            <a:buFont typeface="+mj-lt"/>
            <a:buNone/>
          </a:pPr>
          <a:r>
            <a:rPr lang="en-IN" sz="1800" b="0" i="0" kern="1200" dirty="0"/>
            <a:t>Copy Constructor</a:t>
          </a:r>
          <a:endParaRPr lang="en-IN" sz="1800" kern="1200" dirty="0"/>
        </a:p>
      </dsp:txBody>
      <dsp:txXfrm>
        <a:off x="2465371" y="2278292"/>
        <a:ext cx="1779755" cy="662536"/>
      </dsp:txXfrm>
    </dsp:sp>
  </dsp:spTree>
</dsp:drawing>
</file>

<file path=ppt/diagrams/drawing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15C1722-54C3-4A5B-814D-D63C29542377}">
      <dsp:nvSpPr>
        <dsp:cNvPr id="0" name=""/>
        <dsp:cNvSpPr/>
      </dsp:nvSpPr>
      <dsp:spPr>
        <a:xfrm>
          <a:off x="1380180" y="1488335"/>
          <a:ext cx="1049348" cy="1121225"/>
        </a:xfrm>
        <a:custGeom>
          <a:avLst/>
          <a:gdLst/>
          <a:ahLst/>
          <a:cxnLst/>
          <a:rect l="0" t="0" r="0" b="0"/>
          <a:pathLst>
            <a:path>
              <a:moveTo>
                <a:pt x="0" y="0"/>
              </a:moveTo>
              <a:lnTo>
                <a:pt x="524674" y="0"/>
              </a:lnTo>
              <a:lnTo>
                <a:pt x="524674" y="1121225"/>
              </a:lnTo>
              <a:lnTo>
                <a:pt x="1049348" y="1121225"/>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IN" sz="500" kern="1200"/>
        </a:p>
      </dsp:txBody>
      <dsp:txXfrm>
        <a:off x="1866463" y="2010556"/>
        <a:ext cx="76783" cy="76783"/>
      </dsp:txXfrm>
    </dsp:sp>
    <dsp:sp modelId="{19CB4520-FF93-446F-8FA8-7B973C4EA7EC}">
      <dsp:nvSpPr>
        <dsp:cNvPr id="0" name=""/>
        <dsp:cNvSpPr/>
      </dsp:nvSpPr>
      <dsp:spPr>
        <a:xfrm>
          <a:off x="1380180" y="1442615"/>
          <a:ext cx="1049348" cy="91440"/>
        </a:xfrm>
        <a:custGeom>
          <a:avLst/>
          <a:gdLst/>
          <a:ahLst/>
          <a:cxnLst/>
          <a:rect l="0" t="0" r="0" b="0"/>
          <a:pathLst>
            <a:path>
              <a:moveTo>
                <a:pt x="0" y="45720"/>
              </a:moveTo>
              <a:lnTo>
                <a:pt x="1049348" y="4572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IN" sz="500" kern="1200"/>
        </a:p>
      </dsp:txBody>
      <dsp:txXfrm>
        <a:off x="1878621" y="1462101"/>
        <a:ext cx="52467" cy="52467"/>
      </dsp:txXfrm>
    </dsp:sp>
    <dsp:sp modelId="{12324DF0-31AE-46C2-A349-8DC2F9D1B4C0}">
      <dsp:nvSpPr>
        <dsp:cNvPr id="0" name=""/>
        <dsp:cNvSpPr/>
      </dsp:nvSpPr>
      <dsp:spPr>
        <a:xfrm>
          <a:off x="1380180" y="423768"/>
          <a:ext cx="1049348" cy="1064566"/>
        </a:xfrm>
        <a:custGeom>
          <a:avLst/>
          <a:gdLst/>
          <a:ahLst/>
          <a:cxnLst/>
          <a:rect l="0" t="0" r="0" b="0"/>
          <a:pathLst>
            <a:path>
              <a:moveTo>
                <a:pt x="0" y="1064566"/>
              </a:moveTo>
              <a:lnTo>
                <a:pt x="524674" y="1064566"/>
              </a:lnTo>
              <a:lnTo>
                <a:pt x="524674" y="0"/>
              </a:lnTo>
              <a:lnTo>
                <a:pt x="1049348" y="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IN" sz="500" kern="1200"/>
        </a:p>
      </dsp:txBody>
      <dsp:txXfrm>
        <a:off x="1867484" y="918682"/>
        <a:ext cx="74740" cy="74740"/>
      </dsp:txXfrm>
    </dsp:sp>
    <dsp:sp modelId="{CA206F8F-4957-479B-9026-E71687EABD1E}">
      <dsp:nvSpPr>
        <dsp:cNvPr id="0" name=""/>
        <dsp:cNvSpPr/>
      </dsp:nvSpPr>
      <dsp:spPr>
        <a:xfrm>
          <a:off x="30526" y="1015219"/>
          <a:ext cx="1753074" cy="946232"/>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a:t>Types of Constructors</a:t>
          </a:r>
        </a:p>
      </dsp:txBody>
      <dsp:txXfrm>
        <a:off x="76717" y="1061410"/>
        <a:ext cx="1660692" cy="853850"/>
      </dsp:txXfrm>
    </dsp:sp>
    <dsp:sp modelId="{BD98823E-07A7-4F72-B211-CCC5AFBBCC11}">
      <dsp:nvSpPr>
        <dsp:cNvPr id="0" name=""/>
        <dsp:cNvSpPr/>
      </dsp:nvSpPr>
      <dsp:spPr>
        <a:xfrm>
          <a:off x="2429529" y="56658"/>
          <a:ext cx="1851439" cy="734220"/>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6000" tIns="11430" rIns="11430" bIns="11430" numCol="1" spcCol="1270" anchor="ctr" anchorCtr="0">
          <a:noAutofit/>
        </a:bodyPr>
        <a:lstStyle/>
        <a:p>
          <a:pPr marL="0" lvl="0" indent="0" algn="ctr" defTabSz="800100">
            <a:lnSpc>
              <a:spcPct val="90000"/>
            </a:lnSpc>
            <a:spcBef>
              <a:spcPct val="0"/>
            </a:spcBef>
            <a:spcAft>
              <a:spcPct val="35000"/>
            </a:spcAft>
            <a:buFont typeface="+mj-lt"/>
            <a:buNone/>
          </a:pPr>
          <a:r>
            <a:rPr lang="en-IN" sz="1800" b="0" i="0" kern="1200" dirty="0"/>
            <a:t>Default Constructor</a:t>
          </a:r>
          <a:endParaRPr lang="en-IN" sz="1800" kern="1200" dirty="0"/>
        </a:p>
      </dsp:txBody>
      <dsp:txXfrm>
        <a:off x="2465371" y="92500"/>
        <a:ext cx="1779755" cy="662536"/>
      </dsp:txXfrm>
    </dsp:sp>
    <dsp:sp modelId="{F43924C5-B0A2-44EA-8155-5CCD888AB62C}">
      <dsp:nvSpPr>
        <dsp:cNvPr id="0" name=""/>
        <dsp:cNvSpPr/>
      </dsp:nvSpPr>
      <dsp:spPr>
        <a:xfrm>
          <a:off x="2429529" y="1121225"/>
          <a:ext cx="1851439" cy="734220"/>
        </a:xfrm>
        <a:prstGeom prst="roundRect">
          <a:avLst/>
        </a:prstGeom>
        <a:solidFill>
          <a:srgbClr val="FFFF00"/>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6000" tIns="11430" rIns="11430" bIns="11430" numCol="1" spcCol="1270" anchor="ctr" anchorCtr="0">
          <a:noAutofit/>
        </a:bodyPr>
        <a:lstStyle/>
        <a:p>
          <a:pPr marL="0" lvl="0" indent="0" algn="ctr" defTabSz="800100">
            <a:lnSpc>
              <a:spcPct val="90000"/>
            </a:lnSpc>
            <a:spcBef>
              <a:spcPct val="0"/>
            </a:spcBef>
            <a:spcAft>
              <a:spcPct val="35000"/>
            </a:spcAft>
            <a:buFont typeface="+mj-lt"/>
            <a:buNone/>
          </a:pPr>
          <a:r>
            <a:rPr lang="en-IN" sz="1800" b="0" i="0" kern="1200" dirty="0"/>
            <a:t>Parameterized Constructor</a:t>
          </a:r>
          <a:endParaRPr lang="en-IN" sz="1800" kern="1200" dirty="0"/>
        </a:p>
      </dsp:txBody>
      <dsp:txXfrm>
        <a:off x="2465371" y="1157067"/>
        <a:ext cx="1779755" cy="662536"/>
      </dsp:txXfrm>
    </dsp:sp>
    <dsp:sp modelId="{416C8FED-A2B9-481C-97EF-FA16E8F6B73B}">
      <dsp:nvSpPr>
        <dsp:cNvPr id="0" name=""/>
        <dsp:cNvSpPr/>
      </dsp:nvSpPr>
      <dsp:spPr>
        <a:xfrm>
          <a:off x="2429529" y="2242450"/>
          <a:ext cx="1851439" cy="734220"/>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6000" tIns="11430" rIns="11430" bIns="11430" numCol="1" spcCol="1270" anchor="ctr" anchorCtr="0">
          <a:noAutofit/>
        </a:bodyPr>
        <a:lstStyle/>
        <a:p>
          <a:pPr marL="0" lvl="0" indent="0" algn="ctr" defTabSz="800100">
            <a:lnSpc>
              <a:spcPct val="90000"/>
            </a:lnSpc>
            <a:spcBef>
              <a:spcPct val="0"/>
            </a:spcBef>
            <a:spcAft>
              <a:spcPct val="35000"/>
            </a:spcAft>
            <a:buFont typeface="+mj-lt"/>
            <a:buNone/>
          </a:pPr>
          <a:r>
            <a:rPr lang="en-IN" sz="1800" b="0" i="0" kern="1200" dirty="0"/>
            <a:t>Copy Constructor</a:t>
          </a:r>
          <a:endParaRPr lang="en-IN" sz="1800" kern="1200" dirty="0"/>
        </a:p>
      </dsp:txBody>
      <dsp:txXfrm>
        <a:off x="2465371" y="2278292"/>
        <a:ext cx="1779755" cy="662536"/>
      </dsp:txXfrm>
    </dsp:sp>
  </dsp:spTree>
</dsp:drawing>
</file>

<file path=ppt/diagrams/drawing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9031249-7CB9-4481-9E82-BAA48BC88258}">
      <dsp:nvSpPr>
        <dsp:cNvPr id="0" name=""/>
        <dsp:cNvSpPr/>
      </dsp:nvSpPr>
      <dsp:spPr>
        <a:xfrm>
          <a:off x="0" y="2243467"/>
          <a:ext cx="480362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3AA07D5-5F6C-4700-A957-7D5007133198}">
      <dsp:nvSpPr>
        <dsp:cNvPr id="0" name=""/>
        <dsp:cNvSpPr/>
      </dsp:nvSpPr>
      <dsp:spPr>
        <a:xfrm>
          <a:off x="0" y="1310595"/>
          <a:ext cx="480362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AF23B72-7A17-4CB6-BC29-0D9460F47B9D}">
      <dsp:nvSpPr>
        <dsp:cNvPr id="0" name=""/>
        <dsp:cNvSpPr/>
      </dsp:nvSpPr>
      <dsp:spPr>
        <a:xfrm>
          <a:off x="1324514" y="422146"/>
          <a:ext cx="3403535" cy="8884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b="0" i="0" kern="1200" baseline="0" dirty="0"/>
            <a:t>A try block is a block of code inside which any error can occur.</a:t>
          </a:r>
          <a:endParaRPr lang="en-IN" sz="1800" kern="1200" dirty="0"/>
        </a:p>
      </dsp:txBody>
      <dsp:txXfrm>
        <a:off x="1324514" y="422146"/>
        <a:ext cx="3403535" cy="888449"/>
      </dsp:txXfrm>
    </dsp:sp>
    <dsp:sp modelId="{9839843C-C463-4427-A912-972208823265}">
      <dsp:nvSpPr>
        <dsp:cNvPr id="0" name=""/>
        <dsp:cNvSpPr/>
      </dsp:nvSpPr>
      <dsp:spPr>
        <a:xfrm>
          <a:off x="0" y="422146"/>
          <a:ext cx="1248941" cy="888449"/>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ctr" defTabSz="800100">
            <a:lnSpc>
              <a:spcPct val="90000"/>
            </a:lnSpc>
            <a:spcBef>
              <a:spcPct val="0"/>
            </a:spcBef>
            <a:spcAft>
              <a:spcPct val="35000"/>
            </a:spcAft>
            <a:buNone/>
          </a:pPr>
          <a:r>
            <a:rPr lang="en-US" sz="1800" b="1" i="0" kern="1200" baseline="0" dirty="0"/>
            <a:t>Try</a:t>
          </a:r>
          <a:endParaRPr lang="en-IN" sz="1800" kern="1200" dirty="0"/>
        </a:p>
      </dsp:txBody>
      <dsp:txXfrm>
        <a:off x="43378" y="465524"/>
        <a:ext cx="1162185" cy="845071"/>
      </dsp:txXfrm>
    </dsp:sp>
    <dsp:sp modelId="{A6DF1ABD-4761-4ECD-AE6C-37C629D7E360}">
      <dsp:nvSpPr>
        <dsp:cNvPr id="0" name=""/>
        <dsp:cNvSpPr/>
      </dsp:nvSpPr>
      <dsp:spPr>
        <a:xfrm>
          <a:off x="1324514" y="1355018"/>
          <a:ext cx="3403535" cy="8884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b="0" i="0" kern="1200" baseline="0" dirty="0"/>
            <a:t>When any error occur in TRY block then it is passed to catch block to handle it.</a:t>
          </a:r>
          <a:endParaRPr lang="en-IN" sz="1800" kern="1200" dirty="0"/>
        </a:p>
      </dsp:txBody>
      <dsp:txXfrm>
        <a:off x="1324514" y="1355018"/>
        <a:ext cx="3403535" cy="888449"/>
      </dsp:txXfrm>
    </dsp:sp>
    <dsp:sp modelId="{35CC899B-2EE4-43D9-A703-EB0A32540EFB}">
      <dsp:nvSpPr>
        <dsp:cNvPr id="0" name=""/>
        <dsp:cNvSpPr/>
      </dsp:nvSpPr>
      <dsp:spPr>
        <a:xfrm>
          <a:off x="0" y="1355018"/>
          <a:ext cx="1248941" cy="888449"/>
        </a:xfrm>
        <a:prstGeom prst="round2SameRect">
          <a:avLst>
            <a:gd name="adj1" fmla="val 16670"/>
            <a:gd name="adj2" fmla="val 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ctr" defTabSz="800100">
            <a:lnSpc>
              <a:spcPct val="90000"/>
            </a:lnSpc>
            <a:spcBef>
              <a:spcPct val="0"/>
            </a:spcBef>
            <a:spcAft>
              <a:spcPct val="35000"/>
            </a:spcAft>
            <a:buNone/>
          </a:pPr>
          <a:r>
            <a:rPr lang="en-US" sz="1800" b="1" i="0" kern="1200" baseline="0" dirty="0"/>
            <a:t>Catch</a:t>
          </a:r>
          <a:endParaRPr lang="en-IN" sz="1800" kern="1200" dirty="0"/>
        </a:p>
      </dsp:txBody>
      <dsp:txXfrm>
        <a:off x="43378" y="1398396"/>
        <a:ext cx="1162185" cy="845071"/>
      </dsp:txXfrm>
    </dsp:sp>
  </dsp:spTree>
</dsp:drawing>
</file>

<file path=ppt/diagrams/drawing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4832D73-782F-4669-8A52-7317135174E4}">
      <dsp:nvSpPr>
        <dsp:cNvPr id="0" name=""/>
        <dsp:cNvSpPr/>
      </dsp:nvSpPr>
      <dsp:spPr>
        <a:xfrm>
          <a:off x="0" y="334576"/>
          <a:ext cx="4500086" cy="478800"/>
        </a:xfrm>
        <a:prstGeom prst="rect">
          <a:avLst/>
        </a:prstGeom>
        <a:solidFill>
          <a:schemeClr val="lt1">
            <a:alpha val="90000"/>
            <a:hueOff val="0"/>
            <a:satOff val="0"/>
            <a:lumOff val="0"/>
            <a:alphaOff val="0"/>
          </a:schemeClr>
        </a:solidFill>
        <a:ln w="635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sp>
    <dsp:sp modelId="{51CE41FF-FF52-4512-AAE2-1412C74128F1}">
      <dsp:nvSpPr>
        <dsp:cNvPr id="0" name=""/>
        <dsp:cNvSpPr/>
      </dsp:nvSpPr>
      <dsp:spPr>
        <a:xfrm>
          <a:off x="225004" y="54136"/>
          <a:ext cx="3716504" cy="560880"/>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9065" tIns="0" rIns="119065" bIns="0" numCol="1" spcCol="1270" anchor="ctr" anchorCtr="0">
          <a:noAutofit/>
        </a:bodyPr>
        <a:lstStyle/>
        <a:p>
          <a:pPr marL="0" lvl="0" indent="0" algn="l" defTabSz="800100">
            <a:lnSpc>
              <a:spcPct val="90000"/>
            </a:lnSpc>
            <a:spcBef>
              <a:spcPct val="0"/>
            </a:spcBef>
            <a:spcAft>
              <a:spcPct val="35000"/>
            </a:spcAft>
            <a:buNone/>
          </a:pPr>
          <a:r>
            <a:rPr lang="en-US" sz="1800" b="0" kern="1200" dirty="0">
              <a:solidFill>
                <a:prstClr val="black"/>
              </a:solidFill>
              <a:latin typeface="Calibri" panose="020F0502020204030204" pitchFamily="34" charset="0"/>
              <a:ea typeface="Calibri" panose="020F0502020204030204" pitchFamily="34" charset="0"/>
              <a:cs typeface="Times New Roman" panose="02020603050405020304" pitchFamily="18" charset="0"/>
            </a:rPr>
            <a:t>1. </a:t>
          </a:r>
          <a:r>
            <a:rPr lang="en-IN" sz="1800" b="0" i="0" kern="1200" dirty="0"/>
            <a:t>Closing DB connections</a:t>
          </a:r>
          <a:endParaRPr lang="en-IN" sz="1800" b="0" kern="1200" dirty="0"/>
        </a:p>
      </dsp:txBody>
      <dsp:txXfrm>
        <a:off x="252384" y="81516"/>
        <a:ext cx="3661744" cy="506120"/>
      </dsp:txXfrm>
    </dsp:sp>
    <dsp:sp modelId="{8804DBFF-CB38-4EA6-BAC2-AB46F6B2F0AD}">
      <dsp:nvSpPr>
        <dsp:cNvPr id="0" name=""/>
        <dsp:cNvSpPr/>
      </dsp:nvSpPr>
      <dsp:spPr>
        <a:xfrm>
          <a:off x="0" y="1196417"/>
          <a:ext cx="4500086" cy="478800"/>
        </a:xfrm>
        <a:prstGeom prst="rect">
          <a:avLst/>
        </a:prstGeom>
        <a:solidFill>
          <a:schemeClr val="lt1">
            <a:alpha val="90000"/>
            <a:hueOff val="0"/>
            <a:satOff val="0"/>
            <a:lumOff val="0"/>
            <a:alphaOff val="0"/>
          </a:schemeClr>
        </a:solidFill>
        <a:ln w="6350" cap="flat" cmpd="sng" algn="ctr">
          <a:solidFill>
            <a:schemeClr val="accent3">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sp>
    <dsp:sp modelId="{FDC942F9-9E40-47EA-93C1-3013EF52676C}">
      <dsp:nvSpPr>
        <dsp:cNvPr id="0" name=""/>
        <dsp:cNvSpPr/>
      </dsp:nvSpPr>
      <dsp:spPr>
        <a:xfrm>
          <a:off x="225004" y="915976"/>
          <a:ext cx="3716504" cy="560880"/>
        </a:xfrm>
        <a:prstGeom prst="roundRec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9065" tIns="0" rIns="119065" bIns="0" numCol="1" spcCol="1270" anchor="ctr" anchorCtr="0">
          <a:noAutofit/>
        </a:bodyPr>
        <a:lstStyle/>
        <a:p>
          <a:pPr marL="0" lvl="0" indent="0" algn="l" defTabSz="800100">
            <a:lnSpc>
              <a:spcPct val="90000"/>
            </a:lnSpc>
            <a:spcBef>
              <a:spcPct val="0"/>
            </a:spcBef>
            <a:spcAft>
              <a:spcPct val="35000"/>
            </a:spcAft>
            <a:buNone/>
          </a:pPr>
          <a:r>
            <a:rPr lang="en-US" sz="1800" b="0" kern="1200" dirty="0">
              <a:solidFill>
                <a:prstClr val="black"/>
              </a:solidFill>
              <a:latin typeface="Calibri" panose="020F0502020204030204" pitchFamily="34" charset="0"/>
              <a:ea typeface="Calibri" panose="020F0502020204030204" pitchFamily="34" charset="0"/>
              <a:cs typeface="Times New Roman" panose="02020603050405020304" pitchFamily="18" charset="0"/>
            </a:rPr>
            <a:t>2. Closing IO resources</a:t>
          </a:r>
          <a:endParaRPr lang="en-IN" sz="1800" b="0" kern="1200" dirty="0"/>
        </a:p>
      </dsp:txBody>
      <dsp:txXfrm>
        <a:off x="252384" y="943356"/>
        <a:ext cx="3661744" cy="506120"/>
      </dsp:txXfrm>
    </dsp:sp>
    <dsp:sp modelId="{BD5CA3EF-E0FB-41E0-9132-D902296E0F25}">
      <dsp:nvSpPr>
        <dsp:cNvPr id="0" name=""/>
        <dsp:cNvSpPr/>
      </dsp:nvSpPr>
      <dsp:spPr>
        <a:xfrm>
          <a:off x="0" y="2058257"/>
          <a:ext cx="4500086" cy="478800"/>
        </a:xfrm>
        <a:prstGeom prst="rect">
          <a:avLst/>
        </a:prstGeom>
        <a:solidFill>
          <a:schemeClr val="lt1">
            <a:alpha val="90000"/>
            <a:hueOff val="0"/>
            <a:satOff val="0"/>
            <a:lumOff val="0"/>
            <a:alphaOff val="0"/>
          </a:schemeClr>
        </a:solidFill>
        <a:ln w="6350" cap="flat" cmpd="sng" algn="ctr">
          <a:solidFill>
            <a:schemeClr val="accent4">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sp>
    <dsp:sp modelId="{6D6E9634-F371-40E2-ABC0-57312ABE3321}">
      <dsp:nvSpPr>
        <dsp:cNvPr id="0" name=""/>
        <dsp:cNvSpPr/>
      </dsp:nvSpPr>
      <dsp:spPr>
        <a:xfrm>
          <a:off x="225004" y="1777817"/>
          <a:ext cx="3716504" cy="560880"/>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9065" tIns="0" rIns="119065" bIns="0" numCol="1" spcCol="1270" anchor="ctr" anchorCtr="0">
          <a:noAutofit/>
        </a:bodyPr>
        <a:lstStyle/>
        <a:p>
          <a:pPr marL="0" lvl="0" indent="0" algn="l" defTabSz="800100">
            <a:lnSpc>
              <a:spcPct val="90000"/>
            </a:lnSpc>
            <a:spcBef>
              <a:spcPct val="0"/>
            </a:spcBef>
            <a:spcAft>
              <a:spcPct val="35000"/>
            </a:spcAft>
            <a:buNone/>
          </a:pPr>
          <a:r>
            <a:rPr lang="en-US" sz="1800" b="0" kern="1200" dirty="0">
              <a:solidFill>
                <a:prstClr val="black"/>
              </a:solidFill>
              <a:latin typeface="Calibri" panose="020F0502020204030204" pitchFamily="34" charset="0"/>
              <a:ea typeface="Calibri" panose="020F0502020204030204" pitchFamily="34" charset="0"/>
              <a:cs typeface="Times New Roman" panose="02020603050405020304" pitchFamily="18" charset="0"/>
            </a:rPr>
            <a:t>3. Logging</a:t>
          </a:r>
          <a:endParaRPr lang="en-IN" sz="1800" b="0" kern="1200" dirty="0"/>
        </a:p>
      </dsp:txBody>
      <dsp:txXfrm>
        <a:off x="252384" y="1805197"/>
        <a:ext cx="3661744" cy="506120"/>
      </dsp:txXfrm>
    </dsp:sp>
  </dsp:spTree>
</dsp:drawing>
</file>

<file path=ppt/diagrams/drawing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4832D73-782F-4669-8A52-7317135174E4}">
      <dsp:nvSpPr>
        <dsp:cNvPr id="0" name=""/>
        <dsp:cNvSpPr/>
      </dsp:nvSpPr>
      <dsp:spPr>
        <a:xfrm>
          <a:off x="0" y="458597"/>
          <a:ext cx="5084987" cy="756000"/>
        </a:xfrm>
        <a:prstGeom prst="rect">
          <a:avLst/>
        </a:prstGeom>
        <a:solidFill>
          <a:schemeClr val="lt1">
            <a:alpha val="90000"/>
            <a:hueOff val="0"/>
            <a:satOff val="0"/>
            <a:lumOff val="0"/>
            <a:alphaOff val="0"/>
          </a:schemeClr>
        </a:solidFill>
        <a:ln w="635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sp>
    <dsp:sp modelId="{51CE41FF-FF52-4512-AAE2-1412C74128F1}">
      <dsp:nvSpPr>
        <dsp:cNvPr id="0" name=""/>
        <dsp:cNvSpPr/>
      </dsp:nvSpPr>
      <dsp:spPr>
        <a:xfrm>
          <a:off x="254249" y="15796"/>
          <a:ext cx="4199558" cy="885600"/>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34540" tIns="0" rIns="134540" bIns="0" numCol="1" spcCol="1270" anchor="ctr" anchorCtr="0">
          <a:noAutofit/>
        </a:bodyPr>
        <a:lstStyle/>
        <a:p>
          <a:pPr marL="0" lvl="0" indent="0" algn="l" defTabSz="800100">
            <a:lnSpc>
              <a:spcPct val="90000"/>
            </a:lnSpc>
            <a:spcBef>
              <a:spcPct val="0"/>
            </a:spcBef>
            <a:spcAft>
              <a:spcPct val="35000"/>
            </a:spcAft>
            <a:buNone/>
          </a:pPr>
          <a:r>
            <a:rPr lang="en-US" sz="1800" kern="1200" dirty="0">
              <a:solidFill>
                <a:prstClr val="black"/>
              </a:solidFill>
              <a:latin typeface="Calibri" panose="020F0502020204030204" pitchFamily="34" charset="0"/>
              <a:ea typeface="Calibri" panose="020F0502020204030204" pitchFamily="34" charset="0"/>
              <a:cs typeface="Times New Roman" panose="02020603050405020304" pitchFamily="18" charset="0"/>
            </a:rPr>
            <a:t>1. Handling Different Types of Exceptions</a:t>
          </a:r>
          <a:endParaRPr lang="en-IN" sz="1800" kern="1200" dirty="0"/>
        </a:p>
      </dsp:txBody>
      <dsp:txXfrm>
        <a:off x="297480" y="59027"/>
        <a:ext cx="4113096" cy="799138"/>
      </dsp:txXfrm>
    </dsp:sp>
    <dsp:sp modelId="{BD5CA3EF-E0FB-41E0-9132-D902296E0F25}">
      <dsp:nvSpPr>
        <dsp:cNvPr id="0" name=""/>
        <dsp:cNvSpPr/>
      </dsp:nvSpPr>
      <dsp:spPr>
        <a:xfrm>
          <a:off x="0" y="1819397"/>
          <a:ext cx="5084987" cy="756000"/>
        </a:xfrm>
        <a:prstGeom prst="rect">
          <a:avLst/>
        </a:prstGeom>
        <a:solidFill>
          <a:schemeClr val="lt1">
            <a:alpha val="90000"/>
            <a:hueOff val="0"/>
            <a:satOff val="0"/>
            <a:lumOff val="0"/>
            <a:alphaOff val="0"/>
          </a:schemeClr>
        </a:solidFill>
        <a:ln w="6350" cap="flat" cmpd="sng" algn="ctr">
          <a:solidFill>
            <a:schemeClr val="accent3">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sp>
    <dsp:sp modelId="{6D6E9634-F371-40E2-ABC0-57312ABE3321}">
      <dsp:nvSpPr>
        <dsp:cNvPr id="0" name=""/>
        <dsp:cNvSpPr/>
      </dsp:nvSpPr>
      <dsp:spPr>
        <a:xfrm>
          <a:off x="254249" y="1376597"/>
          <a:ext cx="4199558" cy="885600"/>
        </a:xfrm>
        <a:prstGeom prst="roundRec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34540" tIns="0" rIns="134540" bIns="0" numCol="1" spcCol="1270" anchor="ctr" anchorCtr="0">
          <a:noAutofit/>
        </a:bodyPr>
        <a:lstStyle/>
        <a:p>
          <a:pPr marL="0" lvl="0" indent="0" algn="l" defTabSz="800100">
            <a:lnSpc>
              <a:spcPct val="90000"/>
            </a:lnSpc>
            <a:spcBef>
              <a:spcPct val="0"/>
            </a:spcBef>
            <a:spcAft>
              <a:spcPct val="35000"/>
            </a:spcAft>
            <a:buNone/>
          </a:pPr>
          <a:r>
            <a:rPr lang="en-US" sz="1800" kern="1200" dirty="0">
              <a:solidFill>
                <a:prstClr val="black"/>
              </a:solidFill>
              <a:latin typeface="Calibri" panose="020F0502020204030204" pitchFamily="34" charset="0"/>
              <a:ea typeface="Calibri" panose="020F0502020204030204" pitchFamily="34" charset="0"/>
              <a:cs typeface="Times New Roman" panose="02020603050405020304" pitchFamily="18" charset="0"/>
            </a:rPr>
            <a:t>3. Avoiding Catch-All Blocks</a:t>
          </a:r>
          <a:endParaRPr lang="en-IN" sz="1800" kern="1200" dirty="0"/>
        </a:p>
      </dsp:txBody>
      <dsp:txXfrm>
        <a:off x="297480" y="1419828"/>
        <a:ext cx="4113096" cy="799138"/>
      </dsp:txXfrm>
    </dsp:sp>
  </dsp:spTree>
</dsp:drawing>
</file>

<file path=ppt/diagrams/drawing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718D2E1-8F28-45D4-8DC0-03054A43FBF6}">
      <dsp:nvSpPr>
        <dsp:cNvPr id="0" name=""/>
        <dsp:cNvSpPr/>
      </dsp:nvSpPr>
      <dsp:spPr>
        <a:xfrm>
          <a:off x="6469479" y="2038018"/>
          <a:ext cx="182400" cy="2763564"/>
        </a:xfrm>
        <a:custGeom>
          <a:avLst/>
          <a:gdLst/>
          <a:ahLst/>
          <a:cxnLst/>
          <a:rect l="0" t="0" r="0" b="0"/>
          <a:pathLst>
            <a:path>
              <a:moveTo>
                <a:pt x="0" y="0"/>
              </a:moveTo>
              <a:lnTo>
                <a:pt x="0" y="2763564"/>
              </a:lnTo>
              <a:lnTo>
                <a:pt x="182400" y="2763564"/>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18537D0-C651-4AF6-81CD-AEAA2023FDEE}">
      <dsp:nvSpPr>
        <dsp:cNvPr id="0" name=""/>
        <dsp:cNvSpPr/>
      </dsp:nvSpPr>
      <dsp:spPr>
        <a:xfrm>
          <a:off x="6469479" y="2038018"/>
          <a:ext cx="182400" cy="2024906"/>
        </a:xfrm>
        <a:custGeom>
          <a:avLst/>
          <a:gdLst/>
          <a:ahLst/>
          <a:cxnLst/>
          <a:rect l="0" t="0" r="0" b="0"/>
          <a:pathLst>
            <a:path>
              <a:moveTo>
                <a:pt x="0" y="0"/>
              </a:moveTo>
              <a:lnTo>
                <a:pt x="0" y="2024906"/>
              </a:lnTo>
              <a:lnTo>
                <a:pt x="182400" y="2024906"/>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D1FE19EB-7DAD-4D57-B3F8-3A8AB75DC38D}">
      <dsp:nvSpPr>
        <dsp:cNvPr id="0" name=""/>
        <dsp:cNvSpPr/>
      </dsp:nvSpPr>
      <dsp:spPr>
        <a:xfrm>
          <a:off x="6469479" y="2038018"/>
          <a:ext cx="221482" cy="1267998"/>
        </a:xfrm>
        <a:custGeom>
          <a:avLst/>
          <a:gdLst/>
          <a:ahLst/>
          <a:cxnLst/>
          <a:rect l="0" t="0" r="0" b="0"/>
          <a:pathLst>
            <a:path>
              <a:moveTo>
                <a:pt x="0" y="0"/>
              </a:moveTo>
              <a:lnTo>
                <a:pt x="0" y="1267998"/>
              </a:lnTo>
              <a:lnTo>
                <a:pt x="221482" y="1267998"/>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8F743FC-D392-449B-9F38-56AE30B6CD18}">
      <dsp:nvSpPr>
        <dsp:cNvPr id="0" name=""/>
        <dsp:cNvSpPr/>
      </dsp:nvSpPr>
      <dsp:spPr>
        <a:xfrm>
          <a:off x="6469479" y="2038018"/>
          <a:ext cx="182400" cy="511089"/>
        </a:xfrm>
        <a:custGeom>
          <a:avLst/>
          <a:gdLst/>
          <a:ahLst/>
          <a:cxnLst/>
          <a:rect l="0" t="0" r="0" b="0"/>
          <a:pathLst>
            <a:path>
              <a:moveTo>
                <a:pt x="0" y="0"/>
              </a:moveTo>
              <a:lnTo>
                <a:pt x="0" y="511089"/>
              </a:lnTo>
              <a:lnTo>
                <a:pt x="182400" y="511089"/>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F887801-A0EC-41C3-9EB7-20356AB2E1F1}">
      <dsp:nvSpPr>
        <dsp:cNvPr id="0" name=""/>
        <dsp:cNvSpPr/>
      </dsp:nvSpPr>
      <dsp:spPr>
        <a:xfrm>
          <a:off x="5845508" y="1290224"/>
          <a:ext cx="1642553" cy="214759"/>
        </a:xfrm>
        <a:custGeom>
          <a:avLst/>
          <a:gdLst/>
          <a:ahLst/>
          <a:cxnLst/>
          <a:rect l="0" t="0" r="0" b="0"/>
          <a:pathLst>
            <a:path>
              <a:moveTo>
                <a:pt x="0" y="0"/>
              </a:moveTo>
              <a:lnTo>
                <a:pt x="0" y="102822"/>
              </a:lnTo>
              <a:lnTo>
                <a:pt x="1642553" y="102822"/>
              </a:lnTo>
              <a:lnTo>
                <a:pt x="1642553" y="214759"/>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74EC93E-3BC9-4FE1-9B52-4FA3F79C9B8A}">
      <dsp:nvSpPr>
        <dsp:cNvPr id="0" name=""/>
        <dsp:cNvSpPr/>
      </dsp:nvSpPr>
      <dsp:spPr>
        <a:xfrm>
          <a:off x="3372107" y="2035555"/>
          <a:ext cx="149367" cy="2742866"/>
        </a:xfrm>
        <a:custGeom>
          <a:avLst/>
          <a:gdLst/>
          <a:ahLst/>
          <a:cxnLst/>
          <a:rect l="0" t="0" r="0" b="0"/>
          <a:pathLst>
            <a:path>
              <a:moveTo>
                <a:pt x="0" y="0"/>
              </a:moveTo>
              <a:lnTo>
                <a:pt x="0" y="2742866"/>
              </a:lnTo>
              <a:lnTo>
                <a:pt x="149367" y="2742866"/>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AE79206-49C6-4DC6-AAF9-80D21876574A}">
      <dsp:nvSpPr>
        <dsp:cNvPr id="0" name=""/>
        <dsp:cNvSpPr/>
      </dsp:nvSpPr>
      <dsp:spPr>
        <a:xfrm>
          <a:off x="3372107" y="2035555"/>
          <a:ext cx="149367" cy="2004209"/>
        </a:xfrm>
        <a:custGeom>
          <a:avLst/>
          <a:gdLst/>
          <a:ahLst/>
          <a:cxnLst/>
          <a:rect l="0" t="0" r="0" b="0"/>
          <a:pathLst>
            <a:path>
              <a:moveTo>
                <a:pt x="0" y="0"/>
              </a:moveTo>
              <a:lnTo>
                <a:pt x="0" y="2004209"/>
              </a:lnTo>
              <a:lnTo>
                <a:pt x="149367" y="2004209"/>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1BC8EF0-991F-426D-B56F-47699A6F622C}">
      <dsp:nvSpPr>
        <dsp:cNvPr id="0" name=""/>
        <dsp:cNvSpPr/>
      </dsp:nvSpPr>
      <dsp:spPr>
        <a:xfrm>
          <a:off x="3372107" y="2035555"/>
          <a:ext cx="149367" cy="1247300"/>
        </a:xfrm>
        <a:custGeom>
          <a:avLst/>
          <a:gdLst/>
          <a:ahLst/>
          <a:cxnLst/>
          <a:rect l="0" t="0" r="0" b="0"/>
          <a:pathLst>
            <a:path>
              <a:moveTo>
                <a:pt x="0" y="0"/>
              </a:moveTo>
              <a:lnTo>
                <a:pt x="0" y="1247300"/>
              </a:lnTo>
              <a:lnTo>
                <a:pt x="149367" y="124730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EF33772-A79A-4D08-861C-0F598B15C07A}">
      <dsp:nvSpPr>
        <dsp:cNvPr id="0" name=""/>
        <dsp:cNvSpPr/>
      </dsp:nvSpPr>
      <dsp:spPr>
        <a:xfrm>
          <a:off x="3372107" y="2035555"/>
          <a:ext cx="149367" cy="490391"/>
        </a:xfrm>
        <a:custGeom>
          <a:avLst/>
          <a:gdLst/>
          <a:ahLst/>
          <a:cxnLst/>
          <a:rect l="0" t="0" r="0" b="0"/>
          <a:pathLst>
            <a:path>
              <a:moveTo>
                <a:pt x="0" y="0"/>
              </a:moveTo>
              <a:lnTo>
                <a:pt x="0" y="490391"/>
              </a:lnTo>
              <a:lnTo>
                <a:pt x="149367" y="490391"/>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E5777CA-0EC3-4EAE-98B4-568BDDE88F58}">
      <dsp:nvSpPr>
        <dsp:cNvPr id="0" name=""/>
        <dsp:cNvSpPr/>
      </dsp:nvSpPr>
      <dsp:spPr>
        <a:xfrm>
          <a:off x="4287621" y="1290224"/>
          <a:ext cx="1557886" cy="212296"/>
        </a:xfrm>
        <a:custGeom>
          <a:avLst/>
          <a:gdLst/>
          <a:ahLst/>
          <a:cxnLst/>
          <a:rect l="0" t="0" r="0" b="0"/>
          <a:pathLst>
            <a:path>
              <a:moveTo>
                <a:pt x="1557886" y="0"/>
              </a:moveTo>
              <a:lnTo>
                <a:pt x="1557886" y="100359"/>
              </a:lnTo>
              <a:lnTo>
                <a:pt x="0" y="100359"/>
              </a:lnTo>
              <a:lnTo>
                <a:pt x="0" y="212296"/>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3286E12-865E-4AED-98FE-A6961726AF9F}">
      <dsp:nvSpPr>
        <dsp:cNvPr id="0" name=""/>
        <dsp:cNvSpPr/>
      </dsp:nvSpPr>
      <dsp:spPr>
        <a:xfrm>
          <a:off x="3406577" y="535783"/>
          <a:ext cx="2438930" cy="221406"/>
        </a:xfrm>
        <a:custGeom>
          <a:avLst/>
          <a:gdLst/>
          <a:ahLst/>
          <a:cxnLst/>
          <a:rect l="0" t="0" r="0" b="0"/>
          <a:pathLst>
            <a:path>
              <a:moveTo>
                <a:pt x="0" y="0"/>
              </a:moveTo>
              <a:lnTo>
                <a:pt x="0" y="109469"/>
              </a:lnTo>
              <a:lnTo>
                <a:pt x="2438930" y="109469"/>
              </a:lnTo>
              <a:lnTo>
                <a:pt x="2438930" y="221406"/>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9BDEA01-72D8-4C81-87F2-8C4ABB8521EA}">
      <dsp:nvSpPr>
        <dsp:cNvPr id="0" name=""/>
        <dsp:cNvSpPr/>
      </dsp:nvSpPr>
      <dsp:spPr>
        <a:xfrm>
          <a:off x="1812847" y="535783"/>
          <a:ext cx="1593729" cy="223874"/>
        </a:xfrm>
        <a:custGeom>
          <a:avLst/>
          <a:gdLst/>
          <a:ahLst/>
          <a:cxnLst/>
          <a:rect l="0" t="0" r="0" b="0"/>
          <a:pathLst>
            <a:path>
              <a:moveTo>
                <a:pt x="1593729" y="0"/>
              </a:moveTo>
              <a:lnTo>
                <a:pt x="1593729" y="111937"/>
              </a:lnTo>
              <a:lnTo>
                <a:pt x="0" y="111937"/>
              </a:lnTo>
              <a:lnTo>
                <a:pt x="0" y="223874"/>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750CB3E-7004-46DD-9811-D767270BA1B2}">
      <dsp:nvSpPr>
        <dsp:cNvPr id="0" name=""/>
        <dsp:cNvSpPr/>
      </dsp:nvSpPr>
      <dsp:spPr>
        <a:xfrm>
          <a:off x="1757342" y="2749"/>
          <a:ext cx="3298469" cy="533034"/>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Types of Exceptions</a:t>
          </a:r>
          <a:endParaRPr lang="en-IN" sz="1800" kern="1200" dirty="0"/>
        </a:p>
      </dsp:txBody>
      <dsp:txXfrm>
        <a:off x="1783363" y="28770"/>
        <a:ext cx="3246427" cy="480992"/>
      </dsp:txXfrm>
    </dsp:sp>
    <dsp:sp modelId="{6F2B11A1-47EB-45E9-9D19-C584E4A4B1F9}">
      <dsp:nvSpPr>
        <dsp:cNvPr id="0" name=""/>
        <dsp:cNvSpPr/>
      </dsp:nvSpPr>
      <dsp:spPr>
        <a:xfrm>
          <a:off x="596740" y="759658"/>
          <a:ext cx="2432214" cy="533034"/>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User Defined Exceptions</a:t>
          </a:r>
          <a:endParaRPr lang="en-IN" sz="1800" kern="1200" dirty="0"/>
        </a:p>
      </dsp:txBody>
      <dsp:txXfrm>
        <a:off x="622761" y="785679"/>
        <a:ext cx="2380172" cy="480992"/>
      </dsp:txXfrm>
    </dsp:sp>
    <dsp:sp modelId="{DA4B23B7-E91C-4B83-AE7C-0656468F7097}">
      <dsp:nvSpPr>
        <dsp:cNvPr id="0" name=""/>
        <dsp:cNvSpPr/>
      </dsp:nvSpPr>
      <dsp:spPr>
        <a:xfrm>
          <a:off x="4572280" y="757190"/>
          <a:ext cx="2546454" cy="533034"/>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Built-in Exceptions</a:t>
          </a:r>
          <a:endParaRPr lang="en-IN" sz="1800" kern="1200" dirty="0"/>
        </a:p>
      </dsp:txBody>
      <dsp:txXfrm>
        <a:off x="4598301" y="783211"/>
        <a:ext cx="2494412" cy="480992"/>
      </dsp:txXfrm>
    </dsp:sp>
    <dsp:sp modelId="{2795F94F-1A6A-4FDF-89BC-BCE198C358A0}">
      <dsp:nvSpPr>
        <dsp:cNvPr id="0" name=""/>
        <dsp:cNvSpPr/>
      </dsp:nvSpPr>
      <dsp:spPr>
        <a:xfrm>
          <a:off x="3143229" y="1502521"/>
          <a:ext cx="2288785" cy="533034"/>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a:t>Checked Exceptions (compile-time)</a:t>
          </a:r>
        </a:p>
      </dsp:txBody>
      <dsp:txXfrm>
        <a:off x="3169250" y="1528542"/>
        <a:ext cx="2236743" cy="480992"/>
      </dsp:txXfrm>
    </dsp:sp>
    <dsp:sp modelId="{E3178EB8-14F1-4ACE-8E53-EA8B889DEB42}">
      <dsp:nvSpPr>
        <dsp:cNvPr id="0" name=""/>
        <dsp:cNvSpPr/>
      </dsp:nvSpPr>
      <dsp:spPr>
        <a:xfrm>
          <a:off x="3521475" y="2259430"/>
          <a:ext cx="2546454" cy="533034"/>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err="1"/>
            <a:t>IOException</a:t>
          </a:r>
          <a:endParaRPr lang="en-IN" sz="1800" kern="1200" dirty="0"/>
        </a:p>
      </dsp:txBody>
      <dsp:txXfrm>
        <a:off x="3547496" y="2285451"/>
        <a:ext cx="2494412" cy="480992"/>
      </dsp:txXfrm>
    </dsp:sp>
    <dsp:sp modelId="{613CD08F-4854-4BA6-8363-77D8877C96CB}">
      <dsp:nvSpPr>
        <dsp:cNvPr id="0" name=""/>
        <dsp:cNvSpPr/>
      </dsp:nvSpPr>
      <dsp:spPr>
        <a:xfrm>
          <a:off x="3521475" y="3016339"/>
          <a:ext cx="2546454" cy="533034"/>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err="1"/>
            <a:t>SQLException</a:t>
          </a:r>
          <a:endParaRPr lang="en-IN" sz="1800" kern="1200" dirty="0"/>
        </a:p>
      </dsp:txBody>
      <dsp:txXfrm>
        <a:off x="3547496" y="3042360"/>
        <a:ext cx="2494412" cy="480992"/>
      </dsp:txXfrm>
    </dsp:sp>
    <dsp:sp modelId="{0E8985F7-2ADB-4FC1-8400-D42CAA3AFDE2}">
      <dsp:nvSpPr>
        <dsp:cNvPr id="0" name=""/>
        <dsp:cNvSpPr/>
      </dsp:nvSpPr>
      <dsp:spPr>
        <a:xfrm>
          <a:off x="3521475" y="3773247"/>
          <a:ext cx="2546454" cy="533034"/>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err="1"/>
            <a:t>FileNotFoundException</a:t>
          </a:r>
          <a:endParaRPr lang="en-IN" sz="1800" kern="1200" dirty="0"/>
        </a:p>
      </dsp:txBody>
      <dsp:txXfrm>
        <a:off x="3547496" y="3799268"/>
        <a:ext cx="2494412" cy="480992"/>
      </dsp:txXfrm>
    </dsp:sp>
    <dsp:sp modelId="{4DC9E194-DD7E-4EDB-818F-CC6215675530}">
      <dsp:nvSpPr>
        <dsp:cNvPr id="0" name=""/>
        <dsp:cNvSpPr/>
      </dsp:nvSpPr>
      <dsp:spPr>
        <a:xfrm>
          <a:off x="3521475" y="4511905"/>
          <a:ext cx="2546454" cy="533034"/>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err="1"/>
            <a:t>ClassNotFoundException</a:t>
          </a:r>
          <a:endParaRPr lang="en-IN" sz="1800" kern="1200" dirty="0"/>
        </a:p>
      </dsp:txBody>
      <dsp:txXfrm>
        <a:off x="3547496" y="4537926"/>
        <a:ext cx="2494412" cy="480992"/>
      </dsp:txXfrm>
    </dsp:sp>
    <dsp:sp modelId="{E9F94572-B68B-4AAA-BCC6-77B997C15CBC}">
      <dsp:nvSpPr>
        <dsp:cNvPr id="0" name=""/>
        <dsp:cNvSpPr/>
      </dsp:nvSpPr>
      <dsp:spPr>
        <a:xfrm>
          <a:off x="6214834" y="1504984"/>
          <a:ext cx="2546454" cy="533034"/>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a:t>Unchecked Exceptions (run-time)</a:t>
          </a:r>
        </a:p>
      </dsp:txBody>
      <dsp:txXfrm>
        <a:off x="6240855" y="1531005"/>
        <a:ext cx="2494412" cy="480992"/>
      </dsp:txXfrm>
    </dsp:sp>
    <dsp:sp modelId="{4743E799-8BCC-480E-A894-FC664BCCD31D}">
      <dsp:nvSpPr>
        <dsp:cNvPr id="0" name=""/>
        <dsp:cNvSpPr/>
      </dsp:nvSpPr>
      <dsp:spPr>
        <a:xfrm>
          <a:off x="6651879" y="2282590"/>
          <a:ext cx="2549300" cy="533034"/>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err="1"/>
            <a:t>NullPointerException</a:t>
          </a:r>
          <a:endParaRPr lang="en-IN" sz="1800" kern="1200" dirty="0"/>
        </a:p>
      </dsp:txBody>
      <dsp:txXfrm>
        <a:off x="6677900" y="2308611"/>
        <a:ext cx="2497258" cy="480992"/>
      </dsp:txXfrm>
    </dsp:sp>
    <dsp:sp modelId="{F079ED80-F3A2-49D0-87E8-2A7D7406D08A}">
      <dsp:nvSpPr>
        <dsp:cNvPr id="0" name=""/>
        <dsp:cNvSpPr/>
      </dsp:nvSpPr>
      <dsp:spPr>
        <a:xfrm>
          <a:off x="6690961" y="3039499"/>
          <a:ext cx="2512574" cy="533034"/>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err="1"/>
            <a:t>NumberFormatException</a:t>
          </a:r>
          <a:endParaRPr lang="en-IN" sz="1800" kern="1200" dirty="0"/>
        </a:p>
      </dsp:txBody>
      <dsp:txXfrm>
        <a:off x="6716982" y="3065520"/>
        <a:ext cx="2460532" cy="480992"/>
      </dsp:txXfrm>
    </dsp:sp>
    <dsp:sp modelId="{98506445-EEA2-4AC3-B25A-079CF1FACA5B}">
      <dsp:nvSpPr>
        <dsp:cNvPr id="0" name=""/>
        <dsp:cNvSpPr/>
      </dsp:nvSpPr>
      <dsp:spPr>
        <a:xfrm>
          <a:off x="6651879" y="3796408"/>
          <a:ext cx="2549300" cy="533034"/>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err="1"/>
            <a:t>ArithmeticException</a:t>
          </a:r>
          <a:endParaRPr lang="en-IN" sz="1800" kern="1200" dirty="0"/>
        </a:p>
      </dsp:txBody>
      <dsp:txXfrm>
        <a:off x="6677900" y="3822429"/>
        <a:ext cx="2497258" cy="480992"/>
      </dsp:txXfrm>
    </dsp:sp>
    <dsp:sp modelId="{B5D408CE-B637-4551-8826-02F18BB5920F}">
      <dsp:nvSpPr>
        <dsp:cNvPr id="0" name=""/>
        <dsp:cNvSpPr/>
      </dsp:nvSpPr>
      <dsp:spPr>
        <a:xfrm>
          <a:off x="6651879" y="4535065"/>
          <a:ext cx="2549300" cy="533034"/>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err="1"/>
            <a:t>IllegalArgumentException</a:t>
          </a:r>
          <a:endParaRPr lang="en-IN" sz="1800" kern="1200" dirty="0"/>
        </a:p>
      </dsp:txBody>
      <dsp:txXfrm>
        <a:off x="6677900" y="4561086"/>
        <a:ext cx="2497258" cy="480992"/>
      </dsp:txXfrm>
    </dsp:sp>
  </dsp:spTree>
</dsp:drawing>
</file>

<file path=ppt/diagrams/drawing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C3D996C-5761-4FD2-AC4B-3C90F2D861C1}">
      <dsp:nvSpPr>
        <dsp:cNvPr id="0" name=""/>
        <dsp:cNvSpPr/>
      </dsp:nvSpPr>
      <dsp:spPr>
        <a:xfrm>
          <a:off x="151343" y="4547174"/>
          <a:ext cx="785150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8C2FF9D-F60C-4E8A-8C65-2FCDBE4CDA93}">
      <dsp:nvSpPr>
        <dsp:cNvPr id="0" name=""/>
        <dsp:cNvSpPr/>
      </dsp:nvSpPr>
      <dsp:spPr>
        <a:xfrm>
          <a:off x="151343" y="3629638"/>
          <a:ext cx="785150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A698C1A-85ED-4A2E-B6BF-73CC60561BAB}">
      <dsp:nvSpPr>
        <dsp:cNvPr id="0" name=""/>
        <dsp:cNvSpPr/>
      </dsp:nvSpPr>
      <dsp:spPr>
        <a:xfrm>
          <a:off x="151343" y="2712103"/>
          <a:ext cx="785150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9031249-7CB9-4481-9E82-BAA48BC88258}">
      <dsp:nvSpPr>
        <dsp:cNvPr id="0" name=""/>
        <dsp:cNvSpPr/>
      </dsp:nvSpPr>
      <dsp:spPr>
        <a:xfrm>
          <a:off x="151343" y="1794568"/>
          <a:ext cx="785150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3AA07D5-5F6C-4700-A957-7D5007133198}">
      <dsp:nvSpPr>
        <dsp:cNvPr id="0" name=""/>
        <dsp:cNvSpPr/>
      </dsp:nvSpPr>
      <dsp:spPr>
        <a:xfrm>
          <a:off x="151343" y="877032"/>
          <a:ext cx="785150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AF23B72-7A17-4CB6-BC29-0D9460F47B9D}">
      <dsp:nvSpPr>
        <dsp:cNvPr id="0" name=""/>
        <dsp:cNvSpPr/>
      </dsp:nvSpPr>
      <dsp:spPr>
        <a:xfrm>
          <a:off x="2626197" y="3189"/>
          <a:ext cx="4943185" cy="8738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0" i="0" kern="1200" baseline="0" dirty="0"/>
            <a:t>Collections allow you to group multiple elements into a single entity.</a:t>
          </a:r>
          <a:endParaRPr lang="en-IN" sz="1800" kern="1200" dirty="0"/>
        </a:p>
      </dsp:txBody>
      <dsp:txXfrm>
        <a:off x="2626197" y="3189"/>
        <a:ext cx="4943185" cy="873843"/>
      </dsp:txXfrm>
    </dsp:sp>
    <dsp:sp modelId="{9839843C-C463-4427-A912-972208823265}">
      <dsp:nvSpPr>
        <dsp:cNvPr id="0" name=""/>
        <dsp:cNvSpPr/>
      </dsp:nvSpPr>
      <dsp:spPr>
        <a:xfrm>
          <a:off x="-151343" y="3189"/>
          <a:ext cx="2646765" cy="873843"/>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1. Grouping of Elements:</a:t>
          </a:r>
          <a:endParaRPr lang="en-IN" sz="1800" b="1" kern="1200" dirty="0"/>
        </a:p>
      </dsp:txBody>
      <dsp:txXfrm>
        <a:off x="-108678" y="45854"/>
        <a:ext cx="2561435" cy="831178"/>
      </dsp:txXfrm>
    </dsp:sp>
    <dsp:sp modelId="{A6DF1ABD-4761-4ECD-AE6C-37C629D7E360}">
      <dsp:nvSpPr>
        <dsp:cNvPr id="0" name=""/>
        <dsp:cNvSpPr/>
      </dsp:nvSpPr>
      <dsp:spPr>
        <a:xfrm>
          <a:off x="2626197" y="920725"/>
          <a:ext cx="4943185" cy="8738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0" i="0" kern="1200" dirty="0"/>
            <a:t>Collections can grow or shrink dynamically based on the number of elements they contain, unlike traditional arrays whose size is fixed.</a:t>
          </a:r>
          <a:endParaRPr lang="en-IN" sz="1800" kern="1200" dirty="0"/>
        </a:p>
      </dsp:txBody>
      <dsp:txXfrm>
        <a:off x="2626197" y="920725"/>
        <a:ext cx="4943185" cy="873843"/>
      </dsp:txXfrm>
    </dsp:sp>
    <dsp:sp modelId="{35CC899B-2EE4-43D9-A703-EB0A32540EFB}">
      <dsp:nvSpPr>
        <dsp:cNvPr id="0" name=""/>
        <dsp:cNvSpPr/>
      </dsp:nvSpPr>
      <dsp:spPr>
        <a:xfrm>
          <a:off x="-151343" y="920725"/>
          <a:ext cx="2646765" cy="873843"/>
        </a:xfrm>
        <a:prstGeom prst="round2SameRect">
          <a:avLst>
            <a:gd name="adj1" fmla="val 16670"/>
            <a:gd name="adj2" fmla="val 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2. Dynamic Size:</a:t>
          </a:r>
          <a:endParaRPr lang="en-IN" sz="1800" b="1" kern="1200" dirty="0"/>
        </a:p>
      </dsp:txBody>
      <dsp:txXfrm>
        <a:off x="-108678" y="963390"/>
        <a:ext cx="2561435" cy="831178"/>
      </dsp:txXfrm>
    </dsp:sp>
    <dsp:sp modelId="{531B42F9-902A-4350-BBAB-012029881595}">
      <dsp:nvSpPr>
        <dsp:cNvPr id="0" name=""/>
        <dsp:cNvSpPr/>
      </dsp:nvSpPr>
      <dsp:spPr>
        <a:xfrm>
          <a:off x="2626197" y="1838260"/>
          <a:ext cx="4943185" cy="8738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0" i="0" kern="1200" dirty="0"/>
            <a:t>Java collections framework provides a set of ready-to-use data structures (such as lists, sets, maps, queues, etc.) </a:t>
          </a:r>
          <a:endParaRPr lang="en-IN" sz="1800" kern="1200" dirty="0"/>
        </a:p>
      </dsp:txBody>
      <dsp:txXfrm>
        <a:off x="2626197" y="1838260"/>
        <a:ext cx="4943185" cy="873843"/>
      </dsp:txXfrm>
    </dsp:sp>
    <dsp:sp modelId="{16689FCA-C241-4B7F-B562-40236597DB24}">
      <dsp:nvSpPr>
        <dsp:cNvPr id="0" name=""/>
        <dsp:cNvSpPr/>
      </dsp:nvSpPr>
      <dsp:spPr>
        <a:xfrm>
          <a:off x="-151343" y="1838260"/>
          <a:ext cx="2646765" cy="873843"/>
        </a:xfrm>
        <a:prstGeom prst="round2SameRect">
          <a:avLst>
            <a:gd name="adj1" fmla="val 16670"/>
            <a:gd name="adj2" fmla="val 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3. Ready-to-Use Data Structures</a:t>
          </a:r>
          <a:endParaRPr lang="en-IN" sz="1800" b="1" kern="1200" dirty="0"/>
        </a:p>
      </dsp:txBody>
      <dsp:txXfrm>
        <a:off x="-108678" y="1880925"/>
        <a:ext cx="2561435" cy="831178"/>
      </dsp:txXfrm>
    </dsp:sp>
    <dsp:sp modelId="{B9A81889-6CD1-4B7D-9D95-32E8028C8B25}">
      <dsp:nvSpPr>
        <dsp:cNvPr id="0" name=""/>
        <dsp:cNvSpPr/>
      </dsp:nvSpPr>
      <dsp:spPr>
        <a:xfrm>
          <a:off x="2631949" y="2755795"/>
          <a:ext cx="4931681" cy="8738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0" i="0" kern="1200" dirty="0"/>
            <a:t>Collections offer methods to add, remove, and modify elements efficiently, without needing to handle low-level details.</a:t>
          </a:r>
          <a:endParaRPr lang="en-IN" sz="1800" kern="1200" dirty="0"/>
        </a:p>
      </dsp:txBody>
      <dsp:txXfrm>
        <a:off x="2631949" y="2755795"/>
        <a:ext cx="4931681" cy="873843"/>
      </dsp:txXfrm>
    </dsp:sp>
    <dsp:sp modelId="{22AA5C5F-BCAD-4008-B202-1EE67A680DD2}">
      <dsp:nvSpPr>
        <dsp:cNvPr id="0" name=""/>
        <dsp:cNvSpPr/>
      </dsp:nvSpPr>
      <dsp:spPr>
        <a:xfrm>
          <a:off x="-151343" y="2755795"/>
          <a:ext cx="2646765" cy="873843"/>
        </a:xfrm>
        <a:prstGeom prst="round2SameRect">
          <a:avLst>
            <a:gd name="adj1" fmla="val 16670"/>
            <a:gd name="adj2" fmla="val 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4. Efficient Manipulation: </a:t>
          </a:r>
          <a:endParaRPr lang="en-IN" sz="1800" b="1" kern="1200" dirty="0"/>
        </a:p>
      </dsp:txBody>
      <dsp:txXfrm>
        <a:off x="-108678" y="2798460"/>
        <a:ext cx="2561435" cy="831178"/>
      </dsp:txXfrm>
    </dsp:sp>
    <dsp:sp modelId="{F13D42F6-AE29-4A09-818D-F05004F0677E}">
      <dsp:nvSpPr>
        <dsp:cNvPr id="0" name=""/>
        <dsp:cNvSpPr/>
      </dsp:nvSpPr>
      <dsp:spPr>
        <a:xfrm>
          <a:off x="2631949" y="3673331"/>
          <a:ext cx="4931681" cy="8738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0" i="0" kern="1200" dirty="0"/>
            <a:t>By using collections, developers can write cleaner, more modular, and reusable code, leading to better software design and maintenance.</a:t>
          </a:r>
          <a:endParaRPr lang="en-IN" sz="1800" kern="1200" dirty="0"/>
        </a:p>
      </dsp:txBody>
      <dsp:txXfrm>
        <a:off x="2631949" y="3673331"/>
        <a:ext cx="4931681" cy="873843"/>
      </dsp:txXfrm>
    </dsp:sp>
    <dsp:sp modelId="{A381E71C-64F6-4C14-A256-1A6B561CBB02}">
      <dsp:nvSpPr>
        <dsp:cNvPr id="0" name=""/>
        <dsp:cNvSpPr/>
      </dsp:nvSpPr>
      <dsp:spPr>
        <a:xfrm>
          <a:off x="-151343" y="3673331"/>
          <a:ext cx="2646765" cy="873843"/>
        </a:xfrm>
        <a:prstGeom prst="round2SameRect">
          <a:avLst>
            <a:gd name="adj1" fmla="val 16670"/>
            <a:gd name="adj2" fmla="val 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w="6350" cap="flat" cmpd="sng" algn="ctr">
          <a:solidFill>
            <a:schemeClr val="accent6">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5. Improved Code Quality</a:t>
          </a:r>
          <a:endParaRPr lang="en-IN" sz="1800" b="1" kern="1200" dirty="0"/>
        </a:p>
      </dsp:txBody>
      <dsp:txXfrm>
        <a:off x="-108678" y="3715996"/>
        <a:ext cx="2561435" cy="831178"/>
      </dsp:txXfrm>
    </dsp:sp>
  </dsp:spTree>
</dsp:drawing>
</file>

<file path=ppt/diagrams/drawing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7C17478-AE93-45CD-8CEE-38272253F0A1}">
      <dsp:nvSpPr>
        <dsp:cNvPr id="0" name=""/>
        <dsp:cNvSpPr/>
      </dsp:nvSpPr>
      <dsp:spPr>
        <a:xfrm>
          <a:off x="2911275" y="552173"/>
          <a:ext cx="1385028" cy="370326"/>
        </a:xfrm>
        <a:custGeom>
          <a:avLst/>
          <a:gdLst/>
          <a:ahLst/>
          <a:cxnLst/>
          <a:rect l="0" t="0" r="0" b="0"/>
          <a:pathLst>
            <a:path>
              <a:moveTo>
                <a:pt x="0" y="0"/>
              </a:moveTo>
              <a:lnTo>
                <a:pt x="0" y="118368"/>
              </a:lnTo>
              <a:lnTo>
                <a:pt x="1385028" y="118368"/>
              </a:lnTo>
              <a:lnTo>
                <a:pt x="1385028" y="370326"/>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BF03BB9-B319-4AEA-92E4-2877AE726306}">
      <dsp:nvSpPr>
        <dsp:cNvPr id="0" name=""/>
        <dsp:cNvSpPr/>
      </dsp:nvSpPr>
      <dsp:spPr>
        <a:xfrm>
          <a:off x="1477583" y="1598036"/>
          <a:ext cx="816597" cy="786146"/>
        </a:xfrm>
        <a:custGeom>
          <a:avLst/>
          <a:gdLst/>
          <a:ahLst/>
          <a:cxnLst/>
          <a:rect l="0" t="0" r="0" b="0"/>
          <a:pathLst>
            <a:path>
              <a:moveTo>
                <a:pt x="0" y="0"/>
              </a:moveTo>
              <a:lnTo>
                <a:pt x="0" y="534188"/>
              </a:lnTo>
              <a:lnTo>
                <a:pt x="816597" y="534188"/>
              </a:lnTo>
              <a:lnTo>
                <a:pt x="816597" y="786146"/>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01AD90D-13F4-4BCD-AC89-FFCFE0042D3C}">
      <dsp:nvSpPr>
        <dsp:cNvPr id="0" name=""/>
        <dsp:cNvSpPr/>
      </dsp:nvSpPr>
      <dsp:spPr>
        <a:xfrm>
          <a:off x="213375" y="3015555"/>
          <a:ext cx="91440" cy="1146519"/>
        </a:xfrm>
        <a:custGeom>
          <a:avLst/>
          <a:gdLst/>
          <a:ahLst/>
          <a:cxnLst/>
          <a:rect l="0" t="0" r="0" b="0"/>
          <a:pathLst>
            <a:path>
              <a:moveTo>
                <a:pt x="45720" y="0"/>
              </a:moveTo>
              <a:lnTo>
                <a:pt x="45720" y="1146519"/>
              </a:lnTo>
              <a:lnTo>
                <a:pt x="124857" y="1146519"/>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C4CDD11-CF89-4035-832B-7B697515C80B}">
      <dsp:nvSpPr>
        <dsp:cNvPr id="0" name=""/>
        <dsp:cNvSpPr/>
      </dsp:nvSpPr>
      <dsp:spPr>
        <a:xfrm>
          <a:off x="213375" y="3015555"/>
          <a:ext cx="91440" cy="430621"/>
        </a:xfrm>
        <a:custGeom>
          <a:avLst/>
          <a:gdLst/>
          <a:ahLst/>
          <a:cxnLst/>
          <a:rect l="0" t="0" r="0" b="0"/>
          <a:pathLst>
            <a:path>
              <a:moveTo>
                <a:pt x="45720" y="0"/>
              </a:moveTo>
              <a:lnTo>
                <a:pt x="45720" y="430621"/>
              </a:lnTo>
              <a:lnTo>
                <a:pt x="124857" y="430621"/>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65FF051-D3B6-4A8A-A945-7BFDCF98EB81}">
      <dsp:nvSpPr>
        <dsp:cNvPr id="0" name=""/>
        <dsp:cNvSpPr/>
      </dsp:nvSpPr>
      <dsp:spPr>
        <a:xfrm>
          <a:off x="770240" y="1598036"/>
          <a:ext cx="707343" cy="786146"/>
        </a:xfrm>
        <a:custGeom>
          <a:avLst/>
          <a:gdLst/>
          <a:ahLst/>
          <a:cxnLst/>
          <a:rect l="0" t="0" r="0" b="0"/>
          <a:pathLst>
            <a:path>
              <a:moveTo>
                <a:pt x="707343" y="0"/>
              </a:moveTo>
              <a:lnTo>
                <a:pt x="707343" y="534188"/>
              </a:lnTo>
              <a:lnTo>
                <a:pt x="0" y="534188"/>
              </a:lnTo>
              <a:lnTo>
                <a:pt x="0" y="786146"/>
              </a:lnTo>
            </a:path>
          </a:pathLst>
        </a:cu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2542426-496C-4D03-AE81-B4D156700BE3}">
      <dsp:nvSpPr>
        <dsp:cNvPr id="0" name=""/>
        <dsp:cNvSpPr/>
      </dsp:nvSpPr>
      <dsp:spPr>
        <a:xfrm>
          <a:off x="1477583" y="552173"/>
          <a:ext cx="1433692" cy="370326"/>
        </a:xfrm>
        <a:custGeom>
          <a:avLst/>
          <a:gdLst/>
          <a:ahLst/>
          <a:cxnLst/>
          <a:rect l="0" t="0" r="0" b="0"/>
          <a:pathLst>
            <a:path>
              <a:moveTo>
                <a:pt x="1433692" y="0"/>
              </a:moveTo>
              <a:lnTo>
                <a:pt x="1433692" y="118368"/>
              </a:lnTo>
              <a:lnTo>
                <a:pt x="0" y="118368"/>
              </a:lnTo>
              <a:lnTo>
                <a:pt x="0" y="370326"/>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65A5EEC-C47F-4089-98C7-CF5A564467C7}">
      <dsp:nvSpPr>
        <dsp:cNvPr id="0" name=""/>
        <dsp:cNvSpPr/>
      </dsp:nvSpPr>
      <dsp:spPr>
        <a:xfrm>
          <a:off x="1313582" y="0"/>
          <a:ext cx="3195386" cy="552173"/>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JVM</a:t>
          </a:r>
          <a:endParaRPr lang="en-IN" sz="1800" kern="1200" dirty="0"/>
        </a:p>
      </dsp:txBody>
      <dsp:txXfrm>
        <a:off x="1340537" y="26955"/>
        <a:ext cx="3141476" cy="498263"/>
      </dsp:txXfrm>
    </dsp:sp>
    <dsp:sp modelId="{BAA803E1-53B7-4170-BBB0-AD798368BB01}">
      <dsp:nvSpPr>
        <dsp:cNvPr id="0" name=""/>
        <dsp:cNvSpPr/>
      </dsp:nvSpPr>
      <dsp:spPr>
        <a:xfrm>
          <a:off x="287139" y="922499"/>
          <a:ext cx="2380888" cy="675536"/>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Main Thread</a:t>
          </a:r>
          <a:endParaRPr lang="en-IN" sz="1800" kern="1200" dirty="0"/>
        </a:p>
      </dsp:txBody>
      <dsp:txXfrm>
        <a:off x="320116" y="955476"/>
        <a:ext cx="2314934" cy="609582"/>
      </dsp:txXfrm>
    </dsp:sp>
    <dsp:sp modelId="{B7F49ABE-8C44-44DB-B7D0-BD97A3F899F1}">
      <dsp:nvSpPr>
        <dsp:cNvPr id="0" name=""/>
        <dsp:cNvSpPr/>
      </dsp:nvSpPr>
      <dsp:spPr>
        <a:xfrm>
          <a:off x="131309" y="2384183"/>
          <a:ext cx="1277861" cy="631372"/>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Thread A</a:t>
          </a:r>
          <a:endParaRPr lang="en-IN" sz="1800" kern="1200" dirty="0"/>
        </a:p>
      </dsp:txBody>
      <dsp:txXfrm>
        <a:off x="162130" y="2415004"/>
        <a:ext cx="1216219" cy="569730"/>
      </dsp:txXfrm>
    </dsp:sp>
    <dsp:sp modelId="{7DA36505-DC04-454B-B1CB-1DA8A210C57B}">
      <dsp:nvSpPr>
        <dsp:cNvPr id="0" name=""/>
        <dsp:cNvSpPr/>
      </dsp:nvSpPr>
      <dsp:spPr>
        <a:xfrm>
          <a:off x="338233" y="3186731"/>
          <a:ext cx="1065688" cy="518890"/>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Thread C</a:t>
          </a:r>
          <a:endParaRPr lang="en-IN" sz="1800" kern="1200" dirty="0"/>
        </a:p>
      </dsp:txBody>
      <dsp:txXfrm>
        <a:off x="363563" y="3212061"/>
        <a:ext cx="1015028" cy="468230"/>
      </dsp:txXfrm>
    </dsp:sp>
    <dsp:sp modelId="{E66EEBB7-92AD-4587-B905-7EF29730852F}">
      <dsp:nvSpPr>
        <dsp:cNvPr id="0" name=""/>
        <dsp:cNvSpPr/>
      </dsp:nvSpPr>
      <dsp:spPr>
        <a:xfrm>
          <a:off x="338233" y="3902629"/>
          <a:ext cx="1065688" cy="518890"/>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Thread D</a:t>
          </a:r>
          <a:endParaRPr lang="en-IN" sz="1800" kern="1200" dirty="0"/>
        </a:p>
      </dsp:txBody>
      <dsp:txXfrm>
        <a:off x="363563" y="3927959"/>
        <a:ext cx="1015028" cy="468230"/>
      </dsp:txXfrm>
    </dsp:sp>
    <dsp:sp modelId="{5017DD02-4919-4133-B31F-CA6C2AB2CB01}">
      <dsp:nvSpPr>
        <dsp:cNvPr id="0" name=""/>
        <dsp:cNvSpPr/>
      </dsp:nvSpPr>
      <dsp:spPr>
        <a:xfrm>
          <a:off x="1655250" y="2384183"/>
          <a:ext cx="1277861" cy="631372"/>
        </a:xfrm>
        <a:prstGeom prst="roundRect">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Thread B</a:t>
          </a:r>
          <a:endParaRPr lang="en-IN" sz="1800" kern="1200" dirty="0"/>
        </a:p>
      </dsp:txBody>
      <dsp:txXfrm>
        <a:off x="1686071" y="2415004"/>
        <a:ext cx="1216219" cy="569730"/>
      </dsp:txXfrm>
    </dsp:sp>
    <dsp:sp modelId="{ED8E29A5-1AEF-4BF1-A0C3-5D081EBA9BA5}">
      <dsp:nvSpPr>
        <dsp:cNvPr id="0" name=""/>
        <dsp:cNvSpPr/>
      </dsp:nvSpPr>
      <dsp:spPr>
        <a:xfrm>
          <a:off x="3105859" y="922499"/>
          <a:ext cx="2380888" cy="675536"/>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Daemon Thread                      (</a:t>
          </a:r>
          <a:r>
            <a:rPr lang="en-US" sz="1800" kern="1200" dirty="0" err="1"/>
            <a:t>eg</a:t>
          </a:r>
          <a:r>
            <a:rPr lang="en-US" sz="1800" kern="1200" dirty="0"/>
            <a:t>: Garbage Collection)</a:t>
          </a:r>
          <a:endParaRPr lang="en-IN" sz="1800" kern="1200" dirty="0"/>
        </a:p>
      </dsp:txBody>
      <dsp:txXfrm>
        <a:off x="3138836" y="955476"/>
        <a:ext cx="2314934" cy="609582"/>
      </dsp:txXfrm>
    </dsp:sp>
  </dsp:spTree>
</dsp:drawing>
</file>

<file path=ppt/diagrams/drawing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EEF2B48-130A-4966-9DB6-8FDD2E8B7E42}">
      <dsp:nvSpPr>
        <dsp:cNvPr id="0" name=""/>
        <dsp:cNvSpPr/>
      </dsp:nvSpPr>
      <dsp:spPr>
        <a:xfrm>
          <a:off x="4711516" y="754023"/>
          <a:ext cx="2729004" cy="1108649"/>
        </a:xfrm>
        <a:custGeom>
          <a:avLst/>
          <a:gdLst/>
          <a:ahLst/>
          <a:cxnLst/>
          <a:rect l="0" t="0" r="0" b="0"/>
          <a:pathLst>
            <a:path>
              <a:moveTo>
                <a:pt x="0" y="0"/>
              </a:moveTo>
              <a:lnTo>
                <a:pt x="0" y="554879"/>
              </a:lnTo>
              <a:lnTo>
                <a:pt x="2729004" y="554879"/>
              </a:lnTo>
              <a:lnTo>
                <a:pt x="2729004" y="1108649"/>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CE1A0FF-E108-41DE-8D94-1ABCA4E0ECFC}">
      <dsp:nvSpPr>
        <dsp:cNvPr id="0" name=""/>
        <dsp:cNvSpPr/>
      </dsp:nvSpPr>
      <dsp:spPr>
        <a:xfrm>
          <a:off x="1953451" y="754023"/>
          <a:ext cx="2758064" cy="1101712"/>
        </a:xfrm>
        <a:custGeom>
          <a:avLst/>
          <a:gdLst/>
          <a:ahLst/>
          <a:cxnLst/>
          <a:rect l="0" t="0" r="0" b="0"/>
          <a:pathLst>
            <a:path>
              <a:moveTo>
                <a:pt x="2758064" y="0"/>
              </a:moveTo>
              <a:lnTo>
                <a:pt x="2758064" y="547942"/>
              </a:lnTo>
              <a:lnTo>
                <a:pt x="0" y="547942"/>
              </a:lnTo>
              <a:lnTo>
                <a:pt x="0" y="1101712"/>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16D2DBD-8C8D-4537-A768-2EDB8AB3B6DE}">
      <dsp:nvSpPr>
        <dsp:cNvPr id="0" name=""/>
        <dsp:cNvSpPr/>
      </dsp:nvSpPr>
      <dsp:spPr>
        <a:xfrm>
          <a:off x="1953478" y="0"/>
          <a:ext cx="5516076" cy="754023"/>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700" tIns="12700" rIns="12700" bIns="12700" numCol="1" spcCol="1270" anchor="ctr" anchorCtr="0">
          <a:noAutofit/>
        </a:bodyPr>
        <a:lstStyle/>
        <a:p>
          <a:pPr marL="0" lvl="0" indent="0" algn="ctr" defTabSz="889000">
            <a:lnSpc>
              <a:spcPct val="90000"/>
            </a:lnSpc>
            <a:spcBef>
              <a:spcPct val="0"/>
            </a:spcBef>
            <a:spcAft>
              <a:spcPct val="35000"/>
            </a:spcAft>
            <a:buNone/>
          </a:pPr>
          <a:r>
            <a:rPr lang="en-IN" sz="2000" b="1" kern="1200" dirty="0"/>
            <a:t>2 ways to implement multithreading in Java</a:t>
          </a:r>
        </a:p>
      </dsp:txBody>
      <dsp:txXfrm>
        <a:off x="1990286" y="36808"/>
        <a:ext cx="5442460" cy="680407"/>
      </dsp:txXfrm>
    </dsp:sp>
    <dsp:sp modelId="{999FEAF0-DE51-451F-8174-DD786FBE31A4}">
      <dsp:nvSpPr>
        <dsp:cNvPr id="0" name=""/>
        <dsp:cNvSpPr/>
      </dsp:nvSpPr>
      <dsp:spPr>
        <a:xfrm>
          <a:off x="484036" y="1855736"/>
          <a:ext cx="2938830" cy="749567"/>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6000" tIns="11430" rIns="11430" bIns="11430" numCol="1" spcCol="1270" anchor="ctr" anchorCtr="0">
          <a:noAutofit/>
        </a:bodyPr>
        <a:lstStyle/>
        <a:p>
          <a:pPr marL="0" lvl="0" indent="0" algn="ctr" defTabSz="800100">
            <a:lnSpc>
              <a:spcPct val="90000"/>
            </a:lnSpc>
            <a:spcBef>
              <a:spcPct val="0"/>
            </a:spcBef>
            <a:spcAft>
              <a:spcPct val="35000"/>
            </a:spcAft>
            <a:buFont typeface="+mj-lt"/>
            <a:buNone/>
          </a:pPr>
          <a:r>
            <a:rPr lang="en-IN" sz="1800" b="0" i="0" kern="1200" dirty="0"/>
            <a:t>1. </a:t>
          </a:r>
          <a:r>
            <a:rPr lang="en-IN" sz="1800" b="1" i="0" kern="1200" dirty="0"/>
            <a:t>Thread</a:t>
          </a:r>
          <a:r>
            <a:rPr lang="en-IN" sz="1800" b="0" i="0" kern="1200" dirty="0"/>
            <a:t> class </a:t>
          </a:r>
          <a:endParaRPr lang="en-IN" sz="1800" kern="1200" dirty="0"/>
        </a:p>
      </dsp:txBody>
      <dsp:txXfrm>
        <a:off x="520627" y="1892327"/>
        <a:ext cx="2865648" cy="676385"/>
      </dsp:txXfrm>
    </dsp:sp>
    <dsp:sp modelId="{E51BBA26-C5E8-4547-AA15-3BDF77E716CD}">
      <dsp:nvSpPr>
        <dsp:cNvPr id="0" name=""/>
        <dsp:cNvSpPr/>
      </dsp:nvSpPr>
      <dsp:spPr>
        <a:xfrm>
          <a:off x="6149788" y="1862672"/>
          <a:ext cx="2581464" cy="749567"/>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6000" tIns="11430" rIns="11430" bIns="11430" numCol="1" spcCol="1270" anchor="ctr" anchorCtr="0">
          <a:noAutofit/>
        </a:bodyPr>
        <a:lstStyle/>
        <a:p>
          <a:pPr marL="0" lvl="0" indent="0" algn="ctr" defTabSz="800100">
            <a:lnSpc>
              <a:spcPct val="90000"/>
            </a:lnSpc>
            <a:spcBef>
              <a:spcPct val="0"/>
            </a:spcBef>
            <a:spcAft>
              <a:spcPct val="35000"/>
            </a:spcAft>
            <a:buFont typeface="+mj-lt"/>
            <a:buNone/>
          </a:pPr>
          <a:r>
            <a:rPr lang="en-IN" sz="1800" b="0" i="0" kern="1200" dirty="0"/>
            <a:t>2. </a:t>
          </a:r>
          <a:r>
            <a:rPr lang="en-IN" sz="1800" b="1" i="0" kern="1200" dirty="0"/>
            <a:t>Runnable</a:t>
          </a:r>
          <a:r>
            <a:rPr lang="en-IN" sz="1800" b="0" i="0" kern="1200" dirty="0"/>
            <a:t> interface</a:t>
          </a:r>
          <a:endParaRPr lang="en-IN" sz="1800" kern="1200" dirty="0"/>
        </a:p>
      </dsp:txBody>
      <dsp:txXfrm>
        <a:off x="6186379" y="1899263"/>
        <a:ext cx="2508282" cy="676385"/>
      </dsp:txXfrm>
    </dsp:sp>
  </dsp:spTree>
</dsp:drawing>
</file>

<file path=ppt/diagrams/drawing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EEF2B48-130A-4966-9DB6-8FDD2E8B7E42}">
      <dsp:nvSpPr>
        <dsp:cNvPr id="0" name=""/>
        <dsp:cNvSpPr/>
      </dsp:nvSpPr>
      <dsp:spPr>
        <a:xfrm>
          <a:off x="5058508" y="753937"/>
          <a:ext cx="2728692" cy="1108821"/>
        </a:xfrm>
        <a:custGeom>
          <a:avLst/>
          <a:gdLst/>
          <a:ahLst/>
          <a:cxnLst/>
          <a:rect l="0" t="0" r="0" b="0"/>
          <a:pathLst>
            <a:path>
              <a:moveTo>
                <a:pt x="0" y="0"/>
              </a:moveTo>
              <a:lnTo>
                <a:pt x="0" y="555114"/>
              </a:lnTo>
              <a:lnTo>
                <a:pt x="2728692" y="555114"/>
              </a:lnTo>
              <a:lnTo>
                <a:pt x="2728692" y="1108821"/>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CE1A0FF-E108-41DE-8D94-1ABCA4E0ECFC}">
      <dsp:nvSpPr>
        <dsp:cNvPr id="0" name=""/>
        <dsp:cNvSpPr/>
      </dsp:nvSpPr>
      <dsp:spPr>
        <a:xfrm>
          <a:off x="2300759" y="753937"/>
          <a:ext cx="2757748" cy="1101736"/>
        </a:xfrm>
        <a:custGeom>
          <a:avLst/>
          <a:gdLst/>
          <a:ahLst/>
          <a:cxnLst/>
          <a:rect l="0" t="0" r="0" b="0"/>
          <a:pathLst>
            <a:path>
              <a:moveTo>
                <a:pt x="2757748" y="0"/>
              </a:moveTo>
              <a:lnTo>
                <a:pt x="2757748" y="548029"/>
              </a:lnTo>
              <a:lnTo>
                <a:pt x="0" y="548029"/>
              </a:lnTo>
              <a:lnTo>
                <a:pt x="0" y="1101736"/>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16D2DBD-8C8D-4537-A768-2EDB8AB3B6DE}">
      <dsp:nvSpPr>
        <dsp:cNvPr id="0" name=""/>
        <dsp:cNvSpPr/>
      </dsp:nvSpPr>
      <dsp:spPr>
        <a:xfrm>
          <a:off x="2300785" y="0"/>
          <a:ext cx="5515445" cy="753937"/>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700" tIns="12700" rIns="12700" bIns="12700" numCol="1" spcCol="1270" anchor="ctr" anchorCtr="0">
          <a:noAutofit/>
        </a:bodyPr>
        <a:lstStyle/>
        <a:p>
          <a:pPr marL="0" lvl="0" indent="0" algn="ctr" defTabSz="889000">
            <a:lnSpc>
              <a:spcPct val="90000"/>
            </a:lnSpc>
            <a:spcBef>
              <a:spcPct val="0"/>
            </a:spcBef>
            <a:spcAft>
              <a:spcPct val="35000"/>
            </a:spcAft>
            <a:buNone/>
          </a:pPr>
          <a:r>
            <a:rPr lang="en-IN" sz="2000" b="1" kern="1200" dirty="0"/>
            <a:t>2 ways to implement multithreading in Java</a:t>
          </a:r>
        </a:p>
      </dsp:txBody>
      <dsp:txXfrm>
        <a:off x="2337589" y="36804"/>
        <a:ext cx="5441837" cy="680329"/>
      </dsp:txXfrm>
    </dsp:sp>
    <dsp:sp modelId="{999FEAF0-DE51-451F-8174-DD786FBE31A4}">
      <dsp:nvSpPr>
        <dsp:cNvPr id="0" name=""/>
        <dsp:cNvSpPr/>
      </dsp:nvSpPr>
      <dsp:spPr>
        <a:xfrm>
          <a:off x="831512" y="1855673"/>
          <a:ext cx="2938494" cy="749481"/>
        </a:xfrm>
        <a:prstGeom prst="roundRect">
          <a:avLst/>
        </a:prstGeom>
        <a:solidFill>
          <a:srgbClr val="FFFF00"/>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6000" tIns="11430" rIns="11430" bIns="11430" numCol="1" spcCol="1270" anchor="ctr" anchorCtr="0">
          <a:noAutofit/>
        </a:bodyPr>
        <a:lstStyle/>
        <a:p>
          <a:pPr marL="0" lvl="0" indent="0" algn="ctr" defTabSz="800100">
            <a:lnSpc>
              <a:spcPct val="90000"/>
            </a:lnSpc>
            <a:spcBef>
              <a:spcPct val="0"/>
            </a:spcBef>
            <a:spcAft>
              <a:spcPct val="35000"/>
            </a:spcAft>
            <a:buFont typeface="+mj-lt"/>
            <a:buNone/>
          </a:pPr>
          <a:r>
            <a:rPr lang="en-IN" sz="1800" b="0" i="0" kern="1200" dirty="0"/>
            <a:t>1. </a:t>
          </a:r>
          <a:r>
            <a:rPr lang="en-IN" sz="1800" b="1" i="0" kern="1200" dirty="0"/>
            <a:t>Thread</a:t>
          </a:r>
          <a:r>
            <a:rPr lang="en-IN" sz="1800" b="0" i="0" kern="1200" dirty="0"/>
            <a:t> class </a:t>
          </a:r>
          <a:endParaRPr lang="en-IN" sz="1800" kern="1200" dirty="0"/>
        </a:p>
      </dsp:txBody>
      <dsp:txXfrm>
        <a:off x="868099" y="1892260"/>
        <a:ext cx="2865320" cy="676307"/>
      </dsp:txXfrm>
    </dsp:sp>
    <dsp:sp modelId="{E51BBA26-C5E8-4547-AA15-3BDF77E716CD}">
      <dsp:nvSpPr>
        <dsp:cNvPr id="0" name=""/>
        <dsp:cNvSpPr/>
      </dsp:nvSpPr>
      <dsp:spPr>
        <a:xfrm>
          <a:off x="6496616" y="1862758"/>
          <a:ext cx="2581169" cy="749481"/>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6000" tIns="11430" rIns="11430" bIns="11430" numCol="1" spcCol="1270" anchor="ctr" anchorCtr="0">
          <a:noAutofit/>
        </a:bodyPr>
        <a:lstStyle/>
        <a:p>
          <a:pPr marL="0" lvl="0" indent="0" algn="ctr" defTabSz="800100">
            <a:lnSpc>
              <a:spcPct val="90000"/>
            </a:lnSpc>
            <a:spcBef>
              <a:spcPct val="0"/>
            </a:spcBef>
            <a:spcAft>
              <a:spcPct val="35000"/>
            </a:spcAft>
            <a:buFont typeface="+mj-lt"/>
            <a:buNone/>
          </a:pPr>
          <a:r>
            <a:rPr lang="en-IN" sz="1800" b="0" i="0" kern="1200" dirty="0"/>
            <a:t>2. </a:t>
          </a:r>
          <a:r>
            <a:rPr lang="en-IN" sz="1800" b="1" i="0" kern="1200" dirty="0"/>
            <a:t>Runnable</a:t>
          </a:r>
          <a:r>
            <a:rPr lang="en-IN" sz="1800" b="0" i="0" kern="1200" dirty="0"/>
            <a:t> interface</a:t>
          </a:r>
          <a:endParaRPr lang="en-IN" sz="1800" kern="1200" dirty="0"/>
        </a:p>
      </dsp:txBody>
      <dsp:txXfrm>
        <a:off x="6533203" y="1899345"/>
        <a:ext cx="2507995" cy="676307"/>
      </dsp:txXfrm>
    </dsp:sp>
  </dsp:spTree>
</dsp:drawing>
</file>

<file path=ppt/diagrams/drawing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EEF2B48-130A-4966-9DB6-8FDD2E8B7E42}">
      <dsp:nvSpPr>
        <dsp:cNvPr id="0" name=""/>
        <dsp:cNvSpPr/>
      </dsp:nvSpPr>
      <dsp:spPr>
        <a:xfrm>
          <a:off x="5058508" y="753937"/>
          <a:ext cx="2728692" cy="1108821"/>
        </a:xfrm>
        <a:custGeom>
          <a:avLst/>
          <a:gdLst/>
          <a:ahLst/>
          <a:cxnLst/>
          <a:rect l="0" t="0" r="0" b="0"/>
          <a:pathLst>
            <a:path>
              <a:moveTo>
                <a:pt x="0" y="0"/>
              </a:moveTo>
              <a:lnTo>
                <a:pt x="0" y="555114"/>
              </a:lnTo>
              <a:lnTo>
                <a:pt x="2728692" y="555114"/>
              </a:lnTo>
              <a:lnTo>
                <a:pt x="2728692" y="1108821"/>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CE1A0FF-E108-41DE-8D94-1ABCA4E0ECFC}">
      <dsp:nvSpPr>
        <dsp:cNvPr id="0" name=""/>
        <dsp:cNvSpPr/>
      </dsp:nvSpPr>
      <dsp:spPr>
        <a:xfrm>
          <a:off x="2300759" y="753937"/>
          <a:ext cx="2757748" cy="1101736"/>
        </a:xfrm>
        <a:custGeom>
          <a:avLst/>
          <a:gdLst/>
          <a:ahLst/>
          <a:cxnLst/>
          <a:rect l="0" t="0" r="0" b="0"/>
          <a:pathLst>
            <a:path>
              <a:moveTo>
                <a:pt x="2757748" y="0"/>
              </a:moveTo>
              <a:lnTo>
                <a:pt x="2757748" y="548029"/>
              </a:lnTo>
              <a:lnTo>
                <a:pt x="0" y="548029"/>
              </a:lnTo>
              <a:lnTo>
                <a:pt x="0" y="1101736"/>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16D2DBD-8C8D-4537-A768-2EDB8AB3B6DE}">
      <dsp:nvSpPr>
        <dsp:cNvPr id="0" name=""/>
        <dsp:cNvSpPr/>
      </dsp:nvSpPr>
      <dsp:spPr>
        <a:xfrm>
          <a:off x="2300785" y="0"/>
          <a:ext cx="5515445" cy="753937"/>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700" tIns="12700" rIns="12700" bIns="12700" numCol="1" spcCol="1270" anchor="ctr" anchorCtr="0">
          <a:noAutofit/>
        </a:bodyPr>
        <a:lstStyle/>
        <a:p>
          <a:pPr marL="0" lvl="0" indent="0" algn="ctr" defTabSz="889000">
            <a:lnSpc>
              <a:spcPct val="90000"/>
            </a:lnSpc>
            <a:spcBef>
              <a:spcPct val="0"/>
            </a:spcBef>
            <a:spcAft>
              <a:spcPct val="35000"/>
            </a:spcAft>
            <a:buNone/>
          </a:pPr>
          <a:r>
            <a:rPr lang="en-IN" sz="2000" b="1" kern="1200" dirty="0"/>
            <a:t>2 ways to implement multithreading in Java</a:t>
          </a:r>
        </a:p>
      </dsp:txBody>
      <dsp:txXfrm>
        <a:off x="2337589" y="36804"/>
        <a:ext cx="5441837" cy="680329"/>
      </dsp:txXfrm>
    </dsp:sp>
    <dsp:sp modelId="{999FEAF0-DE51-451F-8174-DD786FBE31A4}">
      <dsp:nvSpPr>
        <dsp:cNvPr id="0" name=""/>
        <dsp:cNvSpPr/>
      </dsp:nvSpPr>
      <dsp:spPr>
        <a:xfrm>
          <a:off x="831512" y="1855673"/>
          <a:ext cx="2938494" cy="749481"/>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6000" tIns="11430" rIns="11430" bIns="11430" numCol="1" spcCol="1270" anchor="ctr" anchorCtr="0">
          <a:noAutofit/>
        </a:bodyPr>
        <a:lstStyle/>
        <a:p>
          <a:pPr marL="0" lvl="0" indent="0" algn="ctr" defTabSz="800100">
            <a:lnSpc>
              <a:spcPct val="90000"/>
            </a:lnSpc>
            <a:spcBef>
              <a:spcPct val="0"/>
            </a:spcBef>
            <a:spcAft>
              <a:spcPct val="35000"/>
            </a:spcAft>
            <a:buFont typeface="+mj-lt"/>
            <a:buNone/>
          </a:pPr>
          <a:r>
            <a:rPr lang="en-IN" sz="1800" b="0" i="0" kern="1200" dirty="0"/>
            <a:t>1. </a:t>
          </a:r>
          <a:r>
            <a:rPr lang="en-IN" sz="1800" b="1" i="0" kern="1200" dirty="0"/>
            <a:t>Thread</a:t>
          </a:r>
          <a:r>
            <a:rPr lang="en-IN" sz="1800" b="0" i="0" kern="1200" dirty="0"/>
            <a:t> class </a:t>
          </a:r>
          <a:endParaRPr lang="en-IN" sz="1800" kern="1200" dirty="0"/>
        </a:p>
      </dsp:txBody>
      <dsp:txXfrm>
        <a:off x="868099" y="1892260"/>
        <a:ext cx="2865320" cy="676307"/>
      </dsp:txXfrm>
    </dsp:sp>
    <dsp:sp modelId="{E51BBA26-C5E8-4547-AA15-3BDF77E716CD}">
      <dsp:nvSpPr>
        <dsp:cNvPr id="0" name=""/>
        <dsp:cNvSpPr/>
      </dsp:nvSpPr>
      <dsp:spPr>
        <a:xfrm>
          <a:off x="6496616" y="1862758"/>
          <a:ext cx="2581169" cy="749481"/>
        </a:xfrm>
        <a:prstGeom prst="roundRect">
          <a:avLst/>
        </a:prstGeom>
        <a:solidFill>
          <a:srgbClr val="FFFF00"/>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6000" tIns="11430" rIns="11430" bIns="11430" numCol="1" spcCol="1270" anchor="ctr" anchorCtr="0">
          <a:noAutofit/>
        </a:bodyPr>
        <a:lstStyle/>
        <a:p>
          <a:pPr marL="0" lvl="0" indent="0" algn="ctr" defTabSz="800100">
            <a:lnSpc>
              <a:spcPct val="90000"/>
            </a:lnSpc>
            <a:spcBef>
              <a:spcPct val="0"/>
            </a:spcBef>
            <a:spcAft>
              <a:spcPct val="35000"/>
            </a:spcAft>
            <a:buFont typeface="+mj-lt"/>
            <a:buNone/>
          </a:pPr>
          <a:r>
            <a:rPr lang="en-IN" sz="1800" b="0" i="0" kern="1200" dirty="0"/>
            <a:t>2. </a:t>
          </a:r>
          <a:r>
            <a:rPr lang="en-IN" sz="1800" b="1" i="0" kern="1200" dirty="0"/>
            <a:t>Runnable</a:t>
          </a:r>
          <a:r>
            <a:rPr lang="en-IN" sz="1800" b="0" i="0" kern="1200" dirty="0"/>
            <a:t> interface</a:t>
          </a:r>
          <a:endParaRPr lang="en-IN" sz="1800" kern="1200" dirty="0"/>
        </a:p>
      </dsp:txBody>
      <dsp:txXfrm>
        <a:off x="6533203" y="1899345"/>
        <a:ext cx="2507995" cy="676307"/>
      </dsp:txXfrm>
    </dsp:sp>
  </dsp:spTree>
</dsp:drawing>
</file>

<file path=ppt/diagrams/drawing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D6F69A8-1186-45DF-8A28-562CB9A10B71}">
      <dsp:nvSpPr>
        <dsp:cNvPr id="0" name=""/>
        <dsp:cNvSpPr/>
      </dsp:nvSpPr>
      <dsp:spPr>
        <a:xfrm>
          <a:off x="0" y="28888"/>
          <a:ext cx="4353467" cy="1094400"/>
        </a:xfrm>
        <a:prstGeom prst="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70688" tIns="97536" rIns="170688" bIns="97536" numCol="1" spcCol="1270" anchor="ctr" anchorCtr="0">
          <a:noAutofit/>
        </a:bodyPr>
        <a:lstStyle/>
        <a:p>
          <a:pPr marL="0" lvl="0" indent="0" algn="ctr" defTabSz="1066800">
            <a:lnSpc>
              <a:spcPct val="90000"/>
            </a:lnSpc>
            <a:spcBef>
              <a:spcPct val="0"/>
            </a:spcBef>
            <a:spcAft>
              <a:spcPct val="35000"/>
            </a:spcAft>
            <a:buNone/>
          </a:pPr>
          <a:r>
            <a:rPr lang="en-US" sz="2400" b="1" i="0" kern="1200" baseline="0" dirty="0"/>
            <a:t>When to use Generic method?</a:t>
          </a:r>
          <a:endParaRPr lang="en-IN" sz="2400" b="1" kern="1200" dirty="0"/>
        </a:p>
      </dsp:txBody>
      <dsp:txXfrm>
        <a:off x="0" y="28888"/>
        <a:ext cx="4353467" cy="1094400"/>
      </dsp:txXfrm>
    </dsp:sp>
    <dsp:sp modelId="{E00245DD-FECB-4856-9FF8-05B3437D52EA}">
      <dsp:nvSpPr>
        <dsp:cNvPr id="0" name=""/>
        <dsp:cNvSpPr/>
      </dsp:nvSpPr>
      <dsp:spPr>
        <a:xfrm>
          <a:off x="0" y="1123288"/>
          <a:ext cx="4353467" cy="1668960"/>
        </a:xfrm>
        <a:prstGeom prst="rect">
          <a:avLst/>
        </a:prstGeom>
        <a:solidFill>
          <a:schemeClr val="accent2">
            <a:tint val="40000"/>
            <a:alpha val="90000"/>
            <a:hueOff val="0"/>
            <a:satOff val="0"/>
            <a:lumOff val="0"/>
            <a:alphaOff val="0"/>
          </a:schemeClr>
        </a:solidFill>
        <a:ln w="6350" cap="flat" cmpd="sng" algn="ctr">
          <a:solidFill>
            <a:schemeClr val="accent2">
              <a:tint val="40000"/>
              <a:alpha val="9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96012" tIns="96012" rIns="128016" bIns="144018" numCol="1" spcCol="1270" anchor="ctr" anchorCtr="0">
          <a:noAutofit/>
        </a:bodyPr>
        <a:lstStyle/>
        <a:p>
          <a:pPr marL="171450" lvl="1" indent="-171450" algn="l" defTabSz="800100">
            <a:lnSpc>
              <a:spcPct val="90000"/>
            </a:lnSpc>
            <a:spcBef>
              <a:spcPct val="0"/>
            </a:spcBef>
            <a:spcAft>
              <a:spcPct val="15000"/>
            </a:spcAft>
            <a:buChar char="•"/>
          </a:pPr>
          <a:r>
            <a:rPr lang="en-US" sz="1800" b="0" i="0" kern="1200" baseline="0" dirty="0"/>
            <a:t>If you only need the generic type within a single method or a few methods only.</a:t>
          </a:r>
          <a:endParaRPr lang="en-IN" sz="1800" kern="1200" dirty="0"/>
        </a:p>
      </dsp:txBody>
      <dsp:txXfrm>
        <a:off x="0" y="1123288"/>
        <a:ext cx="4353467" cy="1668960"/>
      </dsp:txXfrm>
    </dsp:sp>
  </dsp:spTree>
</dsp:drawing>
</file>

<file path=ppt/diagrams/drawing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721D8AE-6E0A-4890-8290-F74D5ABCBF7D}">
      <dsp:nvSpPr>
        <dsp:cNvPr id="0" name=""/>
        <dsp:cNvSpPr/>
      </dsp:nvSpPr>
      <dsp:spPr>
        <a:xfrm>
          <a:off x="0" y="28887"/>
          <a:ext cx="4353467" cy="1094400"/>
        </a:xfrm>
        <a:prstGeom prst="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w="6350" cap="flat" cmpd="sng" algn="ctr">
          <a:solidFill>
            <a:schemeClr val="accent6">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70688" tIns="97536" rIns="170688" bIns="97536" numCol="1" spcCol="1270" anchor="ctr" anchorCtr="0">
          <a:noAutofit/>
        </a:bodyPr>
        <a:lstStyle/>
        <a:p>
          <a:pPr marL="0" lvl="0" indent="0" algn="ctr" defTabSz="1066800">
            <a:lnSpc>
              <a:spcPct val="90000"/>
            </a:lnSpc>
            <a:spcBef>
              <a:spcPct val="0"/>
            </a:spcBef>
            <a:spcAft>
              <a:spcPct val="35000"/>
            </a:spcAft>
            <a:buNone/>
          </a:pPr>
          <a:r>
            <a:rPr lang="en-US" sz="2400" b="1" i="0" kern="1200" baseline="0" dirty="0"/>
            <a:t>When to use Generic class?</a:t>
          </a:r>
          <a:endParaRPr lang="en-IN" sz="2400" b="1" kern="1200" dirty="0"/>
        </a:p>
      </dsp:txBody>
      <dsp:txXfrm>
        <a:off x="0" y="28887"/>
        <a:ext cx="4353467" cy="1094400"/>
      </dsp:txXfrm>
    </dsp:sp>
    <dsp:sp modelId="{BFB7231B-7753-4FA1-BE9A-2D3BB82EEE6B}">
      <dsp:nvSpPr>
        <dsp:cNvPr id="0" name=""/>
        <dsp:cNvSpPr/>
      </dsp:nvSpPr>
      <dsp:spPr>
        <a:xfrm>
          <a:off x="0" y="1123288"/>
          <a:ext cx="4353467" cy="1668960"/>
        </a:xfrm>
        <a:prstGeom prst="rect">
          <a:avLst/>
        </a:prstGeom>
        <a:solidFill>
          <a:schemeClr val="accent6">
            <a:alpha val="90000"/>
            <a:tint val="40000"/>
            <a:hueOff val="0"/>
            <a:satOff val="0"/>
            <a:lumOff val="0"/>
            <a:alphaOff val="0"/>
          </a:schemeClr>
        </a:solidFill>
        <a:ln w="6350" cap="flat" cmpd="sng" algn="ctr">
          <a:solidFill>
            <a:schemeClr val="accent6">
              <a:alpha val="90000"/>
              <a:tint val="4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96012" tIns="96012" rIns="128016" bIns="144018" numCol="1" spcCol="1270" anchor="ctr" anchorCtr="0">
          <a:noAutofit/>
        </a:bodyPr>
        <a:lstStyle/>
        <a:p>
          <a:pPr marL="171450" lvl="1" indent="-171450" algn="l" defTabSz="800100">
            <a:lnSpc>
              <a:spcPct val="90000"/>
            </a:lnSpc>
            <a:spcBef>
              <a:spcPct val="0"/>
            </a:spcBef>
            <a:spcAft>
              <a:spcPct val="15000"/>
            </a:spcAft>
            <a:buChar char="•"/>
          </a:pPr>
          <a:r>
            <a:rPr lang="en-US" sz="1800" kern="1200" dirty="0"/>
            <a:t>If you only need the generic type within all the methods of that class.</a:t>
          </a:r>
          <a:endParaRPr lang="en-IN" sz="1800" kern="1200" dirty="0"/>
        </a:p>
      </dsp:txBody>
      <dsp:txXfrm>
        <a:off x="0" y="1123288"/>
        <a:ext cx="4353467" cy="1668960"/>
      </dsp:txXfrm>
    </dsp:sp>
  </dsp:spTree>
</dsp:drawing>
</file>

<file path=ppt/diagrams/drawing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D16CA6A-AF75-468A-9866-74BD27ABB7E7}">
      <dsp:nvSpPr>
        <dsp:cNvPr id="0" name=""/>
        <dsp:cNvSpPr/>
      </dsp:nvSpPr>
      <dsp:spPr>
        <a:xfrm>
          <a:off x="80354" y="4777075"/>
          <a:ext cx="7841592"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A698C1A-85ED-4A2E-B6BF-73CC60561BAB}">
      <dsp:nvSpPr>
        <dsp:cNvPr id="0" name=""/>
        <dsp:cNvSpPr/>
      </dsp:nvSpPr>
      <dsp:spPr>
        <a:xfrm>
          <a:off x="80482" y="3568675"/>
          <a:ext cx="7841592"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9031249-7CB9-4481-9E82-BAA48BC88258}">
      <dsp:nvSpPr>
        <dsp:cNvPr id="0" name=""/>
        <dsp:cNvSpPr/>
      </dsp:nvSpPr>
      <dsp:spPr>
        <a:xfrm>
          <a:off x="80482" y="2360274"/>
          <a:ext cx="7841592"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3AA07D5-5F6C-4700-A957-7D5007133198}">
      <dsp:nvSpPr>
        <dsp:cNvPr id="0" name=""/>
        <dsp:cNvSpPr/>
      </dsp:nvSpPr>
      <dsp:spPr>
        <a:xfrm>
          <a:off x="80482" y="1151874"/>
          <a:ext cx="7841592"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AF23B72-7A17-4CB6-BC29-0D9460F47B9D}">
      <dsp:nvSpPr>
        <dsp:cNvPr id="0" name=""/>
        <dsp:cNvSpPr/>
      </dsp:nvSpPr>
      <dsp:spPr>
        <a:xfrm>
          <a:off x="2412191" y="1016"/>
          <a:ext cx="5216987" cy="11508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0" i="0" kern="1200" dirty="0"/>
            <a:t>Generic classes and methods can be used with different data types, reducing code duplication.</a:t>
          </a:r>
          <a:endParaRPr lang="en-IN" sz="1800" b="0" kern="1200" dirty="0"/>
        </a:p>
      </dsp:txBody>
      <dsp:txXfrm>
        <a:off x="2412191" y="1016"/>
        <a:ext cx="5216987" cy="1150857"/>
      </dsp:txXfrm>
    </dsp:sp>
    <dsp:sp modelId="{9839843C-C463-4427-A912-972208823265}">
      <dsp:nvSpPr>
        <dsp:cNvPr id="0" name=""/>
        <dsp:cNvSpPr/>
      </dsp:nvSpPr>
      <dsp:spPr>
        <a:xfrm>
          <a:off x="-80482" y="1016"/>
          <a:ext cx="2360742" cy="1150857"/>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1. Code Reusability</a:t>
          </a:r>
          <a:endParaRPr lang="en-IN" sz="1800" b="1" kern="1200" dirty="0"/>
        </a:p>
      </dsp:txBody>
      <dsp:txXfrm>
        <a:off x="-24292" y="57206"/>
        <a:ext cx="2248362" cy="1094667"/>
      </dsp:txXfrm>
    </dsp:sp>
    <dsp:sp modelId="{A6DF1ABD-4761-4ECD-AE6C-37C629D7E360}">
      <dsp:nvSpPr>
        <dsp:cNvPr id="0" name=""/>
        <dsp:cNvSpPr/>
      </dsp:nvSpPr>
      <dsp:spPr>
        <a:xfrm>
          <a:off x="2412191" y="1209416"/>
          <a:ext cx="5216987" cy="11508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0" i="0" kern="1200" dirty="0"/>
            <a:t>With generics, the compiler can enforce type safety at compile time. </a:t>
          </a:r>
          <a:endParaRPr lang="en-IN" sz="1800" b="0" kern="1200" dirty="0"/>
        </a:p>
      </dsp:txBody>
      <dsp:txXfrm>
        <a:off x="2412191" y="1209416"/>
        <a:ext cx="5216987" cy="1150857"/>
      </dsp:txXfrm>
    </dsp:sp>
    <dsp:sp modelId="{35CC899B-2EE4-43D9-A703-EB0A32540EFB}">
      <dsp:nvSpPr>
        <dsp:cNvPr id="0" name=""/>
        <dsp:cNvSpPr/>
      </dsp:nvSpPr>
      <dsp:spPr>
        <a:xfrm>
          <a:off x="-80482" y="1209416"/>
          <a:ext cx="2360742" cy="1150857"/>
        </a:xfrm>
        <a:prstGeom prst="round2SameRect">
          <a:avLst>
            <a:gd name="adj1" fmla="val 16670"/>
            <a:gd name="adj2" fmla="val 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2. Type Safety</a:t>
          </a:r>
          <a:endParaRPr lang="en-IN" sz="1800" b="1" kern="1200" dirty="0"/>
        </a:p>
      </dsp:txBody>
      <dsp:txXfrm>
        <a:off x="-24292" y="1265606"/>
        <a:ext cx="2248362" cy="1094667"/>
      </dsp:txXfrm>
    </dsp:sp>
    <dsp:sp modelId="{531B42F9-902A-4350-BBAB-012029881595}">
      <dsp:nvSpPr>
        <dsp:cNvPr id="0" name=""/>
        <dsp:cNvSpPr/>
      </dsp:nvSpPr>
      <dsp:spPr>
        <a:xfrm>
          <a:off x="2412191" y="2417817"/>
          <a:ext cx="5216987" cy="11508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0" i="0" kern="1200"/>
            <a:t>Generics eliminate the need for explicit type casting, making code cleaner and more readable.</a:t>
          </a:r>
          <a:endParaRPr lang="en-IN" sz="1800" b="0" kern="1200" dirty="0"/>
        </a:p>
      </dsp:txBody>
      <dsp:txXfrm>
        <a:off x="2412191" y="2417817"/>
        <a:ext cx="5216987" cy="1150857"/>
      </dsp:txXfrm>
    </dsp:sp>
    <dsp:sp modelId="{16689FCA-C241-4B7F-B562-40236597DB24}">
      <dsp:nvSpPr>
        <dsp:cNvPr id="0" name=""/>
        <dsp:cNvSpPr/>
      </dsp:nvSpPr>
      <dsp:spPr>
        <a:xfrm>
          <a:off x="-80482" y="2417817"/>
          <a:ext cx="2360742" cy="1150857"/>
        </a:xfrm>
        <a:prstGeom prst="round2SameRect">
          <a:avLst>
            <a:gd name="adj1" fmla="val 16670"/>
            <a:gd name="adj2" fmla="val 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3. Eliminating Type Casting</a:t>
          </a:r>
          <a:endParaRPr lang="en-IN" sz="1800" b="1" kern="1200" dirty="0"/>
        </a:p>
      </dsp:txBody>
      <dsp:txXfrm>
        <a:off x="-24292" y="2474007"/>
        <a:ext cx="2248362" cy="1094667"/>
      </dsp:txXfrm>
    </dsp:sp>
    <dsp:sp modelId="{60927014-908E-41E3-853A-6F69937EA1D8}">
      <dsp:nvSpPr>
        <dsp:cNvPr id="0" name=""/>
        <dsp:cNvSpPr/>
      </dsp:nvSpPr>
      <dsp:spPr>
        <a:xfrm>
          <a:off x="2369732" y="3626217"/>
          <a:ext cx="5301650" cy="11508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0" i="0" kern="1200" dirty="0"/>
            <a:t>Generics are extensively used in Java's Collection Framework, allowing type-safe storage and retrieval of objects in collections.</a:t>
          </a:r>
          <a:endParaRPr lang="en-IN" sz="1800" b="0" kern="1200" dirty="0"/>
        </a:p>
      </dsp:txBody>
      <dsp:txXfrm>
        <a:off x="2369732" y="3626217"/>
        <a:ext cx="5301650" cy="1150857"/>
      </dsp:txXfrm>
    </dsp:sp>
    <dsp:sp modelId="{4CCDD40D-FECD-4225-9D8D-083088EA09C4}">
      <dsp:nvSpPr>
        <dsp:cNvPr id="0" name=""/>
        <dsp:cNvSpPr/>
      </dsp:nvSpPr>
      <dsp:spPr>
        <a:xfrm>
          <a:off x="-80354" y="3626217"/>
          <a:ext cx="2360232" cy="1150857"/>
        </a:xfrm>
        <a:prstGeom prst="round2SameRect">
          <a:avLst>
            <a:gd name="adj1" fmla="val 16670"/>
            <a:gd name="adj2" fmla="val 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4. Efficient with </a:t>
          </a:r>
          <a:r>
            <a:rPr lang="en-US" sz="1800" b="1" i="0" kern="1200" dirty="0"/>
            <a:t>Collections</a:t>
          </a:r>
          <a:endParaRPr lang="en-IN" sz="1800" b="1" kern="1200" dirty="0"/>
        </a:p>
      </dsp:txBody>
      <dsp:txXfrm>
        <a:off x="-24164" y="3682407"/>
        <a:ext cx="2247852" cy="1094667"/>
      </dsp:txXfrm>
    </dsp:sp>
  </dsp:spTree>
</dsp:drawing>
</file>

<file path=ppt/diagrams/drawing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BF92E60-9496-404B-B354-684E12587E90}">
      <dsp:nvSpPr>
        <dsp:cNvPr id="0" name=""/>
        <dsp:cNvSpPr/>
      </dsp:nvSpPr>
      <dsp:spPr>
        <a:xfrm>
          <a:off x="2140030" y="2709333"/>
          <a:ext cx="1499855" cy="1976755"/>
        </a:xfrm>
        <a:custGeom>
          <a:avLst/>
          <a:gdLst/>
          <a:ahLst/>
          <a:cxnLst/>
          <a:rect l="0" t="0" r="0" b="0"/>
          <a:pathLst>
            <a:path>
              <a:moveTo>
                <a:pt x="0" y="0"/>
              </a:moveTo>
              <a:lnTo>
                <a:pt x="749927" y="0"/>
              </a:lnTo>
              <a:lnTo>
                <a:pt x="749927" y="1976755"/>
              </a:lnTo>
              <a:lnTo>
                <a:pt x="1499855" y="1976755"/>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n-IN" sz="1800" kern="1200"/>
        </a:p>
      </dsp:txBody>
      <dsp:txXfrm>
        <a:off x="2827924" y="3635677"/>
        <a:ext cx="124067" cy="124067"/>
      </dsp:txXfrm>
    </dsp:sp>
    <dsp:sp modelId="{02FB26FF-65AB-484A-A77C-F28D21BECBD8}">
      <dsp:nvSpPr>
        <dsp:cNvPr id="0" name=""/>
        <dsp:cNvSpPr/>
      </dsp:nvSpPr>
      <dsp:spPr>
        <a:xfrm>
          <a:off x="2140030" y="2709333"/>
          <a:ext cx="1499855" cy="1186053"/>
        </a:xfrm>
        <a:custGeom>
          <a:avLst/>
          <a:gdLst/>
          <a:ahLst/>
          <a:cxnLst/>
          <a:rect l="0" t="0" r="0" b="0"/>
          <a:pathLst>
            <a:path>
              <a:moveTo>
                <a:pt x="0" y="0"/>
              </a:moveTo>
              <a:lnTo>
                <a:pt x="749927" y="0"/>
              </a:lnTo>
              <a:lnTo>
                <a:pt x="749927" y="1186053"/>
              </a:lnTo>
              <a:lnTo>
                <a:pt x="1499855" y="1186053"/>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n-IN" sz="1800" kern="1200"/>
        </a:p>
      </dsp:txBody>
      <dsp:txXfrm>
        <a:off x="2842154" y="3254556"/>
        <a:ext cx="95607" cy="95607"/>
      </dsp:txXfrm>
    </dsp:sp>
    <dsp:sp modelId="{8BB1FDF6-105A-42E4-B414-14CF5D2CB68E}">
      <dsp:nvSpPr>
        <dsp:cNvPr id="0" name=""/>
        <dsp:cNvSpPr/>
      </dsp:nvSpPr>
      <dsp:spPr>
        <a:xfrm>
          <a:off x="2140030" y="2709333"/>
          <a:ext cx="1499855" cy="395351"/>
        </a:xfrm>
        <a:custGeom>
          <a:avLst/>
          <a:gdLst/>
          <a:ahLst/>
          <a:cxnLst/>
          <a:rect l="0" t="0" r="0" b="0"/>
          <a:pathLst>
            <a:path>
              <a:moveTo>
                <a:pt x="0" y="0"/>
              </a:moveTo>
              <a:lnTo>
                <a:pt x="749927" y="0"/>
              </a:lnTo>
              <a:lnTo>
                <a:pt x="749927" y="395351"/>
              </a:lnTo>
              <a:lnTo>
                <a:pt x="1499855" y="395351"/>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n-IN" sz="1800" kern="1200"/>
        </a:p>
      </dsp:txBody>
      <dsp:txXfrm>
        <a:off x="2851180" y="2868231"/>
        <a:ext cx="77554" cy="77554"/>
      </dsp:txXfrm>
    </dsp:sp>
    <dsp:sp modelId="{D5AAFB79-1619-4715-9BF9-DA115E1A1DBB}">
      <dsp:nvSpPr>
        <dsp:cNvPr id="0" name=""/>
        <dsp:cNvSpPr/>
      </dsp:nvSpPr>
      <dsp:spPr>
        <a:xfrm>
          <a:off x="2140030" y="2313982"/>
          <a:ext cx="1499855" cy="395351"/>
        </a:xfrm>
        <a:custGeom>
          <a:avLst/>
          <a:gdLst/>
          <a:ahLst/>
          <a:cxnLst/>
          <a:rect l="0" t="0" r="0" b="0"/>
          <a:pathLst>
            <a:path>
              <a:moveTo>
                <a:pt x="0" y="395351"/>
              </a:moveTo>
              <a:lnTo>
                <a:pt x="749927" y="395351"/>
              </a:lnTo>
              <a:lnTo>
                <a:pt x="749927" y="0"/>
              </a:lnTo>
              <a:lnTo>
                <a:pt x="1499855" y="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n-IN" sz="1800" kern="1200"/>
        </a:p>
      </dsp:txBody>
      <dsp:txXfrm>
        <a:off x="2851180" y="2472880"/>
        <a:ext cx="77554" cy="77554"/>
      </dsp:txXfrm>
    </dsp:sp>
    <dsp:sp modelId="{BD12E1DE-3645-48F9-9C7A-48680D6BBE34}">
      <dsp:nvSpPr>
        <dsp:cNvPr id="0" name=""/>
        <dsp:cNvSpPr/>
      </dsp:nvSpPr>
      <dsp:spPr>
        <a:xfrm>
          <a:off x="2140030" y="1523280"/>
          <a:ext cx="1499855" cy="1186053"/>
        </a:xfrm>
        <a:custGeom>
          <a:avLst/>
          <a:gdLst/>
          <a:ahLst/>
          <a:cxnLst/>
          <a:rect l="0" t="0" r="0" b="0"/>
          <a:pathLst>
            <a:path>
              <a:moveTo>
                <a:pt x="0" y="1186053"/>
              </a:moveTo>
              <a:lnTo>
                <a:pt x="749927" y="1186053"/>
              </a:lnTo>
              <a:lnTo>
                <a:pt x="749927" y="0"/>
              </a:lnTo>
              <a:lnTo>
                <a:pt x="1499855" y="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n-IN" sz="1800" kern="1200"/>
        </a:p>
      </dsp:txBody>
      <dsp:txXfrm>
        <a:off x="2842154" y="2068503"/>
        <a:ext cx="95607" cy="95607"/>
      </dsp:txXfrm>
    </dsp:sp>
    <dsp:sp modelId="{F617271F-6C50-4435-819E-83344DBB56D7}">
      <dsp:nvSpPr>
        <dsp:cNvPr id="0" name=""/>
        <dsp:cNvSpPr/>
      </dsp:nvSpPr>
      <dsp:spPr>
        <a:xfrm>
          <a:off x="2140030" y="732578"/>
          <a:ext cx="1499855" cy="1976755"/>
        </a:xfrm>
        <a:custGeom>
          <a:avLst/>
          <a:gdLst/>
          <a:ahLst/>
          <a:cxnLst/>
          <a:rect l="0" t="0" r="0" b="0"/>
          <a:pathLst>
            <a:path>
              <a:moveTo>
                <a:pt x="0" y="1976755"/>
              </a:moveTo>
              <a:lnTo>
                <a:pt x="749927" y="1976755"/>
              </a:lnTo>
              <a:lnTo>
                <a:pt x="749927" y="0"/>
              </a:lnTo>
              <a:lnTo>
                <a:pt x="1499855" y="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n-IN" sz="1800" kern="1200"/>
        </a:p>
      </dsp:txBody>
      <dsp:txXfrm>
        <a:off x="2827924" y="1658921"/>
        <a:ext cx="124067" cy="124067"/>
      </dsp:txXfrm>
    </dsp:sp>
    <dsp:sp modelId="{5A8CD035-ACD6-4839-8DBF-46D8BD144A2C}">
      <dsp:nvSpPr>
        <dsp:cNvPr id="0" name=""/>
        <dsp:cNvSpPr/>
      </dsp:nvSpPr>
      <dsp:spPr>
        <a:xfrm>
          <a:off x="0" y="1941363"/>
          <a:ext cx="2744121" cy="1535939"/>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r>
            <a:rPr lang="en-US" sz="2400" b="1" kern="1200" dirty="0"/>
            <a:t>Types of classes</a:t>
          </a:r>
          <a:endParaRPr lang="en-IN" sz="2400" b="1" kern="1200" dirty="0"/>
        </a:p>
      </dsp:txBody>
      <dsp:txXfrm>
        <a:off x="74978" y="2016341"/>
        <a:ext cx="2594165" cy="1385983"/>
      </dsp:txXfrm>
    </dsp:sp>
    <dsp:sp modelId="{69C85DD0-CC0E-401B-8802-C0C834E8E5A1}">
      <dsp:nvSpPr>
        <dsp:cNvPr id="0" name=""/>
        <dsp:cNvSpPr/>
      </dsp:nvSpPr>
      <dsp:spPr>
        <a:xfrm>
          <a:off x="3639885" y="465920"/>
          <a:ext cx="3059550" cy="533315"/>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Regular (Top-Level) Classes</a:t>
          </a:r>
          <a:endParaRPr lang="en-IN" sz="1800" b="0" kern="1200" dirty="0"/>
        </a:p>
      </dsp:txBody>
      <dsp:txXfrm>
        <a:off x="3665919" y="491954"/>
        <a:ext cx="3007482" cy="481247"/>
      </dsp:txXfrm>
    </dsp:sp>
    <dsp:sp modelId="{328348C3-958B-4BC7-B1EB-F443CA88A381}">
      <dsp:nvSpPr>
        <dsp:cNvPr id="0" name=""/>
        <dsp:cNvSpPr/>
      </dsp:nvSpPr>
      <dsp:spPr>
        <a:xfrm>
          <a:off x="3639885" y="1256622"/>
          <a:ext cx="3059550" cy="533315"/>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Inner Classes (Nested Classes)</a:t>
          </a:r>
          <a:endParaRPr lang="en-IN" sz="1800" b="0" kern="1200" dirty="0"/>
        </a:p>
      </dsp:txBody>
      <dsp:txXfrm>
        <a:off x="3665919" y="1282656"/>
        <a:ext cx="3007482" cy="481247"/>
      </dsp:txXfrm>
    </dsp:sp>
    <dsp:sp modelId="{AAA4F78A-85B3-47A3-837F-51D026AB7BC1}">
      <dsp:nvSpPr>
        <dsp:cNvPr id="0" name=""/>
        <dsp:cNvSpPr/>
      </dsp:nvSpPr>
      <dsp:spPr>
        <a:xfrm>
          <a:off x="3639885" y="2047324"/>
          <a:ext cx="3059550" cy="533315"/>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Abstract Classes</a:t>
          </a:r>
          <a:endParaRPr lang="en-IN" sz="1800" b="0" kern="1200" dirty="0"/>
        </a:p>
      </dsp:txBody>
      <dsp:txXfrm>
        <a:off x="3665919" y="2073358"/>
        <a:ext cx="3007482" cy="481247"/>
      </dsp:txXfrm>
    </dsp:sp>
    <dsp:sp modelId="{7E80C55F-754C-45A5-9645-FC82DAACF916}">
      <dsp:nvSpPr>
        <dsp:cNvPr id="0" name=""/>
        <dsp:cNvSpPr/>
      </dsp:nvSpPr>
      <dsp:spPr>
        <a:xfrm>
          <a:off x="3639885" y="2838026"/>
          <a:ext cx="3059550" cy="533315"/>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Final Classes</a:t>
          </a:r>
          <a:endParaRPr lang="en-IN" sz="1800" b="0" kern="1200" dirty="0"/>
        </a:p>
      </dsp:txBody>
      <dsp:txXfrm>
        <a:off x="3665919" y="2864060"/>
        <a:ext cx="3007482" cy="481247"/>
      </dsp:txXfrm>
    </dsp:sp>
    <dsp:sp modelId="{3392D260-EDA6-4883-A3AF-2862193AF684}">
      <dsp:nvSpPr>
        <dsp:cNvPr id="0" name=""/>
        <dsp:cNvSpPr/>
      </dsp:nvSpPr>
      <dsp:spPr>
        <a:xfrm>
          <a:off x="3639885" y="3628729"/>
          <a:ext cx="3059550" cy="533315"/>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Static Classes (Utility Classes)</a:t>
          </a:r>
          <a:endParaRPr lang="en-IN" sz="1800" b="0" kern="1200" dirty="0"/>
        </a:p>
      </dsp:txBody>
      <dsp:txXfrm>
        <a:off x="3665919" y="3654763"/>
        <a:ext cx="3007482" cy="481247"/>
      </dsp:txXfrm>
    </dsp:sp>
    <dsp:sp modelId="{9FF353FD-9CD0-413D-9C4E-DAE5CD68908B}">
      <dsp:nvSpPr>
        <dsp:cNvPr id="0" name=""/>
        <dsp:cNvSpPr/>
      </dsp:nvSpPr>
      <dsp:spPr>
        <a:xfrm>
          <a:off x="3639885" y="4419431"/>
          <a:ext cx="3059550" cy="533315"/>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Enums (Enum Classes)</a:t>
          </a:r>
          <a:endParaRPr lang="en-IN" sz="1800" b="0" kern="1200" dirty="0"/>
        </a:p>
      </dsp:txBody>
      <dsp:txXfrm>
        <a:off x="3665919" y="4445465"/>
        <a:ext cx="3007482" cy="481247"/>
      </dsp:txXfrm>
    </dsp:sp>
  </dsp:spTree>
</dsp:drawing>
</file>

<file path=ppt/diagrams/drawing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5B203F7-6897-4AF6-9B50-8D135F25AF42}">
      <dsp:nvSpPr>
        <dsp:cNvPr id="0" name=""/>
        <dsp:cNvSpPr/>
      </dsp:nvSpPr>
      <dsp:spPr>
        <a:xfrm>
          <a:off x="0" y="0"/>
          <a:ext cx="5088847" cy="0"/>
        </a:xfrm>
        <a:prstGeom prst="line">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sp>
    <dsp:sp modelId="{B80E5F39-B185-4F92-97F9-794F41DA34E1}">
      <dsp:nvSpPr>
        <dsp:cNvPr id="0" name=""/>
        <dsp:cNvSpPr/>
      </dsp:nvSpPr>
      <dsp:spPr>
        <a:xfrm>
          <a:off x="0" y="0"/>
          <a:ext cx="1017769" cy="182854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US" sz="1800" b="1" kern="1200" dirty="0"/>
            <a:t>Chapters</a:t>
          </a:r>
          <a:endParaRPr lang="en-IN" sz="1800" b="1" kern="1200" dirty="0"/>
        </a:p>
      </dsp:txBody>
      <dsp:txXfrm>
        <a:off x="0" y="0"/>
        <a:ext cx="1017769" cy="1828548"/>
      </dsp:txXfrm>
    </dsp:sp>
    <dsp:sp modelId="{256B3FD9-2B96-4F77-A0AC-6D03C9A9A284}">
      <dsp:nvSpPr>
        <dsp:cNvPr id="0" name=""/>
        <dsp:cNvSpPr/>
      </dsp:nvSpPr>
      <dsp:spPr>
        <a:xfrm>
          <a:off x="1094102" y="28571"/>
          <a:ext cx="3994744" cy="5714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US" sz="1800" kern="1200" dirty="0"/>
            <a:t>Array Problems</a:t>
          </a:r>
          <a:endParaRPr lang="en-IN" sz="1800" kern="1200" dirty="0"/>
        </a:p>
      </dsp:txBody>
      <dsp:txXfrm>
        <a:off x="1094102" y="28571"/>
        <a:ext cx="3994744" cy="571421"/>
      </dsp:txXfrm>
    </dsp:sp>
    <dsp:sp modelId="{418EF8E6-E935-4972-990F-DBE0F3AB8352}">
      <dsp:nvSpPr>
        <dsp:cNvPr id="0" name=""/>
        <dsp:cNvSpPr/>
      </dsp:nvSpPr>
      <dsp:spPr>
        <a:xfrm>
          <a:off x="1017769" y="599992"/>
          <a:ext cx="4071077" cy="0"/>
        </a:xfrm>
        <a:prstGeom prst="line">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64CF7552-A0F8-4B1A-AF27-D3263E9A7CB6}">
      <dsp:nvSpPr>
        <dsp:cNvPr id="0" name=""/>
        <dsp:cNvSpPr/>
      </dsp:nvSpPr>
      <dsp:spPr>
        <a:xfrm>
          <a:off x="1094102" y="628563"/>
          <a:ext cx="3994744" cy="5714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US" sz="1800" kern="1200" dirty="0"/>
            <a:t>String Problems</a:t>
          </a:r>
          <a:endParaRPr lang="en-IN" sz="1800" kern="1200" dirty="0"/>
        </a:p>
      </dsp:txBody>
      <dsp:txXfrm>
        <a:off x="1094102" y="628563"/>
        <a:ext cx="3994744" cy="571421"/>
      </dsp:txXfrm>
    </dsp:sp>
    <dsp:sp modelId="{BB5B8CD0-BABE-411A-A549-71D9EC686141}">
      <dsp:nvSpPr>
        <dsp:cNvPr id="0" name=""/>
        <dsp:cNvSpPr/>
      </dsp:nvSpPr>
      <dsp:spPr>
        <a:xfrm>
          <a:off x="1017769" y="1199984"/>
          <a:ext cx="4071077" cy="0"/>
        </a:xfrm>
        <a:prstGeom prst="line">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 modelId="{70FF2359-2DDF-47ED-9856-1A7D61C888F7}">
      <dsp:nvSpPr>
        <dsp:cNvPr id="0" name=""/>
        <dsp:cNvSpPr/>
      </dsp:nvSpPr>
      <dsp:spPr>
        <a:xfrm>
          <a:off x="1094102" y="1228555"/>
          <a:ext cx="3994744" cy="5714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US" sz="1800" kern="1200" dirty="0"/>
            <a:t>Number Problems</a:t>
          </a:r>
          <a:endParaRPr lang="en-IN" sz="1800" kern="1200" dirty="0"/>
        </a:p>
      </dsp:txBody>
      <dsp:txXfrm>
        <a:off x="1094102" y="1228555"/>
        <a:ext cx="3994744" cy="571421"/>
      </dsp:txXfrm>
    </dsp:sp>
    <dsp:sp modelId="{BC2D52AD-8243-4FE3-94B1-E0459E24A0DB}">
      <dsp:nvSpPr>
        <dsp:cNvPr id="0" name=""/>
        <dsp:cNvSpPr/>
      </dsp:nvSpPr>
      <dsp:spPr>
        <a:xfrm>
          <a:off x="1017769" y="1799976"/>
          <a:ext cx="4071077" cy="0"/>
        </a:xfrm>
        <a:prstGeom prst="line">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tint val="50000"/>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dsp:style>
    </dsp:sp>
  </dsp:spTree>
</dsp:drawing>
</file>

<file path=ppt/diagrams/drawing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5A39490-1D2A-4DA3-9AE8-61C1D4A77E12}">
      <dsp:nvSpPr>
        <dsp:cNvPr id="0" name=""/>
        <dsp:cNvSpPr/>
      </dsp:nvSpPr>
      <dsp:spPr>
        <a:xfrm rot="5400000">
          <a:off x="242885" y="1614393"/>
          <a:ext cx="720470" cy="1198846"/>
        </a:xfrm>
        <a:prstGeom prst="corner">
          <a:avLst>
            <a:gd name="adj1" fmla="val 16120"/>
            <a:gd name="adj2" fmla="val 16110"/>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FAF1163-C4A8-4B2C-B547-DFB26C2EEB52}">
      <dsp:nvSpPr>
        <dsp:cNvPr id="0" name=""/>
        <dsp:cNvSpPr/>
      </dsp:nvSpPr>
      <dsp:spPr>
        <a:xfrm>
          <a:off x="122620" y="1972590"/>
          <a:ext cx="1082325" cy="9487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US" sz="1800" kern="1200" dirty="0"/>
            <a:t>Basics</a:t>
          </a:r>
          <a:endParaRPr lang="en-IN" sz="1800" kern="1200" dirty="0"/>
        </a:p>
      </dsp:txBody>
      <dsp:txXfrm>
        <a:off x="122620" y="1972590"/>
        <a:ext cx="1082325" cy="948721"/>
      </dsp:txXfrm>
    </dsp:sp>
    <dsp:sp modelId="{B7D8D967-B452-48ED-9D2C-9DD1B151EA26}">
      <dsp:nvSpPr>
        <dsp:cNvPr id="0" name=""/>
        <dsp:cNvSpPr/>
      </dsp:nvSpPr>
      <dsp:spPr>
        <a:xfrm>
          <a:off x="1000733" y="1526133"/>
          <a:ext cx="204212" cy="204212"/>
        </a:xfrm>
        <a:prstGeom prst="triangle">
          <a:avLst>
            <a:gd name="adj" fmla="val 100000"/>
          </a:avLst>
        </a:prstGeom>
        <a:solidFill>
          <a:schemeClr val="accent3">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2352080-539D-4CF3-A08D-36B9364F2DA0}">
      <dsp:nvSpPr>
        <dsp:cNvPr id="0" name=""/>
        <dsp:cNvSpPr/>
      </dsp:nvSpPr>
      <dsp:spPr>
        <a:xfrm rot="5400000">
          <a:off x="1567862" y="1286526"/>
          <a:ext cx="720470" cy="1198846"/>
        </a:xfrm>
        <a:prstGeom prst="corner">
          <a:avLst>
            <a:gd name="adj1" fmla="val 16120"/>
            <a:gd name="adj2" fmla="val 16110"/>
          </a:avLst>
        </a:prstGeom>
        <a:solidFill>
          <a:schemeClr val="accent4">
            <a:hueOff val="0"/>
            <a:satOff val="0"/>
            <a:lumOff val="0"/>
            <a:alphaOff val="0"/>
          </a:schemeClr>
        </a:solidFill>
        <a:ln w="1270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87D7CDA-321B-4005-964C-22DBCEF412C1}">
      <dsp:nvSpPr>
        <dsp:cNvPr id="0" name=""/>
        <dsp:cNvSpPr/>
      </dsp:nvSpPr>
      <dsp:spPr>
        <a:xfrm>
          <a:off x="1447598" y="1644723"/>
          <a:ext cx="1082325" cy="9487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US" sz="1800" kern="1200" dirty="0"/>
            <a:t>V. Simple</a:t>
          </a:r>
          <a:endParaRPr lang="en-IN" sz="1800" kern="1200" dirty="0"/>
        </a:p>
      </dsp:txBody>
      <dsp:txXfrm>
        <a:off x="1447598" y="1644723"/>
        <a:ext cx="1082325" cy="948721"/>
      </dsp:txXfrm>
    </dsp:sp>
    <dsp:sp modelId="{BEED5F5B-99B8-4698-85B7-AD8193E6812D}">
      <dsp:nvSpPr>
        <dsp:cNvPr id="0" name=""/>
        <dsp:cNvSpPr/>
      </dsp:nvSpPr>
      <dsp:spPr>
        <a:xfrm>
          <a:off x="2325711" y="1198266"/>
          <a:ext cx="204212" cy="204212"/>
        </a:xfrm>
        <a:prstGeom prst="triangle">
          <a:avLst>
            <a:gd name="adj" fmla="val 100000"/>
          </a:avLst>
        </a:prstGeom>
        <a:solidFill>
          <a:schemeClr val="accent5">
            <a:hueOff val="0"/>
            <a:satOff val="0"/>
            <a:lumOff val="0"/>
            <a:alphaOff val="0"/>
          </a:schemeClr>
        </a:solidFill>
        <a:ln w="12700" cap="flat" cmpd="sng" algn="ctr">
          <a:solidFill>
            <a:schemeClr val="accent5">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114E2E9-0658-4AF1-8977-0FC214509620}">
      <dsp:nvSpPr>
        <dsp:cNvPr id="0" name=""/>
        <dsp:cNvSpPr/>
      </dsp:nvSpPr>
      <dsp:spPr>
        <a:xfrm rot="5400000">
          <a:off x="2892840" y="958659"/>
          <a:ext cx="720470" cy="1198846"/>
        </a:xfrm>
        <a:prstGeom prst="corner">
          <a:avLst>
            <a:gd name="adj1" fmla="val 16120"/>
            <a:gd name="adj2" fmla="val 16110"/>
          </a:avLst>
        </a:prstGeom>
        <a:solidFill>
          <a:schemeClr val="accent6">
            <a:hueOff val="0"/>
            <a:satOff val="0"/>
            <a:lumOff val="0"/>
            <a:alphaOff val="0"/>
          </a:schemeClr>
        </a:solidFill>
        <a:ln w="12700" cap="flat" cmpd="sng" algn="ctr">
          <a:solidFill>
            <a:schemeClr val="accent6">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D14531C-C6D4-4DDF-9158-3648381B8948}">
      <dsp:nvSpPr>
        <dsp:cNvPr id="0" name=""/>
        <dsp:cNvSpPr/>
      </dsp:nvSpPr>
      <dsp:spPr>
        <a:xfrm>
          <a:off x="2772576" y="1316856"/>
          <a:ext cx="1082325" cy="9487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US" sz="1800" kern="1200" dirty="0"/>
            <a:t>Simple</a:t>
          </a:r>
          <a:endParaRPr lang="en-IN" sz="1800" kern="1200" dirty="0"/>
        </a:p>
      </dsp:txBody>
      <dsp:txXfrm>
        <a:off x="2772576" y="1316856"/>
        <a:ext cx="1082325" cy="948721"/>
      </dsp:txXfrm>
    </dsp:sp>
    <dsp:sp modelId="{1E7A420B-5173-46C8-90D3-D669E6637620}">
      <dsp:nvSpPr>
        <dsp:cNvPr id="0" name=""/>
        <dsp:cNvSpPr/>
      </dsp:nvSpPr>
      <dsp:spPr>
        <a:xfrm>
          <a:off x="3650689" y="870399"/>
          <a:ext cx="204212" cy="204212"/>
        </a:xfrm>
        <a:prstGeom prst="triangle">
          <a:avLst>
            <a:gd name="adj" fmla="val 100000"/>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A0E949F4-2F17-4973-9954-542EAFE11EAD}">
      <dsp:nvSpPr>
        <dsp:cNvPr id="0" name=""/>
        <dsp:cNvSpPr/>
      </dsp:nvSpPr>
      <dsp:spPr>
        <a:xfrm rot="5400000">
          <a:off x="4217818" y="630792"/>
          <a:ext cx="720470" cy="1198846"/>
        </a:xfrm>
        <a:prstGeom prst="corner">
          <a:avLst>
            <a:gd name="adj1" fmla="val 16120"/>
            <a:gd name="adj2" fmla="val 16110"/>
          </a:avLst>
        </a:prstGeom>
        <a:solidFill>
          <a:schemeClr val="accent3">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2C15F150-5EE4-4B63-8770-198D264066F6}">
      <dsp:nvSpPr>
        <dsp:cNvPr id="0" name=""/>
        <dsp:cNvSpPr/>
      </dsp:nvSpPr>
      <dsp:spPr>
        <a:xfrm>
          <a:off x="4097553" y="988989"/>
          <a:ext cx="1082325" cy="9487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US" sz="1800" kern="1200" dirty="0"/>
            <a:t>Medium</a:t>
          </a:r>
          <a:endParaRPr lang="en-IN" sz="1800" kern="1200" dirty="0"/>
        </a:p>
      </dsp:txBody>
      <dsp:txXfrm>
        <a:off x="4097553" y="988989"/>
        <a:ext cx="1082325" cy="948721"/>
      </dsp:txXfrm>
    </dsp:sp>
    <dsp:sp modelId="{6D24A6B1-7913-4BAF-9E94-28863ABF8981}">
      <dsp:nvSpPr>
        <dsp:cNvPr id="0" name=""/>
        <dsp:cNvSpPr/>
      </dsp:nvSpPr>
      <dsp:spPr>
        <a:xfrm>
          <a:off x="4975666" y="542532"/>
          <a:ext cx="204212" cy="204212"/>
        </a:xfrm>
        <a:prstGeom prst="triangle">
          <a:avLst>
            <a:gd name="adj" fmla="val 100000"/>
          </a:avLst>
        </a:prstGeom>
        <a:solidFill>
          <a:schemeClr val="accent4">
            <a:hueOff val="0"/>
            <a:satOff val="0"/>
            <a:lumOff val="0"/>
            <a:alphaOff val="0"/>
          </a:schemeClr>
        </a:solidFill>
        <a:ln w="1270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7FCE8C0-F0A5-4140-BDF8-8A2AF5727CAD}">
      <dsp:nvSpPr>
        <dsp:cNvPr id="0" name=""/>
        <dsp:cNvSpPr/>
      </dsp:nvSpPr>
      <dsp:spPr>
        <a:xfrm rot="5400000">
          <a:off x="5542795" y="302925"/>
          <a:ext cx="720470" cy="1198846"/>
        </a:xfrm>
        <a:prstGeom prst="corner">
          <a:avLst>
            <a:gd name="adj1" fmla="val 16120"/>
            <a:gd name="adj2" fmla="val 16110"/>
          </a:avLst>
        </a:prstGeom>
        <a:solidFill>
          <a:schemeClr val="accent5">
            <a:hueOff val="0"/>
            <a:satOff val="0"/>
            <a:lumOff val="0"/>
            <a:alphaOff val="0"/>
          </a:schemeClr>
        </a:solidFill>
        <a:ln w="12700" cap="flat" cmpd="sng" algn="ctr">
          <a:solidFill>
            <a:schemeClr val="accent5">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BCC0D6E-27FE-4B96-AA23-B3C6F8C8BE93}">
      <dsp:nvSpPr>
        <dsp:cNvPr id="0" name=""/>
        <dsp:cNvSpPr/>
      </dsp:nvSpPr>
      <dsp:spPr>
        <a:xfrm>
          <a:off x="5422531" y="661122"/>
          <a:ext cx="1082325" cy="9487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US" sz="1800" kern="1200" dirty="0"/>
            <a:t>Hard</a:t>
          </a:r>
          <a:endParaRPr lang="en-IN" sz="1800" kern="1200" dirty="0"/>
        </a:p>
      </dsp:txBody>
      <dsp:txXfrm>
        <a:off x="5422531" y="661122"/>
        <a:ext cx="1082325" cy="948721"/>
      </dsp:txXfrm>
    </dsp:sp>
  </dsp:spTree>
</dsp:drawing>
</file>

<file path=ppt/diagrams/drawing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090D640-C156-407B-948A-533856B96610}">
      <dsp:nvSpPr>
        <dsp:cNvPr id="0" name=""/>
        <dsp:cNvSpPr/>
      </dsp:nvSpPr>
      <dsp:spPr>
        <a:xfrm>
          <a:off x="80925" y="184965"/>
          <a:ext cx="1551807" cy="683776"/>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3792" tIns="113792" rIns="113792" bIns="60960" numCol="1" spcCol="1270" anchor="t" anchorCtr="0">
          <a:noAutofit/>
        </a:bodyPr>
        <a:lstStyle/>
        <a:p>
          <a:pPr marL="0" lvl="0" indent="0" algn="l" defTabSz="711200">
            <a:lnSpc>
              <a:spcPct val="90000"/>
            </a:lnSpc>
            <a:spcBef>
              <a:spcPct val="0"/>
            </a:spcBef>
            <a:spcAft>
              <a:spcPct val="35000"/>
            </a:spcAft>
            <a:buNone/>
          </a:pPr>
          <a:r>
            <a:rPr lang="en-IN" sz="1600" b="1" kern="1200" dirty="0"/>
            <a:t>1. Data types &amp; Variables</a:t>
          </a:r>
        </a:p>
      </dsp:txBody>
      <dsp:txXfrm>
        <a:off x="80925" y="184965"/>
        <a:ext cx="1551807" cy="455406"/>
      </dsp:txXfrm>
    </dsp:sp>
    <dsp:sp modelId="{C24FBE50-61EE-4A52-8086-EB926C0D117B}">
      <dsp:nvSpPr>
        <dsp:cNvPr id="0" name=""/>
        <dsp:cNvSpPr/>
      </dsp:nvSpPr>
      <dsp:spPr>
        <a:xfrm>
          <a:off x="339629" y="825336"/>
          <a:ext cx="1354867" cy="2855072"/>
        </a:xfrm>
        <a:prstGeom prst="roundRect">
          <a:avLst>
            <a:gd name="adj" fmla="val 10000"/>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13792" tIns="113792" rIns="113792" bIns="113792" numCol="1" spcCol="1270" anchor="t" anchorCtr="0">
          <a:noAutofit/>
        </a:bodyPr>
        <a:lstStyle/>
        <a:p>
          <a:pPr marL="171450" lvl="1" indent="-171450" algn="l" defTabSz="711200">
            <a:lnSpc>
              <a:spcPct val="90000"/>
            </a:lnSpc>
            <a:spcBef>
              <a:spcPct val="0"/>
            </a:spcBef>
            <a:spcAft>
              <a:spcPct val="15000"/>
            </a:spcAft>
            <a:buChar char="•"/>
          </a:pPr>
          <a:r>
            <a:rPr lang="en-US" sz="1600" kern="1200" dirty="0"/>
            <a:t>int</a:t>
          </a:r>
          <a:endParaRPr lang="en-IN" sz="1600" kern="1200" dirty="0"/>
        </a:p>
        <a:p>
          <a:pPr marL="171450" lvl="1" indent="-171450" algn="l" defTabSz="711200">
            <a:lnSpc>
              <a:spcPct val="90000"/>
            </a:lnSpc>
            <a:spcBef>
              <a:spcPct val="0"/>
            </a:spcBef>
            <a:spcAft>
              <a:spcPct val="15000"/>
            </a:spcAft>
            <a:buChar char="•"/>
          </a:pPr>
          <a:r>
            <a:rPr lang="en-US" sz="1600" kern="1200" dirty="0"/>
            <a:t>char</a:t>
          </a:r>
          <a:endParaRPr lang="en-IN" sz="1600" kern="1200" dirty="0"/>
        </a:p>
        <a:p>
          <a:pPr marL="171450" lvl="1" indent="-171450" algn="l" defTabSz="711200">
            <a:lnSpc>
              <a:spcPct val="90000"/>
            </a:lnSpc>
            <a:spcBef>
              <a:spcPct val="0"/>
            </a:spcBef>
            <a:spcAft>
              <a:spcPct val="15000"/>
            </a:spcAft>
            <a:buChar char="•"/>
          </a:pPr>
          <a:r>
            <a:rPr lang="en-US" sz="1600" kern="1200" dirty="0" err="1"/>
            <a:t>boolean</a:t>
          </a:r>
          <a:endParaRPr lang="en-IN" sz="1600" kern="1200" dirty="0"/>
        </a:p>
        <a:p>
          <a:pPr marL="171450" lvl="1" indent="-171450" algn="l" defTabSz="711200">
            <a:lnSpc>
              <a:spcPct val="90000"/>
            </a:lnSpc>
            <a:spcBef>
              <a:spcPct val="0"/>
            </a:spcBef>
            <a:spcAft>
              <a:spcPct val="15000"/>
            </a:spcAft>
            <a:buChar char="•"/>
          </a:pPr>
          <a:r>
            <a:rPr lang="en-US" sz="1600" kern="1200" dirty="0"/>
            <a:t>String</a:t>
          </a:r>
          <a:endParaRPr lang="en-IN" sz="1600" kern="1200" dirty="0"/>
        </a:p>
        <a:p>
          <a:pPr marL="171450" lvl="1" indent="-171450" algn="l" defTabSz="711200">
            <a:lnSpc>
              <a:spcPct val="90000"/>
            </a:lnSpc>
            <a:spcBef>
              <a:spcPct val="0"/>
            </a:spcBef>
            <a:spcAft>
              <a:spcPct val="15000"/>
            </a:spcAft>
            <a:buChar char="•"/>
          </a:pPr>
          <a:r>
            <a:rPr lang="en-US" sz="1600" kern="1200" dirty="0"/>
            <a:t>Array</a:t>
          </a:r>
          <a:endParaRPr lang="en-IN" sz="1600" kern="1200" dirty="0"/>
        </a:p>
      </dsp:txBody>
      <dsp:txXfrm>
        <a:off x="379312" y="865019"/>
        <a:ext cx="1275501" cy="2775706"/>
      </dsp:txXfrm>
    </dsp:sp>
    <dsp:sp modelId="{9C9D207E-A06A-4C67-8637-AF959EBBF34A}">
      <dsp:nvSpPr>
        <dsp:cNvPr id="0" name=""/>
        <dsp:cNvSpPr/>
      </dsp:nvSpPr>
      <dsp:spPr>
        <a:xfrm>
          <a:off x="1780710" y="270939"/>
          <a:ext cx="313711" cy="283457"/>
        </a:xfrm>
        <a:prstGeom prst="rightArrow">
          <a:avLst>
            <a:gd name="adj1" fmla="val 60000"/>
            <a:gd name="adj2" fmla="val 5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1780710" y="327630"/>
        <a:ext cx="228674" cy="170075"/>
      </dsp:txXfrm>
    </dsp:sp>
    <dsp:sp modelId="{C6D12E62-22D0-4A68-9A04-927CAC4B8710}">
      <dsp:nvSpPr>
        <dsp:cNvPr id="0" name=""/>
        <dsp:cNvSpPr/>
      </dsp:nvSpPr>
      <dsp:spPr>
        <a:xfrm>
          <a:off x="2224642" y="184965"/>
          <a:ext cx="1551807" cy="683776"/>
        </a:xfrm>
        <a:prstGeom prst="roundRect">
          <a:avLst>
            <a:gd name="adj" fmla="val 1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3792" tIns="113792" rIns="113792" bIns="60960" numCol="1" spcCol="1270" anchor="t" anchorCtr="0">
          <a:noAutofit/>
        </a:bodyPr>
        <a:lstStyle/>
        <a:p>
          <a:pPr marL="0" lvl="0" indent="0" algn="l" defTabSz="711200">
            <a:lnSpc>
              <a:spcPct val="90000"/>
            </a:lnSpc>
            <a:spcBef>
              <a:spcPct val="0"/>
            </a:spcBef>
            <a:spcAft>
              <a:spcPct val="35000"/>
            </a:spcAft>
            <a:buNone/>
          </a:pPr>
          <a:r>
            <a:rPr lang="en-US" sz="1600" b="1" kern="1200" dirty="0"/>
            <a:t>2. Classes &amp; Methods</a:t>
          </a:r>
          <a:endParaRPr lang="en-IN" sz="1600" b="1" kern="1200" dirty="0"/>
        </a:p>
      </dsp:txBody>
      <dsp:txXfrm>
        <a:off x="2224642" y="184965"/>
        <a:ext cx="1551807" cy="455406"/>
      </dsp:txXfrm>
    </dsp:sp>
    <dsp:sp modelId="{64CD8015-7742-466E-B0D8-E48292E1FB09}">
      <dsp:nvSpPr>
        <dsp:cNvPr id="0" name=""/>
        <dsp:cNvSpPr/>
      </dsp:nvSpPr>
      <dsp:spPr>
        <a:xfrm>
          <a:off x="2483346" y="825336"/>
          <a:ext cx="1354867" cy="2855072"/>
        </a:xfrm>
        <a:prstGeom prst="roundRect">
          <a:avLst>
            <a:gd name="adj" fmla="val 10000"/>
          </a:avLst>
        </a:prstGeom>
        <a:solidFill>
          <a:schemeClr val="lt1">
            <a:alpha val="90000"/>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13792" tIns="113792" rIns="113792" bIns="113792" numCol="1" spcCol="1270" anchor="t" anchorCtr="0">
          <a:noAutofit/>
        </a:bodyPr>
        <a:lstStyle/>
        <a:p>
          <a:pPr marL="171450" lvl="1" indent="-171450" algn="l" defTabSz="711200">
            <a:lnSpc>
              <a:spcPct val="90000"/>
            </a:lnSpc>
            <a:spcBef>
              <a:spcPct val="0"/>
            </a:spcBef>
            <a:spcAft>
              <a:spcPct val="15000"/>
            </a:spcAft>
            <a:buChar char="•"/>
          </a:pPr>
          <a:r>
            <a:rPr lang="en-US" sz="1600" kern="1200" dirty="0"/>
            <a:t>Create class</a:t>
          </a:r>
          <a:endParaRPr lang="en-IN" sz="1600" kern="1200" dirty="0"/>
        </a:p>
        <a:p>
          <a:pPr marL="171450" lvl="1" indent="-171450" algn="l" defTabSz="711200">
            <a:lnSpc>
              <a:spcPct val="90000"/>
            </a:lnSpc>
            <a:spcBef>
              <a:spcPct val="0"/>
            </a:spcBef>
            <a:spcAft>
              <a:spcPct val="15000"/>
            </a:spcAft>
            <a:buChar char="•"/>
          </a:pPr>
          <a:r>
            <a:rPr lang="en-US" sz="1600" kern="1200"/>
            <a:t>Main </a:t>
          </a:r>
          <a:r>
            <a:rPr lang="en-US" sz="1600" kern="1200" dirty="0"/>
            <a:t>method</a:t>
          </a:r>
          <a:endParaRPr lang="en-IN" sz="1600" kern="1200" dirty="0"/>
        </a:p>
        <a:p>
          <a:pPr marL="171450" lvl="1" indent="-171450" algn="l" defTabSz="711200">
            <a:lnSpc>
              <a:spcPct val="90000"/>
            </a:lnSpc>
            <a:spcBef>
              <a:spcPct val="0"/>
            </a:spcBef>
            <a:spcAft>
              <a:spcPct val="15000"/>
            </a:spcAft>
            <a:buChar char="•"/>
          </a:pPr>
          <a:r>
            <a:rPr lang="en-US" sz="1600" kern="1200"/>
            <a:t>Functions</a:t>
          </a:r>
          <a:endParaRPr lang="en-IN" sz="1600" kern="1200" dirty="0"/>
        </a:p>
      </dsp:txBody>
      <dsp:txXfrm>
        <a:off x="2523029" y="865019"/>
        <a:ext cx="1275501" cy="2775706"/>
      </dsp:txXfrm>
    </dsp:sp>
    <dsp:sp modelId="{DC4F7964-48DD-4B79-9D55-385C3D02EEC4}">
      <dsp:nvSpPr>
        <dsp:cNvPr id="0" name=""/>
        <dsp:cNvSpPr/>
      </dsp:nvSpPr>
      <dsp:spPr>
        <a:xfrm>
          <a:off x="3924427" y="270939"/>
          <a:ext cx="313711" cy="283457"/>
        </a:xfrm>
        <a:prstGeom prst="rightArrow">
          <a:avLst>
            <a:gd name="adj1" fmla="val 60000"/>
            <a:gd name="adj2" fmla="val 5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3924427" y="327630"/>
        <a:ext cx="228674" cy="170075"/>
      </dsp:txXfrm>
    </dsp:sp>
    <dsp:sp modelId="{DB4B9966-CF4B-4FC3-99AA-FB5D93B44D6B}">
      <dsp:nvSpPr>
        <dsp:cNvPr id="0" name=""/>
        <dsp:cNvSpPr/>
      </dsp:nvSpPr>
      <dsp:spPr>
        <a:xfrm>
          <a:off x="4368359" y="184965"/>
          <a:ext cx="1551807" cy="683776"/>
        </a:xfrm>
        <a:prstGeom prst="roundRect">
          <a:avLst>
            <a:gd name="adj" fmla="val 1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3792" tIns="113792" rIns="113792" bIns="60960" numCol="1" spcCol="1270" anchor="t" anchorCtr="0">
          <a:noAutofit/>
        </a:bodyPr>
        <a:lstStyle/>
        <a:p>
          <a:pPr marL="0" lvl="0" indent="0" algn="l" defTabSz="711200">
            <a:lnSpc>
              <a:spcPct val="90000"/>
            </a:lnSpc>
            <a:spcBef>
              <a:spcPct val="0"/>
            </a:spcBef>
            <a:spcAft>
              <a:spcPct val="35000"/>
            </a:spcAft>
            <a:buNone/>
          </a:pPr>
          <a:r>
            <a:rPr lang="en-US" sz="1600" b="1" kern="1200" dirty="0"/>
            <a:t>3. Operators</a:t>
          </a:r>
          <a:endParaRPr lang="en-IN" sz="1600" b="1" kern="1200" dirty="0"/>
        </a:p>
      </dsp:txBody>
      <dsp:txXfrm>
        <a:off x="4368359" y="184965"/>
        <a:ext cx="1551807" cy="455406"/>
      </dsp:txXfrm>
    </dsp:sp>
    <dsp:sp modelId="{D2209AAF-DFAD-4F32-997F-3D535F4D84A5}">
      <dsp:nvSpPr>
        <dsp:cNvPr id="0" name=""/>
        <dsp:cNvSpPr/>
      </dsp:nvSpPr>
      <dsp:spPr>
        <a:xfrm>
          <a:off x="4627063" y="825336"/>
          <a:ext cx="1354867" cy="2855072"/>
        </a:xfrm>
        <a:prstGeom prst="roundRect">
          <a:avLst>
            <a:gd name="adj" fmla="val 10000"/>
          </a:avLst>
        </a:prstGeom>
        <a:solidFill>
          <a:schemeClr val="lt1">
            <a:alpha val="90000"/>
            <a:hueOff val="0"/>
            <a:satOff val="0"/>
            <a:lumOff val="0"/>
            <a:alphaOff val="0"/>
          </a:schemeClr>
        </a:solidFill>
        <a:ln w="12700" cap="flat" cmpd="sng" algn="ctr">
          <a:solidFill>
            <a:schemeClr val="accent4">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13792" tIns="113792" rIns="113792" bIns="113792" numCol="1" spcCol="1270" anchor="t" anchorCtr="0">
          <a:noAutofit/>
        </a:bodyPr>
        <a:lstStyle/>
        <a:p>
          <a:pPr marL="171450" lvl="1" indent="-171450" algn="l" defTabSz="711200">
            <a:lnSpc>
              <a:spcPct val="90000"/>
            </a:lnSpc>
            <a:spcBef>
              <a:spcPct val="0"/>
            </a:spcBef>
            <a:spcAft>
              <a:spcPct val="15000"/>
            </a:spcAft>
            <a:buChar char="•"/>
          </a:pPr>
          <a:r>
            <a:rPr lang="en-IN" sz="1600" b="0" i="0" kern="1200" dirty="0"/>
            <a:t>+, -, *, /</a:t>
          </a:r>
          <a:endParaRPr lang="en-IN" sz="1600" kern="1200" dirty="0"/>
        </a:p>
        <a:p>
          <a:pPr marL="171450" lvl="1" indent="-171450" algn="l" defTabSz="711200">
            <a:lnSpc>
              <a:spcPct val="90000"/>
            </a:lnSpc>
            <a:spcBef>
              <a:spcPct val="0"/>
            </a:spcBef>
            <a:spcAft>
              <a:spcPct val="15000"/>
            </a:spcAft>
            <a:buChar char="•"/>
          </a:pPr>
          <a:r>
            <a:rPr lang="en-IN" sz="1600" b="0" i="0" kern="1200"/>
            <a:t>++, </a:t>
          </a:r>
          <a:r>
            <a:rPr lang="en-IN" sz="1600" b="0" i="0" kern="1200" dirty="0"/>
            <a:t>--</a:t>
          </a:r>
          <a:endParaRPr lang="en-IN" sz="1600" kern="1200" dirty="0"/>
        </a:p>
        <a:p>
          <a:pPr marL="171450" lvl="1" indent="-171450" algn="l" defTabSz="711200">
            <a:lnSpc>
              <a:spcPct val="90000"/>
            </a:lnSpc>
            <a:spcBef>
              <a:spcPct val="0"/>
            </a:spcBef>
            <a:spcAft>
              <a:spcPct val="15000"/>
            </a:spcAft>
            <a:buChar char="•"/>
          </a:pPr>
          <a:r>
            <a:rPr lang="en-IN" sz="1600" b="0" i="0" kern="1200"/>
            <a:t>==, </a:t>
          </a:r>
          <a:r>
            <a:rPr lang="en-IN" sz="1600" b="0" i="0" kern="1200" dirty="0"/>
            <a:t>!=, &gt;, &lt;, &gt;=, &lt;=</a:t>
          </a:r>
          <a:endParaRPr lang="en-IN" sz="1600" kern="1200" dirty="0"/>
        </a:p>
        <a:p>
          <a:pPr marL="171450" lvl="1" indent="-171450" algn="l" defTabSz="711200">
            <a:lnSpc>
              <a:spcPct val="90000"/>
            </a:lnSpc>
            <a:spcBef>
              <a:spcPct val="0"/>
            </a:spcBef>
            <a:spcAft>
              <a:spcPct val="15000"/>
            </a:spcAft>
            <a:buChar char="•"/>
          </a:pPr>
          <a:r>
            <a:rPr lang="en-IN" sz="1600" b="0" i="0" kern="1200" dirty="0"/>
            <a:t>&amp;&amp;, ||</a:t>
          </a:r>
          <a:endParaRPr lang="en-IN" sz="1600" kern="1200" dirty="0"/>
        </a:p>
      </dsp:txBody>
      <dsp:txXfrm>
        <a:off x="4666746" y="865019"/>
        <a:ext cx="1275501" cy="2775706"/>
      </dsp:txXfrm>
    </dsp:sp>
    <dsp:sp modelId="{9EA8FA13-F41D-4575-8EBF-6B88D2C109B7}">
      <dsp:nvSpPr>
        <dsp:cNvPr id="0" name=""/>
        <dsp:cNvSpPr/>
      </dsp:nvSpPr>
      <dsp:spPr>
        <a:xfrm>
          <a:off x="6068144" y="270939"/>
          <a:ext cx="313711" cy="283457"/>
        </a:xfrm>
        <a:prstGeom prst="rightArrow">
          <a:avLst>
            <a:gd name="adj1" fmla="val 60000"/>
            <a:gd name="adj2" fmla="val 5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6068144" y="327630"/>
        <a:ext cx="228674" cy="170075"/>
      </dsp:txXfrm>
    </dsp:sp>
    <dsp:sp modelId="{55E5BEDF-6B5B-4E99-B91D-660FF1DCF0CB}">
      <dsp:nvSpPr>
        <dsp:cNvPr id="0" name=""/>
        <dsp:cNvSpPr/>
      </dsp:nvSpPr>
      <dsp:spPr>
        <a:xfrm>
          <a:off x="6512076" y="184965"/>
          <a:ext cx="1551807" cy="683776"/>
        </a:xfrm>
        <a:prstGeom prst="roundRect">
          <a:avLst>
            <a:gd name="adj" fmla="val 1000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3792" tIns="113792" rIns="113792" bIns="60960" numCol="1" spcCol="1270" anchor="t" anchorCtr="0">
          <a:noAutofit/>
        </a:bodyPr>
        <a:lstStyle/>
        <a:p>
          <a:pPr marL="0" lvl="0" indent="0" algn="l" defTabSz="711200">
            <a:lnSpc>
              <a:spcPct val="90000"/>
            </a:lnSpc>
            <a:spcBef>
              <a:spcPct val="0"/>
            </a:spcBef>
            <a:spcAft>
              <a:spcPct val="35000"/>
            </a:spcAft>
            <a:buNone/>
          </a:pPr>
          <a:r>
            <a:rPr lang="en-US" sz="1600" b="1" kern="1200" dirty="0"/>
            <a:t>4. Control statements</a:t>
          </a:r>
          <a:endParaRPr lang="en-IN" sz="1600" b="1" kern="1200" dirty="0"/>
        </a:p>
      </dsp:txBody>
      <dsp:txXfrm>
        <a:off x="6512076" y="184965"/>
        <a:ext cx="1551807" cy="455406"/>
      </dsp:txXfrm>
    </dsp:sp>
    <dsp:sp modelId="{6B821A99-A003-4279-AF05-9C0D234ABEC8}">
      <dsp:nvSpPr>
        <dsp:cNvPr id="0" name=""/>
        <dsp:cNvSpPr/>
      </dsp:nvSpPr>
      <dsp:spPr>
        <a:xfrm>
          <a:off x="6735628" y="825336"/>
          <a:ext cx="1425170" cy="2855072"/>
        </a:xfrm>
        <a:prstGeom prst="roundRect">
          <a:avLst>
            <a:gd name="adj" fmla="val 10000"/>
          </a:avLst>
        </a:prstGeom>
        <a:solidFill>
          <a:schemeClr val="lt1">
            <a:alpha val="90000"/>
            <a:hueOff val="0"/>
            <a:satOff val="0"/>
            <a:lumOff val="0"/>
            <a:alphaOff val="0"/>
          </a:schemeClr>
        </a:solidFill>
        <a:ln w="12700" cap="flat" cmpd="sng" algn="ctr">
          <a:solidFill>
            <a:schemeClr val="accent5">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13792" tIns="113792" rIns="113792" bIns="113792" numCol="1" spcCol="1270" anchor="t" anchorCtr="0">
          <a:noAutofit/>
        </a:bodyPr>
        <a:lstStyle/>
        <a:p>
          <a:pPr marL="171450" lvl="1" indent="-171450" algn="l" defTabSz="711200">
            <a:lnSpc>
              <a:spcPct val="90000"/>
            </a:lnSpc>
            <a:spcBef>
              <a:spcPct val="0"/>
            </a:spcBef>
            <a:spcAft>
              <a:spcPct val="15000"/>
            </a:spcAft>
            <a:buChar char="•"/>
          </a:pPr>
          <a:r>
            <a:rPr lang="en-US" sz="1600" kern="1200" dirty="0"/>
            <a:t>if-else</a:t>
          </a:r>
          <a:endParaRPr lang="en-IN" sz="1600" kern="1200" dirty="0"/>
        </a:p>
        <a:p>
          <a:pPr marL="171450" lvl="1" indent="-171450" algn="l" defTabSz="711200">
            <a:lnSpc>
              <a:spcPct val="90000"/>
            </a:lnSpc>
            <a:spcBef>
              <a:spcPct val="0"/>
            </a:spcBef>
            <a:spcAft>
              <a:spcPct val="15000"/>
            </a:spcAft>
            <a:buChar char="•"/>
          </a:pPr>
          <a:r>
            <a:rPr lang="en-US" sz="1600" kern="1200" dirty="0"/>
            <a:t>for loop</a:t>
          </a:r>
          <a:endParaRPr lang="en-IN" sz="1600" kern="1200" dirty="0"/>
        </a:p>
        <a:p>
          <a:pPr marL="171450" lvl="1" indent="-171450" algn="l" defTabSz="711200">
            <a:lnSpc>
              <a:spcPct val="90000"/>
            </a:lnSpc>
            <a:spcBef>
              <a:spcPct val="0"/>
            </a:spcBef>
            <a:spcAft>
              <a:spcPct val="15000"/>
            </a:spcAft>
            <a:buChar char="•"/>
          </a:pPr>
          <a:r>
            <a:rPr lang="en-US" sz="1600" kern="1200" dirty="0"/>
            <a:t>while loop</a:t>
          </a:r>
          <a:endParaRPr lang="en-IN" sz="1600" kern="1200" dirty="0"/>
        </a:p>
        <a:p>
          <a:pPr marL="171450" lvl="1" indent="-171450" algn="l" defTabSz="711200">
            <a:lnSpc>
              <a:spcPct val="90000"/>
            </a:lnSpc>
            <a:spcBef>
              <a:spcPct val="0"/>
            </a:spcBef>
            <a:spcAft>
              <a:spcPct val="15000"/>
            </a:spcAft>
            <a:buChar char="•"/>
          </a:pPr>
          <a:r>
            <a:rPr lang="en-US" sz="1600" kern="1200" dirty="0"/>
            <a:t>foreach loop</a:t>
          </a:r>
          <a:endParaRPr lang="en-IN" sz="1600" kern="1200" dirty="0"/>
        </a:p>
        <a:p>
          <a:pPr marL="171450" lvl="1" indent="-171450" algn="l" defTabSz="711200">
            <a:lnSpc>
              <a:spcPct val="90000"/>
            </a:lnSpc>
            <a:spcBef>
              <a:spcPct val="0"/>
            </a:spcBef>
            <a:spcAft>
              <a:spcPct val="15000"/>
            </a:spcAft>
            <a:buChar char="•"/>
          </a:pPr>
          <a:r>
            <a:rPr lang="en-US" sz="1600" kern="1200" dirty="0"/>
            <a:t>break &amp; continue</a:t>
          </a:r>
          <a:endParaRPr lang="en-IN" sz="1600" kern="1200" dirty="0"/>
        </a:p>
        <a:p>
          <a:pPr marL="171450" lvl="1" indent="-171450" algn="l" defTabSz="711200">
            <a:lnSpc>
              <a:spcPct val="90000"/>
            </a:lnSpc>
            <a:spcBef>
              <a:spcPct val="0"/>
            </a:spcBef>
            <a:spcAft>
              <a:spcPct val="15000"/>
            </a:spcAft>
            <a:buChar char="•"/>
          </a:pPr>
          <a:r>
            <a:rPr lang="en-US" sz="1600" kern="1200" dirty="0"/>
            <a:t>return</a:t>
          </a:r>
          <a:endParaRPr lang="en-IN" sz="1600" kern="1200" dirty="0"/>
        </a:p>
      </dsp:txBody>
      <dsp:txXfrm>
        <a:off x="6777370" y="867078"/>
        <a:ext cx="1341686" cy="2771588"/>
      </dsp:txXfrm>
    </dsp:sp>
    <dsp:sp modelId="{2A928E2A-D8B8-4AC1-B1BE-A464164E584A}">
      <dsp:nvSpPr>
        <dsp:cNvPr id="0" name=""/>
        <dsp:cNvSpPr/>
      </dsp:nvSpPr>
      <dsp:spPr>
        <a:xfrm>
          <a:off x="8217314" y="270939"/>
          <a:ext cx="325272" cy="283457"/>
        </a:xfrm>
        <a:prstGeom prst="rightArrow">
          <a:avLst>
            <a:gd name="adj1" fmla="val 60000"/>
            <a:gd name="adj2" fmla="val 5000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8217314" y="327630"/>
        <a:ext cx="240235" cy="170075"/>
      </dsp:txXfrm>
    </dsp:sp>
    <dsp:sp modelId="{4DEAA134-5C0D-4E16-A3E5-F45F0CD3E2DC}">
      <dsp:nvSpPr>
        <dsp:cNvPr id="0" name=""/>
        <dsp:cNvSpPr/>
      </dsp:nvSpPr>
      <dsp:spPr>
        <a:xfrm>
          <a:off x="8677606" y="184965"/>
          <a:ext cx="1717951" cy="683776"/>
        </a:xfrm>
        <a:prstGeom prst="roundRect">
          <a:avLst>
            <a:gd name="adj" fmla="val 1000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3792" tIns="113792" rIns="113792" bIns="60960" numCol="1" spcCol="1270" anchor="t" anchorCtr="0">
          <a:noAutofit/>
        </a:bodyPr>
        <a:lstStyle/>
        <a:p>
          <a:pPr marL="0" lvl="0" indent="0" algn="l" defTabSz="711200">
            <a:lnSpc>
              <a:spcPct val="90000"/>
            </a:lnSpc>
            <a:spcBef>
              <a:spcPct val="0"/>
            </a:spcBef>
            <a:spcAft>
              <a:spcPct val="35000"/>
            </a:spcAft>
            <a:buNone/>
          </a:pPr>
          <a:r>
            <a:rPr lang="en-US" sz="1600" b="1" kern="1200" dirty="0"/>
            <a:t>5. Array &amp; String methods</a:t>
          </a:r>
          <a:endParaRPr lang="en-IN" sz="1600" b="1" kern="1200" dirty="0"/>
        </a:p>
      </dsp:txBody>
      <dsp:txXfrm>
        <a:off x="8677606" y="184965"/>
        <a:ext cx="1717951" cy="455406"/>
      </dsp:txXfrm>
    </dsp:sp>
    <dsp:sp modelId="{50706CFD-C55E-428A-92C2-606516F76568}">
      <dsp:nvSpPr>
        <dsp:cNvPr id="0" name=""/>
        <dsp:cNvSpPr/>
      </dsp:nvSpPr>
      <dsp:spPr>
        <a:xfrm>
          <a:off x="9032720" y="825336"/>
          <a:ext cx="1354867" cy="2855072"/>
        </a:xfrm>
        <a:prstGeom prst="roundRect">
          <a:avLst>
            <a:gd name="adj" fmla="val 10000"/>
          </a:avLst>
        </a:prstGeom>
        <a:solidFill>
          <a:schemeClr val="lt1">
            <a:alpha val="90000"/>
            <a:hueOff val="0"/>
            <a:satOff val="0"/>
            <a:lumOff val="0"/>
            <a:alphaOff val="0"/>
          </a:schemeClr>
        </a:solidFill>
        <a:ln w="12700" cap="flat" cmpd="sng" algn="ctr">
          <a:solidFill>
            <a:schemeClr val="accent6">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13792" tIns="113792" rIns="113792" bIns="113792" numCol="1" spcCol="1270" anchor="t" anchorCtr="0">
          <a:noAutofit/>
        </a:bodyPr>
        <a:lstStyle/>
        <a:p>
          <a:pPr marL="171450" lvl="1" indent="-171450" algn="l" defTabSz="711200">
            <a:lnSpc>
              <a:spcPct val="90000"/>
            </a:lnSpc>
            <a:spcBef>
              <a:spcPct val="0"/>
            </a:spcBef>
            <a:spcAft>
              <a:spcPct val="15000"/>
            </a:spcAft>
            <a:buChar char="•"/>
          </a:pPr>
          <a:r>
            <a:rPr lang="en-US" sz="1600" kern="1200" dirty="0"/>
            <a:t>length</a:t>
          </a:r>
          <a:endParaRPr lang="en-IN" sz="1600" kern="1200" dirty="0"/>
        </a:p>
        <a:p>
          <a:pPr marL="171450" lvl="1" indent="-171450" algn="l" defTabSz="711200">
            <a:lnSpc>
              <a:spcPct val="90000"/>
            </a:lnSpc>
            <a:spcBef>
              <a:spcPct val="0"/>
            </a:spcBef>
            <a:spcAft>
              <a:spcPct val="15000"/>
            </a:spcAft>
            <a:buChar char="•"/>
          </a:pPr>
          <a:r>
            <a:rPr lang="en-US" sz="1600" kern="1200" dirty="0" err="1"/>
            <a:t>indexOf</a:t>
          </a:r>
          <a:endParaRPr lang="en-IN" sz="1600" kern="1200" dirty="0"/>
        </a:p>
        <a:p>
          <a:pPr marL="171450" lvl="1" indent="-171450" algn="l" defTabSz="711200">
            <a:lnSpc>
              <a:spcPct val="90000"/>
            </a:lnSpc>
            <a:spcBef>
              <a:spcPct val="0"/>
            </a:spcBef>
            <a:spcAft>
              <a:spcPct val="15000"/>
            </a:spcAft>
            <a:buChar char="•"/>
          </a:pPr>
          <a:r>
            <a:rPr lang="en-US" sz="1600" kern="1200" dirty="0"/>
            <a:t>substring</a:t>
          </a:r>
          <a:endParaRPr lang="en-IN" sz="1600" kern="1200" dirty="0"/>
        </a:p>
        <a:p>
          <a:pPr marL="171450" lvl="1" indent="-171450" algn="l" defTabSz="711200">
            <a:lnSpc>
              <a:spcPct val="90000"/>
            </a:lnSpc>
            <a:spcBef>
              <a:spcPct val="0"/>
            </a:spcBef>
            <a:spcAft>
              <a:spcPct val="15000"/>
            </a:spcAft>
            <a:buChar char="•"/>
          </a:pPr>
          <a:r>
            <a:rPr lang="en-US" sz="1600" kern="1200" dirty="0"/>
            <a:t>sort</a:t>
          </a:r>
          <a:endParaRPr lang="en-IN" sz="1600" kern="1200" dirty="0"/>
        </a:p>
        <a:p>
          <a:pPr marL="171450" lvl="1" indent="-171450" algn="l" defTabSz="711200">
            <a:lnSpc>
              <a:spcPct val="90000"/>
            </a:lnSpc>
            <a:spcBef>
              <a:spcPct val="0"/>
            </a:spcBef>
            <a:spcAft>
              <a:spcPct val="15000"/>
            </a:spcAft>
            <a:buChar char="•"/>
          </a:pPr>
          <a:r>
            <a:rPr lang="en-US" sz="1600" kern="1200" dirty="0" err="1"/>
            <a:t>charAt</a:t>
          </a:r>
          <a:endParaRPr lang="en-IN" sz="1600" kern="1200" dirty="0"/>
        </a:p>
        <a:p>
          <a:pPr marL="171450" lvl="1" indent="-171450" algn="l" defTabSz="711200">
            <a:lnSpc>
              <a:spcPct val="90000"/>
            </a:lnSpc>
            <a:spcBef>
              <a:spcPct val="0"/>
            </a:spcBef>
            <a:spcAft>
              <a:spcPct val="15000"/>
            </a:spcAft>
            <a:buChar char="•"/>
          </a:pPr>
          <a:r>
            <a:rPr lang="en-US" sz="1600" kern="1200" dirty="0"/>
            <a:t>replace</a:t>
          </a:r>
          <a:endParaRPr lang="en-IN" sz="1600" kern="1200" dirty="0"/>
        </a:p>
        <a:p>
          <a:pPr marL="171450" lvl="1" indent="-171450" algn="l" defTabSz="711200">
            <a:lnSpc>
              <a:spcPct val="90000"/>
            </a:lnSpc>
            <a:spcBef>
              <a:spcPct val="0"/>
            </a:spcBef>
            <a:spcAft>
              <a:spcPct val="15000"/>
            </a:spcAft>
            <a:buChar char="•"/>
          </a:pPr>
          <a:r>
            <a:rPr lang="en-US" sz="1600" kern="1200" dirty="0"/>
            <a:t>trim</a:t>
          </a:r>
          <a:endParaRPr lang="en-IN" sz="1600" kern="1200" dirty="0"/>
        </a:p>
        <a:p>
          <a:pPr marL="171450" lvl="1" indent="-171450" algn="l" defTabSz="711200">
            <a:lnSpc>
              <a:spcPct val="90000"/>
            </a:lnSpc>
            <a:spcBef>
              <a:spcPct val="0"/>
            </a:spcBef>
            <a:spcAft>
              <a:spcPct val="15000"/>
            </a:spcAft>
            <a:buChar char="•"/>
          </a:pPr>
          <a:r>
            <a:rPr lang="en-US" sz="1600" kern="1200" dirty="0"/>
            <a:t>split</a:t>
          </a:r>
          <a:endParaRPr lang="en-IN" sz="1600" kern="1200" dirty="0"/>
        </a:p>
      </dsp:txBody>
      <dsp:txXfrm>
        <a:off x="9072403" y="865019"/>
        <a:ext cx="1275501" cy="2775706"/>
      </dsp:txXfrm>
    </dsp:sp>
  </dsp:spTree>
</dsp:drawing>
</file>

<file path=ppt/diagrams/drawing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AD22584-8466-4DD3-A800-8FF09FEDB050}">
      <dsp:nvSpPr>
        <dsp:cNvPr id="0" name=""/>
        <dsp:cNvSpPr/>
      </dsp:nvSpPr>
      <dsp:spPr>
        <a:xfrm>
          <a:off x="0" y="4438722"/>
          <a:ext cx="4121955" cy="485727"/>
        </a:xfrm>
        <a:prstGeom prst="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8016" tIns="128016" rIns="128016" bIns="128016" numCol="1" spcCol="1270" anchor="ctr" anchorCtr="0">
          <a:noAutofit/>
        </a:bodyPr>
        <a:lstStyle/>
        <a:p>
          <a:pPr marL="0" lvl="0" indent="0" algn="l" defTabSz="800100">
            <a:lnSpc>
              <a:spcPct val="90000"/>
            </a:lnSpc>
            <a:spcBef>
              <a:spcPct val="0"/>
            </a:spcBef>
            <a:spcAft>
              <a:spcPct val="35000"/>
            </a:spcAft>
            <a:buNone/>
          </a:pPr>
          <a:r>
            <a:rPr lang="en-US" sz="1800" kern="1200" dirty="0"/>
            <a:t>7. At last check edge cases constraints.</a:t>
          </a:r>
          <a:endParaRPr lang="en-IN" sz="1800" kern="1200" dirty="0"/>
        </a:p>
      </dsp:txBody>
      <dsp:txXfrm>
        <a:off x="0" y="4438722"/>
        <a:ext cx="4121955" cy="485727"/>
      </dsp:txXfrm>
    </dsp:sp>
    <dsp:sp modelId="{A14E174F-6061-42D1-8B9A-8F05F7BA525C}">
      <dsp:nvSpPr>
        <dsp:cNvPr id="0" name=""/>
        <dsp:cNvSpPr/>
      </dsp:nvSpPr>
      <dsp:spPr>
        <a:xfrm rot="10800000">
          <a:off x="0" y="3698960"/>
          <a:ext cx="4121955" cy="747048"/>
        </a:xfrm>
        <a:prstGeom prst="upArrowCallou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8016" tIns="128016" rIns="128016" bIns="128016" numCol="1" spcCol="1270" anchor="ctr" anchorCtr="0">
          <a:noAutofit/>
        </a:bodyPr>
        <a:lstStyle/>
        <a:p>
          <a:pPr marL="0" lvl="0" indent="0" algn="l" defTabSz="800100">
            <a:lnSpc>
              <a:spcPct val="90000"/>
            </a:lnSpc>
            <a:spcBef>
              <a:spcPct val="0"/>
            </a:spcBef>
            <a:spcAft>
              <a:spcPct val="35000"/>
            </a:spcAft>
            <a:buNone/>
          </a:pPr>
          <a:r>
            <a:rPr lang="en-IN" sz="1800" kern="1200" dirty="0"/>
            <a:t>6. Test the code for success result.</a:t>
          </a:r>
        </a:p>
      </dsp:txBody>
      <dsp:txXfrm rot="10800000">
        <a:off x="0" y="3698960"/>
        <a:ext cx="4121955" cy="485409"/>
      </dsp:txXfrm>
    </dsp:sp>
    <dsp:sp modelId="{96AC0903-7736-4BE7-9EAA-252D37C64D4D}">
      <dsp:nvSpPr>
        <dsp:cNvPr id="0" name=""/>
        <dsp:cNvSpPr/>
      </dsp:nvSpPr>
      <dsp:spPr>
        <a:xfrm rot="10800000">
          <a:off x="0" y="2959198"/>
          <a:ext cx="4121955" cy="747048"/>
        </a:xfrm>
        <a:prstGeom prst="upArrowCallou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8016" tIns="128016" rIns="128016" bIns="128016" numCol="1" spcCol="1270" anchor="ctr" anchorCtr="0">
          <a:noAutofit/>
        </a:bodyPr>
        <a:lstStyle/>
        <a:p>
          <a:pPr marL="0" lvl="0" indent="0" algn="l" defTabSz="800100">
            <a:lnSpc>
              <a:spcPct val="90000"/>
            </a:lnSpc>
            <a:spcBef>
              <a:spcPct val="0"/>
            </a:spcBef>
            <a:spcAft>
              <a:spcPct val="35000"/>
            </a:spcAft>
            <a:buNone/>
          </a:pPr>
          <a:r>
            <a:rPr lang="en-US" sz="1800" kern="1200" dirty="0"/>
            <a:t>5. Write function logic and return result.       </a:t>
          </a:r>
          <a:endParaRPr lang="en-IN" sz="1800" kern="1200" dirty="0"/>
        </a:p>
      </dsp:txBody>
      <dsp:txXfrm rot="10800000">
        <a:off x="0" y="2959198"/>
        <a:ext cx="4121955" cy="485409"/>
      </dsp:txXfrm>
    </dsp:sp>
    <dsp:sp modelId="{C3C0B808-DB9A-409C-843C-DF0DFF5D3CC2}">
      <dsp:nvSpPr>
        <dsp:cNvPr id="0" name=""/>
        <dsp:cNvSpPr/>
      </dsp:nvSpPr>
      <dsp:spPr>
        <a:xfrm rot="10800000">
          <a:off x="0" y="2219435"/>
          <a:ext cx="4121955" cy="747048"/>
        </a:xfrm>
        <a:prstGeom prst="upArrowCallout">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8016" tIns="128016" rIns="128016" bIns="128016" numCol="1" spcCol="1270" anchor="ctr" anchorCtr="0">
          <a:noAutofit/>
        </a:bodyPr>
        <a:lstStyle/>
        <a:p>
          <a:pPr marL="0" lvl="0" indent="0" algn="l" defTabSz="800100">
            <a:lnSpc>
              <a:spcPct val="90000"/>
            </a:lnSpc>
            <a:spcBef>
              <a:spcPct val="0"/>
            </a:spcBef>
            <a:spcAft>
              <a:spcPct val="35000"/>
            </a:spcAft>
            <a:buNone/>
          </a:pPr>
          <a:r>
            <a:rPr lang="en-US" sz="1800" kern="1200" dirty="0"/>
            <a:t>4. Print the output.</a:t>
          </a:r>
          <a:endParaRPr lang="en-IN" sz="1800" kern="1200" dirty="0"/>
        </a:p>
      </dsp:txBody>
      <dsp:txXfrm rot="10800000">
        <a:off x="0" y="2219435"/>
        <a:ext cx="4121955" cy="485409"/>
      </dsp:txXfrm>
    </dsp:sp>
    <dsp:sp modelId="{D5FFB21B-D960-42B9-BB8B-5DAF3632977B}">
      <dsp:nvSpPr>
        <dsp:cNvPr id="0" name=""/>
        <dsp:cNvSpPr/>
      </dsp:nvSpPr>
      <dsp:spPr>
        <a:xfrm rot="10800000">
          <a:off x="0" y="1479673"/>
          <a:ext cx="4121955" cy="747048"/>
        </a:xfrm>
        <a:prstGeom prst="upArrowCallou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8016" tIns="128016" rIns="128016" bIns="128016" numCol="1" spcCol="1270" anchor="ctr" anchorCtr="0">
          <a:noAutofit/>
        </a:bodyPr>
        <a:lstStyle/>
        <a:p>
          <a:pPr marL="0" lvl="0" indent="0" algn="l" defTabSz="800100">
            <a:lnSpc>
              <a:spcPct val="90000"/>
            </a:lnSpc>
            <a:spcBef>
              <a:spcPct val="0"/>
            </a:spcBef>
            <a:spcAft>
              <a:spcPct val="35000"/>
            </a:spcAft>
            <a:buNone/>
          </a:pPr>
          <a:r>
            <a:rPr lang="en-IN" sz="1800" kern="1200" dirty="0"/>
            <a:t>3. Define variable to receive the output from a function.</a:t>
          </a:r>
        </a:p>
      </dsp:txBody>
      <dsp:txXfrm rot="10800000">
        <a:off x="0" y="1479673"/>
        <a:ext cx="4121955" cy="485409"/>
      </dsp:txXfrm>
    </dsp:sp>
    <dsp:sp modelId="{ECF48458-6E95-4835-A6F6-D818937A0C7A}">
      <dsp:nvSpPr>
        <dsp:cNvPr id="0" name=""/>
        <dsp:cNvSpPr/>
      </dsp:nvSpPr>
      <dsp:spPr>
        <a:xfrm rot="10800000">
          <a:off x="0" y="739911"/>
          <a:ext cx="4121955" cy="747048"/>
        </a:xfrm>
        <a:prstGeom prst="upArrowCallou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8016" tIns="128016" rIns="128016" bIns="128016" numCol="1" spcCol="1270" anchor="ctr" anchorCtr="0">
          <a:noAutofit/>
        </a:bodyPr>
        <a:lstStyle/>
        <a:p>
          <a:pPr marL="0" lvl="0" indent="0" algn="l" defTabSz="800100">
            <a:lnSpc>
              <a:spcPct val="90000"/>
            </a:lnSpc>
            <a:spcBef>
              <a:spcPct val="0"/>
            </a:spcBef>
            <a:spcAft>
              <a:spcPct val="35000"/>
            </a:spcAft>
            <a:buNone/>
          </a:pPr>
          <a:r>
            <a:rPr lang="en-IN" sz="1800" kern="1200" dirty="0"/>
            <a:t>2. Set the input &amp; imagine the output.</a:t>
          </a:r>
        </a:p>
      </dsp:txBody>
      <dsp:txXfrm rot="10800000">
        <a:off x="0" y="739911"/>
        <a:ext cx="4121955" cy="485409"/>
      </dsp:txXfrm>
    </dsp:sp>
    <dsp:sp modelId="{53B3D189-8313-4F99-8DC8-B1A15CA4502A}">
      <dsp:nvSpPr>
        <dsp:cNvPr id="0" name=""/>
        <dsp:cNvSpPr/>
      </dsp:nvSpPr>
      <dsp:spPr>
        <a:xfrm rot="10800000">
          <a:off x="0" y="149"/>
          <a:ext cx="4121955" cy="747048"/>
        </a:xfrm>
        <a:prstGeom prst="upArrowCallou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8016" tIns="128016" rIns="128016" bIns="128016" numCol="1" spcCol="1270" anchor="ctr" anchorCtr="0">
          <a:noAutofit/>
        </a:bodyPr>
        <a:lstStyle/>
        <a:p>
          <a:pPr marL="0" lvl="0" indent="0" algn="l" defTabSz="800100">
            <a:lnSpc>
              <a:spcPct val="90000"/>
            </a:lnSpc>
            <a:spcBef>
              <a:spcPct val="0"/>
            </a:spcBef>
            <a:spcAft>
              <a:spcPct val="35000"/>
            </a:spcAft>
            <a:buNone/>
          </a:pPr>
          <a:r>
            <a:rPr lang="en-US" sz="1800" kern="1200" dirty="0"/>
            <a:t>1. Read and understand the problem</a:t>
          </a:r>
          <a:endParaRPr lang="en-IN" sz="1800" kern="1200" dirty="0"/>
        </a:p>
      </dsp:txBody>
      <dsp:txXfrm rot="10800000">
        <a:off x="0" y="149"/>
        <a:ext cx="4121955" cy="485409"/>
      </dsp:txXfrm>
    </dsp:sp>
  </dsp:spTree>
</dsp:drawing>
</file>

<file path=ppt/diagrams/drawing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FC8F2DD-60CE-4BE5-BC52-2C2AE0A4EA3E}">
      <dsp:nvSpPr>
        <dsp:cNvPr id="0" name=""/>
        <dsp:cNvSpPr/>
      </dsp:nvSpPr>
      <dsp:spPr>
        <a:xfrm>
          <a:off x="435378" y="29"/>
          <a:ext cx="2374267" cy="677367"/>
        </a:xfrm>
        <a:prstGeom prst="roundRect">
          <a:avLst>
            <a:gd name="adj" fmla="val 1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b="1" kern="1200" dirty="0"/>
            <a:t>Array class important methods</a:t>
          </a:r>
          <a:endParaRPr lang="en-IN" sz="1800" b="1" kern="1200" dirty="0"/>
        </a:p>
      </dsp:txBody>
      <dsp:txXfrm>
        <a:off x="455217" y="19868"/>
        <a:ext cx="2334589" cy="637689"/>
      </dsp:txXfrm>
    </dsp:sp>
    <dsp:sp modelId="{E1EF4FD1-E1C8-4442-8EE7-6876C7533DF8}">
      <dsp:nvSpPr>
        <dsp:cNvPr id="0" name=""/>
        <dsp:cNvSpPr/>
      </dsp:nvSpPr>
      <dsp:spPr>
        <a:xfrm>
          <a:off x="672805" y="677396"/>
          <a:ext cx="237426" cy="508025"/>
        </a:xfrm>
        <a:custGeom>
          <a:avLst/>
          <a:gdLst/>
          <a:ahLst/>
          <a:cxnLst/>
          <a:rect l="0" t="0" r="0" b="0"/>
          <a:pathLst>
            <a:path>
              <a:moveTo>
                <a:pt x="0" y="0"/>
              </a:moveTo>
              <a:lnTo>
                <a:pt x="0" y="508025"/>
              </a:lnTo>
              <a:lnTo>
                <a:pt x="237426" y="508025"/>
              </a:lnTo>
            </a:path>
          </a:pathLst>
        </a:custGeom>
        <a:noFill/>
        <a:ln w="12700" cap="flat" cmpd="sng" algn="ctr">
          <a:solidFill>
            <a:schemeClr val="accent5">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D6ACB2E-F670-47E7-8E96-6922BABE1715}">
      <dsp:nvSpPr>
        <dsp:cNvPr id="0" name=""/>
        <dsp:cNvSpPr/>
      </dsp:nvSpPr>
      <dsp:spPr>
        <a:xfrm>
          <a:off x="910232" y="846738"/>
          <a:ext cx="1887210" cy="677367"/>
        </a:xfrm>
        <a:prstGeom prst="roundRect">
          <a:avLst>
            <a:gd name="adj" fmla="val 10000"/>
          </a:avLst>
        </a:prstGeom>
        <a:solidFill>
          <a:schemeClr val="lt1">
            <a:alpha val="90000"/>
            <a:hueOff val="0"/>
            <a:satOff val="0"/>
            <a:lumOff val="0"/>
            <a:alphaOff val="0"/>
          </a:schemeClr>
        </a:solidFill>
        <a:ln w="6350" cap="flat" cmpd="sng" algn="ctr">
          <a:solidFill>
            <a:schemeClr val="accent4">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dirty="0" err="1"/>
            <a:t>toString</a:t>
          </a:r>
          <a:r>
            <a:rPr lang="en-US" sz="1800" kern="1200" dirty="0"/>
            <a:t>(array)</a:t>
          </a:r>
          <a:endParaRPr lang="en-IN" sz="1800" kern="1200" dirty="0"/>
        </a:p>
      </dsp:txBody>
      <dsp:txXfrm>
        <a:off x="930071" y="866577"/>
        <a:ext cx="1847532" cy="637689"/>
      </dsp:txXfrm>
    </dsp:sp>
    <dsp:sp modelId="{B8B19DA7-A665-4EAC-B0B8-6ED5D2E77E64}">
      <dsp:nvSpPr>
        <dsp:cNvPr id="0" name=""/>
        <dsp:cNvSpPr/>
      </dsp:nvSpPr>
      <dsp:spPr>
        <a:xfrm>
          <a:off x="672805" y="677396"/>
          <a:ext cx="237426" cy="1354734"/>
        </a:xfrm>
        <a:custGeom>
          <a:avLst/>
          <a:gdLst/>
          <a:ahLst/>
          <a:cxnLst/>
          <a:rect l="0" t="0" r="0" b="0"/>
          <a:pathLst>
            <a:path>
              <a:moveTo>
                <a:pt x="0" y="0"/>
              </a:moveTo>
              <a:lnTo>
                <a:pt x="0" y="1354734"/>
              </a:lnTo>
              <a:lnTo>
                <a:pt x="237426" y="1354734"/>
              </a:lnTo>
            </a:path>
          </a:pathLst>
        </a:custGeom>
        <a:noFill/>
        <a:ln w="12700" cap="flat" cmpd="sng" algn="ctr">
          <a:solidFill>
            <a:schemeClr val="accent5">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6F21886-153D-43F2-A892-73FE9BEFC469}">
      <dsp:nvSpPr>
        <dsp:cNvPr id="0" name=""/>
        <dsp:cNvSpPr/>
      </dsp:nvSpPr>
      <dsp:spPr>
        <a:xfrm>
          <a:off x="910232" y="1693447"/>
          <a:ext cx="1887210" cy="677367"/>
        </a:xfrm>
        <a:prstGeom prst="roundRect">
          <a:avLst>
            <a:gd name="adj" fmla="val 10000"/>
          </a:avLst>
        </a:prstGeom>
        <a:solidFill>
          <a:schemeClr val="lt1">
            <a:alpha val="90000"/>
            <a:hueOff val="0"/>
            <a:satOff val="0"/>
            <a:lumOff val="0"/>
            <a:alphaOff val="0"/>
          </a:schemeClr>
        </a:solidFill>
        <a:ln w="6350" cap="flat" cmpd="sng" algn="ctr">
          <a:solidFill>
            <a:schemeClr val="accent4">
              <a:hueOff val="2450223"/>
              <a:satOff val="-10194"/>
              <a:lumOff val="2402"/>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dirty="0"/>
            <a:t>sort(array)</a:t>
          </a:r>
          <a:endParaRPr lang="en-IN" sz="1800" kern="1200" dirty="0"/>
        </a:p>
      </dsp:txBody>
      <dsp:txXfrm>
        <a:off x="930071" y="1713286"/>
        <a:ext cx="1847532" cy="637689"/>
      </dsp:txXfrm>
    </dsp:sp>
    <dsp:sp modelId="{7B426B96-DCD1-4057-B8C4-54DAE0DC89C1}">
      <dsp:nvSpPr>
        <dsp:cNvPr id="0" name=""/>
        <dsp:cNvSpPr/>
      </dsp:nvSpPr>
      <dsp:spPr>
        <a:xfrm>
          <a:off x="672805" y="677396"/>
          <a:ext cx="237426" cy="2201443"/>
        </a:xfrm>
        <a:custGeom>
          <a:avLst/>
          <a:gdLst/>
          <a:ahLst/>
          <a:cxnLst/>
          <a:rect l="0" t="0" r="0" b="0"/>
          <a:pathLst>
            <a:path>
              <a:moveTo>
                <a:pt x="0" y="0"/>
              </a:moveTo>
              <a:lnTo>
                <a:pt x="0" y="2201443"/>
              </a:lnTo>
              <a:lnTo>
                <a:pt x="237426" y="2201443"/>
              </a:lnTo>
            </a:path>
          </a:pathLst>
        </a:custGeom>
        <a:noFill/>
        <a:ln w="12700" cap="flat" cmpd="sng" algn="ctr">
          <a:solidFill>
            <a:schemeClr val="accent5">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A54BE19-A1E5-44B7-B54F-870FD3F27A7B}">
      <dsp:nvSpPr>
        <dsp:cNvPr id="0" name=""/>
        <dsp:cNvSpPr/>
      </dsp:nvSpPr>
      <dsp:spPr>
        <a:xfrm>
          <a:off x="910232" y="2540156"/>
          <a:ext cx="1887210" cy="677367"/>
        </a:xfrm>
        <a:prstGeom prst="roundRect">
          <a:avLst>
            <a:gd name="adj" fmla="val 10000"/>
          </a:avLst>
        </a:prstGeom>
        <a:solidFill>
          <a:schemeClr val="lt1">
            <a:alpha val="90000"/>
            <a:hueOff val="0"/>
            <a:satOff val="0"/>
            <a:lumOff val="0"/>
            <a:alphaOff val="0"/>
          </a:schemeClr>
        </a:solidFill>
        <a:ln w="6350" cap="flat" cmpd="sng" algn="ctr">
          <a:solidFill>
            <a:schemeClr val="accent4">
              <a:hueOff val="4900445"/>
              <a:satOff val="-20388"/>
              <a:lumOff val="4804"/>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dirty="0"/>
            <a:t>fill(array)</a:t>
          </a:r>
          <a:endParaRPr lang="en-IN" sz="1800" kern="1200" dirty="0"/>
        </a:p>
      </dsp:txBody>
      <dsp:txXfrm>
        <a:off x="930071" y="2559995"/>
        <a:ext cx="1847532" cy="637689"/>
      </dsp:txXfrm>
    </dsp:sp>
    <dsp:sp modelId="{CA804251-9496-4A7E-858F-2EC6E4A17F08}">
      <dsp:nvSpPr>
        <dsp:cNvPr id="0" name=""/>
        <dsp:cNvSpPr/>
      </dsp:nvSpPr>
      <dsp:spPr>
        <a:xfrm>
          <a:off x="672805" y="677396"/>
          <a:ext cx="237426" cy="3048152"/>
        </a:xfrm>
        <a:custGeom>
          <a:avLst/>
          <a:gdLst/>
          <a:ahLst/>
          <a:cxnLst/>
          <a:rect l="0" t="0" r="0" b="0"/>
          <a:pathLst>
            <a:path>
              <a:moveTo>
                <a:pt x="0" y="0"/>
              </a:moveTo>
              <a:lnTo>
                <a:pt x="0" y="3048152"/>
              </a:lnTo>
              <a:lnTo>
                <a:pt x="237426" y="3048152"/>
              </a:lnTo>
            </a:path>
          </a:pathLst>
        </a:custGeom>
        <a:noFill/>
        <a:ln w="12700" cap="flat" cmpd="sng" algn="ctr">
          <a:solidFill>
            <a:schemeClr val="accent5">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4EFC405-03DF-4DBD-BF65-33A0DBCB41C9}">
      <dsp:nvSpPr>
        <dsp:cNvPr id="0" name=""/>
        <dsp:cNvSpPr/>
      </dsp:nvSpPr>
      <dsp:spPr>
        <a:xfrm>
          <a:off x="910232" y="3386866"/>
          <a:ext cx="1887210" cy="677367"/>
        </a:xfrm>
        <a:prstGeom prst="roundRect">
          <a:avLst>
            <a:gd name="adj" fmla="val 10000"/>
          </a:avLst>
        </a:prstGeom>
        <a:solidFill>
          <a:schemeClr val="lt1">
            <a:alpha val="90000"/>
            <a:hueOff val="0"/>
            <a:satOff val="0"/>
            <a:lumOff val="0"/>
            <a:alphaOff val="0"/>
          </a:schemeClr>
        </a:solidFill>
        <a:ln w="6350" cap="flat" cmpd="sng" algn="ctr">
          <a:solidFill>
            <a:schemeClr val="accent4">
              <a:hueOff val="7350668"/>
              <a:satOff val="-30583"/>
              <a:lumOff val="7206"/>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dirty="0" err="1"/>
            <a:t>copyOf</a:t>
          </a:r>
          <a:r>
            <a:rPr lang="en-US" sz="1800" kern="1200" dirty="0"/>
            <a:t>(array, length)</a:t>
          </a:r>
          <a:endParaRPr lang="en-IN" sz="1800" kern="1200" dirty="0"/>
        </a:p>
      </dsp:txBody>
      <dsp:txXfrm>
        <a:off x="930071" y="3406705"/>
        <a:ext cx="1847532" cy="637689"/>
      </dsp:txXfrm>
    </dsp:sp>
    <dsp:sp modelId="{7184CEEA-01E5-40E8-A07C-81DB7044B03E}">
      <dsp:nvSpPr>
        <dsp:cNvPr id="0" name=""/>
        <dsp:cNvSpPr/>
      </dsp:nvSpPr>
      <dsp:spPr>
        <a:xfrm>
          <a:off x="672805" y="677396"/>
          <a:ext cx="237426" cy="3894861"/>
        </a:xfrm>
        <a:custGeom>
          <a:avLst/>
          <a:gdLst/>
          <a:ahLst/>
          <a:cxnLst/>
          <a:rect l="0" t="0" r="0" b="0"/>
          <a:pathLst>
            <a:path>
              <a:moveTo>
                <a:pt x="0" y="0"/>
              </a:moveTo>
              <a:lnTo>
                <a:pt x="0" y="3894861"/>
              </a:lnTo>
              <a:lnTo>
                <a:pt x="237426" y="3894861"/>
              </a:lnTo>
            </a:path>
          </a:pathLst>
        </a:custGeom>
        <a:noFill/>
        <a:ln w="12700" cap="flat" cmpd="sng" algn="ctr">
          <a:solidFill>
            <a:schemeClr val="accent5">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2C89E04-0561-4645-AEC4-8611E92B4213}">
      <dsp:nvSpPr>
        <dsp:cNvPr id="0" name=""/>
        <dsp:cNvSpPr/>
      </dsp:nvSpPr>
      <dsp:spPr>
        <a:xfrm>
          <a:off x="910232" y="4233575"/>
          <a:ext cx="1879439" cy="677367"/>
        </a:xfrm>
        <a:prstGeom prst="roundRect">
          <a:avLst>
            <a:gd name="adj" fmla="val 10000"/>
          </a:avLst>
        </a:prstGeom>
        <a:solidFill>
          <a:schemeClr val="lt1">
            <a:alpha val="90000"/>
            <a:hueOff val="0"/>
            <a:satOff val="0"/>
            <a:lumOff val="0"/>
            <a:alphaOff val="0"/>
          </a:schemeClr>
        </a:solidFill>
        <a:ln w="6350" cap="flat" cmpd="sng" algn="ctr">
          <a:solidFill>
            <a:schemeClr val="accent4">
              <a:hueOff val="9800891"/>
              <a:satOff val="-40777"/>
              <a:lumOff val="9608"/>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dirty="0"/>
            <a:t>equals(array1, array2)</a:t>
          </a:r>
          <a:endParaRPr lang="en-IN" sz="1800" kern="1200" dirty="0"/>
        </a:p>
      </dsp:txBody>
      <dsp:txXfrm>
        <a:off x="930071" y="4253414"/>
        <a:ext cx="1839761" cy="637689"/>
      </dsp:txXfrm>
    </dsp:sp>
  </dsp:spTree>
</dsp:drawing>
</file>

<file path=ppt/diagrams/drawing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4386C60-597F-4ECA-81AD-0ACD761F34C8}">
      <dsp:nvSpPr>
        <dsp:cNvPr id="0" name=""/>
        <dsp:cNvSpPr/>
      </dsp:nvSpPr>
      <dsp:spPr>
        <a:xfrm>
          <a:off x="0" y="4551485"/>
          <a:ext cx="4121955" cy="436060"/>
        </a:xfrm>
        <a:prstGeom prst="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8016" tIns="128016" rIns="128016" bIns="128016" numCol="1" spcCol="1270" anchor="ctr" anchorCtr="0">
          <a:noAutofit/>
        </a:bodyPr>
        <a:lstStyle/>
        <a:p>
          <a:pPr marL="0" lvl="0" indent="0" algn="l" defTabSz="800100">
            <a:lnSpc>
              <a:spcPct val="90000"/>
            </a:lnSpc>
            <a:spcBef>
              <a:spcPct val="0"/>
            </a:spcBef>
            <a:spcAft>
              <a:spcPct val="35000"/>
            </a:spcAft>
            <a:buNone/>
          </a:pPr>
          <a:r>
            <a:rPr lang="en-US" sz="1800" kern="1200" dirty="0"/>
            <a:t>7. Check edge cases and constraints.</a:t>
          </a:r>
          <a:endParaRPr lang="en-IN" sz="1800" kern="1200" dirty="0"/>
        </a:p>
      </dsp:txBody>
      <dsp:txXfrm>
        <a:off x="0" y="4551485"/>
        <a:ext cx="4121955" cy="436060"/>
      </dsp:txXfrm>
    </dsp:sp>
    <dsp:sp modelId="{E7B9AB25-3866-4D0B-BEFF-B07565C16236}">
      <dsp:nvSpPr>
        <dsp:cNvPr id="0" name=""/>
        <dsp:cNvSpPr/>
      </dsp:nvSpPr>
      <dsp:spPr>
        <a:xfrm rot="10800000">
          <a:off x="0" y="3887365"/>
          <a:ext cx="4121955" cy="670661"/>
        </a:xfrm>
        <a:prstGeom prst="upArrowCallou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8016" tIns="128016" rIns="128016" bIns="128016" numCol="1" spcCol="1270" anchor="ctr" anchorCtr="0">
          <a:noAutofit/>
        </a:bodyPr>
        <a:lstStyle/>
        <a:p>
          <a:pPr marL="0" lvl="0" indent="0" algn="l" defTabSz="800100">
            <a:lnSpc>
              <a:spcPct val="90000"/>
            </a:lnSpc>
            <a:spcBef>
              <a:spcPct val="0"/>
            </a:spcBef>
            <a:spcAft>
              <a:spcPct val="35000"/>
            </a:spcAft>
            <a:buNone/>
          </a:pPr>
          <a:r>
            <a:rPr lang="en-IN" sz="1800" kern="1200" dirty="0"/>
            <a:t>6. Test the code for success result.</a:t>
          </a:r>
        </a:p>
      </dsp:txBody>
      <dsp:txXfrm rot="10800000">
        <a:off x="0" y="3887365"/>
        <a:ext cx="4121955" cy="435775"/>
      </dsp:txXfrm>
    </dsp:sp>
    <dsp:sp modelId="{0FD75064-7975-4743-AC3B-387A2F5AE4D1}">
      <dsp:nvSpPr>
        <dsp:cNvPr id="0" name=""/>
        <dsp:cNvSpPr/>
      </dsp:nvSpPr>
      <dsp:spPr>
        <a:xfrm rot="10800000">
          <a:off x="0" y="2930045"/>
          <a:ext cx="4121955" cy="963860"/>
        </a:xfrm>
        <a:prstGeom prst="upArrowCallou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8016" tIns="128016" rIns="128016" bIns="128016" numCol="1" spcCol="1270" anchor="ctr" anchorCtr="0">
          <a:noAutofit/>
        </a:bodyPr>
        <a:lstStyle/>
        <a:p>
          <a:pPr marL="0" lvl="0" indent="0" algn="l" defTabSz="800100">
            <a:lnSpc>
              <a:spcPct val="90000"/>
            </a:lnSpc>
            <a:spcBef>
              <a:spcPct val="0"/>
            </a:spcBef>
            <a:spcAft>
              <a:spcPct val="35000"/>
            </a:spcAft>
            <a:buNone/>
          </a:pPr>
          <a:r>
            <a:rPr lang="en-US" sz="1800" kern="1200" dirty="0"/>
            <a:t>5. Write function logic and return       (First comments and then code).</a:t>
          </a:r>
          <a:endParaRPr lang="en-IN" sz="1800" kern="1200" dirty="0"/>
        </a:p>
      </dsp:txBody>
      <dsp:txXfrm rot="10800000">
        <a:off x="0" y="2930045"/>
        <a:ext cx="4121955" cy="626287"/>
      </dsp:txXfrm>
    </dsp:sp>
    <dsp:sp modelId="{36990201-60B3-44B7-B073-376E7E6A8B9B}">
      <dsp:nvSpPr>
        <dsp:cNvPr id="0" name=""/>
        <dsp:cNvSpPr/>
      </dsp:nvSpPr>
      <dsp:spPr>
        <a:xfrm rot="10800000">
          <a:off x="0" y="2265925"/>
          <a:ext cx="4121955" cy="670661"/>
        </a:xfrm>
        <a:prstGeom prst="upArrowCallout">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8016" tIns="128016" rIns="128016" bIns="128016" numCol="1" spcCol="1270" anchor="ctr" anchorCtr="0">
          <a:noAutofit/>
        </a:bodyPr>
        <a:lstStyle/>
        <a:p>
          <a:pPr marL="0" lvl="0" indent="0" algn="l" defTabSz="800100">
            <a:lnSpc>
              <a:spcPct val="90000"/>
            </a:lnSpc>
            <a:spcBef>
              <a:spcPct val="0"/>
            </a:spcBef>
            <a:spcAft>
              <a:spcPct val="35000"/>
            </a:spcAft>
            <a:buNone/>
          </a:pPr>
          <a:r>
            <a:rPr lang="en-US" sz="1800" kern="1200" dirty="0"/>
            <a:t>4. Print the output.</a:t>
          </a:r>
          <a:endParaRPr lang="en-IN" sz="1800" kern="1200" dirty="0"/>
        </a:p>
      </dsp:txBody>
      <dsp:txXfrm rot="10800000">
        <a:off x="0" y="2265925"/>
        <a:ext cx="4121955" cy="435775"/>
      </dsp:txXfrm>
    </dsp:sp>
    <dsp:sp modelId="{D1F64EBD-2C25-44AC-9A54-68DD339798C9}">
      <dsp:nvSpPr>
        <dsp:cNvPr id="0" name=""/>
        <dsp:cNvSpPr/>
      </dsp:nvSpPr>
      <dsp:spPr>
        <a:xfrm rot="10800000">
          <a:off x="0" y="1329811"/>
          <a:ext cx="4121955" cy="942654"/>
        </a:xfrm>
        <a:prstGeom prst="upArrowCallou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8016" tIns="128016" rIns="128016" bIns="128016" numCol="1" spcCol="1270" anchor="ctr" anchorCtr="0">
          <a:noAutofit/>
        </a:bodyPr>
        <a:lstStyle/>
        <a:p>
          <a:pPr marL="0" lvl="0" indent="0" algn="l" defTabSz="800100">
            <a:lnSpc>
              <a:spcPct val="90000"/>
            </a:lnSpc>
            <a:spcBef>
              <a:spcPct val="0"/>
            </a:spcBef>
            <a:spcAft>
              <a:spcPct val="35000"/>
            </a:spcAft>
            <a:buNone/>
          </a:pPr>
          <a:r>
            <a:rPr lang="en-IN" sz="1800" kern="1200" dirty="0"/>
            <a:t>3. Define variable to receive the output from a function.</a:t>
          </a:r>
        </a:p>
      </dsp:txBody>
      <dsp:txXfrm rot="10800000">
        <a:off x="0" y="1329811"/>
        <a:ext cx="4121955" cy="612508"/>
      </dsp:txXfrm>
    </dsp:sp>
    <dsp:sp modelId="{D1F26277-7E37-4E60-A65B-21B61EA5C155}">
      <dsp:nvSpPr>
        <dsp:cNvPr id="0" name=""/>
        <dsp:cNvSpPr/>
      </dsp:nvSpPr>
      <dsp:spPr>
        <a:xfrm rot="10800000">
          <a:off x="0" y="665691"/>
          <a:ext cx="4121955" cy="670661"/>
        </a:xfrm>
        <a:prstGeom prst="upArrowCallou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8016" tIns="128016" rIns="128016" bIns="128016" numCol="1" spcCol="1270" anchor="ctr" anchorCtr="0">
          <a:noAutofit/>
        </a:bodyPr>
        <a:lstStyle/>
        <a:p>
          <a:pPr marL="0" lvl="0" indent="0" algn="l" defTabSz="800100">
            <a:lnSpc>
              <a:spcPct val="90000"/>
            </a:lnSpc>
            <a:spcBef>
              <a:spcPct val="0"/>
            </a:spcBef>
            <a:spcAft>
              <a:spcPct val="35000"/>
            </a:spcAft>
            <a:buNone/>
          </a:pPr>
          <a:r>
            <a:rPr lang="en-IN" sz="1800" kern="1200" dirty="0"/>
            <a:t>2. Set the input &amp; imagine the output.</a:t>
          </a:r>
        </a:p>
      </dsp:txBody>
      <dsp:txXfrm rot="10800000">
        <a:off x="0" y="665691"/>
        <a:ext cx="4121955" cy="435775"/>
      </dsp:txXfrm>
    </dsp:sp>
    <dsp:sp modelId="{6640EE6F-BB9B-4F9A-B03C-6823411D7233}">
      <dsp:nvSpPr>
        <dsp:cNvPr id="0" name=""/>
        <dsp:cNvSpPr/>
      </dsp:nvSpPr>
      <dsp:spPr>
        <a:xfrm rot="10800000">
          <a:off x="0" y="1571"/>
          <a:ext cx="4121955" cy="670661"/>
        </a:xfrm>
        <a:prstGeom prst="upArrowCallou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28016" tIns="128016" rIns="128016" bIns="128016" numCol="1" spcCol="1270" anchor="ctr" anchorCtr="0">
          <a:noAutofit/>
        </a:bodyPr>
        <a:lstStyle/>
        <a:p>
          <a:pPr marL="0" lvl="0" indent="0" algn="l" defTabSz="800100">
            <a:lnSpc>
              <a:spcPct val="90000"/>
            </a:lnSpc>
            <a:spcBef>
              <a:spcPct val="0"/>
            </a:spcBef>
            <a:spcAft>
              <a:spcPct val="35000"/>
            </a:spcAft>
            <a:buNone/>
          </a:pPr>
          <a:r>
            <a:rPr lang="en-US" sz="1800" kern="1200" dirty="0"/>
            <a:t>1. Read and understand the problem</a:t>
          </a:r>
          <a:endParaRPr lang="en-IN" sz="1800" kern="1200" dirty="0"/>
        </a:p>
      </dsp:txBody>
      <dsp:txXfrm rot="10800000">
        <a:off x="0" y="1571"/>
        <a:ext cx="4121955" cy="435775"/>
      </dsp:txXfrm>
    </dsp:sp>
  </dsp:spTree>
</dsp:drawing>
</file>

<file path=ppt/diagrams/drawing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9F415F8-54A0-4906-93CB-FBDA89683E49}">
      <dsp:nvSpPr>
        <dsp:cNvPr id="0" name=""/>
        <dsp:cNvSpPr/>
      </dsp:nvSpPr>
      <dsp:spPr>
        <a:xfrm rot="5400000">
          <a:off x="-188240" y="189621"/>
          <a:ext cx="1254936" cy="878455"/>
        </a:xfrm>
        <a:prstGeom prst="chevron">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1.</a:t>
          </a:r>
          <a:endParaRPr lang="en-IN" sz="1800" kern="1200" dirty="0"/>
        </a:p>
      </dsp:txBody>
      <dsp:txXfrm rot="-5400000">
        <a:off x="1" y="440609"/>
        <a:ext cx="878455" cy="376481"/>
      </dsp:txXfrm>
    </dsp:sp>
    <dsp:sp modelId="{3D6B6055-FC23-4561-B90E-B581667E6C7A}">
      <dsp:nvSpPr>
        <dsp:cNvPr id="0" name=""/>
        <dsp:cNvSpPr/>
      </dsp:nvSpPr>
      <dsp:spPr>
        <a:xfrm rot="5400000">
          <a:off x="3258891" y="-2379055"/>
          <a:ext cx="815708" cy="5576581"/>
        </a:xfrm>
        <a:prstGeom prst="round2SameRect">
          <a:avLst/>
        </a:prstGeom>
        <a:solidFill>
          <a:schemeClr val="lt1">
            <a:alpha val="90000"/>
            <a:hueOff val="0"/>
            <a:satOff val="0"/>
            <a:lumOff val="0"/>
            <a:alphaOff val="0"/>
          </a:schemeClr>
        </a:solidFill>
        <a:ln w="635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n-US" sz="1800" kern="1200" dirty="0"/>
            <a:t>Repeatedly divide the sorted array in half.</a:t>
          </a:r>
          <a:endParaRPr lang="en-IN" sz="1800" kern="1200" dirty="0"/>
        </a:p>
      </dsp:txBody>
      <dsp:txXfrm rot="-5400000">
        <a:off x="878455" y="41201"/>
        <a:ext cx="5536761" cy="736068"/>
      </dsp:txXfrm>
    </dsp:sp>
    <dsp:sp modelId="{A8078BC5-AF9C-43F8-BBD4-6814CC81791B}">
      <dsp:nvSpPr>
        <dsp:cNvPr id="0" name=""/>
        <dsp:cNvSpPr/>
      </dsp:nvSpPr>
      <dsp:spPr>
        <a:xfrm rot="5400000">
          <a:off x="-188240" y="1244985"/>
          <a:ext cx="1254936" cy="878455"/>
        </a:xfrm>
        <a:prstGeom prst="chevron">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2.</a:t>
          </a:r>
          <a:endParaRPr lang="en-IN" sz="1800" kern="1200" dirty="0"/>
        </a:p>
      </dsp:txBody>
      <dsp:txXfrm rot="-5400000">
        <a:off x="1" y="1495973"/>
        <a:ext cx="878455" cy="376481"/>
      </dsp:txXfrm>
    </dsp:sp>
    <dsp:sp modelId="{73E9A525-E76A-47CA-97F7-5C8519E7B492}">
      <dsp:nvSpPr>
        <dsp:cNvPr id="0" name=""/>
        <dsp:cNvSpPr/>
      </dsp:nvSpPr>
      <dsp:spPr>
        <a:xfrm rot="5400000">
          <a:off x="3258891" y="-1323691"/>
          <a:ext cx="815708" cy="5576581"/>
        </a:xfrm>
        <a:prstGeom prst="round2SameRect">
          <a:avLst/>
        </a:prstGeom>
        <a:solidFill>
          <a:schemeClr val="lt1">
            <a:alpha val="90000"/>
            <a:hueOff val="0"/>
            <a:satOff val="0"/>
            <a:lumOff val="0"/>
            <a:alphaOff val="0"/>
          </a:schemeClr>
        </a:solidFill>
        <a:ln w="6350" cap="flat" cmpd="sng" algn="ctr">
          <a:solidFill>
            <a:schemeClr val="accent3">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n-US" sz="1800" kern="1200" dirty="0"/>
            <a:t>Compare the target to the middle element.</a:t>
          </a:r>
          <a:endParaRPr lang="en-IN" sz="1800" kern="1200" dirty="0"/>
        </a:p>
      </dsp:txBody>
      <dsp:txXfrm rot="-5400000">
        <a:off x="878455" y="1096565"/>
        <a:ext cx="5536761" cy="736068"/>
      </dsp:txXfrm>
    </dsp:sp>
    <dsp:sp modelId="{4512DA8D-8D1D-43B6-8296-E2B84C739CE4}">
      <dsp:nvSpPr>
        <dsp:cNvPr id="0" name=""/>
        <dsp:cNvSpPr/>
      </dsp:nvSpPr>
      <dsp:spPr>
        <a:xfrm rot="5400000">
          <a:off x="-188240" y="2300349"/>
          <a:ext cx="1254936" cy="878455"/>
        </a:xfrm>
        <a:prstGeom prst="chevron">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3.</a:t>
          </a:r>
          <a:endParaRPr lang="en-IN" sz="1800" kern="1200" dirty="0"/>
        </a:p>
      </dsp:txBody>
      <dsp:txXfrm rot="-5400000">
        <a:off x="1" y="2551337"/>
        <a:ext cx="878455" cy="376481"/>
      </dsp:txXfrm>
    </dsp:sp>
    <dsp:sp modelId="{8A6D1D42-18F7-40BC-9F40-AE8EC22B7CC5}">
      <dsp:nvSpPr>
        <dsp:cNvPr id="0" name=""/>
        <dsp:cNvSpPr/>
      </dsp:nvSpPr>
      <dsp:spPr>
        <a:xfrm rot="5400000">
          <a:off x="3258891" y="-268326"/>
          <a:ext cx="815708" cy="5576581"/>
        </a:xfrm>
        <a:prstGeom prst="round2SameRect">
          <a:avLst/>
        </a:prstGeom>
        <a:solidFill>
          <a:schemeClr val="lt1">
            <a:alpha val="90000"/>
            <a:hueOff val="0"/>
            <a:satOff val="0"/>
            <a:lumOff val="0"/>
            <a:alphaOff val="0"/>
          </a:schemeClr>
        </a:solidFill>
        <a:ln w="6350" cap="flat" cmpd="sng" algn="ctr">
          <a:solidFill>
            <a:schemeClr val="accent4">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n-US" sz="1800" kern="1200"/>
            <a:t>Narrow </a:t>
          </a:r>
          <a:r>
            <a:rPr lang="en-US" sz="1800" kern="1200" dirty="0"/>
            <a:t>the search until the target element is found.</a:t>
          </a:r>
          <a:endParaRPr lang="en-IN" sz="1800" kern="1200" dirty="0"/>
        </a:p>
      </dsp:txBody>
      <dsp:txXfrm rot="-5400000">
        <a:off x="878455" y="2151930"/>
        <a:ext cx="5536761" cy="736068"/>
      </dsp:txXfrm>
    </dsp:sp>
  </dsp:spTree>
</dsp:drawing>
</file>

<file path=ppt/diagrams/drawing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3162C80-C094-4756-A954-058C83982E3F}">
      <dsp:nvSpPr>
        <dsp:cNvPr id="0" name=""/>
        <dsp:cNvSpPr/>
      </dsp:nvSpPr>
      <dsp:spPr>
        <a:xfrm>
          <a:off x="3213" y="14878"/>
          <a:ext cx="3132908" cy="1152000"/>
        </a:xfrm>
        <a:prstGeom prst="rect">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97536" rIns="170688" bIns="97536" numCol="1" spcCol="1270" anchor="ctr" anchorCtr="0">
          <a:noAutofit/>
        </a:bodyPr>
        <a:lstStyle/>
        <a:p>
          <a:pPr marL="0" lvl="0" indent="0" algn="ctr" defTabSz="1066800">
            <a:lnSpc>
              <a:spcPct val="90000"/>
            </a:lnSpc>
            <a:spcBef>
              <a:spcPct val="0"/>
            </a:spcBef>
            <a:spcAft>
              <a:spcPct val="35000"/>
            </a:spcAft>
            <a:buNone/>
          </a:pPr>
          <a:r>
            <a:rPr lang="en-IN" sz="2400" b="1" i="0" u="none" kern="1200" dirty="0"/>
            <a:t>SPRING</a:t>
          </a:r>
          <a:endParaRPr lang="en-IN" sz="2400" b="1" kern="1200" dirty="0"/>
        </a:p>
      </dsp:txBody>
      <dsp:txXfrm>
        <a:off x="3213" y="14878"/>
        <a:ext cx="3132908" cy="1152000"/>
      </dsp:txXfrm>
    </dsp:sp>
    <dsp:sp modelId="{C69CB514-3E64-4725-B3F5-63C2BA598E95}">
      <dsp:nvSpPr>
        <dsp:cNvPr id="0" name=""/>
        <dsp:cNvSpPr/>
      </dsp:nvSpPr>
      <dsp:spPr>
        <a:xfrm>
          <a:off x="3213" y="1166878"/>
          <a:ext cx="3132908" cy="1756800"/>
        </a:xfrm>
        <a:prstGeom prst="rect">
          <a:avLst/>
        </a:prstGeom>
        <a:solidFill>
          <a:schemeClr val="accent2">
            <a:tint val="40000"/>
            <a:alpha val="90000"/>
            <a:hueOff val="0"/>
            <a:satOff val="0"/>
            <a:lumOff val="0"/>
            <a:alphaOff val="0"/>
          </a:schemeClr>
        </a:solidFill>
        <a:ln w="12700" cap="flat" cmpd="sng" algn="ctr">
          <a:solidFill>
            <a:schemeClr val="accent2">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Font typeface="+mj-lt"/>
            <a:buAutoNum type="arabicPeriod"/>
          </a:pPr>
          <a:r>
            <a:rPr lang="en-IN" sz="1800" b="0" i="0" u="none" kern="1200" dirty="0"/>
            <a:t>Basics, IoC &amp; DI</a:t>
          </a:r>
          <a:endParaRPr lang="en-IN" sz="1800" kern="1200" dirty="0"/>
        </a:p>
        <a:p>
          <a:pPr marL="171450" lvl="1" indent="-171450" algn="l" defTabSz="800100">
            <a:lnSpc>
              <a:spcPct val="90000"/>
            </a:lnSpc>
            <a:spcBef>
              <a:spcPct val="0"/>
            </a:spcBef>
            <a:spcAft>
              <a:spcPct val="15000"/>
            </a:spcAft>
            <a:buFont typeface="+mj-lt"/>
            <a:buAutoNum type="arabicPeriod"/>
          </a:pPr>
          <a:r>
            <a:rPr lang="en-IN" sz="1800" b="0" i="0" u="none" kern="1200" dirty="0"/>
            <a:t>Components &amp; Beans</a:t>
          </a:r>
          <a:endParaRPr lang="en-IN" sz="1800" kern="1200" dirty="0"/>
        </a:p>
        <a:p>
          <a:pPr marL="171450" lvl="1" indent="-171450" algn="l" defTabSz="800100">
            <a:lnSpc>
              <a:spcPct val="90000"/>
            </a:lnSpc>
            <a:spcBef>
              <a:spcPct val="0"/>
            </a:spcBef>
            <a:spcAft>
              <a:spcPct val="15000"/>
            </a:spcAft>
            <a:buFont typeface="+mj-lt"/>
            <a:buAutoNum type="arabicPeriod"/>
          </a:pPr>
          <a:r>
            <a:rPr lang="en-IN" sz="1800" b="0" i="0" u="none" kern="1200" dirty="0"/>
            <a:t>Configuration &amp; Annotations</a:t>
          </a:r>
          <a:endParaRPr lang="en-IN" sz="1800" kern="1200" dirty="0"/>
        </a:p>
        <a:p>
          <a:pPr marL="171450" lvl="1" indent="-171450" algn="l" defTabSz="800100">
            <a:lnSpc>
              <a:spcPct val="90000"/>
            </a:lnSpc>
            <a:spcBef>
              <a:spcPct val="0"/>
            </a:spcBef>
            <a:spcAft>
              <a:spcPct val="15000"/>
            </a:spcAft>
            <a:buFont typeface="+mj-lt"/>
            <a:buAutoNum type="arabicPeriod"/>
          </a:pPr>
          <a:r>
            <a:rPr lang="en-US" sz="1800" b="0" i="0" u="none" kern="1200" dirty="0"/>
            <a:t>Scopes of a bean</a:t>
          </a:r>
          <a:endParaRPr lang="en-US" sz="1800" kern="1200" dirty="0"/>
        </a:p>
        <a:p>
          <a:pPr marL="171450" lvl="1" indent="-171450" algn="l" defTabSz="800100">
            <a:lnSpc>
              <a:spcPct val="90000"/>
            </a:lnSpc>
            <a:spcBef>
              <a:spcPct val="0"/>
            </a:spcBef>
            <a:spcAft>
              <a:spcPct val="15000"/>
            </a:spcAft>
            <a:buFont typeface="+mj-lt"/>
            <a:buAutoNum type="arabicPeriod"/>
          </a:pPr>
          <a:r>
            <a:rPr lang="en-IN" sz="1800" b="0" i="0" u="none" kern="1200" dirty="0"/>
            <a:t>Others</a:t>
          </a:r>
          <a:endParaRPr lang="en-IN" sz="1800" kern="1200" dirty="0"/>
        </a:p>
      </dsp:txBody>
      <dsp:txXfrm>
        <a:off x="3213" y="1166878"/>
        <a:ext cx="3132908" cy="1756800"/>
      </dsp:txXfrm>
    </dsp:sp>
    <dsp:sp modelId="{155597AC-9E0D-4533-A476-A58BB5E844AF}">
      <dsp:nvSpPr>
        <dsp:cNvPr id="0" name=""/>
        <dsp:cNvSpPr/>
      </dsp:nvSpPr>
      <dsp:spPr>
        <a:xfrm>
          <a:off x="3574728" y="14878"/>
          <a:ext cx="3132908" cy="1152000"/>
        </a:xfrm>
        <a:prstGeom prst="rect">
          <a:avLst/>
        </a:prstGeom>
        <a:solidFill>
          <a:schemeClr val="accent3">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97536" rIns="170688" bIns="97536" numCol="1" spcCol="1270" anchor="ctr" anchorCtr="0">
          <a:noAutofit/>
        </a:bodyPr>
        <a:lstStyle/>
        <a:p>
          <a:pPr marL="0" lvl="0" indent="0" algn="ctr" defTabSz="1066800">
            <a:lnSpc>
              <a:spcPct val="90000"/>
            </a:lnSpc>
            <a:spcBef>
              <a:spcPct val="0"/>
            </a:spcBef>
            <a:spcAft>
              <a:spcPct val="35000"/>
            </a:spcAft>
            <a:buNone/>
          </a:pPr>
          <a:r>
            <a:rPr lang="en-IN" sz="2400" b="1" i="0" u="none" kern="1200" dirty="0"/>
            <a:t>SPRING BOOT</a:t>
          </a:r>
          <a:endParaRPr lang="en-IN" sz="2400" b="1" kern="1200" dirty="0"/>
        </a:p>
      </dsp:txBody>
      <dsp:txXfrm>
        <a:off x="3574728" y="14878"/>
        <a:ext cx="3132908" cy="1152000"/>
      </dsp:txXfrm>
    </dsp:sp>
    <dsp:sp modelId="{B0646888-5EB8-446E-99B5-1611106A03B6}">
      <dsp:nvSpPr>
        <dsp:cNvPr id="0" name=""/>
        <dsp:cNvSpPr/>
      </dsp:nvSpPr>
      <dsp:spPr>
        <a:xfrm>
          <a:off x="3574728" y="1166878"/>
          <a:ext cx="3132908" cy="1756800"/>
        </a:xfrm>
        <a:prstGeom prst="rect">
          <a:avLst/>
        </a:prstGeom>
        <a:solidFill>
          <a:schemeClr val="accent3">
            <a:tint val="40000"/>
            <a:alpha val="90000"/>
            <a:hueOff val="0"/>
            <a:satOff val="0"/>
            <a:lumOff val="0"/>
            <a:alphaOff val="0"/>
          </a:schemeClr>
        </a:solidFill>
        <a:ln w="12700" cap="flat" cmpd="sng" algn="ctr">
          <a:solidFill>
            <a:schemeClr val="accent3">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None/>
          </a:pPr>
          <a:r>
            <a:rPr lang="en-IN" sz="1800" b="0" i="0" u="none" kern="1200" dirty="0"/>
            <a:t>6. Basics</a:t>
          </a:r>
          <a:endParaRPr lang="en-IN" sz="1800" kern="1200" dirty="0"/>
        </a:p>
        <a:p>
          <a:pPr marL="171450" lvl="1" indent="-171450" algn="l" defTabSz="800100">
            <a:lnSpc>
              <a:spcPct val="90000"/>
            </a:lnSpc>
            <a:spcBef>
              <a:spcPct val="0"/>
            </a:spcBef>
            <a:spcAft>
              <a:spcPct val="15000"/>
            </a:spcAft>
            <a:buNone/>
          </a:pPr>
          <a:r>
            <a:rPr lang="en-US" sz="1800" b="0" i="0" u="none" kern="1200" dirty="0"/>
            <a:t>7. Project structure, Configuration &amp; Actuator</a:t>
          </a:r>
          <a:endParaRPr lang="en-US" sz="1800" kern="1200" dirty="0"/>
        </a:p>
      </dsp:txBody>
      <dsp:txXfrm>
        <a:off x="3574728" y="1166878"/>
        <a:ext cx="3132908" cy="1756800"/>
      </dsp:txXfrm>
    </dsp:sp>
    <dsp:sp modelId="{1279F8FC-B574-4B4F-BCF5-A043C58E8462}">
      <dsp:nvSpPr>
        <dsp:cNvPr id="0" name=""/>
        <dsp:cNvSpPr/>
      </dsp:nvSpPr>
      <dsp:spPr>
        <a:xfrm>
          <a:off x="7146244" y="14878"/>
          <a:ext cx="3132908" cy="1152000"/>
        </a:xfrm>
        <a:prstGeom prst="rect">
          <a:avLst/>
        </a:prstGeom>
        <a:solidFill>
          <a:schemeClr val="accent4">
            <a:hueOff val="0"/>
            <a:satOff val="0"/>
            <a:lumOff val="0"/>
            <a:alphaOff val="0"/>
          </a:schemeClr>
        </a:solidFill>
        <a:ln w="1270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97536" rIns="170688" bIns="97536" numCol="1" spcCol="1270" anchor="ctr" anchorCtr="0">
          <a:noAutofit/>
        </a:bodyPr>
        <a:lstStyle/>
        <a:p>
          <a:pPr marL="0" lvl="0" indent="0" algn="ctr" defTabSz="1066800">
            <a:lnSpc>
              <a:spcPct val="90000"/>
            </a:lnSpc>
            <a:spcBef>
              <a:spcPct val="0"/>
            </a:spcBef>
            <a:spcAft>
              <a:spcPct val="35000"/>
            </a:spcAft>
            <a:buNone/>
          </a:pPr>
          <a:r>
            <a:rPr lang="en-IN" sz="2400" b="1" i="0" u="none" kern="1200" dirty="0"/>
            <a:t>SPRING MVC</a:t>
          </a:r>
          <a:endParaRPr lang="en-IN" sz="2400" b="1" kern="1200" dirty="0"/>
        </a:p>
      </dsp:txBody>
      <dsp:txXfrm>
        <a:off x="7146244" y="14878"/>
        <a:ext cx="3132908" cy="1152000"/>
      </dsp:txXfrm>
    </dsp:sp>
    <dsp:sp modelId="{BC461368-AD65-4E7E-8B48-78D322E66CA5}">
      <dsp:nvSpPr>
        <dsp:cNvPr id="0" name=""/>
        <dsp:cNvSpPr/>
      </dsp:nvSpPr>
      <dsp:spPr>
        <a:xfrm>
          <a:off x="7146244" y="1166878"/>
          <a:ext cx="3132908" cy="1756800"/>
        </a:xfrm>
        <a:prstGeom prst="rect">
          <a:avLst/>
        </a:prstGeom>
        <a:solidFill>
          <a:schemeClr val="accent4">
            <a:tint val="40000"/>
            <a:alpha val="90000"/>
            <a:hueOff val="0"/>
            <a:satOff val="0"/>
            <a:lumOff val="0"/>
            <a:alphaOff val="0"/>
          </a:schemeClr>
        </a:solidFill>
        <a:ln w="12700" cap="flat" cmpd="sng" algn="ctr">
          <a:solidFill>
            <a:schemeClr val="accent4">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None/>
          </a:pPr>
          <a:r>
            <a:rPr lang="en-IN" sz="1800" b="0" i="0" u="none" kern="1200" dirty="0"/>
            <a:t>8. Basics</a:t>
          </a:r>
          <a:endParaRPr lang="en-IN" sz="1800" kern="1200" dirty="0"/>
        </a:p>
        <a:p>
          <a:pPr marL="171450" lvl="1" indent="-171450" algn="l" defTabSz="800100">
            <a:lnSpc>
              <a:spcPct val="90000"/>
            </a:lnSpc>
            <a:spcBef>
              <a:spcPct val="0"/>
            </a:spcBef>
            <a:spcAft>
              <a:spcPct val="15000"/>
            </a:spcAft>
            <a:buNone/>
          </a:pPr>
          <a:r>
            <a:rPr lang="en-IN" sz="1800" b="0" i="0" u="none" kern="1200" dirty="0"/>
            <a:t>9. Important Annotations</a:t>
          </a:r>
          <a:endParaRPr lang="en-IN" sz="1800" kern="1200" dirty="0"/>
        </a:p>
      </dsp:txBody>
      <dsp:txXfrm>
        <a:off x="7146244" y="1166878"/>
        <a:ext cx="3132908" cy="1756800"/>
      </dsp:txXfrm>
    </dsp:sp>
  </dsp:spTree>
</dsp:drawing>
</file>

<file path=ppt/diagrams/drawing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E3B438E-A3A8-4288-B660-65800AA2145E}">
      <dsp:nvSpPr>
        <dsp:cNvPr id="0" name=""/>
        <dsp:cNvSpPr/>
      </dsp:nvSpPr>
      <dsp:spPr>
        <a:xfrm>
          <a:off x="2070653" y="1686478"/>
          <a:ext cx="1366362" cy="1366362"/>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b="1" kern="1200" dirty="0"/>
            <a:t>Spring Features</a:t>
          </a:r>
        </a:p>
      </dsp:txBody>
      <dsp:txXfrm>
        <a:off x="2137353" y="1753178"/>
        <a:ext cx="1232962" cy="1232962"/>
      </dsp:txXfrm>
    </dsp:sp>
    <dsp:sp modelId="{2164B0DA-846D-4CEA-8D0B-9D3405431FB8}">
      <dsp:nvSpPr>
        <dsp:cNvPr id="0" name=""/>
        <dsp:cNvSpPr/>
      </dsp:nvSpPr>
      <dsp:spPr>
        <a:xfrm rot="16200000">
          <a:off x="2318506" y="1251150"/>
          <a:ext cx="870656" cy="0"/>
        </a:xfrm>
        <a:custGeom>
          <a:avLst/>
          <a:gdLst/>
          <a:ahLst/>
          <a:cxnLst/>
          <a:rect l="0" t="0" r="0" b="0"/>
          <a:pathLst>
            <a:path>
              <a:moveTo>
                <a:pt x="0" y="0"/>
              </a:moveTo>
              <a:lnTo>
                <a:pt x="870656"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7CAC230-9094-40A2-ACEE-2F58C5BBDBDF}">
      <dsp:nvSpPr>
        <dsp:cNvPr id="0" name=""/>
        <dsp:cNvSpPr/>
      </dsp:nvSpPr>
      <dsp:spPr>
        <a:xfrm>
          <a:off x="1881489" y="191796"/>
          <a:ext cx="1744689" cy="624025"/>
        </a:xfrm>
        <a:prstGeom prst="roundRec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0640" tIns="40640" rIns="40640" bIns="40640" numCol="1" spcCol="1270" anchor="ctr" anchorCtr="0">
          <a:noAutofit/>
        </a:bodyPr>
        <a:lstStyle/>
        <a:p>
          <a:pPr marL="0" lvl="0" indent="0" algn="ctr" defTabSz="711200">
            <a:lnSpc>
              <a:spcPct val="90000"/>
            </a:lnSpc>
            <a:spcBef>
              <a:spcPct val="0"/>
            </a:spcBef>
            <a:spcAft>
              <a:spcPct val="35000"/>
            </a:spcAft>
            <a:buNone/>
          </a:pPr>
          <a:r>
            <a:rPr lang="en-US" sz="1600" b="0" kern="1200" dirty="0"/>
            <a:t>1. Inversion of Control (IoC)</a:t>
          </a:r>
        </a:p>
      </dsp:txBody>
      <dsp:txXfrm>
        <a:off x="1911951" y="222258"/>
        <a:ext cx="1683765" cy="563101"/>
      </dsp:txXfrm>
    </dsp:sp>
    <dsp:sp modelId="{427934F6-B7C6-46A1-8948-A06B117EBA9F}">
      <dsp:nvSpPr>
        <dsp:cNvPr id="0" name=""/>
        <dsp:cNvSpPr/>
      </dsp:nvSpPr>
      <dsp:spPr>
        <a:xfrm rot="19712206">
          <a:off x="3391934" y="1791566"/>
          <a:ext cx="613244" cy="0"/>
        </a:xfrm>
        <a:custGeom>
          <a:avLst/>
          <a:gdLst/>
          <a:ahLst/>
          <a:cxnLst/>
          <a:rect l="0" t="0" r="0" b="0"/>
          <a:pathLst>
            <a:path>
              <a:moveTo>
                <a:pt x="0" y="0"/>
              </a:moveTo>
              <a:lnTo>
                <a:pt x="613244"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0205D5C-BD25-4A2C-9605-7CF352B01094}">
      <dsp:nvSpPr>
        <dsp:cNvPr id="0" name=""/>
        <dsp:cNvSpPr/>
      </dsp:nvSpPr>
      <dsp:spPr>
        <a:xfrm>
          <a:off x="3610123" y="1007499"/>
          <a:ext cx="1719733" cy="624025"/>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0640" tIns="40640" rIns="40640" bIns="40640" numCol="1" spcCol="1270" anchor="ctr" anchorCtr="0">
          <a:noAutofit/>
        </a:bodyPr>
        <a:lstStyle/>
        <a:p>
          <a:pPr marL="0" lvl="0" indent="0" algn="ctr" defTabSz="711200">
            <a:lnSpc>
              <a:spcPct val="90000"/>
            </a:lnSpc>
            <a:spcBef>
              <a:spcPct val="0"/>
            </a:spcBef>
            <a:spcAft>
              <a:spcPct val="35000"/>
            </a:spcAft>
            <a:buNone/>
          </a:pPr>
          <a:r>
            <a:rPr lang="en-US" sz="1600" b="0" kern="1200" dirty="0"/>
            <a:t>2. Dependency Injection (DI)</a:t>
          </a:r>
        </a:p>
      </dsp:txBody>
      <dsp:txXfrm>
        <a:off x="3640585" y="1037961"/>
        <a:ext cx="1658809" cy="563101"/>
      </dsp:txXfrm>
    </dsp:sp>
    <dsp:sp modelId="{DCF17471-CFEE-4E12-8FE0-9BF5A888132B}">
      <dsp:nvSpPr>
        <dsp:cNvPr id="0" name=""/>
        <dsp:cNvSpPr/>
      </dsp:nvSpPr>
      <dsp:spPr>
        <a:xfrm rot="771429">
          <a:off x="3432035" y="2569793"/>
          <a:ext cx="397288" cy="0"/>
        </a:xfrm>
        <a:custGeom>
          <a:avLst/>
          <a:gdLst/>
          <a:ahLst/>
          <a:cxnLst/>
          <a:rect l="0" t="0" r="0" b="0"/>
          <a:pathLst>
            <a:path>
              <a:moveTo>
                <a:pt x="0" y="0"/>
              </a:moveTo>
              <a:lnTo>
                <a:pt x="397288"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3799860-C2AB-465A-AB87-6CEE015DDDB5}">
      <dsp:nvSpPr>
        <dsp:cNvPr id="0" name=""/>
        <dsp:cNvSpPr/>
      </dsp:nvSpPr>
      <dsp:spPr>
        <a:xfrm>
          <a:off x="3824343" y="2472837"/>
          <a:ext cx="1497120" cy="624025"/>
        </a:xfrm>
        <a:prstGeom prst="roundRect">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0640" tIns="40640" rIns="40640" bIns="40640" numCol="1" spcCol="1270" anchor="ctr" anchorCtr="0">
          <a:noAutofit/>
        </a:bodyPr>
        <a:lstStyle/>
        <a:p>
          <a:pPr marL="0" lvl="0" indent="0" algn="ctr" defTabSz="711200">
            <a:lnSpc>
              <a:spcPct val="90000"/>
            </a:lnSpc>
            <a:spcBef>
              <a:spcPct val="0"/>
            </a:spcBef>
            <a:spcAft>
              <a:spcPct val="35000"/>
            </a:spcAft>
            <a:buNone/>
          </a:pPr>
          <a:r>
            <a:rPr lang="en-US" sz="1600" b="0" kern="1200" dirty="0"/>
            <a:t>3. Spring Container</a:t>
          </a:r>
        </a:p>
      </dsp:txBody>
      <dsp:txXfrm>
        <a:off x="3854805" y="2503299"/>
        <a:ext cx="1436196" cy="563101"/>
      </dsp:txXfrm>
    </dsp:sp>
    <dsp:sp modelId="{A19E6E97-9F5A-4FC0-8E5B-60184F417B0A}">
      <dsp:nvSpPr>
        <dsp:cNvPr id="0" name=""/>
        <dsp:cNvSpPr/>
      </dsp:nvSpPr>
      <dsp:spPr>
        <a:xfrm rot="3441698">
          <a:off x="3003786" y="3395781"/>
          <a:ext cx="814497" cy="0"/>
        </a:xfrm>
        <a:custGeom>
          <a:avLst/>
          <a:gdLst/>
          <a:ahLst/>
          <a:cxnLst/>
          <a:rect l="0" t="0" r="0" b="0"/>
          <a:pathLst>
            <a:path>
              <a:moveTo>
                <a:pt x="0" y="0"/>
              </a:moveTo>
              <a:lnTo>
                <a:pt x="814497"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DFDA142-5C15-4BD4-9BD3-33A3137EF22D}">
      <dsp:nvSpPr>
        <dsp:cNvPr id="0" name=""/>
        <dsp:cNvSpPr/>
      </dsp:nvSpPr>
      <dsp:spPr>
        <a:xfrm>
          <a:off x="3052407" y="3738722"/>
          <a:ext cx="1556213" cy="624025"/>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0640" tIns="40640" rIns="40640" bIns="40640" numCol="1" spcCol="1270" anchor="ctr" anchorCtr="0">
          <a:noAutofit/>
        </a:bodyPr>
        <a:lstStyle/>
        <a:p>
          <a:pPr marL="0" lvl="0" indent="0" algn="ctr" defTabSz="711200">
            <a:lnSpc>
              <a:spcPct val="90000"/>
            </a:lnSpc>
            <a:spcBef>
              <a:spcPct val="0"/>
            </a:spcBef>
            <a:spcAft>
              <a:spcPct val="35000"/>
            </a:spcAft>
            <a:buNone/>
          </a:pPr>
          <a:r>
            <a:rPr lang="en-US" sz="1600" b="0" kern="1200" dirty="0"/>
            <a:t>4. Spring MVC</a:t>
          </a:r>
        </a:p>
      </dsp:txBody>
      <dsp:txXfrm>
        <a:off x="3082869" y="3769184"/>
        <a:ext cx="1495289" cy="563101"/>
      </dsp:txXfrm>
    </dsp:sp>
    <dsp:sp modelId="{44B5AD90-71EE-4E66-833B-4B2E567E8A9D}">
      <dsp:nvSpPr>
        <dsp:cNvPr id="0" name=""/>
        <dsp:cNvSpPr/>
      </dsp:nvSpPr>
      <dsp:spPr>
        <a:xfrm rot="7437327">
          <a:off x="1639792" y="3400906"/>
          <a:ext cx="839246" cy="0"/>
        </a:xfrm>
        <a:custGeom>
          <a:avLst/>
          <a:gdLst/>
          <a:ahLst/>
          <a:cxnLst/>
          <a:rect l="0" t="0" r="0" b="0"/>
          <a:pathLst>
            <a:path>
              <a:moveTo>
                <a:pt x="0" y="0"/>
              </a:moveTo>
              <a:lnTo>
                <a:pt x="839246"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ED32520-0633-4584-93CA-554F7980819B}">
      <dsp:nvSpPr>
        <dsp:cNvPr id="0" name=""/>
        <dsp:cNvSpPr/>
      </dsp:nvSpPr>
      <dsp:spPr>
        <a:xfrm>
          <a:off x="769887" y="3748972"/>
          <a:ext cx="1690091" cy="624025"/>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0640" tIns="40640" rIns="40640" bIns="40640" numCol="1" spcCol="1270" anchor="ctr" anchorCtr="0">
          <a:noAutofit/>
        </a:bodyPr>
        <a:lstStyle/>
        <a:p>
          <a:pPr marL="0" lvl="0" indent="0" algn="ctr" defTabSz="711200">
            <a:lnSpc>
              <a:spcPct val="90000"/>
            </a:lnSpc>
            <a:spcBef>
              <a:spcPct val="0"/>
            </a:spcBef>
            <a:spcAft>
              <a:spcPct val="35000"/>
            </a:spcAft>
            <a:buNone/>
          </a:pPr>
          <a:r>
            <a:rPr lang="en-US" sz="1600" b="0" kern="1200" dirty="0"/>
            <a:t>5. Spring Data Access (ORM)</a:t>
          </a:r>
        </a:p>
      </dsp:txBody>
      <dsp:txXfrm>
        <a:off x="800349" y="3779434"/>
        <a:ext cx="1629167" cy="563101"/>
      </dsp:txXfrm>
    </dsp:sp>
    <dsp:sp modelId="{3EC81585-6956-4390-B83F-9E3F139903A8}">
      <dsp:nvSpPr>
        <dsp:cNvPr id="0" name=""/>
        <dsp:cNvSpPr/>
      </dsp:nvSpPr>
      <dsp:spPr>
        <a:xfrm rot="10072404">
          <a:off x="1537744" y="2573059"/>
          <a:ext cx="538921" cy="0"/>
        </a:xfrm>
        <a:custGeom>
          <a:avLst/>
          <a:gdLst/>
          <a:ahLst/>
          <a:cxnLst/>
          <a:rect l="0" t="0" r="0" b="0"/>
          <a:pathLst>
            <a:path>
              <a:moveTo>
                <a:pt x="0" y="0"/>
              </a:moveTo>
              <a:lnTo>
                <a:pt x="538921"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EBB1DD7-D3C2-463A-969D-FEFC91F0E97E}">
      <dsp:nvSpPr>
        <dsp:cNvPr id="0" name=""/>
        <dsp:cNvSpPr/>
      </dsp:nvSpPr>
      <dsp:spPr>
        <a:xfrm>
          <a:off x="99348" y="2472830"/>
          <a:ext cx="1444408" cy="624025"/>
        </a:xfrm>
        <a:prstGeom prst="roundRec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0640" tIns="40640" rIns="40640" bIns="40640" numCol="1" spcCol="1270" anchor="ctr" anchorCtr="0">
          <a:noAutofit/>
        </a:bodyPr>
        <a:lstStyle/>
        <a:p>
          <a:pPr marL="0" lvl="0" indent="0" algn="ctr" defTabSz="711200">
            <a:lnSpc>
              <a:spcPct val="90000"/>
            </a:lnSpc>
            <a:spcBef>
              <a:spcPct val="0"/>
            </a:spcBef>
            <a:spcAft>
              <a:spcPct val="35000"/>
            </a:spcAft>
            <a:buNone/>
          </a:pPr>
          <a:r>
            <a:rPr lang="en-US" sz="1600" b="0" kern="1200" dirty="0"/>
            <a:t>6. Simplified Configuration</a:t>
          </a:r>
        </a:p>
      </dsp:txBody>
      <dsp:txXfrm>
        <a:off x="129810" y="2503292"/>
        <a:ext cx="1383484" cy="563101"/>
      </dsp:txXfrm>
    </dsp:sp>
    <dsp:sp modelId="{75D98580-F862-47D7-BB01-38F230294B16}">
      <dsp:nvSpPr>
        <dsp:cNvPr id="0" name=""/>
        <dsp:cNvSpPr/>
      </dsp:nvSpPr>
      <dsp:spPr>
        <a:xfrm rot="12451860">
          <a:off x="1290956" y="1822533"/>
          <a:ext cx="826491" cy="0"/>
        </a:xfrm>
        <a:custGeom>
          <a:avLst/>
          <a:gdLst/>
          <a:ahLst/>
          <a:cxnLst/>
          <a:rect l="0" t="0" r="0" b="0"/>
          <a:pathLst>
            <a:path>
              <a:moveTo>
                <a:pt x="0" y="0"/>
              </a:moveTo>
              <a:lnTo>
                <a:pt x="826491"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9D4EDEF-BD30-486C-9189-23567A546FCC}">
      <dsp:nvSpPr>
        <dsp:cNvPr id="0" name=""/>
        <dsp:cNvSpPr/>
      </dsp:nvSpPr>
      <dsp:spPr>
        <a:xfrm>
          <a:off x="42349" y="1007494"/>
          <a:ext cx="1393645" cy="624025"/>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0640" tIns="40640" rIns="40640" bIns="40640" numCol="1" spcCol="1270" anchor="ctr" anchorCtr="0">
          <a:noAutofit/>
        </a:bodyPr>
        <a:lstStyle/>
        <a:p>
          <a:pPr marL="0" lvl="0" indent="0" algn="ctr" defTabSz="711200">
            <a:lnSpc>
              <a:spcPct val="90000"/>
            </a:lnSpc>
            <a:spcBef>
              <a:spcPct val="0"/>
            </a:spcBef>
            <a:spcAft>
              <a:spcPct val="35000"/>
            </a:spcAft>
            <a:buNone/>
          </a:pPr>
          <a:r>
            <a:rPr lang="en-US" sz="1600" b="0" kern="1200" dirty="0"/>
            <a:t>7. Real-Time Capabilities</a:t>
          </a:r>
        </a:p>
      </dsp:txBody>
      <dsp:txXfrm>
        <a:off x="72811" y="1037956"/>
        <a:ext cx="1332721" cy="563101"/>
      </dsp:txXfrm>
    </dsp:sp>
  </dsp:spTree>
</dsp:drawing>
</file>

<file path=ppt/diagrams/drawing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0EEFA2B-96E4-474A-AE5C-225904953882}">
      <dsp:nvSpPr>
        <dsp:cNvPr id="0" name=""/>
        <dsp:cNvSpPr/>
      </dsp:nvSpPr>
      <dsp:spPr>
        <a:xfrm rot="5400000">
          <a:off x="-113859" y="115986"/>
          <a:ext cx="759064" cy="531344"/>
        </a:xfrm>
        <a:prstGeom prst="chevron">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1. </a:t>
          </a:r>
          <a:endParaRPr lang="en-IN" sz="1800" kern="1200" dirty="0"/>
        </a:p>
      </dsp:txBody>
      <dsp:txXfrm rot="-5400000">
        <a:off x="1" y="267798"/>
        <a:ext cx="531344" cy="227720"/>
      </dsp:txXfrm>
    </dsp:sp>
    <dsp:sp modelId="{775D40B2-961A-4ECC-A7AF-9DF546156D6D}">
      <dsp:nvSpPr>
        <dsp:cNvPr id="0" name=""/>
        <dsp:cNvSpPr/>
      </dsp:nvSpPr>
      <dsp:spPr>
        <a:xfrm rot="5400000">
          <a:off x="3358679" y="-2825207"/>
          <a:ext cx="493651" cy="6148321"/>
        </a:xfrm>
        <a:prstGeom prst="round2SameRect">
          <a:avLst/>
        </a:prstGeom>
        <a:solidFill>
          <a:schemeClr val="lt1">
            <a:alpha val="90000"/>
            <a:hueOff val="0"/>
            <a:satOff val="0"/>
            <a:lumOff val="0"/>
            <a:alphaOff val="0"/>
          </a:schemeClr>
        </a:solidFill>
        <a:ln w="635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n-US" sz="1800" kern="1200" dirty="0"/>
            <a:t>OOPS concepts/ Inheritance/ Polymorphism (Overriding)</a:t>
          </a:r>
          <a:endParaRPr lang="en-IN" sz="1800" kern="1200" dirty="0"/>
        </a:p>
      </dsp:txBody>
      <dsp:txXfrm rot="-5400000">
        <a:off x="531344" y="26226"/>
        <a:ext cx="6124223" cy="445455"/>
      </dsp:txXfrm>
    </dsp:sp>
    <dsp:sp modelId="{32655F29-BEAC-43A5-8004-8A9999508C73}">
      <dsp:nvSpPr>
        <dsp:cNvPr id="0" name=""/>
        <dsp:cNvSpPr/>
      </dsp:nvSpPr>
      <dsp:spPr>
        <a:xfrm rot="5400000">
          <a:off x="-113859" y="774839"/>
          <a:ext cx="759064" cy="531344"/>
        </a:xfrm>
        <a:prstGeom prst="chevron">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2. </a:t>
          </a:r>
          <a:endParaRPr lang="en-IN" sz="1800" kern="1200" dirty="0"/>
        </a:p>
      </dsp:txBody>
      <dsp:txXfrm rot="-5400000">
        <a:off x="1" y="926651"/>
        <a:ext cx="531344" cy="227720"/>
      </dsp:txXfrm>
    </dsp:sp>
    <dsp:sp modelId="{0ADB34A9-8E44-4194-8D30-66D5077C1E8E}">
      <dsp:nvSpPr>
        <dsp:cNvPr id="0" name=""/>
        <dsp:cNvSpPr/>
      </dsp:nvSpPr>
      <dsp:spPr>
        <a:xfrm rot="5400000">
          <a:off x="3358809" y="-2166484"/>
          <a:ext cx="493391" cy="6148321"/>
        </a:xfrm>
        <a:prstGeom prst="round2SameRect">
          <a:avLst/>
        </a:prstGeom>
        <a:solidFill>
          <a:schemeClr val="lt1">
            <a:alpha val="90000"/>
            <a:hueOff val="0"/>
            <a:satOff val="0"/>
            <a:lumOff val="0"/>
            <a:alphaOff val="0"/>
          </a:schemeClr>
        </a:solidFill>
        <a:ln w="6350" cap="flat" cmpd="sng" algn="ctr">
          <a:solidFill>
            <a:schemeClr val="accent3">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n-US" sz="1800" kern="1200"/>
            <a:t>Interfaces </a:t>
          </a:r>
          <a:r>
            <a:rPr lang="en-US" sz="1800" kern="1200" dirty="0"/>
            <a:t>&amp; Abstract class</a:t>
          </a:r>
          <a:endParaRPr lang="en-IN" sz="1800" kern="1200" dirty="0"/>
        </a:p>
      </dsp:txBody>
      <dsp:txXfrm rot="-5400000">
        <a:off x="531345" y="685065"/>
        <a:ext cx="6124236" cy="445221"/>
      </dsp:txXfrm>
    </dsp:sp>
    <dsp:sp modelId="{04CD909A-9210-47A9-8DD2-15D34FA548BF}">
      <dsp:nvSpPr>
        <dsp:cNvPr id="0" name=""/>
        <dsp:cNvSpPr/>
      </dsp:nvSpPr>
      <dsp:spPr>
        <a:xfrm rot="5400000">
          <a:off x="-113859" y="1433692"/>
          <a:ext cx="759064" cy="531344"/>
        </a:xfrm>
        <a:prstGeom prst="chevron">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3. </a:t>
          </a:r>
          <a:endParaRPr lang="en-IN" sz="1800" kern="1200" dirty="0"/>
        </a:p>
      </dsp:txBody>
      <dsp:txXfrm rot="-5400000">
        <a:off x="1" y="1585504"/>
        <a:ext cx="531344" cy="227720"/>
      </dsp:txXfrm>
    </dsp:sp>
    <dsp:sp modelId="{9EBE4AF0-290A-4681-B1FE-506EE9AF01D7}">
      <dsp:nvSpPr>
        <dsp:cNvPr id="0" name=""/>
        <dsp:cNvSpPr/>
      </dsp:nvSpPr>
      <dsp:spPr>
        <a:xfrm rot="5400000">
          <a:off x="3358809" y="-1507632"/>
          <a:ext cx="493391" cy="6148321"/>
        </a:xfrm>
        <a:prstGeom prst="round2SameRect">
          <a:avLst/>
        </a:prstGeom>
        <a:solidFill>
          <a:schemeClr val="lt1">
            <a:alpha val="90000"/>
            <a:hueOff val="0"/>
            <a:satOff val="0"/>
            <a:lumOff val="0"/>
            <a:alphaOff val="0"/>
          </a:schemeClr>
        </a:solidFill>
        <a:ln w="6350" cap="flat" cmpd="sng" algn="ctr">
          <a:solidFill>
            <a:schemeClr val="accent4">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n-US" sz="1800" kern="1200" dirty="0"/>
            <a:t>Parameterized Constructor</a:t>
          </a:r>
          <a:endParaRPr lang="en-IN" sz="1800" kern="1200" dirty="0"/>
        </a:p>
      </dsp:txBody>
      <dsp:txXfrm rot="-5400000">
        <a:off x="531345" y="1343917"/>
        <a:ext cx="6124236" cy="445221"/>
      </dsp:txXfrm>
    </dsp:sp>
    <dsp:sp modelId="{526EE7DC-3DDB-404B-8A3C-E702A945FED5}">
      <dsp:nvSpPr>
        <dsp:cNvPr id="0" name=""/>
        <dsp:cNvSpPr/>
      </dsp:nvSpPr>
      <dsp:spPr>
        <a:xfrm rot="5400000">
          <a:off x="-113859" y="2092544"/>
          <a:ext cx="759064" cy="531344"/>
        </a:xfrm>
        <a:prstGeom prst="chevron">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4. </a:t>
          </a:r>
          <a:endParaRPr lang="en-IN" sz="1800" kern="1200" dirty="0"/>
        </a:p>
      </dsp:txBody>
      <dsp:txXfrm rot="-5400000">
        <a:off x="1" y="2244356"/>
        <a:ext cx="531344" cy="227720"/>
      </dsp:txXfrm>
    </dsp:sp>
    <dsp:sp modelId="{A64818E9-C3E0-4992-9E9C-E97642302C7C}">
      <dsp:nvSpPr>
        <dsp:cNvPr id="0" name=""/>
        <dsp:cNvSpPr/>
      </dsp:nvSpPr>
      <dsp:spPr>
        <a:xfrm rot="5400000">
          <a:off x="3358809" y="-848779"/>
          <a:ext cx="493391" cy="6148321"/>
        </a:xfrm>
        <a:prstGeom prst="round2SameRect">
          <a:avLst/>
        </a:prstGeom>
        <a:solidFill>
          <a:schemeClr val="lt1">
            <a:alpha val="90000"/>
            <a:hueOff val="0"/>
            <a:satOff val="0"/>
            <a:lumOff val="0"/>
            <a:alphaOff val="0"/>
          </a:schemeClr>
        </a:solidFill>
        <a:ln w="6350" cap="flat" cmpd="sng" algn="ctr">
          <a:solidFill>
            <a:schemeClr val="accent5">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n-US" sz="1800" kern="1200"/>
            <a:t>this </a:t>
          </a:r>
          <a:r>
            <a:rPr lang="en-US" sz="1800" kern="1200" dirty="0"/>
            <a:t>and final keyword</a:t>
          </a:r>
          <a:endParaRPr lang="en-IN" sz="1800" kern="1200" dirty="0"/>
        </a:p>
      </dsp:txBody>
      <dsp:txXfrm rot="-5400000">
        <a:off x="531345" y="2002770"/>
        <a:ext cx="6124236" cy="445221"/>
      </dsp:txXfrm>
    </dsp:sp>
    <dsp:sp modelId="{04883F32-F92D-4260-8317-F34FB53B3467}">
      <dsp:nvSpPr>
        <dsp:cNvPr id="0" name=""/>
        <dsp:cNvSpPr/>
      </dsp:nvSpPr>
      <dsp:spPr>
        <a:xfrm rot="5400000">
          <a:off x="-113859" y="2751397"/>
          <a:ext cx="759064" cy="531344"/>
        </a:xfrm>
        <a:prstGeom prst="chevron">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w="6350" cap="flat" cmpd="sng" algn="ctr">
          <a:solidFill>
            <a:schemeClr val="accent6">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5. </a:t>
          </a:r>
          <a:endParaRPr lang="en-IN" sz="1800" kern="1200" dirty="0"/>
        </a:p>
      </dsp:txBody>
      <dsp:txXfrm rot="-5400000">
        <a:off x="1" y="2903209"/>
        <a:ext cx="531344" cy="227720"/>
      </dsp:txXfrm>
    </dsp:sp>
    <dsp:sp modelId="{F44EC20B-443E-448C-B613-EA59C066E3EB}">
      <dsp:nvSpPr>
        <dsp:cNvPr id="0" name=""/>
        <dsp:cNvSpPr/>
      </dsp:nvSpPr>
      <dsp:spPr>
        <a:xfrm rot="5400000">
          <a:off x="3358809" y="-189926"/>
          <a:ext cx="493391" cy="6148321"/>
        </a:xfrm>
        <a:prstGeom prst="round2SameRect">
          <a:avLst/>
        </a:prstGeom>
        <a:solidFill>
          <a:schemeClr val="lt1">
            <a:alpha val="90000"/>
            <a:hueOff val="0"/>
            <a:satOff val="0"/>
            <a:lumOff val="0"/>
            <a:alphaOff val="0"/>
          </a:schemeClr>
        </a:solidFill>
        <a:ln w="6350" cap="flat" cmpd="sng" algn="ctr">
          <a:solidFill>
            <a:schemeClr val="accent6">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n-US" sz="1800" kern="1200"/>
            <a:t>Java </a:t>
          </a:r>
          <a:r>
            <a:rPr lang="en-US" sz="1800" kern="1200" dirty="0"/>
            <a:t>Annotations</a:t>
          </a:r>
          <a:endParaRPr lang="en-IN" sz="1800" kern="1200" dirty="0"/>
        </a:p>
      </dsp:txBody>
      <dsp:txXfrm rot="-5400000">
        <a:off x="531345" y="2661623"/>
        <a:ext cx="6124236" cy="445221"/>
      </dsp:txXfrm>
    </dsp:sp>
    <dsp:sp modelId="{84BA96C7-3BD1-4B2D-B0FA-48D56A55FFA1}">
      <dsp:nvSpPr>
        <dsp:cNvPr id="0" name=""/>
        <dsp:cNvSpPr/>
      </dsp:nvSpPr>
      <dsp:spPr>
        <a:xfrm rot="5400000">
          <a:off x="-113859" y="3410250"/>
          <a:ext cx="759064" cy="531344"/>
        </a:xfrm>
        <a:prstGeom prst="chevron">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kern="1200" dirty="0"/>
            <a:t>6. </a:t>
          </a:r>
          <a:endParaRPr lang="en-IN" sz="1800" kern="1200" dirty="0"/>
        </a:p>
      </dsp:txBody>
      <dsp:txXfrm rot="-5400000">
        <a:off x="1" y="3562062"/>
        <a:ext cx="531344" cy="227720"/>
      </dsp:txXfrm>
    </dsp:sp>
    <dsp:sp modelId="{7EEC41BD-EEF2-477D-9820-9CADDA454B63}">
      <dsp:nvSpPr>
        <dsp:cNvPr id="0" name=""/>
        <dsp:cNvSpPr/>
      </dsp:nvSpPr>
      <dsp:spPr>
        <a:xfrm rot="5400000">
          <a:off x="3358809" y="468926"/>
          <a:ext cx="493391" cy="6148321"/>
        </a:xfrm>
        <a:prstGeom prst="round2SameRect">
          <a:avLst/>
        </a:prstGeom>
        <a:solidFill>
          <a:schemeClr val="lt1">
            <a:alpha val="90000"/>
            <a:hueOff val="0"/>
            <a:satOff val="0"/>
            <a:lumOff val="0"/>
            <a:alphaOff val="0"/>
          </a:schemeClr>
        </a:solidFill>
        <a:ln w="635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n-US" sz="1800" kern="1200"/>
            <a:t>IoC </a:t>
          </a:r>
          <a:r>
            <a:rPr lang="en-US" sz="1800" kern="1200" dirty="0"/>
            <a:t>concept</a:t>
          </a:r>
          <a:endParaRPr lang="en-IN" sz="1800" kern="1200" dirty="0"/>
        </a:p>
      </dsp:txBody>
      <dsp:txXfrm rot="-5400000">
        <a:off x="531345" y="3320476"/>
        <a:ext cx="6124236" cy="445221"/>
      </dsp:txXfrm>
    </dsp:sp>
  </dsp:spTree>
</dsp:drawing>
</file>

<file path=ppt/diagrams/drawing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B7DCC9F-C3B7-467E-94FE-98744ADF8B07}">
      <dsp:nvSpPr>
        <dsp:cNvPr id="0" name=""/>
        <dsp:cNvSpPr/>
      </dsp:nvSpPr>
      <dsp:spPr>
        <a:xfrm>
          <a:off x="0" y="287824"/>
          <a:ext cx="3603357" cy="428400"/>
        </a:xfrm>
        <a:prstGeom prst="rect">
          <a:avLst/>
        </a:prstGeom>
        <a:solidFill>
          <a:schemeClr val="lt1">
            <a:alpha val="90000"/>
            <a:hueOff val="0"/>
            <a:satOff val="0"/>
            <a:lumOff val="0"/>
            <a:alphaOff val="0"/>
          </a:schemeClr>
        </a:solidFill>
        <a:ln w="635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sp>
    <dsp:sp modelId="{13A8BE9E-CE4D-46F3-A2EF-5AE55809A1E2}">
      <dsp:nvSpPr>
        <dsp:cNvPr id="0" name=""/>
        <dsp:cNvSpPr/>
      </dsp:nvSpPr>
      <dsp:spPr>
        <a:xfrm>
          <a:off x="180167" y="36904"/>
          <a:ext cx="2522349" cy="501840"/>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95339" tIns="0" rIns="95339" bIns="0" numCol="1" spcCol="1270" anchor="ctr" anchorCtr="0">
          <a:noAutofit/>
        </a:bodyPr>
        <a:lstStyle/>
        <a:p>
          <a:pPr marL="0" lvl="0" indent="0" algn="l" defTabSz="800100">
            <a:lnSpc>
              <a:spcPct val="90000"/>
            </a:lnSpc>
            <a:spcBef>
              <a:spcPct val="0"/>
            </a:spcBef>
            <a:spcAft>
              <a:spcPct val="35000"/>
            </a:spcAft>
            <a:buNone/>
          </a:pPr>
          <a:r>
            <a:rPr lang="en-US" sz="1800" kern="1200" dirty="0"/>
            <a:t>1. Constructor Injection</a:t>
          </a:r>
          <a:endParaRPr lang="en-IN" sz="1800" kern="1200" dirty="0"/>
        </a:p>
      </dsp:txBody>
      <dsp:txXfrm>
        <a:off x="204665" y="61402"/>
        <a:ext cx="2473353" cy="452844"/>
      </dsp:txXfrm>
    </dsp:sp>
    <dsp:sp modelId="{169F0292-85A2-4CE5-9FAF-0211704D1D75}">
      <dsp:nvSpPr>
        <dsp:cNvPr id="0" name=""/>
        <dsp:cNvSpPr/>
      </dsp:nvSpPr>
      <dsp:spPr>
        <a:xfrm>
          <a:off x="0" y="1058944"/>
          <a:ext cx="3603357" cy="428400"/>
        </a:xfrm>
        <a:prstGeom prst="rect">
          <a:avLst/>
        </a:prstGeom>
        <a:solidFill>
          <a:schemeClr val="lt1">
            <a:alpha val="90000"/>
            <a:hueOff val="0"/>
            <a:satOff val="0"/>
            <a:lumOff val="0"/>
            <a:alphaOff val="0"/>
          </a:schemeClr>
        </a:solidFill>
        <a:ln w="6350" cap="flat" cmpd="sng" algn="ctr">
          <a:solidFill>
            <a:schemeClr val="accent3">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sp>
    <dsp:sp modelId="{EACD5658-B5D1-4DB2-A01B-C8F670BA8211}">
      <dsp:nvSpPr>
        <dsp:cNvPr id="0" name=""/>
        <dsp:cNvSpPr/>
      </dsp:nvSpPr>
      <dsp:spPr>
        <a:xfrm>
          <a:off x="180167" y="808024"/>
          <a:ext cx="2522349" cy="501840"/>
        </a:xfrm>
        <a:prstGeom prst="roundRec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95339" tIns="0" rIns="95339" bIns="0" numCol="1" spcCol="1270" anchor="ctr" anchorCtr="0">
          <a:noAutofit/>
        </a:bodyPr>
        <a:lstStyle/>
        <a:p>
          <a:pPr marL="0" lvl="0" indent="0" algn="l" defTabSz="800100">
            <a:lnSpc>
              <a:spcPct val="90000"/>
            </a:lnSpc>
            <a:spcBef>
              <a:spcPct val="0"/>
            </a:spcBef>
            <a:spcAft>
              <a:spcPct val="35000"/>
            </a:spcAft>
            <a:buNone/>
          </a:pPr>
          <a:r>
            <a:rPr lang="en-US" sz="1800" kern="1200" dirty="0"/>
            <a:t>2. Setter Injection</a:t>
          </a:r>
          <a:endParaRPr lang="en-IN" sz="1800" kern="1200" dirty="0"/>
        </a:p>
      </dsp:txBody>
      <dsp:txXfrm>
        <a:off x="204665" y="832522"/>
        <a:ext cx="2473353" cy="452844"/>
      </dsp:txXfrm>
    </dsp:sp>
    <dsp:sp modelId="{F3B28A47-051F-428C-A685-A62A4C953377}">
      <dsp:nvSpPr>
        <dsp:cNvPr id="0" name=""/>
        <dsp:cNvSpPr/>
      </dsp:nvSpPr>
      <dsp:spPr>
        <a:xfrm>
          <a:off x="0" y="1830064"/>
          <a:ext cx="3603357" cy="428400"/>
        </a:xfrm>
        <a:prstGeom prst="rect">
          <a:avLst/>
        </a:prstGeom>
        <a:solidFill>
          <a:schemeClr val="lt1">
            <a:alpha val="90000"/>
            <a:hueOff val="0"/>
            <a:satOff val="0"/>
            <a:lumOff val="0"/>
            <a:alphaOff val="0"/>
          </a:schemeClr>
        </a:solidFill>
        <a:ln w="6350" cap="flat" cmpd="sng" algn="ctr">
          <a:solidFill>
            <a:schemeClr val="accent4">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sp>
    <dsp:sp modelId="{F10F8C43-BA64-4917-A9C6-3FDE43D09987}">
      <dsp:nvSpPr>
        <dsp:cNvPr id="0" name=""/>
        <dsp:cNvSpPr/>
      </dsp:nvSpPr>
      <dsp:spPr>
        <a:xfrm>
          <a:off x="180167" y="1579144"/>
          <a:ext cx="2522349" cy="501840"/>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95339" tIns="0" rIns="95339" bIns="0" numCol="1" spcCol="1270" anchor="ctr" anchorCtr="0">
          <a:noAutofit/>
        </a:bodyPr>
        <a:lstStyle/>
        <a:p>
          <a:pPr marL="0" lvl="0" indent="0" algn="l" defTabSz="800100">
            <a:lnSpc>
              <a:spcPct val="90000"/>
            </a:lnSpc>
            <a:spcBef>
              <a:spcPct val="0"/>
            </a:spcBef>
            <a:spcAft>
              <a:spcPct val="35000"/>
            </a:spcAft>
            <a:buNone/>
          </a:pPr>
          <a:r>
            <a:rPr lang="en-US" sz="1800" kern="1200" dirty="0"/>
            <a:t>3. Field Injection</a:t>
          </a:r>
          <a:endParaRPr lang="en-IN" sz="1800" kern="1200" dirty="0"/>
        </a:p>
      </dsp:txBody>
      <dsp:txXfrm>
        <a:off x="204665" y="1603642"/>
        <a:ext cx="2473353" cy="452844"/>
      </dsp:txXfrm>
    </dsp:sp>
    <dsp:sp modelId="{68F52505-0923-4D27-A5E0-D902E35119FF}">
      <dsp:nvSpPr>
        <dsp:cNvPr id="0" name=""/>
        <dsp:cNvSpPr/>
      </dsp:nvSpPr>
      <dsp:spPr>
        <a:xfrm>
          <a:off x="0" y="2601184"/>
          <a:ext cx="3603357" cy="428400"/>
        </a:xfrm>
        <a:prstGeom prst="rect">
          <a:avLst/>
        </a:prstGeom>
        <a:solidFill>
          <a:schemeClr val="lt1">
            <a:alpha val="90000"/>
            <a:hueOff val="0"/>
            <a:satOff val="0"/>
            <a:lumOff val="0"/>
            <a:alphaOff val="0"/>
          </a:schemeClr>
        </a:solidFill>
        <a:ln w="6350" cap="flat" cmpd="sng" algn="ctr">
          <a:solidFill>
            <a:schemeClr val="accent5">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sp>
    <dsp:sp modelId="{912F4AC1-A5B3-4BD3-8283-DA2CDF5B365A}">
      <dsp:nvSpPr>
        <dsp:cNvPr id="0" name=""/>
        <dsp:cNvSpPr/>
      </dsp:nvSpPr>
      <dsp:spPr>
        <a:xfrm>
          <a:off x="180167" y="2350264"/>
          <a:ext cx="2522349" cy="501840"/>
        </a:xfrm>
        <a:prstGeom prst="roundRect">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95339" tIns="0" rIns="95339" bIns="0" numCol="1" spcCol="1270" anchor="ctr" anchorCtr="0">
          <a:noAutofit/>
        </a:bodyPr>
        <a:lstStyle/>
        <a:p>
          <a:pPr marL="0" lvl="0" indent="0" algn="l" defTabSz="800100">
            <a:lnSpc>
              <a:spcPct val="90000"/>
            </a:lnSpc>
            <a:spcBef>
              <a:spcPct val="0"/>
            </a:spcBef>
            <a:spcAft>
              <a:spcPct val="35000"/>
            </a:spcAft>
            <a:buNone/>
          </a:pPr>
          <a:r>
            <a:rPr lang="en-US" sz="1800" kern="1200" dirty="0"/>
            <a:t>4. Method Injection</a:t>
          </a:r>
          <a:endParaRPr lang="en-IN" sz="1800" kern="1200" dirty="0"/>
        </a:p>
      </dsp:txBody>
      <dsp:txXfrm>
        <a:off x="204665" y="2374762"/>
        <a:ext cx="2473353" cy="452844"/>
      </dsp:txXfrm>
    </dsp:sp>
  </dsp:spTree>
</dsp:drawing>
</file>

<file path=ppt/diagrams/drawing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BDEFD78-D2A4-49C3-8A8B-869A2334193D}">
      <dsp:nvSpPr>
        <dsp:cNvPr id="0" name=""/>
        <dsp:cNvSpPr/>
      </dsp:nvSpPr>
      <dsp:spPr>
        <a:xfrm>
          <a:off x="0" y="3848743"/>
          <a:ext cx="9292398"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FA44286-D392-4B0C-B56E-C48E1939A341}">
      <dsp:nvSpPr>
        <dsp:cNvPr id="0" name=""/>
        <dsp:cNvSpPr/>
      </dsp:nvSpPr>
      <dsp:spPr>
        <a:xfrm>
          <a:off x="0" y="2875171"/>
          <a:ext cx="9292398"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047AC73-B4E1-4DBA-B693-F2986C206DE0}">
      <dsp:nvSpPr>
        <dsp:cNvPr id="0" name=""/>
        <dsp:cNvSpPr/>
      </dsp:nvSpPr>
      <dsp:spPr>
        <a:xfrm>
          <a:off x="0" y="1901600"/>
          <a:ext cx="9292398"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C2B8D7F-F405-4EF2-885B-2BC9530F3307}">
      <dsp:nvSpPr>
        <dsp:cNvPr id="0" name=""/>
        <dsp:cNvSpPr/>
      </dsp:nvSpPr>
      <dsp:spPr>
        <a:xfrm>
          <a:off x="0" y="928029"/>
          <a:ext cx="9292398"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FC49024-6CDE-4004-95B4-8238FBE3CA23}">
      <dsp:nvSpPr>
        <dsp:cNvPr id="0" name=""/>
        <dsp:cNvSpPr/>
      </dsp:nvSpPr>
      <dsp:spPr>
        <a:xfrm>
          <a:off x="2555441" y="818"/>
          <a:ext cx="6597537" cy="9272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kern="1200" dirty="0"/>
            <a:t>Use for </a:t>
          </a:r>
          <a:r>
            <a:rPr lang="en-US" sz="1800" b="1" kern="1200" dirty="0"/>
            <a:t>mandatory dependencies </a:t>
          </a:r>
          <a:r>
            <a:rPr lang="en-US" sz="1800" kern="1200" dirty="0"/>
            <a:t>and should be provided at object creation time.</a:t>
          </a:r>
          <a:endParaRPr lang="en-IN" sz="1800" kern="1200" dirty="0"/>
        </a:p>
      </dsp:txBody>
      <dsp:txXfrm>
        <a:off x="2555441" y="818"/>
        <a:ext cx="6597537" cy="927210"/>
      </dsp:txXfrm>
    </dsp:sp>
    <dsp:sp modelId="{A5385733-2175-444D-947A-22F11A27EF8C}">
      <dsp:nvSpPr>
        <dsp:cNvPr id="0" name=""/>
        <dsp:cNvSpPr/>
      </dsp:nvSpPr>
      <dsp:spPr>
        <a:xfrm>
          <a:off x="0" y="818"/>
          <a:ext cx="2416023" cy="927210"/>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1" kern="1200" dirty="0"/>
            <a:t>1. Constructor Injection</a:t>
          </a:r>
          <a:endParaRPr lang="en-IN" sz="1800" b="1" kern="1200" dirty="0"/>
        </a:p>
      </dsp:txBody>
      <dsp:txXfrm>
        <a:off x="45271" y="46089"/>
        <a:ext cx="2325481" cy="881939"/>
      </dsp:txXfrm>
    </dsp:sp>
    <dsp:sp modelId="{952A24D4-55F9-4CC2-9316-BDD4CC6102CE}">
      <dsp:nvSpPr>
        <dsp:cNvPr id="0" name=""/>
        <dsp:cNvSpPr/>
      </dsp:nvSpPr>
      <dsp:spPr>
        <a:xfrm>
          <a:off x="2555441" y="974390"/>
          <a:ext cx="6597537" cy="9272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kern="1200" dirty="0"/>
            <a:t>Use for </a:t>
          </a:r>
          <a:r>
            <a:rPr lang="en-US" sz="1800" b="1" kern="1200" dirty="0"/>
            <a:t>optional dependencies</a:t>
          </a:r>
          <a:r>
            <a:rPr lang="en-US" sz="1800" kern="1200" dirty="0"/>
            <a:t> or when dependencies can change after object creation, allowing flexibility in re-injecting dependencies.</a:t>
          </a:r>
          <a:endParaRPr lang="en-IN" sz="1800" kern="1200" dirty="0"/>
        </a:p>
      </dsp:txBody>
      <dsp:txXfrm>
        <a:off x="2555441" y="974390"/>
        <a:ext cx="6597537" cy="927210"/>
      </dsp:txXfrm>
    </dsp:sp>
    <dsp:sp modelId="{1352E2C7-DFCD-43B5-9EAE-3C81F71BD82C}">
      <dsp:nvSpPr>
        <dsp:cNvPr id="0" name=""/>
        <dsp:cNvSpPr/>
      </dsp:nvSpPr>
      <dsp:spPr>
        <a:xfrm>
          <a:off x="0" y="974390"/>
          <a:ext cx="2416023" cy="927210"/>
        </a:xfrm>
        <a:prstGeom prst="round2SameRect">
          <a:avLst>
            <a:gd name="adj1" fmla="val 16670"/>
            <a:gd name="adj2" fmla="val 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1" kern="1200" dirty="0"/>
            <a:t>2. Setter Injection</a:t>
          </a:r>
          <a:endParaRPr lang="en-IN" sz="1800" b="1" kern="1200" dirty="0"/>
        </a:p>
      </dsp:txBody>
      <dsp:txXfrm>
        <a:off x="45271" y="1019661"/>
        <a:ext cx="2325481" cy="881939"/>
      </dsp:txXfrm>
    </dsp:sp>
    <dsp:sp modelId="{25287710-860A-4757-8D08-C17E6E7F36FE}">
      <dsp:nvSpPr>
        <dsp:cNvPr id="0" name=""/>
        <dsp:cNvSpPr/>
      </dsp:nvSpPr>
      <dsp:spPr>
        <a:xfrm>
          <a:off x="2555441" y="1947961"/>
          <a:ext cx="6597537" cy="9272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kern="1200" dirty="0"/>
            <a:t>Generally, avoid due to </a:t>
          </a:r>
          <a:r>
            <a:rPr lang="en-US" sz="1800" b="1" kern="1200" dirty="0"/>
            <a:t>limitations in testability</a:t>
          </a:r>
          <a:r>
            <a:rPr lang="en-US" sz="1800" kern="1200" dirty="0"/>
            <a:t> and visibility of dependencies.</a:t>
          </a:r>
          <a:endParaRPr lang="en-IN" sz="1800" kern="1200" dirty="0"/>
        </a:p>
      </dsp:txBody>
      <dsp:txXfrm>
        <a:off x="2555441" y="1947961"/>
        <a:ext cx="6597537" cy="927210"/>
      </dsp:txXfrm>
    </dsp:sp>
    <dsp:sp modelId="{1FD3B4CD-1FFA-42DE-AB68-B7C3FA66F067}">
      <dsp:nvSpPr>
        <dsp:cNvPr id="0" name=""/>
        <dsp:cNvSpPr/>
      </dsp:nvSpPr>
      <dsp:spPr>
        <a:xfrm>
          <a:off x="0" y="1947961"/>
          <a:ext cx="2416023" cy="927210"/>
        </a:xfrm>
        <a:prstGeom prst="round2SameRect">
          <a:avLst>
            <a:gd name="adj1" fmla="val 16670"/>
            <a:gd name="adj2" fmla="val 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1" kern="1200" dirty="0"/>
            <a:t>3. Field Injection</a:t>
          </a:r>
          <a:endParaRPr lang="en-IN" sz="1800" b="1" kern="1200" dirty="0"/>
        </a:p>
      </dsp:txBody>
      <dsp:txXfrm>
        <a:off x="45271" y="1993232"/>
        <a:ext cx="2325481" cy="881939"/>
      </dsp:txXfrm>
    </dsp:sp>
    <dsp:sp modelId="{D57CF437-4AEC-490E-8C4C-73770F28617D}">
      <dsp:nvSpPr>
        <dsp:cNvPr id="0" name=""/>
        <dsp:cNvSpPr/>
      </dsp:nvSpPr>
      <dsp:spPr>
        <a:xfrm>
          <a:off x="2555441" y="2921532"/>
          <a:ext cx="6597537" cy="9272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kern="1200" dirty="0"/>
            <a:t>Use for </a:t>
          </a:r>
          <a:r>
            <a:rPr lang="en-US" sz="1800" b="1" kern="1200" dirty="0"/>
            <a:t>injecting dependencies dynamically</a:t>
          </a:r>
          <a:r>
            <a:rPr lang="en-US" sz="1800" kern="1200" dirty="0"/>
            <a:t> or conditionally, providing more flexibility compared to constructor or setter injection.</a:t>
          </a:r>
          <a:endParaRPr lang="en-IN" sz="1800" kern="1200" dirty="0"/>
        </a:p>
      </dsp:txBody>
      <dsp:txXfrm>
        <a:off x="2555441" y="2921532"/>
        <a:ext cx="6597537" cy="927210"/>
      </dsp:txXfrm>
    </dsp:sp>
    <dsp:sp modelId="{AF9A221D-530B-45E8-88BE-B00BD8C78677}">
      <dsp:nvSpPr>
        <dsp:cNvPr id="0" name=""/>
        <dsp:cNvSpPr/>
      </dsp:nvSpPr>
      <dsp:spPr>
        <a:xfrm>
          <a:off x="0" y="2921532"/>
          <a:ext cx="2416023" cy="927210"/>
        </a:xfrm>
        <a:prstGeom prst="round2SameRect">
          <a:avLst>
            <a:gd name="adj1" fmla="val 16670"/>
            <a:gd name="adj2" fmla="val 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1" kern="1200" dirty="0"/>
            <a:t>4. Method Injection</a:t>
          </a:r>
          <a:endParaRPr lang="en-IN" sz="1800" b="1" kern="1200" dirty="0"/>
        </a:p>
      </dsp:txBody>
      <dsp:txXfrm>
        <a:off x="45271" y="2966803"/>
        <a:ext cx="2325481" cy="881939"/>
      </dsp:txXfrm>
    </dsp:sp>
  </dsp:spTree>
</dsp:drawing>
</file>

<file path=ppt/diagrams/drawing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778B2B9-6919-4A96-9301-90B3037F008E}">
      <dsp:nvSpPr>
        <dsp:cNvPr id="0" name=""/>
        <dsp:cNvSpPr/>
      </dsp:nvSpPr>
      <dsp:spPr>
        <a:xfrm>
          <a:off x="0" y="0"/>
          <a:ext cx="4713611" cy="0"/>
        </a:xfrm>
        <a:prstGeom prst="line">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sp>
    <dsp:sp modelId="{4FFB81B6-4D8C-48E4-8EEC-5B3135E04F6E}">
      <dsp:nvSpPr>
        <dsp:cNvPr id="0" name=""/>
        <dsp:cNvSpPr/>
      </dsp:nvSpPr>
      <dsp:spPr>
        <a:xfrm>
          <a:off x="0" y="0"/>
          <a:ext cx="4713611" cy="183223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US" sz="1800" kern="1200" dirty="0"/>
            <a:t>1. Annotate a class with </a:t>
          </a:r>
          <a:r>
            <a:rPr lang="en-US" sz="1800" b="1" kern="1200" dirty="0"/>
            <a:t>@Component, @Service, @Repository, or @Controller</a:t>
          </a:r>
          <a:r>
            <a:rPr lang="en-US" sz="1800" kern="1200" dirty="0"/>
            <a:t>. Spring will automatically detect and register these classes as Beans through component scanning.</a:t>
          </a:r>
          <a:endParaRPr lang="en-IN" sz="1800" kern="1200" dirty="0"/>
        </a:p>
      </dsp:txBody>
      <dsp:txXfrm>
        <a:off x="0" y="0"/>
        <a:ext cx="4713611" cy="1832237"/>
      </dsp:txXfrm>
    </dsp:sp>
    <dsp:sp modelId="{FC4BC4B2-49CC-4479-81A3-182C8F17EBCF}">
      <dsp:nvSpPr>
        <dsp:cNvPr id="0" name=""/>
        <dsp:cNvSpPr/>
      </dsp:nvSpPr>
      <dsp:spPr>
        <a:xfrm>
          <a:off x="0" y="1832237"/>
          <a:ext cx="4713611" cy="0"/>
        </a:xfrm>
        <a:prstGeom prst="line">
          <a:avLst/>
        </a:prstGeom>
        <a:gradFill rotWithShape="0">
          <a:gsLst>
            <a:gs pos="0">
              <a:schemeClr val="accent4">
                <a:hueOff val="9800891"/>
                <a:satOff val="-40777"/>
                <a:lumOff val="9608"/>
                <a:alphaOff val="0"/>
                <a:lumMod val="110000"/>
                <a:satMod val="105000"/>
                <a:tint val="67000"/>
              </a:schemeClr>
            </a:gs>
            <a:gs pos="50000">
              <a:schemeClr val="accent4">
                <a:hueOff val="9800891"/>
                <a:satOff val="-40777"/>
                <a:lumOff val="9608"/>
                <a:alphaOff val="0"/>
                <a:lumMod val="105000"/>
                <a:satMod val="103000"/>
                <a:tint val="73000"/>
              </a:schemeClr>
            </a:gs>
            <a:gs pos="100000">
              <a:schemeClr val="accent4">
                <a:hueOff val="9800891"/>
                <a:satOff val="-40777"/>
                <a:lumOff val="9608"/>
                <a:alphaOff val="0"/>
                <a:lumMod val="105000"/>
                <a:satMod val="109000"/>
                <a:tint val="81000"/>
              </a:schemeClr>
            </a:gs>
          </a:gsLst>
          <a:lin ang="5400000" scaled="0"/>
        </a:gradFill>
        <a:ln w="6350" cap="flat" cmpd="sng" algn="ctr">
          <a:solidFill>
            <a:schemeClr val="accent4">
              <a:hueOff val="9800891"/>
              <a:satOff val="-40777"/>
              <a:lumOff val="9608"/>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sp>
    <dsp:sp modelId="{DB754ABA-C95F-48CD-82B7-878C6429DC76}">
      <dsp:nvSpPr>
        <dsp:cNvPr id="0" name=""/>
        <dsp:cNvSpPr/>
      </dsp:nvSpPr>
      <dsp:spPr>
        <a:xfrm>
          <a:off x="0" y="1832237"/>
          <a:ext cx="4713611" cy="183223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n-US" sz="1800" kern="1200" dirty="0"/>
            <a:t>2. Using </a:t>
          </a:r>
          <a:r>
            <a:rPr lang="en-US" sz="1800" b="1" kern="1200" dirty="0"/>
            <a:t>@Configuration</a:t>
          </a:r>
          <a:r>
            <a:rPr lang="en-US" sz="1800" kern="1200" dirty="0"/>
            <a:t> and </a:t>
          </a:r>
          <a:r>
            <a:rPr lang="en-US" sz="1800" b="1" kern="1200" dirty="0"/>
            <a:t>@Bean Annotation </a:t>
          </a:r>
          <a:r>
            <a:rPr lang="en-US" sz="1800" b="0" kern="1200" dirty="0"/>
            <a:t>for defining method beans</a:t>
          </a:r>
          <a:r>
            <a:rPr lang="en-US" sz="1800" kern="1200" dirty="0"/>
            <a:t> in a @Configuration Class. Method Bean returns the Bean instance.</a:t>
          </a:r>
          <a:endParaRPr lang="en-IN" sz="1800" kern="1200" dirty="0"/>
        </a:p>
      </dsp:txBody>
      <dsp:txXfrm>
        <a:off x="0" y="1832237"/>
        <a:ext cx="4713611" cy="1832237"/>
      </dsp:txXfrm>
    </dsp:sp>
  </dsp:spTree>
</dsp:drawing>
</file>

<file path=ppt/diagrams/drawing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0017FBF-00DE-483E-9966-7D8D3923B3D1}">
      <dsp:nvSpPr>
        <dsp:cNvPr id="0" name=""/>
        <dsp:cNvSpPr/>
      </dsp:nvSpPr>
      <dsp:spPr>
        <a:xfrm>
          <a:off x="394623" y="4199"/>
          <a:ext cx="3140539" cy="557449"/>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Clr>
              <a:schemeClr val="accent4"/>
            </a:buClr>
            <a:buNone/>
          </a:pPr>
          <a:r>
            <a:rPr lang="en-US" sz="1600" kern="1200" dirty="0"/>
            <a:t>1. Spring IoC Container(context) </a:t>
          </a:r>
          <a:r>
            <a:rPr lang="en-US" sz="1600" kern="1200" dirty="0" err="1"/>
            <a:t>statred</a:t>
          </a:r>
          <a:endParaRPr lang="en-IN" sz="1600" kern="1200" dirty="0"/>
        </a:p>
      </dsp:txBody>
      <dsp:txXfrm>
        <a:off x="410950" y="20526"/>
        <a:ext cx="3107885" cy="524795"/>
      </dsp:txXfrm>
    </dsp:sp>
    <dsp:sp modelId="{8368CB3C-6D6E-4469-A0C1-8FF2999348A0}">
      <dsp:nvSpPr>
        <dsp:cNvPr id="0" name=""/>
        <dsp:cNvSpPr/>
      </dsp:nvSpPr>
      <dsp:spPr>
        <a:xfrm rot="5400000">
          <a:off x="1860371" y="575585"/>
          <a:ext cx="209043" cy="250852"/>
        </a:xfrm>
        <a:prstGeom prst="rightArrow">
          <a:avLst>
            <a:gd name="adj1" fmla="val 60000"/>
            <a:gd name="adj2" fmla="val 5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l" defTabSz="711200">
            <a:lnSpc>
              <a:spcPct val="90000"/>
            </a:lnSpc>
            <a:spcBef>
              <a:spcPct val="0"/>
            </a:spcBef>
            <a:spcAft>
              <a:spcPct val="35000"/>
            </a:spcAft>
            <a:buNone/>
          </a:pPr>
          <a:endParaRPr lang="en-IN" sz="1600" kern="1200"/>
        </a:p>
      </dsp:txBody>
      <dsp:txXfrm rot="-5400000">
        <a:off x="1889637" y="596490"/>
        <a:ext cx="150512" cy="146330"/>
      </dsp:txXfrm>
    </dsp:sp>
    <dsp:sp modelId="{F497F0C8-BB64-4402-AA12-6768B6A02B7B}">
      <dsp:nvSpPr>
        <dsp:cNvPr id="0" name=""/>
        <dsp:cNvSpPr/>
      </dsp:nvSpPr>
      <dsp:spPr>
        <a:xfrm>
          <a:off x="394623" y="840374"/>
          <a:ext cx="3140539" cy="557449"/>
        </a:xfrm>
        <a:prstGeom prst="roundRect">
          <a:avLst>
            <a:gd name="adj" fmla="val 1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Clr>
              <a:schemeClr val="accent4"/>
            </a:buClr>
            <a:buNone/>
          </a:pPr>
          <a:r>
            <a:rPr lang="en-US" sz="1600" kern="1200" dirty="0"/>
            <a:t>2. Bean instantiated</a:t>
          </a:r>
          <a:endParaRPr lang="en-IN" sz="1600" kern="1200" dirty="0"/>
        </a:p>
      </dsp:txBody>
      <dsp:txXfrm>
        <a:off x="410950" y="856701"/>
        <a:ext cx="3107885" cy="524795"/>
      </dsp:txXfrm>
    </dsp:sp>
    <dsp:sp modelId="{1B73407E-87B4-4382-8C96-D87CF2E04265}">
      <dsp:nvSpPr>
        <dsp:cNvPr id="0" name=""/>
        <dsp:cNvSpPr/>
      </dsp:nvSpPr>
      <dsp:spPr>
        <a:xfrm rot="5400000">
          <a:off x="1860371" y="1411760"/>
          <a:ext cx="209043" cy="250852"/>
        </a:xfrm>
        <a:prstGeom prst="rightArrow">
          <a:avLst>
            <a:gd name="adj1" fmla="val 60000"/>
            <a:gd name="adj2" fmla="val 5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l" defTabSz="711200">
            <a:lnSpc>
              <a:spcPct val="90000"/>
            </a:lnSpc>
            <a:spcBef>
              <a:spcPct val="0"/>
            </a:spcBef>
            <a:spcAft>
              <a:spcPct val="35000"/>
            </a:spcAft>
            <a:buNone/>
          </a:pPr>
          <a:endParaRPr lang="en-IN" sz="1600" kern="1200"/>
        </a:p>
      </dsp:txBody>
      <dsp:txXfrm rot="-5400000">
        <a:off x="1889637" y="1432665"/>
        <a:ext cx="150512" cy="146330"/>
      </dsp:txXfrm>
    </dsp:sp>
    <dsp:sp modelId="{6626A509-958C-4B73-A06A-7ECC2E0D9A08}">
      <dsp:nvSpPr>
        <dsp:cNvPr id="0" name=""/>
        <dsp:cNvSpPr/>
      </dsp:nvSpPr>
      <dsp:spPr>
        <a:xfrm>
          <a:off x="394623" y="1676549"/>
          <a:ext cx="3140539" cy="557449"/>
        </a:xfrm>
        <a:prstGeom prst="roundRect">
          <a:avLst>
            <a:gd name="adj" fmla="val 1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3. Dependency injected</a:t>
          </a:r>
          <a:endParaRPr lang="en-IN" sz="1600" kern="1200" dirty="0"/>
        </a:p>
      </dsp:txBody>
      <dsp:txXfrm>
        <a:off x="410950" y="1692876"/>
        <a:ext cx="3107885" cy="524795"/>
      </dsp:txXfrm>
    </dsp:sp>
    <dsp:sp modelId="{FE4C2835-0F52-4961-AD9E-F7306A782989}">
      <dsp:nvSpPr>
        <dsp:cNvPr id="0" name=""/>
        <dsp:cNvSpPr/>
      </dsp:nvSpPr>
      <dsp:spPr>
        <a:xfrm rot="5400000">
          <a:off x="1860371" y="2247935"/>
          <a:ext cx="209043" cy="250852"/>
        </a:xfrm>
        <a:prstGeom prst="rightArrow">
          <a:avLst>
            <a:gd name="adj1" fmla="val 60000"/>
            <a:gd name="adj2" fmla="val 5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l" defTabSz="711200">
            <a:lnSpc>
              <a:spcPct val="90000"/>
            </a:lnSpc>
            <a:spcBef>
              <a:spcPct val="0"/>
            </a:spcBef>
            <a:spcAft>
              <a:spcPct val="35000"/>
            </a:spcAft>
            <a:buNone/>
          </a:pPr>
          <a:endParaRPr lang="en-IN" sz="1600" kern="1200"/>
        </a:p>
      </dsp:txBody>
      <dsp:txXfrm rot="-5400000">
        <a:off x="1889637" y="2268840"/>
        <a:ext cx="150512" cy="146330"/>
      </dsp:txXfrm>
    </dsp:sp>
    <dsp:sp modelId="{9C3D5122-9CC0-48DC-AB37-45063FA56EB5}">
      <dsp:nvSpPr>
        <dsp:cNvPr id="0" name=""/>
        <dsp:cNvSpPr/>
      </dsp:nvSpPr>
      <dsp:spPr>
        <a:xfrm>
          <a:off x="394623" y="2512723"/>
          <a:ext cx="3140539" cy="557449"/>
        </a:xfrm>
        <a:prstGeom prst="roundRect">
          <a:avLst>
            <a:gd name="adj" fmla="val 1000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ts val="0"/>
            </a:spcAft>
            <a:buNone/>
          </a:pPr>
          <a:r>
            <a:rPr lang="en-US" sz="1600" kern="1200" dirty="0"/>
            <a:t>4. Bean initialized  </a:t>
          </a:r>
        </a:p>
        <a:p>
          <a:pPr marL="0" lvl="0" indent="0" algn="l" defTabSz="711200">
            <a:lnSpc>
              <a:spcPct val="90000"/>
            </a:lnSpc>
            <a:spcBef>
              <a:spcPct val="0"/>
            </a:spcBef>
            <a:spcAft>
              <a:spcPts val="0"/>
            </a:spcAft>
            <a:buNone/>
          </a:pPr>
          <a:r>
            <a:rPr lang="en-US" sz="1600" kern="1200" dirty="0"/>
            <a:t>(custom Init() method)</a:t>
          </a:r>
          <a:endParaRPr lang="en-IN" sz="1600" kern="1200" dirty="0"/>
        </a:p>
      </dsp:txBody>
      <dsp:txXfrm>
        <a:off x="410950" y="2529050"/>
        <a:ext cx="3107885" cy="524795"/>
      </dsp:txXfrm>
    </dsp:sp>
    <dsp:sp modelId="{4ADC7080-05D0-4AE0-B531-1393C578DD1D}">
      <dsp:nvSpPr>
        <dsp:cNvPr id="0" name=""/>
        <dsp:cNvSpPr/>
      </dsp:nvSpPr>
      <dsp:spPr>
        <a:xfrm rot="5400000">
          <a:off x="1860371" y="3084110"/>
          <a:ext cx="209043" cy="250852"/>
        </a:xfrm>
        <a:prstGeom prst="rightArrow">
          <a:avLst>
            <a:gd name="adj1" fmla="val 60000"/>
            <a:gd name="adj2" fmla="val 5000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l" defTabSz="711200">
            <a:lnSpc>
              <a:spcPct val="90000"/>
            </a:lnSpc>
            <a:spcBef>
              <a:spcPct val="0"/>
            </a:spcBef>
            <a:spcAft>
              <a:spcPct val="35000"/>
            </a:spcAft>
            <a:buNone/>
          </a:pPr>
          <a:endParaRPr lang="en-IN" sz="1600" kern="1200"/>
        </a:p>
      </dsp:txBody>
      <dsp:txXfrm rot="-5400000">
        <a:off x="1889637" y="3105015"/>
        <a:ext cx="150512" cy="146330"/>
      </dsp:txXfrm>
    </dsp:sp>
    <dsp:sp modelId="{FCDD1BBA-BD54-46CB-971A-875670BC802C}">
      <dsp:nvSpPr>
        <dsp:cNvPr id="0" name=""/>
        <dsp:cNvSpPr/>
      </dsp:nvSpPr>
      <dsp:spPr>
        <a:xfrm>
          <a:off x="394623" y="3348898"/>
          <a:ext cx="3140539" cy="557449"/>
        </a:xfrm>
        <a:prstGeom prst="roundRect">
          <a:avLst>
            <a:gd name="adj" fmla="val 1000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Clr>
              <a:schemeClr val="accent4"/>
            </a:buClr>
            <a:buNone/>
          </a:pPr>
          <a:r>
            <a:rPr lang="en-US" sz="1600" kern="1200" dirty="0"/>
            <a:t>5. Bean used</a:t>
          </a:r>
          <a:endParaRPr lang="en-IN" sz="1600" kern="1200" dirty="0"/>
        </a:p>
      </dsp:txBody>
      <dsp:txXfrm>
        <a:off x="410950" y="3365225"/>
        <a:ext cx="3107885" cy="524795"/>
      </dsp:txXfrm>
    </dsp:sp>
    <dsp:sp modelId="{AC51C3D7-D467-4CBA-A6AB-1B006FAB1A98}">
      <dsp:nvSpPr>
        <dsp:cNvPr id="0" name=""/>
        <dsp:cNvSpPr/>
      </dsp:nvSpPr>
      <dsp:spPr>
        <a:xfrm rot="5400000">
          <a:off x="1860371" y="3920285"/>
          <a:ext cx="209043" cy="250852"/>
        </a:xfrm>
        <a:prstGeom prst="rightArrow">
          <a:avLst>
            <a:gd name="adj1" fmla="val 60000"/>
            <a:gd name="adj2" fmla="val 5000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l" defTabSz="711200">
            <a:lnSpc>
              <a:spcPct val="90000"/>
            </a:lnSpc>
            <a:spcBef>
              <a:spcPct val="0"/>
            </a:spcBef>
            <a:spcAft>
              <a:spcPct val="35000"/>
            </a:spcAft>
            <a:buNone/>
          </a:pPr>
          <a:endParaRPr lang="en-IN" sz="1600" kern="1200"/>
        </a:p>
      </dsp:txBody>
      <dsp:txXfrm rot="-5400000">
        <a:off x="1889637" y="3941190"/>
        <a:ext cx="150512" cy="146330"/>
      </dsp:txXfrm>
    </dsp:sp>
    <dsp:sp modelId="{8413F4FB-F816-419B-8AC4-C21D60B2FE28}">
      <dsp:nvSpPr>
        <dsp:cNvPr id="0" name=""/>
        <dsp:cNvSpPr/>
      </dsp:nvSpPr>
      <dsp:spPr>
        <a:xfrm>
          <a:off x="394623" y="4185073"/>
          <a:ext cx="3140539" cy="557449"/>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ts val="0"/>
            </a:spcAft>
            <a:buNone/>
          </a:pPr>
          <a:r>
            <a:rPr lang="en-US" sz="1600" kern="1200" dirty="0"/>
            <a:t>6. Bean destroyed</a:t>
          </a:r>
        </a:p>
        <a:p>
          <a:pPr marL="0" lvl="0" indent="0" algn="l" defTabSz="711200">
            <a:lnSpc>
              <a:spcPct val="90000"/>
            </a:lnSpc>
            <a:spcBef>
              <a:spcPct val="0"/>
            </a:spcBef>
            <a:spcAft>
              <a:spcPts val="0"/>
            </a:spcAft>
            <a:buNone/>
          </a:pPr>
          <a:r>
            <a:rPr lang="en-US" sz="1600" kern="1200" dirty="0"/>
            <a:t>(custom Destroy() method)</a:t>
          </a:r>
          <a:endParaRPr lang="en-IN" sz="1600" kern="1200" dirty="0"/>
        </a:p>
      </dsp:txBody>
      <dsp:txXfrm>
        <a:off x="410950" y="4201400"/>
        <a:ext cx="3107885" cy="524795"/>
      </dsp:txXfrm>
    </dsp:sp>
  </dsp:spTree>
</dsp:drawing>
</file>

<file path=ppt/diagrams/drawing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2DBA48A-1A42-41DE-A89F-BB55F90A379C}">
      <dsp:nvSpPr>
        <dsp:cNvPr id="0" name=""/>
        <dsp:cNvSpPr/>
      </dsp:nvSpPr>
      <dsp:spPr>
        <a:xfrm>
          <a:off x="0" y="5059502"/>
          <a:ext cx="11124601"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8F8F372-0D80-4C24-B4B8-F0F5A85F08ED}">
      <dsp:nvSpPr>
        <dsp:cNvPr id="0" name=""/>
        <dsp:cNvSpPr/>
      </dsp:nvSpPr>
      <dsp:spPr>
        <a:xfrm>
          <a:off x="0" y="4209565"/>
          <a:ext cx="11124601"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E2D05E8-79C9-4B67-B378-47F5F118CAF9}">
      <dsp:nvSpPr>
        <dsp:cNvPr id="0" name=""/>
        <dsp:cNvSpPr/>
      </dsp:nvSpPr>
      <dsp:spPr>
        <a:xfrm>
          <a:off x="0" y="3359628"/>
          <a:ext cx="11124601"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ECCD6E9-E26D-4E7D-A2B1-0C838DE12D64}">
      <dsp:nvSpPr>
        <dsp:cNvPr id="0" name=""/>
        <dsp:cNvSpPr/>
      </dsp:nvSpPr>
      <dsp:spPr>
        <a:xfrm>
          <a:off x="0" y="2509692"/>
          <a:ext cx="11124601"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D09C973-A728-4171-B9B0-2D2D8682CA5F}">
      <dsp:nvSpPr>
        <dsp:cNvPr id="0" name=""/>
        <dsp:cNvSpPr/>
      </dsp:nvSpPr>
      <dsp:spPr>
        <a:xfrm>
          <a:off x="0" y="1659755"/>
          <a:ext cx="11124601"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5D38BF8-14A8-4A70-85BA-C307BE3FAFEE}">
      <dsp:nvSpPr>
        <dsp:cNvPr id="0" name=""/>
        <dsp:cNvSpPr/>
      </dsp:nvSpPr>
      <dsp:spPr>
        <a:xfrm>
          <a:off x="0" y="809819"/>
          <a:ext cx="11124601"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74D0D98-070F-472E-A8E8-A4C709F398F2}">
      <dsp:nvSpPr>
        <dsp:cNvPr id="0" name=""/>
        <dsp:cNvSpPr/>
      </dsp:nvSpPr>
      <dsp:spPr>
        <a:xfrm>
          <a:off x="3000691" y="355"/>
          <a:ext cx="8015616" cy="80946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b" anchorCtr="0">
          <a:noAutofit/>
        </a:bodyPr>
        <a:lstStyle/>
        <a:p>
          <a:pPr marL="0" lvl="0" indent="0" algn="l" defTabSz="711200">
            <a:lnSpc>
              <a:spcPct val="90000"/>
            </a:lnSpc>
            <a:spcBef>
              <a:spcPct val="0"/>
            </a:spcBef>
            <a:spcAft>
              <a:spcPct val="35000"/>
            </a:spcAft>
            <a:buNone/>
          </a:pPr>
          <a:r>
            <a:rPr lang="en-US" sz="1600" b="0" i="0" kern="1200" dirty="0"/>
            <a:t>During the container startup, Spring reads the bean definitions (either from XML configuration, or Java configuration) and registers them within the application context.</a:t>
          </a:r>
          <a:endParaRPr lang="en-IN" sz="1600" kern="1200" dirty="0"/>
        </a:p>
      </dsp:txBody>
      <dsp:txXfrm>
        <a:off x="3000691" y="355"/>
        <a:ext cx="8015616" cy="809463"/>
      </dsp:txXfrm>
    </dsp:sp>
    <dsp:sp modelId="{D6E334AE-88E5-4DE6-B4D9-28617FF7E129}">
      <dsp:nvSpPr>
        <dsp:cNvPr id="0" name=""/>
        <dsp:cNvSpPr/>
      </dsp:nvSpPr>
      <dsp:spPr>
        <a:xfrm>
          <a:off x="96099" y="355"/>
          <a:ext cx="2700196" cy="809463"/>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 1. </a:t>
          </a:r>
          <a:r>
            <a:rPr lang="en-US" sz="1800" b="1" kern="1200" dirty="0"/>
            <a:t>Spring IoC Container(context) Started</a:t>
          </a:r>
          <a:endParaRPr lang="en-IN" sz="1800" b="1" kern="1200" dirty="0"/>
        </a:p>
      </dsp:txBody>
      <dsp:txXfrm>
        <a:off x="135621" y="39877"/>
        <a:ext cx="2621152" cy="769941"/>
      </dsp:txXfrm>
    </dsp:sp>
    <dsp:sp modelId="{1A26A1F5-D08C-40E8-A6F2-ECAEFDACBA57}">
      <dsp:nvSpPr>
        <dsp:cNvPr id="0" name=""/>
        <dsp:cNvSpPr/>
      </dsp:nvSpPr>
      <dsp:spPr>
        <a:xfrm>
          <a:off x="3000691" y="850292"/>
          <a:ext cx="8015616" cy="80946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b" anchorCtr="0">
          <a:noAutofit/>
        </a:bodyPr>
        <a:lstStyle/>
        <a:p>
          <a:pPr marL="0" lvl="0" indent="0" algn="l" defTabSz="711200">
            <a:lnSpc>
              <a:spcPct val="90000"/>
            </a:lnSpc>
            <a:spcBef>
              <a:spcPct val="0"/>
            </a:spcBef>
            <a:spcAft>
              <a:spcPct val="35000"/>
            </a:spcAft>
            <a:buNone/>
          </a:pPr>
          <a:r>
            <a:rPr lang="en-US" sz="1600" b="0" i="0" kern="1200" dirty="0"/>
            <a:t>When a bean is needed (typically when requested by the application), the Spring container creates an instance of the bean. </a:t>
          </a:r>
          <a:endParaRPr lang="en-IN" sz="1600" kern="1200" dirty="0"/>
        </a:p>
      </dsp:txBody>
      <dsp:txXfrm>
        <a:off x="3000691" y="850292"/>
        <a:ext cx="8015616" cy="809463"/>
      </dsp:txXfrm>
    </dsp:sp>
    <dsp:sp modelId="{CFBEC569-7183-4E94-8617-23D84E6A9CEB}">
      <dsp:nvSpPr>
        <dsp:cNvPr id="0" name=""/>
        <dsp:cNvSpPr/>
      </dsp:nvSpPr>
      <dsp:spPr>
        <a:xfrm>
          <a:off x="96099" y="850292"/>
          <a:ext cx="2700196" cy="809463"/>
        </a:xfrm>
        <a:prstGeom prst="round2SameRect">
          <a:avLst>
            <a:gd name="adj1" fmla="val 16670"/>
            <a:gd name="adj2" fmla="val 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1" kern="1200" dirty="0"/>
            <a:t> 2. Bean Instantiated</a:t>
          </a:r>
          <a:endParaRPr lang="en-IN" sz="1800" b="1" kern="1200" dirty="0"/>
        </a:p>
      </dsp:txBody>
      <dsp:txXfrm>
        <a:off x="135621" y="889814"/>
        <a:ext cx="2621152" cy="769941"/>
      </dsp:txXfrm>
    </dsp:sp>
    <dsp:sp modelId="{A13EE8E5-099A-48C9-BD3F-64375F2AC392}">
      <dsp:nvSpPr>
        <dsp:cNvPr id="0" name=""/>
        <dsp:cNvSpPr/>
      </dsp:nvSpPr>
      <dsp:spPr>
        <a:xfrm>
          <a:off x="3000691" y="1700229"/>
          <a:ext cx="8015616" cy="80946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b" anchorCtr="0">
          <a:noAutofit/>
        </a:bodyPr>
        <a:lstStyle/>
        <a:p>
          <a:pPr marL="0" lvl="0" indent="0" algn="l" defTabSz="711200">
            <a:lnSpc>
              <a:spcPct val="90000"/>
            </a:lnSpc>
            <a:spcBef>
              <a:spcPct val="0"/>
            </a:spcBef>
            <a:spcAft>
              <a:spcPct val="35000"/>
            </a:spcAft>
            <a:buNone/>
          </a:pPr>
          <a:r>
            <a:rPr lang="en-US" sz="1600" b="0" i="0" kern="1200" dirty="0"/>
            <a:t>After the bean is instantiated, the Spring container performs dependency injection to inject any required dependencies into the bean. This can be done using constructor injection, setter injection, or field injection, based on the configuration.</a:t>
          </a:r>
          <a:endParaRPr lang="en-IN" sz="1600" kern="1200" dirty="0"/>
        </a:p>
      </dsp:txBody>
      <dsp:txXfrm>
        <a:off x="3000691" y="1700229"/>
        <a:ext cx="8015616" cy="809463"/>
      </dsp:txXfrm>
    </dsp:sp>
    <dsp:sp modelId="{D3CC53E1-B674-4236-8DFC-55676BF633E1}">
      <dsp:nvSpPr>
        <dsp:cNvPr id="0" name=""/>
        <dsp:cNvSpPr/>
      </dsp:nvSpPr>
      <dsp:spPr>
        <a:xfrm>
          <a:off x="96099" y="1700229"/>
          <a:ext cx="2700196" cy="809463"/>
        </a:xfrm>
        <a:prstGeom prst="round2SameRect">
          <a:avLst>
            <a:gd name="adj1" fmla="val 16670"/>
            <a:gd name="adj2" fmla="val 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 3. Dependency Injected</a:t>
          </a:r>
          <a:endParaRPr lang="en-IN" sz="1800" kern="1200" dirty="0"/>
        </a:p>
      </dsp:txBody>
      <dsp:txXfrm>
        <a:off x="135621" y="1739751"/>
        <a:ext cx="2621152" cy="769941"/>
      </dsp:txXfrm>
    </dsp:sp>
    <dsp:sp modelId="{A5EB101F-8656-4B0B-8EA2-AF612FE2D562}">
      <dsp:nvSpPr>
        <dsp:cNvPr id="0" name=""/>
        <dsp:cNvSpPr/>
      </dsp:nvSpPr>
      <dsp:spPr>
        <a:xfrm>
          <a:off x="3000691" y="2550165"/>
          <a:ext cx="8015616" cy="80946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b" anchorCtr="0">
          <a:noAutofit/>
        </a:bodyPr>
        <a:lstStyle/>
        <a:p>
          <a:pPr marL="0" lvl="0" indent="0" algn="l" defTabSz="711200">
            <a:lnSpc>
              <a:spcPct val="90000"/>
            </a:lnSpc>
            <a:spcBef>
              <a:spcPct val="0"/>
            </a:spcBef>
            <a:spcAft>
              <a:spcPct val="35000"/>
            </a:spcAft>
            <a:buNone/>
          </a:pPr>
          <a:r>
            <a:rPr lang="en-US" sz="1600" b="0" i="0" kern="1200" dirty="0"/>
            <a:t>After dependency injection, if specified, Spring invokes initialization methods perform any necessary setup tasks.</a:t>
          </a:r>
          <a:endParaRPr lang="en-IN" sz="1600" kern="1200" dirty="0"/>
        </a:p>
      </dsp:txBody>
      <dsp:txXfrm>
        <a:off x="3000691" y="2550165"/>
        <a:ext cx="8015616" cy="809463"/>
      </dsp:txXfrm>
    </dsp:sp>
    <dsp:sp modelId="{E23E0430-4B3B-433A-9D69-EA08544A9D0A}">
      <dsp:nvSpPr>
        <dsp:cNvPr id="0" name=""/>
        <dsp:cNvSpPr/>
      </dsp:nvSpPr>
      <dsp:spPr>
        <a:xfrm>
          <a:off x="96099" y="2550165"/>
          <a:ext cx="2700196" cy="809463"/>
        </a:xfrm>
        <a:prstGeom prst="round2SameRect">
          <a:avLst>
            <a:gd name="adj1" fmla="val 16670"/>
            <a:gd name="adj2" fmla="val 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 4. Bean Initialization</a:t>
          </a:r>
          <a:endParaRPr lang="en-IN" sz="1800" kern="1200" dirty="0"/>
        </a:p>
      </dsp:txBody>
      <dsp:txXfrm>
        <a:off x="135621" y="2589687"/>
        <a:ext cx="2621152" cy="769941"/>
      </dsp:txXfrm>
    </dsp:sp>
    <dsp:sp modelId="{436C9E9D-36A6-4062-926A-84999C3115AB}">
      <dsp:nvSpPr>
        <dsp:cNvPr id="0" name=""/>
        <dsp:cNvSpPr/>
      </dsp:nvSpPr>
      <dsp:spPr>
        <a:xfrm>
          <a:off x="3000691" y="3400102"/>
          <a:ext cx="8015616" cy="80946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b" anchorCtr="0">
          <a:noAutofit/>
        </a:bodyPr>
        <a:lstStyle/>
        <a:p>
          <a:pPr marL="0" lvl="0" indent="0" algn="l" defTabSz="711200">
            <a:lnSpc>
              <a:spcPct val="90000"/>
            </a:lnSpc>
            <a:spcBef>
              <a:spcPct val="0"/>
            </a:spcBef>
            <a:spcAft>
              <a:spcPct val="35000"/>
            </a:spcAft>
            <a:buNone/>
          </a:pPr>
          <a:r>
            <a:rPr lang="en-US" sz="1600" b="0" i="0" kern="1200" dirty="0"/>
            <a:t>Components can access and use this bean to perform business logic, data access, or other tasks.</a:t>
          </a:r>
          <a:endParaRPr lang="en-IN" sz="1600" kern="1200" dirty="0"/>
        </a:p>
      </dsp:txBody>
      <dsp:txXfrm>
        <a:off x="3000691" y="3400102"/>
        <a:ext cx="8015616" cy="809463"/>
      </dsp:txXfrm>
    </dsp:sp>
    <dsp:sp modelId="{596A66B7-7567-4FE7-AE84-64C80E5CCC37}">
      <dsp:nvSpPr>
        <dsp:cNvPr id="0" name=""/>
        <dsp:cNvSpPr/>
      </dsp:nvSpPr>
      <dsp:spPr>
        <a:xfrm>
          <a:off x="96099" y="3400102"/>
          <a:ext cx="2700196" cy="809463"/>
        </a:xfrm>
        <a:prstGeom prst="round2SameRect">
          <a:avLst>
            <a:gd name="adj1" fmla="val 16670"/>
            <a:gd name="adj2" fmla="val 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w="6350" cap="flat" cmpd="sng" algn="ctr">
          <a:solidFill>
            <a:schemeClr val="accent6">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 5. Bean Usage</a:t>
          </a:r>
          <a:endParaRPr lang="en-IN" sz="1800" kern="1200" dirty="0"/>
        </a:p>
      </dsp:txBody>
      <dsp:txXfrm>
        <a:off x="135621" y="3439624"/>
        <a:ext cx="2621152" cy="769941"/>
      </dsp:txXfrm>
    </dsp:sp>
    <dsp:sp modelId="{A3D496FA-79C8-437C-B92F-C55DB2C1C265}">
      <dsp:nvSpPr>
        <dsp:cNvPr id="0" name=""/>
        <dsp:cNvSpPr/>
      </dsp:nvSpPr>
      <dsp:spPr>
        <a:xfrm>
          <a:off x="3000691" y="4250038"/>
          <a:ext cx="8015616" cy="80946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b" anchorCtr="0">
          <a:noAutofit/>
        </a:bodyPr>
        <a:lstStyle/>
        <a:p>
          <a:pPr marL="0" lvl="0" indent="0" algn="l" defTabSz="711200">
            <a:lnSpc>
              <a:spcPct val="90000"/>
            </a:lnSpc>
            <a:spcBef>
              <a:spcPct val="0"/>
            </a:spcBef>
            <a:spcAft>
              <a:spcPct val="35000"/>
            </a:spcAft>
            <a:buNone/>
          </a:pPr>
          <a:r>
            <a:rPr lang="en-US" sz="1600" b="0" i="0" kern="1200" dirty="0"/>
            <a:t>Optionally, performing cleanup when the bean is no longer needed.</a:t>
          </a:r>
          <a:endParaRPr lang="en-IN" sz="1600" kern="1200" dirty="0"/>
        </a:p>
      </dsp:txBody>
      <dsp:txXfrm>
        <a:off x="3000691" y="4250038"/>
        <a:ext cx="8015616" cy="809463"/>
      </dsp:txXfrm>
    </dsp:sp>
    <dsp:sp modelId="{A9C94CCC-377D-4587-B2DD-426A756CE0E8}">
      <dsp:nvSpPr>
        <dsp:cNvPr id="0" name=""/>
        <dsp:cNvSpPr/>
      </dsp:nvSpPr>
      <dsp:spPr>
        <a:xfrm>
          <a:off x="96099" y="4250038"/>
          <a:ext cx="2700196" cy="809463"/>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i="0" kern="1200" dirty="0"/>
            <a:t> 6. Bean Destruction</a:t>
          </a:r>
          <a:endParaRPr lang="en-IN" sz="1800" kern="1200" dirty="0"/>
        </a:p>
      </dsp:txBody>
      <dsp:txXfrm>
        <a:off x="135621" y="4289560"/>
        <a:ext cx="2621152" cy="769941"/>
      </dsp:txXfrm>
    </dsp:sp>
  </dsp:spTree>
</dsp:drawing>
</file>

<file path=ppt/diagrams/drawing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B6289A5-6BC5-46DC-B713-8796E4865130}">
      <dsp:nvSpPr>
        <dsp:cNvPr id="0" name=""/>
        <dsp:cNvSpPr/>
      </dsp:nvSpPr>
      <dsp:spPr>
        <a:xfrm>
          <a:off x="1639891" y="2666502"/>
          <a:ext cx="382841" cy="1646218"/>
        </a:xfrm>
        <a:custGeom>
          <a:avLst/>
          <a:gdLst/>
          <a:ahLst/>
          <a:cxnLst/>
          <a:rect l="0" t="0" r="0" b="0"/>
          <a:pathLst>
            <a:path>
              <a:moveTo>
                <a:pt x="0" y="0"/>
              </a:moveTo>
              <a:lnTo>
                <a:pt x="191420" y="0"/>
              </a:lnTo>
              <a:lnTo>
                <a:pt x="191420" y="1646218"/>
              </a:lnTo>
              <a:lnTo>
                <a:pt x="382841" y="1646218"/>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0FD8813-A28E-4E2C-81A8-890B9C47A8C8}">
      <dsp:nvSpPr>
        <dsp:cNvPr id="0" name=""/>
        <dsp:cNvSpPr/>
      </dsp:nvSpPr>
      <dsp:spPr>
        <a:xfrm>
          <a:off x="1639891" y="2666502"/>
          <a:ext cx="382841" cy="823109"/>
        </a:xfrm>
        <a:custGeom>
          <a:avLst/>
          <a:gdLst/>
          <a:ahLst/>
          <a:cxnLst/>
          <a:rect l="0" t="0" r="0" b="0"/>
          <a:pathLst>
            <a:path>
              <a:moveTo>
                <a:pt x="0" y="0"/>
              </a:moveTo>
              <a:lnTo>
                <a:pt x="191420" y="0"/>
              </a:lnTo>
              <a:lnTo>
                <a:pt x="191420" y="823109"/>
              </a:lnTo>
              <a:lnTo>
                <a:pt x="382841" y="823109"/>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A6DAA26-B7AB-45BC-8AF5-5AEF90F5F5B9}">
      <dsp:nvSpPr>
        <dsp:cNvPr id="0" name=""/>
        <dsp:cNvSpPr/>
      </dsp:nvSpPr>
      <dsp:spPr>
        <a:xfrm>
          <a:off x="1639891" y="2620782"/>
          <a:ext cx="382841" cy="91440"/>
        </a:xfrm>
        <a:custGeom>
          <a:avLst/>
          <a:gdLst/>
          <a:ahLst/>
          <a:cxnLst/>
          <a:rect l="0" t="0" r="0" b="0"/>
          <a:pathLst>
            <a:path>
              <a:moveTo>
                <a:pt x="0" y="45720"/>
              </a:moveTo>
              <a:lnTo>
                <a:pt x="382841" y="4572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D2CA954-8C6B-4BA4-8DBA-AFC2122556EC}">
      <dsp:nvSpPr>
        <dsp:cNvPr id="0" name=""/>
        <dsp:cNvSpPr/>
      </dsp:nvSpPr>
      <dsp:spPr>
        <a:xfrm>
          <a:off x="1639891" y="1843393"/>
          <a:ext cx="382841" cy="823109"/>
        </a:xfrm>
        <a:custGeom>
          <a:avLst/>
          <a:gdLst/>
          <a:ahLst/>
          <a:cxnLst/>
          <a:rect l="0" t="0" r="0" b="0"/>
          <a:pathLst>
            <a:path>
              <a:moveTo>
                <a:pt x="0" y="823109"/>
              </a:moveTo>
              <a:lnTo>
                <a:pt x="191420" y="823109"/>
              </a:lnTo>
              <a:lnTo>
                <a:pt x="191420" y="0"/>
              </a:lnTo>
              <a:lnTo>
                <a:pt x="382841" y="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5A0C294-F37F-4708-AC8F-3AA57F3D0B74}">
      <dsp:nvSpPr>
        <dsp:cNvPr id="0" name=""/>
        <dsp:cNvSpPr/>
      </dsp:nvSpPr>
      <dsp:spPr>
        <a:xfrm>
          <a:off x="1639891" y="1020283"/>
          <a:ext cx="382841" cy="1646218"/>
        </a:xfrm>
        <a:custGeom>
          <a:avLst/>
          <a:gdLst/>
          <a:ahLst/>
          <a:cxnLst/>
          <a:rect l="0" t="0" r="0" b="0"/>
          <a:pathLst>
            <a:path>
              <a:moveTo>
                <a:pt x="0" y="1646218"/>
              </a:moveTo>
              <a:lnTo>
                <a:pt x="191420" y="1646218"/>
              </a:lnTo>
              <a:lnTo>
                <a:pt x="191420" y="0"/>
              </a:lnTo>
              <a:lnTo>
                <a:pt x="382841" y="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A7C89DE-1CE5-4BCC-B2D1-621B6E9762DB}">
      <dsp:nvSpPr>
        <dsp:cNvPr id="0" name=""/>
        <dsp:cNvSpPr/>
      </dsp:nvSpPr>
      <dsp:spPr>
        <a:xfrm>
          <a:off x="142" y="2049533"/>
          <a:ext cx="1639748" cy="1233937"/>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US" sz="1800" b="0" kern="1200" dirty="0"/>
            <a:t>Types of scope</a:t>
          </a:r>
          <a:endParaRPr lang="en-IN" sz="1800" b="0" kern="1200" dirty="0"/>
        </a:p>
      </dsp:txBody>
      <dsp:txXfrm>
        <a:off x="60378" y="2109769"/>
        <a:ext cx="1519276" cy="1113465"/>
      </dsp:txXfrm>
    </dsp:sp>
    <dsp:sp modelId="{40A941E3-D384-4B0D-A68F-02C8A15FDC74}">
      <dsp:nvSpPr>
        <dsp:cNvPr id="0" name=""/>
        <dsp:cNvSpPr/>
      </dsp:nvSpPr>
      <dsp:spPr>
        <a:xfrm>
          <a:off x="2022733" y="728366"/>
          <a:ext cx="3679376" cy="583833"/>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l" defTabSz="800100">
            <a:lnSpc>
              <a:spcPct val="90000"/>
            </a:lnSpc>
            <a:spcBef>
              <a:spcPct val="0"/>
            </a:spcBef>
            <a:spcAft>
              <a:spcPct val="35000"/>
            </a:spcAft>
            <a:buNone/>
          </a:pPr>
          <a:r>
            <a:rPr lang="en-IN" sz="1800" b="0" i="0" kern="1200" dirty="0"/>
            <a:t>1. Singleton (@Scope("singleton"))</a:t>
          </a:r>
          <a:endParaRPr lang="en-IN" sz="1800" kern="1200" dirty="0"/>
        </a:p>
      </dsp:txBody>
      <dsp:txXfrm>
        <a:off x="2051233" y="756866"/>
        <a:ext cx="3622376" cy="526833"/>
      </dsp:txXfrm>
    </dsp:sp>
    <dsp:sp modelId="{0D26A4B1-FC6B-450E-8F14-937E7CC48FAC}">
      <dsp:nvSpPr>
        <dsp:cNvPr id="0" name=""/>
        <dsp:cNvSpPr/>
      </dsp:nvSpPr>
      <dsp:spPr>
        <a:xfrm>
          <a:off x="2022733" y="1551476"/>
          <a:ext cx="3679376" cy="583833"/>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l" defTabSz="800100">
            <a:lnSpc>
              <a:spcPct val="90000"/>
            </a:lnSpc>
            <a:spcBef>
              <a:spcPct val="0"/>
            </a:spcBef>
            <a:spcAft>
              <a:spcPct val="35000"/>
            </a:spcAft>
            <a:buFont typeface="+mj-lt"/>
            <a:buNone/>
          </a:pPr>
          <a:r>
            <a:rPr lang="en-IN" sz="1800" b="0" i="0" kern="1200" dirty="0"/>
            <a:t>2. Prototype (@Scope("prototype"))</a:t>
          </a:r>
        </a:p>
      </dsp:txBody>
      <dsp:txXfrm>
        <a:off x="2051233" y="1579976"/>
        <a:ext cx="3622376" cy="526833"/>
      </dsp:txXfrm>
    </dsp:sp>
    <dsp:sp modelId="{789E5789-2D26-4DF7-9C61-7079B3982F42}">
      <dsp:nvSpPr>
        <dsp:cNvPr id="0" name=""/>
        <dsp:cNvSpPr/>
      </dsp:nvSpPr>
      <dsp:spPr>
        <a:xfrm>
          <a:off x="2022733" y="2374585"/>
          <a:ext cx="3679376" cy="583833"/>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l" defTabSz="800100">
            <a:lnSpc>
              <a:spcPct val="90000"/>
            </a:lnSpc>
            <a:spcBef>
              <a:spcPct val="0"/>
            </a:spcBef>
            <a:spcAft>
              <a:spcPct val="35000"/>
            </a:spcAft>
            <a:buFont typeface="+mj-lt"/>
            <a:buNone/>
          </a:pPr>
          <a:r>
            <a:rPr lang="en-IN" sz="1800" b="0" i="0" kern="1200" dirty="0"/>
            <a:t>3. Request (@Scope("request"))</a:t>
          </a:r>
        </a:p>
      </dsp:txBody>
      <dsp:txXfrm>
        <a:off x="2051233" y="2403085"/>
        <a:ext cx="3622376" cy="526833"/>
      </dsp:txXfrm>
    </dsp:sp>
    <dsp:sp modelId="{F54E344D-95F7-4968-AE5B-3380D270ECA0}">
      <dsp:nvSpPr>
        <dsp:cNvPr id="0" name=""/>
        <dsp:cNvSpPr/>
      </dsp:nvSpPr>
      <dsp:spPr>
        <a:xfrm>
          <a:off x="2022733" y="3197695"/>
          <a:ext cx="3679376" cy="583833"/>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l" defTabSz="800100">
            <a:lnSpc>
              <a:spcPct val="90000"/>
            </a:lnSpc>
            <a:spcBef>
              <a:spcPct val="0"/>
            </a:spcBef>
            <a:spcAft>
              <a:spcPct val="35000"/>
            </a:spcAft>
            <a:buFont typeface="+mj-lt"/>
            <a:buNone/>
          </a:pPr>
          <a:r>
            <a:rPr lang="en-IN" sz="1800" b="0" i="0" kern="1200" dirty="0"/>
            <a:t>4. Session (@Scope("session"))</a:t>
          </a:r>
        </a:p>
      </dsp:txBody>
      <dsp:txXfrm>
        <a:off x="2051233" y="3226195"/>
        <a:ext cx="3622376" cy="526833"/>
      </dsp:txXfrm>
    </dsp:sp>
    <dsp:sp modelId="{60F7CBCC-1854-4D80-ADFF-532A0BCD76DF}">
      <dsp:nvSpPr>
        <dsp:cNvPr id="0" name=""/>
        <dsp:cNvSpPr/>
      </dsp:nvSpPr>
      <dsp:spPr>
        <a:xfrm>
          <a:off x="2022733" y="4020804"/>
          <a:ext cx="3679376" cy="583833"/>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l" defTabSz="800100">
            <a:lnSpc>
              <a:spcPct val="90000"/>
            </a:lnSpc>
            <a:spcBef>
              <a:spcPct val="0"/>
            </a:spcBef>
            <a:spcAft>
              <a:spcPct val="35000"/>
            </a:spcAft>
            <a:buFont typeface="+mj-lt"/>
            <a:buNone/>
          </a:pPr>
          <a:r>
            <a:rPr lang="en-IN" sz="1800" b="0" i="0" kern="1200" dirty="0"/>
            <a:t>5. Application (@Scope("application"))</a:t>
          </a:r>
        </a:p>
      </dsp:txBody>
      <dsp:txXfrm>
        <a:off x="2051233" y="4049304"/>
        <a:ext cx="3622376" cy="526833"/>
      </dsp:txXfrm>
    </dsp:sp>
  </dsp:spTree>
</dsp:drawing>
</file>

<file path=ppt/diagrams/drawing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600EF34-7A53-497C-8916-1A066FE91D1C}">
      <dsp:nvSpPr>
        <dsp:cNvPr id="0" name=""/>
        <dsp:cNvSpPr/>
      </dsp:nvSpPr>
      <dsp:spPr>
        <a:xfrm>
          <a:off x="132912" y="3463521"/>
          <a:ext cx="10199077"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E9C0FA7-EC53-4BE9-B319-E4232D5B9E79}">
      <dsp:nvSpPr>
        <dsp:cNvPr id="0" name=""/>
        <dsp:cNvSpPr/>
      </dsp:nvSpPr>
      <dsp:spPr>
        <a:xfrm>
          <a:off x="132912" y="2764647"/>
          <a:ext cx="10199077"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CEB8263-A108-41E8-BE05-F961C0168AD6}">
      <dsp:nvSpPr>
        <dsp:cNvPr id="0" name=""/>
        <dsp:cNvSpPr/>
      </dsp:nvSpPr>
      <dsp:spPr>
        <a:xfrm>
          <a:off x="132912" y="2065772"/>
          <a:ext cx="10199077"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5CC52B2-FD14-4AFD-880F-1222ECA20419}">
      <dsp:nvSpPr>
        <dsp:cNvPr id="0" name=""/>
        <dsp:cNvSpPr/>
      </dsp:nvSpPr>
      <dsp:spPr>
        <a:xfrm>
          <a:off x="132912" y="1366898"/>
          <a:ext cx="10199077"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F5173FD-2067-429E-B453-8E0DDDDFD47B}">
      <dsp:nvSpPr>
        <dsp:cNvPr id="0" name=""/>
        <dsp:cNvSpPr/>
      </dsp:nvSpPr>
      <dsp:spPr>
        <a:xfrm>
          <a:off x="132912" y="668024"/>
          <a:ext cx="10199077"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3CCE6FF-4D50-44AF-AC5D-4807A7F7FE77}">
      <dsp:nvSpPr>
        <dsp:cNvPr id="0" name=""/>
        <dsp:cNvSpPr/>
      </dsp:nvSpPr>
      <dsp:spPr>
        <a:xfrm>
          <a:off x="3257927" y="2429"/>
          <a:ext cx="6600808" cy="66559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b="0" kern="1200" dirty="0"/>
            <a:t> The core starter, including auto-configuration support, logging, and YAML.</a:t>
          </a:r>
          <a:endParaRPr lang="en-IN" sz="1800" b="0" kern="1200" dirty="0"/>
        </a:p>
      </dsp:txBody>
      <dsp:txXfrm>
        <a:off x="3257927" y="2429"/>
        <a:ext cx="6600808" cy="665594"/>
      </dsp:txXfrm>
    </dsp:sp>
    <dsp:sp modelId="{BA20428F-389E-494A-BB4B-4FC093E652DC}">
      <dsp:nvSpPr>
        <dsp:cNvPr id="0" name=""/>
        <dsp:cNvSpPr/>
      </dsp:nvSpPr>
      <dsp:spPr>
        <a:xfrm>
          <a:off x="-132912" y="2429"/>
          <a:ext cx="3183411" cy="665594"/>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kern="1200" dirty="0"/>
            <a:t>1. spring-boot-starter</a:t>
          </a:r>
        </a:p>
      </dsp:txBody>
      <dsp:txXfrm>
        <a:off x="-100415" y="34926"/>
        <a:ext cx="3118417" cy="633097"/>
      </dsp:txXfrm>
    </dsp:sp>
    <dsp:sp modelId="{2D5D1817-BB6F-470B-B2CB-3102F3808F59}">
      <dsp:nvSpPr>
        <dsp:cNvPr id="0" name=""/>
        <dsp:cNvSpPr/>
      </dsp:nvSpPr>
      <dsp:spPr>
        <a:xfrm>
          <a:off x="3257927" y="701303"/>
          <a:ext cx="6600808" cy="66559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b="0" kern="1200" dirty="0"/>
            <a:t>Starter for building web applications using Spring MVC. Includes RESTful application support.</a:t>
          </a:r>
          <a:endParaRPr lang="en-IN" sz="1800" b="0" kern="1200" dirty="0"/>
        </a:p>
      </dsp:txBody>
      <dsp:txXfrm>
        <a:off x="3257927" y="701303"/>
        <a:ext cx="6600808" cy="665594"/>
      </dsp:txXfrm>
    </dsp:sp>
    <dsp:sp modelId="{23690B21-8ED5-45A3-8E3D-6BA748DA9968}">
      <dsp:nvSpPr>
        <dsp:cNvPr id="0" name=""/>
        <dsp:cNvSpPr/>
      </dsp:nvSpPr>
      <dsp:spPr>
        <a:xfrm>
          <a:off x="-132912" y="701303"/>
          <a:ext cx="3183411" cy="665594"/>
        </a:xfrm>
        <a:prstGeom prst="round2SameRect">
          <a:avLst>
            <a:gd name="adj1" fmla="val 16670"/>
            <a:gd name="adj2" fmla="val 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1" kern="1200" dirty="0"/>
            <a:t>2</a:t>
          </a:r>
          <a:r>
            <a:rPr lang="en-US" sz="1800" b="1" kern="1200"/>
            <a:t>. </a:t>
          </a:r>
          <a:r>
            <a:rPr lang="en-IN" sz="1800" b="1" kern="1200"/>
            <a:t>spring-boot-starter-web</a:t>
          </a:r>
          <a:endParaRPr lang="en-IN" sz="1800" b="1" kern="1200" dirty="0"/>
        </a:p>
      </dsp:txBody>
      <dsp:txXfrm>
        <a:off x="-100415" y="733800"/>
        <a:ext cx="3118417" cy="633097"/>
      </dsp:txXfrm>
    </dsp:sp>
    <dsp:sp modelId="{71509F02-41AF-4B5F-B7F0-F19E60C1A9FA}">
      <dsp:nvSpPr>
        <dsp:cNvPr id="0" name=""/>
        <dsp:cNvSpPr/>
      </dsp:nvSpPr>
      <dsp:spPr>
        <a:xfrm>
          <a:off x="3257927" y="1400178"/>
          <a:ext cx="6600808" cy="66559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IN" sz="1800" b="0" kern="1200" dirty="0"/>
            <a:t>Starter for using Spring Data JPA with Hibernate.</a:t>
          </a:r>
        </a:p>
      </dsp:txBody>
      <dsp:txXfrm>
        <a:off x="3257927" y="1400178"/>
        <a:ext cx="6600808" cy="665594"/>
      </dsp:txXfrm>
    </dsp:sp>
    <dsp:sp modelId="{43087C6F-3FD7-447B-90BF-43F2A7AC4E4C}">
      <dsp:nvSpPr>
        <dsp:cNvPr id="0" name=""/>
        <dsp:cNvSpPr/>
      </dsp:nvSpPr>
      <dsp:spPr>
        <a:xfrm>
          <a:off x="-132912" y="1400178"/>
          <a:ext cx="3183411" cy="665594"/>
        </a:xfrm>
        <a:prstGeom prst="round2SameRect">
          <a:avLst>
            <a:gd name="adj1" fmla="val 16670"/>
            <a:gd name="adj2" fmla="val 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US" sz="1800" b="1" kern="1200" dirty="0"/>
            <a:t>3. </a:t>
          </a:r>
          <a:r>
            <a:rPr lang="en-IN" sz="1800" b="1" kern="1200" dirty="0"/>
            <a:t>spring-boot-starter-data-</a:t>
          </a:r>
          <a:r>
            <a:rPr lang="en-IN" sz="1800" b="1" kern="1200" dirty="0" err="1"/>
            <a:t>jpa</a:t>
          </a:r>
          <a:endParaRPr lang="en-IN" sz="1800" b="1" kern="1200" dirty="0"/>
        </a:p>
      </dsp:txBody>
      <dsp:txXfrm>
        <a:off x="-100415" y="1432675"/>
        <a:ext cx="3118417" cy="633097"/>
      </dsp:txXfrm>
    </dsp:sp>
    <dsp:sp modelId="{0A84ACBE-2770-496B-BBC2-6267AE452FE1}">
      <dsp:nvSpPr>
        <dsp:cNvPr id="0" name=""/>
        <dsp:cNvSpPr/>
      </dsp:nvSpPr>
      <dsp:spPr>
        <a:xfrm>
          <a:off x="3257927" y="2099052"/>
          <a:ext cx="6600808" cy="66559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b="0" kern="1200" dirty="0"/>
            <a:t>Starter for testing Spring Boot applications with libraries including JUnit, </a:t>
          </a:r>
          <a:r>
            <a:rPr lang="en-US" sz="1800" b="0" kern="1200" dirty="0" err="1"/>
            <a:t>Hamcrest</a:t>
          </a:r>
          <a:r>
            <a:rPr lang="en-US" sz="1800" b="0" kern="1200" dirty="0"/>
            <a:t>, and Mockito.</a:t>
          </a:r>
          <a:endParaRPr lang="en-IN" sz="1800" b="0" kern="1200" dirty="0"/>
        </a:p>
      </dsp:txBody>
      <dsp:txXfrm>
        <a:off x="3257927" y="2099052"/>
        <a:ext cx="6600808" cy="665594"/>
      </dsp:txXfrm>
    </dsp:sp>
    <dsp:sp modelId="{B09677DC-A20B-4957-8F37-2A2CBF42D4E5}">
      <dsp:nvSpPr>
        <dsp:cNvPr id="0" name=""/>
        <dsp:cNvSpPr/>
      </dsp:nvSpPr>
      <dsp:spPr>
        <a:xfrm>
          <a:off x="-132912" y="2099052"/>
          <a:ext cx="3183411" cy="665594"/>
        </a:xfrm>
        <a:prstGeom prst="round2SameRect">
          <a:avLst>
            <a:gd name="adj1" fmla="val 16670"/>
            <a:gd name="adj2" fmla="val 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kern="1200" dirty="0"/>
            <a:t>4. spring-boot-starter-test </a:t>
          </a:r>
        </a:p>
      </dsp:txBody>
      <dsp:txXfrm>
        <a:off x="-100415" y="2131549"/>
        <a:ext cx="3118417" cy="633097"/>
      </dsp:txXfrm>
    </dsp:sp>
    <dsp:sp modelId="{F648053F-F649-4B6B-8960-C10DB3CD0BBB}">
      <dsp:nvSpPr>
        <dsp:cNvPr id="0" name=""/>
        <dsp:cNvSpPr/>
      </dsp:nvSpPr>
      <dsp:spPr>
        <a:xfrm>
          <a:off x="3257927" y="2797926"/>
          <a:ext cx="6600808" cy="66559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b="0" kern="1200" dirty="0"/>
            <a:t>Starter for using Spring Security.</a:t>
          </a:r>
          <a:endParaRPr lang="en-IN" sz="1800" b="0" kern="1200" dirty="0"/>
        </a:p>
      </dsp:txBody>
      <dsp:txXfrm>
        <a:off x="3257927" y="2797926"/>
        <a:ext cx="6600808" cy="665594"/>
      </dsp:txXfrm>
    </dsp:sp>
    <dsp:sp modelId="{69FA5D57-6FA9-433B-91A4-5D0CB4664A90}">
      <dsp:nvSpPr>
        <dsp:cNvPr id="0" name=""/>
        <dsp:cNvSpPr/>
      </dsp:nvSpPr>
      <dsp:spPr>
        <a:xfrm>
          <a:off x="-132912" y="2797926"/>
          <a:ext cx="3183411" cy="665594"/>
        </a:xfrm>
        <a:prstGeom prst="round2SameRect">
          <a:avLst>
            <a:gd name="adj1" fmla="val 16670"/>
            <a:gd name="adj2" fmla="val 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w="6350" cap="flat" cmpd="sng" algn="ctr">
          <a:solidFill>
            <a:schemeClr val="accent6">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kern="1200" dirty="0"/>
            <a:t>5. spring-boot-starter-security</a:t>
          </a:r>
        </a:p>
      </dsp:txBody>
      <dsp:txXfrm>
        <a:off x="-100415" y="2830423"/>
        <a:ext cx="3118417" cy="633097"/>
      </dsp:txXfrm>
    </dsp:sp>
  </dsp:spTree>
</dsp:drawing>
</file>

<file path=ppt/diagrams/drawing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A87CB55-CCF0-4330-B5A6-7AC6E7E4F98E}">
      <dsp:nvSpPr>
        <dsp:cNvPr id="0" name=""/>
        <dsp:cNvSpPr/>
      </dsp:nvSpPr>
      <dsp:spPr>
        <a:xfrm>
          <a:off x="213" y="20222"/>
          <a:ext cx="4913984" cy="750286"/>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ts val="0"/>
            </a:spcAft>
            <a:buNone/>
          </a:pPr>
          <a:r>
            <a:rPr lang="en-US" sz="1800" b="1" kern="1200" dirty="0"/>
            <a:t>@SpringBootApplication </a:t>
          </a:r>
        </a:p>
        <a:p>
          <a:pPr marL="0" lvl="0" indent="0" algn="ctr" defTabSz="800100">
            <a:lnSpc>
              <a:spcPct val="90000"/>
            </a:lnSpc>
            <a:spcBef>
              <a:spcPct val="0"/>
            </a:spcBef>
            <a:spcAft>
              <a:spcPts val="0"/>
            </a:spcAft>
            <a:buNone/>
          </a:pPr>
          <a:r>
            <a:rPr lang="en-US" sz="1800" b="0" kern="1200" dirty="0"/>
            <a:t>(It will Bootstraps the application)</a:t>
          </a:r>
          <a:endParaRPr lang="en-IN" sz="1800" b="0" kern="1200" dirty="0"/>
        </a:p>
      </dsp:txBody>
      <dsp:txXfrm>
        <a:off x="22188" y="42197"/>
        <a:ext cx="4870034" cy="706336"/>
      </dsp:txXfrm>
    </dsp:sp>
    <dsp:sp modelId="{93383E08-B4F9-4C01-B890-B2C3BCA4C432}">
      <dsp:nvSpPr>
        <dsp:cNvPr id="0" name=""/>
        <dsp:cNvSpPr/>
      </dsp:nvSpPr>
      <dsp:spPr>
        <a:xfrm>
          <a:off x="491611" y="770508"/>
          <a:ext cx="491398" cy="687074"/>
        </a:xfrm>
        <a:custGeom>
          <a:avLst/>
          <a:gdLst/>
          <a:ahLst/>
          <a:cxnLst/>
          <a:rect l="0" t="0" r="0" b="0"/>
          <a:pathLst>
            <a:path>
              <a:moveTo>
                <a:pt x="0" y="0"/>
              </a:moveTo>
              <a:lnTo>
                <a:pt x="0" y="687074"/>
              </a:lnTo>
              <a:lnTo>
                <a:pt x="491398" y="687074"/>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0276B69-2762-4853-8E8C-AA9E22542FC2}">
      <dsp:nvSpPr>
        <dsp:cNvPr id="0" name=""/>
        <dsp:cNvSpPr/>
      </dsp:nvSpPr>
      <dsp:spPr>
        <a:xfrm>
          <a:off x="983010" y="1038285"/>
          <a:ext cx="3931187" cy="838594"/>
        </a:xfrm>
        <a:prstGeom prst="roundRect">
          <a:avLst>
            <a:gd name="adj" fmla="val 10000"/>
          </a:avLst>
        </a:prstGeom>
        <a:solidFill>
          <a:schemeClr val="lt1">
            <a:alpha val="90000"/>
            <a:hueOff val="0"/>
            <a:satOff val="0"/>
            <a:lumOff val="0"/>
            <a:alphaOff val="0"/>
          </a:schemeClr>
        </a:solidFill>
        <a:ln w="635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ts val="0"/>
            </a:spcAft>
            <a:buNone/>
          </a:pPr>
          <a:r>
            <a:rPr lang="en-US" sz="1800" b="1" kern="1200" dirty="0"/>
            <a:t>@Configuration </a:t>
          </a:r>
        </a:p>
        <a:p>
          <a:pPr marL="0" lvl="0" indent="0" algn="ctr" defTabSz="800100">
            <a:lnSpc>
              <a:spcPct val="90000"/>
            </a:lnSpc>
            <a:spcBef>
              <a:spcPct val="0"/>
            </a:spcBef>
            <a:spcAft>
              <a:spcPts val="0"/>
            </a:spcAft>
            <a:buNone/>
          </a:pPr>
          <a:r>
            <a:rPr lang="en-US" sz="1800" b="0" kern="1200" dirty="0"/>
            <a:t>(Step1: </a:t>
          </a:r>
          <a:r>
            <a:rPr lang="en-US" sz="1800" kern="1200" dirty="0"/>
            <a:t>marks a class as a source of Spring bean definitions.</a:t>
          </a:r>
          <a:r>
            <a:rPr lang="en-US" sz="1800" b="0" kern="1200" dirty="0"/>
            <a:t>)</a:t>
          </a:r>
          <a:endParaRPr lang="en-IN" sz="1800" b="0" kern="1200" dirty="0"/>
        </a:p>
      </dsp:txBody>
      <dsp:txXfrm>
        <a:off x="1007572" y="1062847"/>
        <a:ext cx="3882063" cy="789470"/>
      </dsp:txXfrm>
    </dsp:sp>
    <dsp:sp modelId="{26CB0BF3-E4FF-4BA0-AF9C-015D799111F5}">
      <dsp:nvSpPr>
        <dsp:cNvPr id="0" name=""/>
        <dsp:cNvSpPr/>
      </dsp:nvSpPr>
      <dsp:spPr>
        <a:xfrm>
          <a:off x="491611" y="770508"/>
          <a:ext cx="491398" cy="1713241"/>
        </a:xfrm>
        <a:custGeom>
          <a:avLst/>
          <a:gdLst/>
          <a:ahLst/>
          <a:cxnLst/>
          <a:rect l="0" t="0" r="0" b="0"/>
          <a:pathLst>
            <a:path>
              <a:moveTo>
                <a:pt x="0" y="0"/>
              </a:moveTo>
              <a:lnTo>
                <a:pt x="0" y="1713241"/>
              </a:lnTo>
              <a:lnTo>
                <a:pt x="491398" y="1713241"/>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D174174-BD34-4BD9-9C9B-C62DFFE86833}">
      <dsp:nvSpPr>
        <dsp:cNvPr id="0" name=""/>
        <dsp:cNvSpPr/>
      </dsp:nvSpPr>
      <dsp:spPr>
        <a:xfrm>
          <a:off x="983010" y="2064451"/>
          <a:ext cx="3933852" cy="838594"/>
        </a:xfrm>
        <a:prstGeom prst="roundRect">
          <a:avLst>
            <a:gd name="adj" fmla="val 10000"/>
          </a:avLst>
        </a:prstGeom>
        <a:solidFill>
          <a:schemeClr val="lt1">
            <a:alpha val="90000"/>
            <a:hueOff val="0"/>
            <a:satOff val="0"/>
            <a:lumOff val="0"/>
            <a:alphaOff val="0"/>
          </a:schemeClr>
        </a:solidFill>
        <a:ln w="6350" cap="flat" cmpd="sng" algn="ctr">
          <a:solidFill>
            <a:schemeClr val="accent3">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ts val="0"/>
            </a:spcAft>
            <a:buNone/>
          </a:pPr>
          <a:r>
            <a:rPr lang="en-US" sz="1800" b="1" kern="1200" dirty="0"/>
            <a:t>@ComponentScan </a:t>
          </a:r>
        </a:p>
        <a:p>
          <a:pPr marL="0" lvl="0" indent="0" algn="ctr" defTabSz="800100">
            <a:lnSpc>
              <a:spcPct val="90000"/>
            </a:lnSpc>
            <a:spcBef>
              <a:spcPct val="0"/>
            </a:spcBef>
            <a:spcAft>
              <a:spcPts val="0"/>
            </a:spcAft>
            <a:buNone/>
          </a:pPr>
          <a:r>
            <a:rPr lang="en-US" sz="1800" b="0" kern="1200" dirty="0"/>
            <a:t>(Step2: </a:t>
          </a:r>
          <a:r>
            <a:rPr lang="en-US" sz="1800" kern="1200" dirty="0"/>
            <a:t>Scans package for Spring component</a:t>
          </a:r>
          <a:r>
            <a:rPr lang="en-US" sz="1800" b="0" kern="1200" dirty="0"/>
            <a:t>)</a:t>
          </a:r>
          <a:endParaRPr lang="en-IN" sz="1800" b="0" kern="1200" dirty="0"/>
        </a:p>
      </dsp:txBody>
      <dsp:txXfrm>
        <a:off x="1007572" y="2089013"/>
        <a:ext cx="3884728" cy="789470"/>
      </dsp:txXfrm>
    </dsp:sp>
    <dsp:sp modelId="{4AC7E015-9615-4B0E-A21A-52233AB31AFC}">
      <dsp:nvSpPr>
        <dsp:cNvPr id="0" name=""/>
        <dsp:cNvSpPr/>
      </dsp:nvSpPr>
      <dsp:spPr>
        <a:xfrm>
          <a:off x="491611" y="770508"/>
          <a:ext cx="491398" cy="2739407"/>
        </a:xfrm>
        <a:custGeom>
          <a:avLst/>
          <a:gdLst/>
          <a:ahLst/>
          <a:cxnLst/>
          <a:rect l="0" t="0" r="0" b="0"/>
          <a:pathLst>
            <a:path>
              <a:moveTo>
                <a:pt x="0" y="0"/>
              </a:moveTo>
              <a:lnTo>
                <a:pt x="0" y="2739407"/>
              </a:lnTo>
              <a:lnTo>
                <a:pt x="491398" y="2739407"/>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52B56DD-2501-4FCA-811A-1A0E606DEB9A}">
      <dsp:nvSpPr>
        <dsp:cNvPr id="0" name=""/>
        <dsp:cNvSpPr/>
      </dsp:nvSpPr>
      <dsp:spPr>
        <a:xfrm>
          <a:off x="983010" y="3090618"/>
          <a:ext cx="3931187" cy="838594"/>
        </a:xfrm>
        <a:prstGeom prst="roundRect">
          <a:avLst>
            <a:gd name="adj" fmla="val 10000"/>
          </a:avLst>
        </a:prstGeom>
        <a:solidFill>
          <a:schemeClr val="lt1">
            <a:alpha val="90000"/>
            <a:hueOff val="0"/>
            <a:satOff val="0"/>
            <a:lumOff val="0"/>
            <a:alphaOff val="0"/>
          </a:schemeClr>
        </a:solidFill>
        <a:ln w="6350" cap="flat" cmpd="sng" algn="ctr">
          <a:solidFill>
            <a:schemeClr val="accent4">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ts val="0"/>
            </a:spcAft>
            <a:buNone/>
          </a:pPr>
          <a:r>
            <a:rPr lang="en-US" sz="1800" b="1" kern="1200" dirty="0"/>
            <a:t>@EnableAutoConfiguration </a:t>
          </a:r>
        </a:p>
        <a:p>
          <a:pPr marL="0" lvl="0" indent="0" algn="ctr" defTabSz="800100">
            <a:lnSpc>
              <a:spcPct val="90000"/>
            </a:lnSpc>
            <a:spcBef>
              <a:spcPct val="0"/>
            </a:spcBef>
            <a:spcAft>
              <a:spcPts val="0"/>
            </a:spcAft>
            <a:buNone/>
          </a:pPr>
          <a:r>
            <a:rPr lang="en-US" sz="1800" b="0" kern="1200" dirty="0"/>
            <a:t>(Step3: </a:t>
          </a:r>
          <a:r>
            <a:rPr lang="en-US" sz="1800" kern="1200" dirty="0"/>
            <a:t>Automatically configures Spring components</a:t>
          </a:r>
          <a:r>
            <a:rPr lang="en-US" sz="1800" b="0" kern="1200" dirty="0"/>
            <a:t>)</a:t>
          </a:r>
          <a:endParaRPr lang="en-IN" sz="1800" b="0" kern="1200" dirty="0"/>
        </a:p>
      </dsp:txBody>
      <dsp:txXfrm>
        <a:off x="1007572" y="3115180"/>
        <a:ext cx="3882063" cy="789470"/>
      </dsp:txXfrm>
    </dsp:sp>
  </dsp:spTree>
</dsp:drawing>
</file>

<file path=ppt/diagrams/drawing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53941DD-95FD-40AB-96EB-7BA66D360FB5}">
      <dsp:nvSpPr>
        <dsp:cNvPr id="0" name=""/>
        <dsp:cNvSpPr/>
      </dsp:nvSpPr>
      <dsp:spPr>
        <a:xfrm>
          <a:off x="1743" y="510"/>
          <a:ext cx="2337654" cy="1008625"/>
        </a:xfrm>
        <a:prstGeom prst="roundRect">
          <a:avLst>
            <a:gd name="adj" fmla="val 10000"/>
          </a:avLst>
        </a:prstGeom>
        <a:gradFill rotWithShape="0">
          <a:gsLst>
            <a:gs pos="0">
              <a:schemeClr val="accent1">
                <a:hueOff val="0"/>
                <a:satOff val="0"/>
                <a:lumOff val="0"/>
                <a:alphaOff val="0"/>
                <a:lumMod val="110000"/>
                <a:satMod val="105000"/>
                <a:tint val="67000"/>
              </a:schemeClr>
            </a:gs>
            <a:gs pos="50000">
              <a:schemeClr val="accent1">
                <a:hueOff val="0"/>
                <a:satOff val="0"/>
                <a:lumOff val="0"/>
                <a:alphaOff val="0"/>
                <a:lumMod val="105000"/>
                <a:satMod val="103000"/>
                <a:tint val="73000"/>
              </a:schemeClr>
            </a:gs>
            <a:gs pos="100000">
              <a:schemeClr val="accent1">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Components</a:t>
          </a:r>
          <a:endParaRPr lang="en-IN" sz="1800" kern="1200" dirty="0"/>
        </a:p>
      </dsp:txBody>
      <dsp:txXfrm>
        <a:off x="31285" y="30052"/>
        <a:ext cx="2278570" cy="949541"/>
      </dsp:txXfrm>
    </dsp:sp>
    <dsp:sp modelId="{CEBAE773-47B1-4A53-98CA-E622C8BD6B17}">
      <dsp:nvSpPr>
        <dsp:cNvPr id="0" name=""/>
        <dsp:cNvSpPr/>
      </dsp:nvSpPr>
      <dsp:spPr>
        <a:xfrm>
          <a:off x="1743" y="1143138"/>
          <a:ext cx="2337654" cy="1130708"/>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Auto-configuration</a:t>
          </a:r>
          <a:endParaRPr lang="en-IN" sz="1800" kern="1200" dirty="0"/>
        </a:p>
      </dsp:txBody>
      <dsp:txXfrm>
        <a:off x="34860" y="1176255"/>
        <a:ext cx="2271420" cy="1064474"/>
      </dsp:txXfrm>
    </dsp:sp>
    <dsp:sp modelId="{45D0A72F-51CF-4BA6-BC1B-6786F9E7EE0F}">
      <dsp:nvSpPr>
        <dsp:cNvPr id="0" name=""/>
        <dsp:cNvSpPr/>
      </dsp:nvSpPr>
      <dsp:spPr>
        <a:xfrm>
          <a:off x="2732123" y="510"/>
          <a:ext cx="2337654" cy="1130708"/>
        </a:xfrm>
        <a:prstGeom prst="roundRect">
          <a:avLst>
            <a:gd name="adj" fmla="val 10000"/>
          </a:avLst>
        </a:prstGeom>
        <a:solidFill>
          <a:schemeClr val="accent6">
            <a:lumMod val="60000"/>
            <a:lumOff val="40000"/>
          </a:schemeClr>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Embedded web server </a:t>
          </a:r>
        </a:p>
        <a:p>
          <a:pPr marL="0" lvl="0" indent="0" algn="ctr" defTabSz="800100">
            <a:lnSpc>
              <a:spcPct val="90000"/>
            </a:lnSpc>
            <a:spcBef>
              <a:spcPct val="0"/>
            </a:spcBef>
            <a:spcAft>
              <a:spcPct val="35000"/>
            </a:spcAft>
            <a:buNone/>
          </a:pPr>
          <a:r>
            <a:rPr lang="en-US" sz="1800" kern="1200" dirty="0"/>
            <a:t>(tomcat)</a:t>
          </a:r>
          <a:endParaRPr lang="en-IN" sz="1800" kern="1200" dirty="0"/>
        </a:p>
      </dsp:txBody>
      <dsp:txXfrm>
        <a:off x="2765240" y="33627"/>
        <a:ext cx="2271420" cy="1064474"/>
      </dsp:txXfrm>
    </dsp:sp>
    <dsp:sp modelId="{45E9510C-D978-4016-9A13-4AE6FD804A3D}">
      <dsp:nvSpPr>
        <dsp:cNvPr id="0" name=""/>
        <dsp:cNvSpPr/>
      </dsp:nvSpPr>
      <dsp:spPr>
        <a:xfrm>
          <a:off x="2732123" y="1265220"/>
          <a:ext cx="2337654" cy="1130708"/>
        </a:xfrm>
        <a:prstGeom prst="roundRect">
          <a:avLst>
            <a:gd name="adj" fmla="val 10000"/>
          </a:avLst>
        </a:prstGeom>
        <a:solidFill>
          <a:schemeClr val="accent4">
            <a:lumMod val="60000"/>
            <a:lumOff val="40000"/>
          </a:schemeClr>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IN" sz="1800" kern="1200" dirty="0"/>
            <a:t>Spring Boot Actuator (Optional)</a:t>
          </a:r>
        </a:p>
      </dsp:txBody>
      <dsp:txXfrm>
        <a:off x="2765240" y="1298337"/>
        <a:ext cx="2271420" cy="1064474"/>
      </dsp:txXfrm>
    </dsp:sp>
  </dsp:spTree>
</dsp:drawing>
</file>

<file path=ppt/diagrams/drawing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0CF2650-44C3-4797-9164-DFAD8C580615}">
      <dsp:nvSpPr>
        <dsp:cNvPr id="0" name=""/>
        <dsp:cNvSpPr/>
      </dsp:nvSpPr>
      <dsp:spPr>
        <a:xfrm>
          <a:off x="0" y="4164260"/>
          <a:ext cx="954835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A17036B-2FF4-4693-BBA4-B07B0B81D881}">
      <dsp:nvSpPr>
        <dsp:cNvPr id="0" name=""/>
        <dsp:cNvSpPr/>
      </dsp:nvSpPr>
      <dsp:spPr>
        <a:xfrm>
          <a:off x="0" y="3515202"/>
          <a:ext cx="954835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9F3FA44-D2BA-4552-8F9D-FA8C993235B4}">
      <dsp:nvSpPr>
        <dsp:cNvPr id="0" name=""/>
        <dsp:cNvSpPr/>
      </dsp:nvSpPr>
      <dsp:spPr>
        <a:xfrm>
          <a:off x="0" y="2866144"/>
          <a:ext cx="954835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AFA7F0B-41F7-4B97-90E3-2BF61E2342B9}">
      <dsp:nvSpPr>
        <dsp:cNvPr id="0" name=""/>
        <dsp:cNvSpPr/>
      </dsp:nvSpPr>
      <dsp:spPr>
        <a:xfrm>
          <a:off x="0" y="2217087"/>
          <a:ext cx="954835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85A0BD0-AA25-4CA7-A3CA-B7E5CCAB8CD4}">
      <dsp:nvSpPr>
        <dsp:cNvPr id="0" name=""/>
        <dsp:cNvSpPr/>
      </dsp:nvSpPr>
      <dsp:spPr>
        <a:xfrm>
          <a:off x="0" y="1460316"/>
          <a:ext cx="954835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D9A6694C-2127-4B5C-9E60-FCC2EB90DA0E}">
      <dsp:nvSpPr>
        <dsp:cNvPr id="0" name=""/>
        <dsp:cNvSpPr/>
      </dsp:nvSpPr>
      <dsp:spPr>
        <a:xfrm>
          <a:off x="0" y="661116"/>
          <a:ext cx="954835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FDFD6AB-6FAA-41E1-993E-17F3C7E54FD4}">
      <dsp:nvSpPr>
        <dsp:cNvPr id="0" name=""/>
        <dsp:cNvSpPr/>
      </dsp:nvSpPr>
      <dsp:spPr>
        <a:xfrm>
          <a:off x="2613041" y="536"/>
          <a:ext cx="6804841" cy="70300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kern="1200" dirty="0"/>
            <a:t>JVM Metrics: Memory usage, garbage collection, threads, class loading.</a:t>
          </a:r>
          <a:endParaRPr lang="en-IN" sz="1800" kern="1200" dirty="0"/>
        </a:p>
      </dsp:txBody>
      <dsp:txXfrm>
        <a:off x="2613041" y="536"/>
        <a:ext cx="6804841" cy="703009"/>
      </dsp:txXfrm>
    </dsp:sp>
    <dsp:sp modelId="{10B69713-2C5C-41AD-9267-9D0A09034326}">
      <dsp:nvSpPr>
        <dsp:cNvPr id="0" name=""/>
        <dsp:cNvSpPr/>
      </dsp:nvSpPr>
      <dsp:spPr>
        <a:xfrm>
          <a:off x="0" y="536"/>
          <a:ext cx="2482571" cy="703009"/>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kern="1200" dirty="0"/>
            <a:t>1. System Metrics:</a:t>
          </a:r>
        </a:p>
      </dsp:txBody>
      <dsp:txXfrm>
        <a:off x="34324" y="34860"/>
        <a:ext cx="2413923" cy="668685"/>
      </dsp:txXfrm>
    </dsp:sp>
    <dsp:sp modelId="{ACEE37C7-405D-43A3-9779-D28AE05DC19B}">
      <dsp:nvSpPr>
        <dsp:cNvPr id="0" name=""/>
        <dsp:cNvSpPr/>
      </dsp:nvSpPr>
      <dsp:spPr>
        <a:xfrm>
          <a:off x="2613041" y="927004"/>
          <a:ext cx="6804841" cy="44847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IN" sz="1800" kern="1200" dirty="0"/>
            <a:t>HTTP Metrics: Request count, response times, status codes. </a:t>
          </a:r>
        </a:p>
      </dsp:txBody>
      <dsp:txXfrm>
        <a:off x="2613041" y="927004"/>
        <a:ext cx="6804841" cy="448474"/>
      </dsp:txXfrm>
    </dsp:sp>
    <dsp:sp modelId="{CE3BA098-50F6-4680-9E9F-1C68B64A1806}">
      <dsp:nvSpPr>
        <dsp:cNvPr id="0" name=""/>
        <dsp:cNvSpPr/>
      </dsp:nvSpPr>
      <dsp:spPr>
        <a:xfrm>
          <a:off x="0" y="734453"/>
          <a:ext cx="2482571" cy="833575"/>
        </a:xfrm>
        <a:prstGeom prst="round2SameRect">
          <a:avLst>
            <a:gd name="adj1" fmla="val 16670"/>
            <a:gd name="adj2" fmla="val 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kern="1200" dirty="0"/>
            <a:t>2. Application Metrics:</a:t>
          </a:r>
        </a:p>
      </dsp:txBody>
      <dsp:txXfrm>
        <a:off x="40699" y="775152"/>
        <a:ext cx="2401173" cy="792876"/>
      </dsp:txXfrm>
    </dsp:sp>
    <dsp:sp modelId="{4D397B1A-73C4-4203-9B62-4D1E610E2C48}">
      <dsp:nvSpPr>
        <dsp:cNvPr id="0" name=""/>
        <dsp:cNvSpPr/>
      </dsp:nvSpPr>
      <dsp:spPr>
        <a:xfrm>
          <a:off x="2613041" y="1598937"/>
          <a:ext cx="6804841" cy="61815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kern="1200" dirty="0"/>
            <a:t>Health Checks: Application health status, custom health indicators (e.g., database connectivity, disk space).</a:t>
          </a:r>
          <a:endParaRPr lang="en-IN" sz="1800" kern="1200" dirty="0"/>
        </a:p>
      </dsp:txBody>
      <dsp:txXfrm>
        <a:off x="2613041" y="1598937"/>
        <a:ext cx="6804841" cy="618150"/>
      </dsp:txXfrm>
    </dsp:sp>
    <dsp:sp modelId="{AD8DCA9C-8EE1-4B61-962F-E2ABEC134150}">
      <dsp:nvSpPr>
        <dsp:cNvPr id="0" name=""/>
        <dsp:cNvSpPr/>
      </dsp:nvSpPr>
      <dsp:spPr>
        <a:xfrm>
          <a:off x="0" y="1598937"/>
          <a:ext cx="2482571" cy="618150"/>
        </a:xfrm>
        <a:prstGeom prst="round2SameRect">
          <a:avLst>
            <a:gd name="adj1" fmla="val 16670"/>
            <a:gd name="adj2" fmla="val 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kern="1200" dirty="0"/>
            <a:t>3. Health Metrics:</a:t>
          </a:r>
        </a:p>
      </dsp:txBody>
      <dsp:txXfrm>
        <a:off x="30181" y="1629118"/>
        <a:ext cx="2422209" cy="587969"/>
      </dsp:txXfrm>
    </dsp:sp>
    <dsp:sp modelId="{2DF3E7B6-9690-4BB1-BE9F-7CA83F409BE9}">
      <dsp:nvSpPr>
        <dsp:cNvPr id="0" name=""/>
        <dsp:cNvSpPr/>
      </dsp:nvSpPr>
      <dsp:spPr>
        <a:xfrm>
          <a:off x="2613041" y="2247994"/>
          <a:ext cx="6804841" cy="61815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fr-FR" sz="1800" kern="1200" dirty="0"/>
            <a:t>Configuration </a:t>
          </a:r>
          <a:r>
            <a:rPr lang="fr-FR" sz="1800" kern="1200" dirty="0" err="1"/>
            <a:t>Properties</a:t>
          </a:r>
          <a:r>
            <a:rPr lang="fr-FR" sz="1800" kern="1200" dirty="0"/>
            <a:t>: Active profiles, configuration </a:t>
          </a:r>
          <a:r>
            <a:rPr lang="fr-FR" sz="1800" kern="1200" dirty="0" err="1"/>
            <a:t>properties</a:t>
          </a:r>
          <a:r>
            <a:rPr lang="fr-FR" sz="1800" kern="1200" dirty="0"/>
            <a:t>. </a:t>
          </a:r>
          <a:endParaRPr lang="en-IN" sz="1800" kern="1200" dirty="0"/>
        </a:p>
      </dsp:txBody>
      <dsp:txXfrm>
        <a:off x="2613041" y="2247994"/>
        <a:ext cx="6804841" cy="618150"/>
      </dsp:txXfrm>
    </dsp:sp>
    <dsp:sp modelId="{28C2F217-4ECE-478D-A105-FCEE21A36F41}">
      <dsp:nvSpPr>
        <dsp:cNvPr id="0" name=""/>
        <dsp:cNvSpPr/>
      </dsp:nvSpPr>
      <dsp:spPr>
        <a:xfrm>
          <a:off x="0" y="2247994"/>
          <a:ext cx="2482571" cy="618150"/>
        </a:xfrm>
        <a:prstGeom prst="round2SameRect">
          <a:avLst>
            <a:gd name="adj1" fmla="val 16670"/>
            <a:gd name="adj2" fmla="val 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kern="1200" dirty="0"/>
            <a:t>4. Environment Metrics:</a:t>
          </a:r>
        </a:p>
      </dsp:txBody>
      <dsp:txXfrm>
        <a:off x="30181" y="2278175"/>
        <a:ext cx="2422209" cy="587969"/>
      </dsp:txXfrm>
    </dsp:sp>
    <dsp:sp modelId="{A910DB2C-DE18-4F5A-A907-EA34B8ABAE55}">
      <dsp:nvSpPr>
        <dsp:cNvPr id="0" name=""/>
        <dsp:cNvSpPr/>
      </dsp:nvSpPr>
      <dsp:spPr>
        <a:xfrm>
          <a:off x="2613041" y="2897052"/>
          <a:ext cx="6804841" cy="61815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kern="1200" dirty="0"/>
            <a:t>Loggers: Logging levels and changes.</a:t>
          </a:r>
          <a:endParaRPr lang="en-IN" sz="1800" kern="1200" dirty="0"/>
        </a:p>
      </dsp:txBody>
      <dsp:txXfrm>
        <a:off x="2613041" y="2897052"/>
        <a:ext cx="6804841" cy="618150"/>
      </dsp:txXfrm>
    </dsp:sp>
    <dsp:sp modelId="{09E4FB31-4673-4285-9B45-7A92E0F2BF6F}">
      <dsp:nvSpPr>
        <dsp:cNvPr id="0" name=""/>
        <dsp:cNvSpPr/>
      </dsp:nvSpPr>
      <dsp:spPr>
        <a:xfrm>
          <a:off x="0" y="2897052"/>
          <a:ext cx="2482571" cy="618150"/>
        </a:xfrm>
        <a:prstGeom prst="round2SameRect">
          <a:avLst>
            <a:gd name="adj1" fmla="val 16670"/>
            <a:gd name="adj2" fmla="val 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w="6350" cap="flat" cmpd="sng" algn="ctr">
          <a:solidFill>
            <a:schemeClr val="accent6">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kern="1200" dirty="0"/>
            <a:t>5. Logging Metrics:</a:t>
          </a:r>
        </a:p>
      </dsp:txBody>
      <dsp:txXfrm>
        <a:off x="30181" y="2927233"/>
        <a:ext cx="2422209" cy="587969"/>
      </dsp:txXfrm>
    </dsp:sp>
    <dsp:sp modelId="{5C7EBD48-8F60-4893-AFAD-C1B9C2577240}">
      <dsp:nvSpPr>
        <dsp:cNvPr id="0" name=""/>
        <dsp:cNvSpPr/>
      </dsp:nvSpPr>
      <dsp:spPr>
        <a:xfrm>
          <a:off x="2613041" y="3546110"/>
          <a:ext cx="6804841" cy="61815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b" anchorCtr="0">
          <a:noAutofit/>
        </a:bodyPr>
        <a:lstStyle/>
        <a:p>
          <a:pPr marL="0" lvl="0" indent="0" algn="l" defTabSz="800100">
            <a:lnSpc>
              <a:spcPct val="90000"/>
            </a:lnSpc>
            <a:spcBef>
              <a:spcPct val="0"/>
            </a:spcBef>
            <a:spcAft>
              <a:spcPct val="35000"/>
            </a:spcAft>
            <a:buNone/>
          </a:pPr>
          <a:r>
            <a:rPr lang="en-US" sz="1800" kern="1200" dirty="0"/>
            <a:t>Build Information: Application version, build time.        </a:t>
          </a:r>
          <a:endParaRPr lang="en-IN" sz="1800" kern="1200" dirty="0"/>
        </a:p>
      </dsp:txBody>
      <dsp:txXfrm>
        <a:off x="2613041" y="3546110"/>
        <a:ext cx="6804841" cy="618150"/>
      </dsp:txXfrm>
    </dsp:sp>
    <dsp:sp modelId="{FE4A942B-6AA8-4E9A-9167-08D6ABBA0429}">
      <dsp:nvSpPr>
        <dsp:cNvPr id="0" name=""/>
        <dsp:cNvSpPr/>
      </dsp:nvSpPr>
      <dsp:spPr>
        <a:xfrm>
          <a:off x="0" y="3546110"/>
          <a:ext cx="2482571" cy="618150"/>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4290" tIns="34290" rIns="34290" bIns="34290" numCol="1" spcCol="1270" anchor="ctr" anchorCtr="0">
          <a:noAutofit/>
        </a:bodyPr>
        <a:lstStyle/>
        <a:p>
          <a:pPr marL="0" lvl="0" indent="0" algn="l" defTabSz="800100">
            <a:lnSpc>
              <a:spcPct val="90000"/>
            </a:lnSpc>
            <a:spcBef>
              <a:spcPct val="0"/>
            </a:spcBef>
            <a:spcAft>
              <a:spcPct val="35000"/>
            </a:spcAft>
            <a:buNone/>
          </a:pPr>
          <a:r>
            <a:rPr lang="en-IN" sz="1800" b="1" kern="1200" dirty="0"/>
            <a:t>6. Application Info:</a:t>
          </a:r>
        </a:p>
      </dsp:txBody>
      <dsp:txXfrm>
        <a:off x="30181" y="3576291"/>
        <a:ext cx="2422209" cy="587969"/>
      </dsp:txXfrm>
    </dsp:sp>
  </dsp:spTree>
</dsp:drawing>
</file>

<file path=ppt/diagrams/drawing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AD25738-711B-423B-989F-6F7305DBC6B9}">
      <dsp:nvSpPr>
        <dsp:cNvPr id="0" name=""/>
        <dsp:cNvSpPr/>
      </dsp:nvSpPr>
      <dsp:spPr>
        <a:xfrm>
          <a:off x="0" y="83627"/>
          <a:ext cx="8442966" cy="620567"/>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IN" sz="1600" b="1" kern="1200" dirty="0"/>
            <a:t>Step 1: Add Dependencies: </a:t>
          </a:r>
          <a:r>
            <a:rPr lang="en-US" sz="1600" kern="1200" dirty="0"/>
            <a:t>Ensure all necessary dependencies are included in your pom.xml (for Maven) or </a:t>
          </a:r>
          <a:r>
            <a:rPr lang="en-US" sz="1600" kern="1200" dirty="0" err="1"/>
            <a:t>build.gradle</a:t>
          </a:r>
          <a:r>
            <a:rPr lang="en-US" sz="1600" kern="1200" dirty="0"/>
            <a:t> (for Gradle).</a:t>
          </a:r>
          <a:endParaRPr lang="en-IN" sz="1600" b="1" kern="1200" dirty="0"/>
        </a:p>
      </dsp:txBody>
      <dsp:txXfrm>
        <a:off x="18176" y="101803"/>
        <a:ext cx="7510466" cy="584215"/>
      </dsp:txXfrm>
    </dsp:sp>
    <dsp:sp modelId="{0CE5B14B-997C-4458-8E68-2C472B632913}">
      <dsp:nvSpPr>
        <dsp:cNvPr id="0" name=""/>
        <dsp:cNvSpPr/>
      </dsp:nvSpPr>
      <dsp:spPr>
        <a:xfrm>
          <a:off x="630481" y="980869"/>
          <a:ext cx="8442966" cy="620567"/>
        </a:xfrm>
        <a:prstGeom prst="roundRect">
          <a:avLst>
            <a:gd name="adj" fmla="val 1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IN" sz="1600" b="1" kern="1200" dirty="0"/>
            <a:t>Step 2: Configure the Main Class: </a:t>
          </a:r>
          <a:r>
            <a:rPr lang="en-US" sz="1600" kern="1200" dirty="0"/>
            <a:t>Make sure your main class is annotated with @SpringBootApplication and has a main method to run the application.</a:t>
          </a:r>
          <a:endParaRPr lang="en-IN" sz="1600" b="1" kern="1200" dirty="0"/>
        </a:p>
      </dsp:txBody>
      <dsp:txXfrm>
        <a:off x="648657" y="999045"/>
        <a:ext cx="7264048" cy="584215"/>
      </dsp:txXfrm>
    </dsp:sp>
    <dsp:sp modelId="{EA6068C1-65D5-4296-AA26-89F5B3834797}">
      <dsp:nvSpPr>
        <dsp:cNvPr id="0" name=""/>
        <dsp:cNvSpPr/>
      </dsp:nvSpPr>
      <dsp:spPr>
        <a:xfrm>
          <a:off x="1260962" y="1878111"/>
          <a:ext cx="8442966" cy="620567"/>
        </a:xfrm>
        <a:prstGeom prst="roundRect">
          <a:avLst>
            <a:gd name="adj" fmla="val 1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IN" sz="1600" b="1" kern="1200" dirty="0"/>
            <a:t>Step 3: Build the Application: </a:t>
          </a:r>
          <a:r>
            <a:rPr lang="en-US" sz="1600" kern="1200" dirty="0"/>
            <a:t>Build the application as per Maven or Gradle</a:t>
          </a:r>
          <a:endParaRPr lang="en-IN" sz="1600" b="1" kern="1200" dirty="0"/>
        </a:p>
      </dsp:txBody>
      <dsp:txXfrm>
        <a:off x="1279138" y="1896287"/>
        <a:ext cx="7264048" cy="584215"/>
      </dsp:txXfrm>
    </dsp:sp>
    <dsp:sp modelId="{5A8BB15B-AB2F-43F2-BB2A-B19702EDE8BC}">
      <dsp:nvSpPr>
        <dsp:cNvPr id="0" name=""/>
        <dsp:cNvSpPr/>
      </dsp:nvSpPr>
      <dsp:spPr>
        <a:xfrm>
          <a:off x="1891443" y="2775353"/>
          <a:ext cx="8442966" cy="620567"/>
        </a:xfrm>
        <a:prstGeom prst="roundRect">
          <a:avLst>
            <a:gd name="adj" fmla="val 1000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IN" sz="1600" b="1" kern="1200" dirty="0"/>
            <a:t>Step 4: Executable JAR: </a:t>
          </a:r>
          <a:r>
            <a:rPr lang="en-US" sz="1600" kern="1200" dirty="0"/>
            <a:t>The generated JAR file is an executable JAR, which includes the application and an embedded server (Tomcat by default).</a:t>
          </a:r>
          <a:endParaRPr lang="en-IN" sz="1600" b="1" kern="1200" dirty="0"/>
        </a:p>
      </dsp:txBody>
      <dsp:txXfrm>
        <a:off x="1909619" y="2793529"/>
        <a:ext cx="7264048" cy="584215"/>
      </dsp:txXfrm>
    </dsp:sp>
    <dsp:sp modelId="{74906825-CB28-4799-8429-E0520A7D2397}">
      <dsp:nvSpPr>
        <dsp:cNvPr id="0" name=""/>
        <dsp:cNvSpPr/>
      </dsp:nvSpPr>
      <dsp:spPr>
        <a:xfrm>
          <a:off x="2521924" y="3672595"/>
          <a:ext cx="8442966" cy="620567"/>
        </a:xfrm>
        <a:prstGeom prst="roundRect">
          <a:avLst>
            <a:gd name="adj" fmla="val 1000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US" sz="1600" b="1" kern="1200" dirty="0"/>
            <a:t>Step 5: Deploying Application: </a:t>
          </a:r>
          <a:r>
            <a:rPr lang="en-IN" sz="1600" kern="1200" dirty="0"/>
            <a:t>Standalone Deployment/ Cloud/ Docker</a:t>
          </a:r>
          <a:endParaRPr lang="en-IN" sz="1600" b="1" kern="1200" dirty="0"/>
        </a:p>
      </dsp:txBody>
      <dsp:txXfrm>
        <a:off x="2540100" y="3690771"/>
        <a:ext cx="7264048" cy="584215"/>
      </dsp:txXfrm>
    </dsp:sp>
    <dsp:sp modelId="{E407CA5E-9034-45AD-B409-F6EB1F7214C6}">
      <dsp:nvSpPr>
        <dsp:cNvPr id="0" name=""/>
        <dsp:cNvSpPr/>
      </dsp:nvSpPr>
      <dsp:spPr>
        <a:xfrm>
          <a:off x="7930881" y="575547"/>
          <a:ext cx="512084" cy="512084"/>
        </a:xfrm>
        <a:prstGeom prst="downArrow">
          <a:avLst>
            <a:gd name="adj1" fmla="val 55000"/>
            <a:gd name="adj2" fmla="val 45000"/>
          </a:avLst>
        </a:prstGeom>
        <a:solidFill>
          <a:schemeClr val="accent2">
            <a:tint val="40000"/>
            <a:alpha val="90000"/>
            <a:hueOff val="0"/>
            <a:satOff val="0"/>
            <a:lumOff val="0"/>
            <a:alphaOff val="0"/>
          </a:schemeClr>
        </a:solidFill>
        <a:ln w="6350" cap="flat" cmpd="sng" algn="ctr">
          <a:solidFill>
            <a:schemeClr val="accent2">
              <a:tint val="40000"/>
              <a:alpha val="9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8046100" y="575547"/>
        <a:ext cx="281646" cy="385343"/>
      </dsp:txXfrm>
    </dsp:sp>
    <dsp:sp modelId="{0897DB3B-0836-4E94-B0A8-B907AF45887F}">
      <dsp:nvSpPr>
        <dsp:cNvPr id="0" name=""/>
        <dsp:cNvSpPr/>
      </dsp:nvSpPr>
      <dsp:spPr>
        <a:xfrm>
          <a:off x="8561362" y="1472789"/>
          <a:ext cx="512084" cy="512084"/>
        </a:xfrm>
        <a:prstGeom prst="downArrow">
          <a:avLst>
            <a:gd name="adj1" fmla="val 55000"/>
            <a:gd name="adj2" fmla="val 45000"/>
          </a:avLst>
        </a:prstGeom>
        <a:solidFill>
          <a:schemeClr val="accent3">
            <a:tint val="40000"/>
            <a:alpha val="90000"/>
            <a:hueOff val="0"/>
            <a:satOff val="0"/>
            <a:lumOff val="0"/>
            <a:alphaOff val="0"/>
          </a:schemeClr>
        </a:solidFill>
        <a:ln w="6350" cap="flat" cmpd="sng" algn="ctr">
          <a:solidFill>
            <a:schemeClr val="accent3">
              <a:tint val="40000"/>
              <a:alpha val="9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8676581" y="1472789"/>
        <a:ext cx="281646" cy="385343"/>
      </dsp:txXfrm>
    </dsp:sp>
    <dsp:sp modelId="{674CAAC8-BE15-4BF2-842A-A94C3D40F3F8}">
      <dsp:nvSpPr>
        <dsp:cNvPr id="0" name=""/>
        <dsp:cNvSpPr/>
      </dsp:nvSpPr>
      <dsp:spPr>
        <a:xfrm>
          <a:off x="9191844" y="2356901"/>
          <a:ext cx="512084" cy="512084"/>
        </a:xfrm>
        <a:prstGeom prst="downArrow">
          <a:avLst>
            <a:gd name="adj1" fmla="val 55000"/>
            <a:gd name="adj2" fmla="val 45000"/>
          </a:avLst>
        </a:prstGeom>
        <a:solidFill>
          <a:schemeClr val="accent4">
            <a:tint val="40000"/>
            <a:alpha val="90000"/>
            <a:hueOff val="0"/>
            <a:satOff val="0"/>
            <a:lumOff val="0"/>
            <a:alphaOff val="0"/>
          </a:schemeClr>
        </a:solidFill>
        <a:ln w="6350" cap="flat" cmpd="sng" algn="ctr">
          <a:solidFill>
            <a:schemeClr val="accent4">
              <a:tint val="40000"/>
              <a:alpha val="9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9307063" y="2356901"/>
        <a:ext cx="281646" cy="385343"/>
      </dsp:txXfrm>
    </dsp:sp>
    <dsp:sp modelId="{B2F95A35-FD21-4CE6-8CB3-CD7109968907}">
      <dsp:nvSpPr>
        <dsp:cNvPr id="0" name=""/>
        <dsp:cNvSpPr/>
      </dsp:nvSpPr>
      <dsp:spPr>
        <a:xfrm>
          <a:off x="9822325" y="3262896"/>
          <a:ext cx="512084" cy="512084"/>
        </a:xfrm>
        <a:prstGeom prst="downArrow">
          <a:avLst>
            <a:gd name="adj1" fmla="val 55000"/>
            <a:gd name="adj2" fmla="val 45000"/>
          </a:avLst>
        </a:prstGeom>
        <a:solidFill>
          <a:schemeClr val="accent5">
            <a:tint val="40000"/>
            <a:alpha val="90000"/>
            <a:hueOff val="0"/>
            <a:satOff val="0"/>
            <a:lumOff val="0"/>
            <a:alphaOff val="0"/>
          </a:schemeClr>
        </a:solidFill>
        <a:ln w="6350" cap="flat" cmpd="sng" algn="ctr">
          <a:solidFill>
            <a:schemeClr val="accent5">
              <a:tint val="40000"/>
              <a:alpha val="9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endParaRPr lang="en-IN" sz="1600" kern="1200"/>
        </a:p>
      </dsp:txBody>
      <dsp:txXfrm>
        <a:off x="9937544" y="3262896"/>
        <a:ext cx="281646" cy="385343"/>
      </dsp:txXfrm>
    </dsp:sp>
  </dsp:spTree>
</dsp:drawing>
</file>

<file path=ppt/diagrams/drawing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9D160E0-6ABE-4450-B4B4-45744E2F68BF}">
      <dsp:nvSpPr>
        <dsp:cNvPr id="0" name=""/>
        <dsp:cNvSpPr/>
      </dsp:nvSpPr>
      <dsp:spPr>
        <a:xfrm>
          <a:off x="4964923" y="1321651"/>
          <a:ext cx="2646896" cy="1042741"/>
        </a:xfrm>
        <a:custGeom>
          <a:avLst/>
          <a:gdLst/>
          <a:ahLst/>
          <a:cxnLst/>
          <a:rect l="0" t="0" r="0" b="0"/>
          <a:pathLst>
            <a:path>
              <a:moveTo>
                <a:pt x="0" y="0"/>
              </a:moveTo>
              <a:lnTo>
                <a:pt x="0" y="710554"/>
              </a:lnTo>
              <a:lnTo>
                <a:pt x="2646896" y="710554"/>
              </a:lnTo>
              <a:lnTo>
                <a:pt x="2646896" y="1042741"/>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96C441B-58A7-4EC9-9E55-52971CBCE60A}">
      <dsp:nvSpPr>
        <dsp:cNvPr id="0" name=""/>
        <dsp:cNvSpPr/>
      </dsp:nvSpPr>
      <dsp:spPr>
        <a:xfrm>
          <a:off x="2318026" y="1321651"/>
          <a:ext cx="2646896" cy="1042741"/>
        </a:xfrm>
        <a:custGeom>
          <a:avLst/>
          <a:gdLst/>
          <a:ahLst/>
          <a:cxnLst/>
          <a:rect l="0" t="0" r="0" b="0"/>
          <a:pathLst>
            <a:path>
              <a:moveTo>
                <a:pt x="2646896" y="0"/>
              </a:moveTo>
              <a:lnTo>
                <a:pt x="2646896" y="710554"/>
              </a:lnTo>
              <a:lnTo>
                <a:pt x="0" y="710554"/>
              </a:lnTo>
              <a:lnTo>
                <a:pt x="0" y="1042741"/>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CBC2672-16F5-4EB9-896F-9225096286E3}">
      <dsp:nvSpPr>
        <dsp:cNvPr id="0" name=""/>
        <dsp:cNvSpPr/>
      </dsp:nvSpPr>
      <dsp:spPr>
        <a:xfrm>
          <a:off x="2356386" y="378367"/>
          <a:ext cx="5217072" cy="943283"/>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r>
            <a:rPr lang="en-IN" sz="2400" b="1" kern="1200" dirty="0"/>
            <a:t>@ModelAttribute annotation use</a:t>
          </a:r>
        </a:p>
      </dsp:txBody>
      <dsp:txXfrm>
        <a:off x="2402433" y="424414"/>
        <a:ext cx="5124978" cy="851189"/>
      </dsp:txXfrm>
    </dsp:sp>
    <dsp:sp modelId="{5649C7A1-941B-4130-AFB3-17DAE2BD1437}">
      <dsp:nvSpPr>
        <dsp:cNvPr id="0" name=""/>
        <dsp:cNvSpPr/>
      </dsp:nvSpPr>
      <dsp:spPr>
        <a:xfrm>
          <a:off x="3317" y="2364393"/>
          <a:ext cx="4629418" cy="1039807"/>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1" kern="1200" dirty="0"/>
            <a:t>At Method Level </a:t>
          </a:r>
        </a:p>
        <a:p>
          <a:pPr marL="0" lvl="0" indent="0" algn="ctr" defTabSz="800100">
            <a:lnSpc>
              <a:spcPct val="90000"/>
            </a:lnSpc>
            <a:spcBef>
              <a:spcPct val="0"/>
            </a:spcBef>
            <a:spcAft>
              <a:spcPct val="35000"/>
            </a:spcAft>
            <a:buNone/>
          </a:pPr>
          <a:r>
            <a:rPr lang="en-IN" sz="1800" kern="1200" dirty="0"/>
            <a:t>(</a:t>
          </a:r>
          <a:r>
            <a:rPr lang="en-US" sz="1800" kern="1200" dirty="0"/>
            <a:t>Adding Attributes to the Model</a:t>
          </a:r>
          <a:r>
            <a:rPr lang="en-IN" sz="1800" kern="1200" dirty="0"/>
            <a:t>)</a:t>
          </a:r>
        </a:p>
      </dsp:txBody>
      <dsp:txXfrm>
        <a:off x="54076" y="2415152"/>
        <a:ext cx="4527900" cy="938289"/>
      </dsp:txXfrm>
    </dsp:sp>
    <dsp:sp modelId="{8438A40D-7FDA-41A9-8D88-905A6CF8DA8C}">
      <dsp:nvSpPr>
        <dsp:cNvPr id="0" name=""/>
        <dsp:cNvSpPr/>
      </dsp:nvSpPr>
      <dsp:spPr>
        <a:xfrm>
          <a:off x="5297109" y="2364393"/>
          <a:ext cx="4629418" cy="1039807"/>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1" kern="1200" dirty="0"/>
            <a:t>With Method Parameter </a:t>
          </a:r>
        </a:p>
        <a:p>
          <a:pPr marL="0" lvl="0" indent="0" algn="ctr" defTabSz="800100">
            <a:lnSpc>
              <a:spcPct val="90000"/>
            </a:lnSpc>
            <a:spcBef>
              <a:spcPct val="0"/>
            </a:spcBef>
            <a:spcAft>
              <a:spcPct val="35000"/>
            </a:spcAft>
            <a:buNone/>
          </a:pPr>
          <a:r>
            <a:rPr lang="en-IN" sz="1800" kern="1200" dirty="0"/>
            <a:t>(</a:t>
          </a:r>
          <a:r>
            <a:rPr lang="en-US" sz="1800" kern="1200" dirty="0"/>
            <a:t>Binding Request Parameters to a Model Object)</a:t>
          </a:r>
          <a:endParaRPr lang="en-IN" sz="1800" kern="1200" dirty="0"/>
        </a:p>
      </dsp:txBody>
      <dsp:txXfrm>
        <a:off x="5347868" y="2415152"/>
        <a:ext cx="4527900" cy="938289"/>
      </dsp:txXfrm>
    </dsp:sp>
  </dsp:spTree>
</dsp:drawing>
</file>

<file path=ppt/diagrams/drawing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1D49D52-C623-428F-8264-E42DE9602E9E}">
      <dsp:nvSpPr>
        <dsp:cNvPr id="0" name=""/>
        <dsp:cNvSpPr/>
      </dsp:nvSpPr>
      <dsp:spPr>
        <a:xfrm rot="5400000">
          <a:off x="-174657" y="176217"/>
          <a:ext cx="1164383" cy="815068"/>
        </a:xfrm>
        <a:prstGeom prst="chevron">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sz="1600" kern="1200" dirty="0"/>
            <a:t>Step 1</a:t>
          </a:r>
          <a:endParaRPr lang="en-IN" sz="1600" kern="1200" dirty="0"/>
        </a:p>
      </dsp:txBody>
      <dsp:txXfrm rot="-5400000">
        <a:off x="1" y="409093"/>
        <a:ext cx="815068" cy="349315"/>
      </dsp:txXfrm>
    </dsp:sp>
    <dsp:sp modelId="{6962818C-E614-4228-9956-A802CFB353AD}">
      <dsp:nvSpPr>
        <dsp:cNvPr id="0" name=""/>
        <dsp:cNvSpPr/>
      </dsp:nvSpPr>
      <dsp:spPr>
        <a:xfrm rot="5400000">
          <a:off x="2242430" y="-1425801"/>
          <a:ext cx="756849" cy="3611572"/>
        </a:xfrm>
        <a:prstGeom prst="round2SameRect">
          <a:avLst/>
        </a:prstGeom>
        <a:solidFill>
          <a:schemeClr val="lt1">
            <a:alpha val="90000"/>
            <a:hueOff val="0"/>
            <a:satOff val="0"/>
            <a:lumOff val="0"/>
            <a:alphaOff val="0"/>
          </a:schemeClr>
        </a:solidFill>
        <a:ln w="635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en-US" sz="1600" kern="1200" dirty="0"/>
            <a:t>Add </a:t>
          </a:r>
          <a:r>
            <a:rPr lang="en-US" sz="1600" b="1" kern="1200" dirty="0"/>
            <a:t>Validation Annotations</a:t>
          </a:r>
          <a:r>
            <a:rPr lang="en-US" sz="1600" kern="1200" dirty="0"/>
            <a:t>(@NotNull, @Size, @Email, </a:t>
          </a:r>
          <a:r>
            <a:rPr lang="en-US" sz="1600" kern="1200" dirty="0" err="1"/>
            <a:t>etc</a:t>
          </a:r>
          <a:r>
            <a:rPr lang="en-US" sz="1600" kern="1200" dirty="0"/>
            <a:t>) to the Model Class.</a:t>
          </a:r>
          <a:endParaRPr lang="en-IN" sz="1600" kern="1200" dirty="0"/>
        </a:p>
      </dsp:txBody>
      <dsp:txXfrm rot="-5400000">
        <a:off x="815069" y="38506"/>
        <a:ext cx="3574626" cy="682957"/>
      </dsp:txXfrm>
    </dsp:sp>
    <dsp:sp modelId="{D8A19947-4013-4E7B-BF8E-055542582F0E}">
      <dsp:nvSpPr>
        <dsp:cNvPr id="0" name=""/>
        <dsp:cNvSpPr/>
      </dsp:nvSpPr>
      <dsp:spPr>
        <a:xfrm rot="5400000">
          <a:off x="-174657" y="1138936"/>
          <a:ext cx="1164383" cy="815068"/>
        </a:xfrm>
        <a:prstGeom prst="chevron">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sz="1600" kern="1200" dirty="0"/>
            <a:t>Step 2</a:t>
          </a:r>
          <a:endParaRPr lang="en-IN" sz="1600" kern="1200" dirty="0"/>
        </a:p>
      </dsp:txBody>
      <dsp:txXfrm rot="-5400000">
        <a:off x="1" y="1371812"/>
        <a:ext cx="815068" cy="349315"/>
      </dsp:txXfrm>
    </dsp:sp>
    <dsp:sp modelId="{9C75F2BB-0F66-4436-B2D3-C6F06ECCB5D6}">
      <dsp:nvSpPr>
        <dsp:cNvPr id="0" name=""/>
        <dsp:cNvSpPr/>
      </dsp:nvSpPr>
      <dsp:spPr>
        <a:xfrm rot="5400000">
          <a:off x="2242430" y="-463082"/>
          <a:ext cx="756849" cy="3611572"/>
        </a:xfrm>
        <a:prstGeom prst="round2SameRect">
          <a:avLst/>
        </a:prstGeom>
        <a:solidFill>
          <a:schemeClr val="lt1">
            <a:alpha val="90000"/>
            <a:hueOff val="0"/>
            <a:satOff val="0"/>
            <a:lumOff val="0"/>
            <a:alphaOff val="0"/>
          </a:schemeClr>
        </a:solidFill>
        <a:ln w="6350" cap="flat" cmpd="sng" algn="ctr">
          <a:solidFill>
            <a:schemeClr val="accent3">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en-US" sz="1600" kern="1200" dirty="0"/>
            <a:t>Use </a:t>
          </a:r>
          <a:r>
            <a:rPr lang="en-US" sz="1600" b="1" kern="1200" dirty="0"/>
            <a:t>@Valid</a:t>
          </a:r>
          <a:r>
            <a:rPr lang="en-US" sz="1600" kern="1200" dirty="0"/>
            <a:t> in the Controller to trigger validation.</a:t>
          </a:r>
          <a:endParaRPr lang="en-IN" sz="1600" kern="1200" dirty="0"/>
        </a:p>
      </dsp:txBody>
      <dsp:txXfrm rot="-5400000">
        <a:off x="815069" y="1001225"/>
        <a:ext cx="3574626" cy="682957"/>
      </dsp:txXfrm>
    </dsp:sp>
    <dsp:sp modelId="{A41B738A-093F-48F6-8FDB-0B914191C295}">
      <dsp:nvSpPr>
        <dsp:cNvPr id="0" name=""/>
        <dsp:cNvSpPr/>
      </dsp:nvSpPr>
      <dsp:spPr>
        <a:xfrm rot="5400000">
          <a:off x="-174657" y="2101655"/>
          <a:ext cx="1164383" cy="815068"/>
        </a:xfrm>
        <a:prstGeom prst="chevron">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sz="1600" kern="1200" dirty="0"/>
            <a:t>Step 3</a:t>
          </a:r>
          <a:endParaRPr lang="en-IN" sz="1600" kern="1200" dirty="0"/>
        </a:p>
      </dsp:txBody>
      <dsp:txXfrm rot="-5400000">
        <a:off x="1" y="2334531"/>
        <a:ext cx="815068" cy="349315"/>
      </dsp:txXfrm>
    </dsp:sp>
    <dsp:sp modelId="{E630C170-493D-4909-96B8-CCB60E2BDEB5}">
      <dsp:nvSpPr>
        <dsp:cNvPr id="0" name=""/>
        <dsp:cNvSpPr/>
      </dsp:nvSpPr>
      <dsp:spPr>
        <a:xfrm rot="5400000">
          <a:off x="2242430" y="499636"/>
          <a:ext cx="756849" cy="3611572"/>
        </a:xfrm>
        <a:prstGeom prst="round2SameRect">
          <a:avLst/>
        </a:prstGeom>
        <a:solidFill>
          <a:schemeClr val="lt1">
            <a:alpha val="90000"/>
            <a:hueOff val="0"/>
            <a:satOff val="0"/>
            <a:lumOff val="0"/>
            <a:alphaOff val="0"/>
          </a:schemeClr>
        </a:solidFill>
        <a:ln w="6350" cap="flat" cmpd="sng" algn="ctr">
          <a:solidFill>
            <a:schemeClr val="accent4">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en-US" sz="1600" kern="1200" dirty="0"/>
            <a:t>Add a </a:t>
          </a:r>
          <a:r>
            <a:rPr lang="en-US" sz="1600" b="1" kern="1200" dirty="0" err="1"/>
            <a:t>BindingResult</a:t>
          </a:r>
          <a:r>
            <a:rPr lang="en-US" sz="1600" kern="1200" dirty="0"/>
            <a:t> parameter to capture validation errors.</a:t>
          </a:r>
          <a:endParaRPr lang="en-IN" sz="1600" kern="1200" dirty="0"/>
        </a:p>
      </dsp:txBody>
      <dsp:txXfrm rot="-5400000">
        <a:off x="815069" y="1963943"/>
        <a:ext cx="3574626" cy="682957"/>
      </dsp:txXfrm>
    </dsp:sp>
  </dsp:spTree>
</dsp:drawing>
</file>

<file path=ppt/diagrams/drawing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2033660-272C-47EA-A177-8F207099703D}">
      <dsp:nvSpPr>
        <dsp:cNvPr id="0" name=""/>
        <dsp:cNvSpPr/>
      </dsp:nvSpPr>
      <dsp:spPr>
        <a:xfrm>
          <a:off x="1805702" y="2044"/>
          <a:ext cx="4516594" cy="477924"/>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1. Display Form (using @GETMapping)</a:t>
          </a:r>
          <a:endParaRPr lang="en-IN" sz="1800" kern="1200" dirty="0"/>
        </a:p>
      </dsp:txBody>
      <dsp:txXfrm>
        <a:off x="1819700" y="16042"/>
        <a:ext cx="4488598" cy="449928"/>
      </dsp:txXfrm>
    </dsp:sp>
    <dsp:sp modelId="{A52DE3F1-F523-4DB2-A496-2E4F626DA6B5}">
      <dsp:nvSpPr>
        <dsp:cNvPr id="0" name=""/>
        <dsp:cNvSpPr/>
      </dsp:nvSpPr>
      <dsp:spPr>
        <a:xfrm rot="5400000">
          <a:off x="3974389" y="491916"/>
          <a:ext cx="179221" cy="215065"/>
        </a:xfrm>
        <a:prstGeom prst="rightArrow">
          <a:avLst>
            <a:gd name="adj1" fmla="val 60000"/>
            <a:gd name="adj2" fmla="val 5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l" defTabSz="355600">
            <a:lnSpc>
              <a:spcPct val="90000"/>
            </a:lnSpc>
            <a:spcBef>
              <a:spcPct val="0"/>
            </a:spcBef>
            <a:spcAft>
              <a:spcPct val="35000"/>
            </a:spcAft>
            <a:buNone/>
          </a:pPr>
          <a:endParaRPr lang="en-IN" sz="800" kern="1200"/>
        </a:p>
      </dsp:txBody>
      <dsp:txXfrm rot="-5400000">
        <a:off x="3999480" y="509838"/>
        <a:ext cx="129039" cy="125455"/>
      </dsp:txXfrm>
    </dsp:sp>
    <dsp:sp modelId="{85276EE9-CEE2-4BA4-B4CD-9DB4F7C67BC8}">
      <dsp:nvSpPr>
        <dsp:cNvPr id="0" name=""/>
        <dsp:cNvSpPr/>
      </dsp:nvSpPr>
      <dsp:spPr>
        <a:xfrm>
          <a:off x="1805702" y="718930"/>
          <a:ext cx="4516594" cy="477924"/>
        </a:xfrm>
        <a:prstGeom prst="roundRect">
          <a:avLst>
            <a:gd name="adj" fmla="val 1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2. User Submits Form (using @POSTMapping)</a:t>
          </a:r>
          <a:endParaRPr lang="en-IN" sz="1800" kern="1200" dirty="0"/>
        </a:p>
      </dsp:txBody>
      <dsp:txXfrm>
        <a:off x="1819700" y="732928"/>
        <a:ext cx="4488598" cy="449928"/>
      </dsp:txXfrm>
    </dsp:sp>
    <dsp:sp modelId="{16FAA695-3F1A-43B8-90B4-B1B8291C432A}">
      <dsp:nvSpPr>
        <dsp:cNvPr id="0" name=""/>
        <dsp:cNvSpPr/>
      </dsp:nvSpPr>
      <dsp:spPr>
        <a:xfrm rot="5400000">
          <a:off x="3974389" y="1208802"/>
          <a:ext cx="179221" cy="215065"/>
        </a:xfrm>
        <a:prstGeom prst="rightArrow">
          <a:avLst>
            <a:gd name="adj1" fmla="val 60000"/>
            <a:gd name="adj2" fmla="val 5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l" defTabSz="355600">
            <a:lnSpc>
              <a:spcPct val="90000"/>
            </a:lnSpc>
            <a:spcBef>
              <a:spcPct val="0"/>
            </a:spcBef>
            <a:spcAft>
              <a:spcPct val="35000"/>
            </a:spcAft>
            <a:buNone/>
          </a:pPr>
          <a:endParaRPr lang="en-IN" sz="800" kern="1200"/>
        </a:p>
      </dsp:txBody>
      <dsp:txXfrm rot="-5400000">
        <a:off x="3999480" y="1226724"/>
        <a:ext cx="129039" cy="125455"/>
      </dsp:txXfrm>
    </dsp:sp>
    <dsp:sp modelId="{715E60FA-4780-4E73-B3B4-3159857DE4A6}">
      <dsp:nvSpPr>
        <dsp:cNvPr id="0" name=""/>
        <dsp:cNvSpPr/>
      </dsp:nvSpPr>
      <dsp:spPr>
        <a:xfrm>
          <a:off x="1805702" y="1435816"/>
          <a:ext cx="4516594" cy="477924"/>
        </a:xfrm>
        <a:prstGeom prst="roundRect">
          <a:avLst>
            <a:gd name="adj" fmla="val 1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3. Bind Form Data (using @ModelAttribute)</a:t>
          </a:r>
          <a:endParaRPr lang="en-IN" sz="1800" kern="1200" dirty="0"/>
        </a:p>
      </dsp:txBody>
      <dsp:txXfrm>
        <a:off x="1819700" y="1449814"/>
        <a:ext cx="4488598" cy="449928"/>
      </dsp:txXfrm>
    </dsp:sp>
    <dsp:sp modelId="{EDABDDE8-7FCA-4AA8-AD03-AA469E6EF5E2}">
      <dsp:nvSpPr>
        <dsp:cNvPr id="0" name=""/>
        <dsp:cNvSpPr/>
      </dsp:nvSpPr>
      <dsp:spPr>
        <a:xfrm rot="5400000">
          <a:off x="3974389" y="1925689"/>
          <a:ext cx="179221" cy="215065"/>
        </a:xfrm>
        <a:prstGeom prst="rightArrow">
          <a:avLst>
            <a:gd name="adj1" fmla="val 60000"/>
            <a:gd name="adj2" fmla="val 5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l" defTabSz="355600">
            <a:lnSpc>
              <a:spcPct val="90000"/>
            </a:lnSpc>
            <a:spcBef>
              <a:spcPct val="0"/>
            </a:spcBef>
            <a:spcAft>
              <a:spcPct val="35000"/>
            </a:spcAft>
            <a:buNone/>
          </a:pPr>
          <a:endParaRPr lang="en-IN" sz="800" kern="1200"/>
        </a:p>
      </dsp:txBody>
      <dsp:txXfrm rot="-5400000">
        <a:off x="3999480" y="1943611"/>
        <a:ext cx="129039" cy="125455"/>
      </dsp:txXfrm>
    </dsp:sp>
    <dsp:sp modelId="{CF9753F1-9E59-4EC7-81C6-B57D8389E579}">
      <dsp:nvSpPr>
        <dsp:cNvPr id="0" name=""/>
        <dsp:cNvSpPr/>
      </dsp:nvSpPr>
      <dsp:spPr>
        <a:xfrm>
          <a:off x="1805702" y="2152703"/>
          <a:ext cx="4516594" cy="477924"/>
        </a:xfrm>
        <a:prstGeom prst="roundRect">
          <a:avLst>
            <a:gd name="adj" fmla="val 1000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4. Validate Data (using @Valid)</a:t>
          </a:r>
          <a:endParaRPr lang="en-IN" sz="1800" kern="1200" dirty="0"/>
        </a:p>
      </dsp:txBody>
      <dsp:txXfrm>
        <a:off x="1819700" y="2166701"/>
        <a:ext cx="4488598" cy="449928"/>
      </dsp:txXfrm>
    </dsp:sp>
    <dsp:sp modelId="{3BE66B76-19A3-4C25-B32E-B5336C9F360C}">
      <dsp:nvSpPr>
        <dsp:cNvPr id="0" name=""/>
        <dsp:cNvSpPr/>
      </dsp:nvSpPr>
      <dsp:spPr>
        <a:xfrm rot="5400000">
          <a:off x="3974389" y="2642575"/>
          <a:ext cx="179221" cy="215065"/>
        </a:xfrm>
        <a:prstGeom prst="rightArrow">
          <a:avLst>
            <a:gd name="adj1" fmla="val 60000"/>
            <a:gd name="adj2" fmla="val 5000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l" defTabSz="355600">
            <a:lnSpc>
              <a:spcPct val="90000"/>
            </a:lnSpc>
            <a:spcBef>
              <a:spcPct val="0"/>
            </a:spcBef>
            <a:spcAft>
              <a:spcPct val="35000"/>
            </a:spcAft>
            <a:buNone/>
          </a:pPr>
          <a:endParaRPr lang="en-IN" sz="800" kern="1200"/>
        </a:p>
      </dsp:txBody>
      <dsp:txXfrm rot="-5400000">
        <a:off x="3999480" y="2660497"/>
        <a:ext cx="129039" cy="125455"/>
      </dsp:txXfrm>
    </dsp:sp>
    <dsp:sp modelId="{E6962E3C-3FA9-41B5-A6C7-9ED424F6A724}">
      <dsp:nvSpPr>
        <dsp:cNvPr id="0" name=""/>
        <dsp:cNvSpPr/>
      </dsp:nvSpPr>
      <dsp:spPr>
        <a:xfrm>
          <a:off x="1805702" y="2869589"/>
          <a:ext cx="4516594" cy="477924"/>
        </a:xfrm>
        <a:prstGeom prst="roundRect">
          <a:avLst>
            <a:gd name="adj" fmla="val 1000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5. Check for Errors (using </a:t>
          </a:r>
          <a:r>
            <a:rPr lang="en-US" sz="1800" kern="1200" dirty="0" err="1"/>
            <a:t>BindingResult</a:t>
          </a:r>
          <a:r>
            <a:rPr lang="en-US" sz="1800" kern="1200" dirty="0"/>
            <a:t>)</a:t>
          </a:r>
          <a:endParaRPr lang="en-IN" sz="1800" kern="1200" dirty="0"/>
        </a:p>
      </dsp:txBody>
      <dsp:txXfrm>
        <a:off x="1819700" y="2883587"/>
        <a:ext cx="4488598" cy="449928"/>
      </dsp:txXfrm>
    </dsp:sp>
  </dsp:spTree>
</dsp:drawing>
</file>

<file path=ppt/diagrams/drawing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A1B1DC1-CEE0-4EC3-AF29-CEBF2B64193B}">
      <dsp:nvSpPr>
        <dsp:cNvPr id="0" name=""/>
        <dsp:cNvSpPr/>
      </dsp:nvSpPr>
      <dsp:spPr>
        <a:xfrm>
          <a:off x="43424" y="4185233"/>
          <a:ext cx="8444821"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D34E974-93EF-4367-A424-B2EF7D984455}">
      <dsp:nvSpPr>
        <dsp:cNvPr id="0" name=""/>
        <dsp:cNvSpPr/>
      </dsp:nvSpPr>
      <dsp:spPr>
        <a:xfrm>
          <a:off x="43424" y="3659262"/>
          <a:ext cx="8444821"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F4C1F0C-C141-44DC-99EA-5B19F5EB3772}">
      <dsp:nvSpPr>
        <dsp:cNvPr id="0" name=""/>
        <dsp:cNvSpPr/>
      </dsp:nvSpPr>
      <dsp:spPr>
        <a:xfrm>
          <a:off x="43424" y="3133290"/>
          <a:ext cx="8444821"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D14C642-D59A-46F7-97DF-76C40DFA987E}">
      <dsp:nvSpPr>
        <dsp:cNvPr id="0" name=""/>
        <dsp:cNvSpPr/>
      </dsp:nvSpPr>
      <dsp:spPr>
        <a:xfrm>
          <a:off x="43424" y="2607319"/>
          <a:ext cx="8444821"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D1F689B2-53C9-40DE-BCB7-294D8A083DE8}">
      <dsp:nvSpPr>
        <dsp:cNvPr id="0" name=""/>
        <dsp:cNvSpPr/>
      </dsp:nvSpPr>
      <dsp:spPr>
        <a:xfrm>
          <a:off x="43424" y="2081348"/>
          <a:ext cx="8444821"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A5CC69E-B172-4F53-948A-7E4E83804EB0}">
      <dsp:nvSpPr>
        <dsp:cNvPr id="0" name=""/>
        <dsp:cNvSpPr/>
      </dsp:nvSpPr>
      <dsp:spPr>
        <a:xfrm>
          <a:off x="43424" y="1555377"/>
          <a:ext cx="8444821"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ED08645-F957-4245-99A6-0E335028A6FA}">
      <dsp:nvSpPr>
        <dsp:cNvPr id="0" name=""/>
        <dsp:cNvSpPr/>
      </dsp:nvSpPr>
      <dsp:spPr>
        <a:xfrm>
          <a:off x="43424" y="1029405"/>
          <a:ext cx="8444821"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8568A06-37B1-4808-9E3C-8A7FEF0C4834}">
      <dsp:nvSpPr>
        <dsp:cNvPr id="0" name=""/>
        <dsp:cNvSpPr/>
      </dsp:nvSpPr>
      <dsp:spPr>
        <a:xfrm>
          <a:off x="43424" y="503434"/>
          <a:ext cx="8444821"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EC9CFE4-789B-4804-BF63-3F43E6B74338}">
      <dsp:nvSpPr>
        <dsp:cNvPr id="0" name=""/>
        <dsp:cNvSpPr/>
      </dsp:nvSpPr>
      <dsp:spPr>
        <a:xfrm>
          <a:off x="2543974" y="2509"/>
          <a:ext cx="5639373" cy="50092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b" anchorCtr="0">
          <a:noAutofit/>
        </a:bodyPr>
        <a:lstStyle/>
        <a:p>
          <a:pPr marL="0" lvl="0" indent="0" algn="l" defTabSz="711200">
            <a:lnSpc>
              <a:spcPct val="90000"/>
            </a:lnSpc>
            <a:spcBef>
              <a:spcPct val="0"/>
            </a:spcBef>
            <a:spcAft>
              <a:spcPct val="35000"/>
            </a:spcAft>
            <a:buNone/>
          </a:pPr>
          <a:r>
            <a:rPr lang="en-US" sz="1600" kern="1200" dirty="0"/>
            <a:t>Controller serves the form with an empty model object.</a:t>
          </a:r>
          <a:endParaRPr lang="en-IN" sz="1600" kern="1200" dirty="0"/>
        </a:p>
      </dsp:txBody>
      <dsp:txXfrm>
        <a:off x="2543974" y="2509"/>
        <a:ext cx="5639373" cy="500925"/>
      </dsp:txXfrm>
    </dsp:sp>
    <dsp:sp modelId="{9E6421AF-C839-4BFB-83B8-DEA08AB7742E}">
      <dsp:nvSpPr>
        <dsp:cNvPr id="0" name=""/>
        <dsp:cNvSpPr/>
      </dsp:nvSpPr>
      <dsp:spPr>
        <a:xfrm>
          <a:off x="-43424" y="2509"/>
          <a:ext cx="2369351" cy="500925"/>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0480" tIns="30480" rIns="30480" bIns="30480" numCol="1" spcCol="1270" anchor="ctr" anchorCtr="0">
          <a:noAutofit/>
        </a:bodyPr>
        <a:lstStyle/>
        <a:p>
          <a:pPr marL="0" lvl="0" indent="0" algn="l" defTabSz="711200">
            <a:lnSpc>
              <a:spcPct val="90000"/>
            </a:lnSpc>
            <a:spcBef>
              <a:spcPct val="0"/>
            </a:spcBef>
            <a:spcAft>
              <a:spcPct val="35000"/>
            </a:spcAft>
            <a:buNone/>
          </a:pPr>
          <a:r>
            <a:rPr lang="en-US" sz="1600" kern="1200" dirty="0"/>
            <a:t>1. Display Form:</a:t>
          </a:r>
          <a:endParaRPr lang="en-IN" sz="1600" kern="1200" dirty="0"/>
        </a:p>
      </dsp:txBody>
      <dsp:txXfrm>
        <a:off x="-18966" y="26967"/>
        <a:ext cx="2320435" cy="476467"/>
      </dsp:txXfrm>
    </dsp:sp>
    <dsp:sp modelId="{D1B411CE-1843-41B4-BF2A-BEA68A9AF5FA}">
      <dsp:nvSpPr>
        <dsp:cNvPr id="0" name=""/>
        <dsp:cNvSpPr/>
      </dsp:nvSpPr>
      <dsp:spPr>
        <a:xfrm>
          <a:off x="2543974" y="528480"/>
          <a:ext cx="5639373" cy="50092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b" anchorCtr="0">
          <a:noAutofit/>
        </a:bodyPr>
        <a:lstStyle/>
        <a:p>
          <a:pPr marL="0" lvl="0" indent="0" algn="l" defTabSz="711200">
            <a:lnSpc>
              <a:spcPct val="90000"/>
            </a:lnSpc>
            <a:spcBef>
              <a:spcPct val="0"/>
            </a:spcBef>
            <a:spcAft>
              <a:spcPct val="35000"/>
            </a:spcAft>
            <a:buNone/>
          </a:pPr>
          <a:r>
            <a:rPr lang="en-US" sz="1600" kern="1200" dirty="0"/>
            <a:t>Form data is sent to the server.</a:t>
          </a:r>
          <a:endParaRPr lang="en-IN" sz="1600" kern="1200" dirty="0"/>
        </a:p>
      </dsp:txBody>
      <dsp:txXfrm>
        <a:off x="2543974" y="528480"/>
        <a:ext cx="5639373" cy="500925"/>
      </dsp:txXfrm>
    </dsp:sp>
    <dsp:sp modelId="{AD7D5A55-C657-406F-AECC-AD66CBD4426B}">
      <dsp:nvSpPr>
        <dsp:cNvPr id="0" name=""/>
        <dsp:cNvSpPr/>
      </dsp:nvSpPr>
      <dsp:spPr>
        <a:xfrm>
          <a:off x="-43424" y="528480"/>
          <a:ext cx="2369351" cy="500925"/>
        </a:xfrm>
        <a:prstGeom prst="round2SameRect">
          <a:avLst>
            <a:gd name="adj1" fmla="val 16670"/>
            <a:gd name="adj2" fmla="val 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0480" tIns="30480" rIns="30480" bIns="30480" numCol="1" spcCol="1270" anchor="ctr" anchorCtr="0">
          <a:noAutofit/>
        </a:bodyPr>
        <a:lstStyle/>
        <a:p>
          <a:pPr marL="0" lvl="0" indent="0" algn="l" defTabSz="711200">
            <a:lnSpc>
              <a:spcPct val="90000"/>
            </a:lnSpc>
            <a:spcBef>
              <a:spcPct val="0"/>
            </a:spcBef>
            <a:spcAft>
              <a:spcPct val="35000"/>
            </a:spcAft>
            <a:buNone/>
          </a:pPr>
          <a:r>
            <a:rPr lang="en-US" sz="1600" kern="1200" dirty="0"/>
            <a:t>2. User Submits Form:</a:t>
          </a:r>
          <a:endParaRPr lang="en-IN" sz="1600" kern="1200" dirty="0"/>
        </a:p>
      </dsp:txBody>
      <dsp:txXfrm>
        <a:off x="-18966" y="552938"/>
        <a:ext cx="2320435" cy="476467"/>
      </dsp:txXfrm>
    </dsp:sp>
    <dsp:sp modelId="{54D3EB49-31E0-4B30-B27D-A84297F533E2}">
      <dsp:nvSpPr>
        <dsp:cNvPr id="0" name=""/>
        <dsp:cNvSpPr/>
      </dsp:nvSpPr>
      <dsp:spPr>
        <a:xfrm>
          <a:off x="2543974" y="1054452"/>
          <a:ext cx="5639373" cy="50092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b" anchorCtr="0">
          <a:noAutofit/>
        </a:bodyPr>
        <a:lstStyle/>
        <a:p>
          <a:pPr marL="0" lvl="0" indent="0" algn="l" defTabSz="711200">
            <a:lnSpc>
              <a:spcPct val="90000"/>
            </a:lnSpc>
            <a:spcBef>
              <a:spcPct val="0"/>
            </a:spcBef>
            <a:spcAft>
              <a:spcPct val="35000"/>
            </a:spcAft>
            <a:buNone/>
          </a:pPr>
          <a:r>
            <a:rPr lang="en-US" sz="1600" kern="1200" dirty="0"/>
            <a:t>Spring binds form data to a model object using @ModelAttribute.</a:t>
          </a:r>
          <a:endParaRPr lang="en-IN" sz="1600" kern="1200" dirty="0"/>
        </a:p>
      </dsp:txBody>
      <dsp:txXfrm>
        <a:off x="2543974" y="1054452"/>
        <a:ext cx="5639373" cy="500925"/>
      </dsp:txXfrm>
    </dsp:sp>
    <dsp:sp modelId="{E9C89E01-F7AF-4A97-9EBD-5AD364BD9749}">
      <dsp:nvSpPr>
        <dsp:cNvPr id="0" name=""/>
        <dsp:cNvSpPr/>
      </dsp:nvSpPr>
      <dsp:spPr>
        <a:xfrm>
          <a:off x="-43424" y="1054452"/>
          <a:ext cx="2369351" cy="500925"/>
        </a:xfrm>
        <a:prstGeom prst="round2SameRect">
          <a:avLst>
            <a:gd name="adj1" fmla="val 16670"/>
            <a:gd name="adj2" fmla="val 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0480" tIns="30480" rIns="30480" bIns="30480" numCol="1" spcCol="1270" anchor="ctr" anchorCtr="0">
          <a:noAutofit/>
        </a:bodyPr>
        <a:lstStyle/>
        <a:p>
          <a:pPr marL="0" lvl="0" indent="0" algn="l" defTabSz="711200">
            <a:lnSpc>
              <a:spcPct val="90000"/>
            </a:lnSpc>
            <a:spcBef>
              <a:spcPct val="0"/>
            </a:spcBef>
            <a:spcAft>
              <a:spcPct val="35000"/>
            </a:spcAft>
            <a:buNone/>
          </a:pPr>
          <a:r>
            <a:rPr lang="en-US" sz="1600" kern="1200" dirty="0"/>
            <a:t>3. Bind Form Data:</a:t>
          </a:r>
          <a:endParaRPr lang="en-IN" sz="1600" kern="1200" dirty="0"/>
        </a:p>
      </dsp:txBody>
      <dsp:txXfrm>
        <a:off x="-18966" y="1078910"/>
        <a:ext cx="2320435" cy="476467"/>
      </dsp:txXfrm>
    </dsp:sp>
    <dsp:sp modelId="{A78EEEBC-F77A-4185-8BB5-E9257A8BB809}">
      <dsp:nvSpPr>
        <dsp:cNvPr id="0" name=""/>
        <dsp:cNvSpPr/>
      </dsp:nvSpPr>
      <dsp:spPr>
        <a:xfrm>
          <a:off x="2543974" y="1580423"/>
          <a:ext cx="5639373" cy="50092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b" anchorCtr="0">
          <a:noAutofit/>
        </a:bodyPr>
        <a:lstStyle/>
        <a:p>
          <a:pPr marL="0" lvl="0" indent="0" algn="l" defTabSz="711200">
            <a:lnSpc>
              <a:spcPct val="90000"/>
            </a:lnSpc>
            <a:spcBef>
              <a:spcPct val="0"/>
            </a:spcBef>
            <a:spcAft>
              <a:spcPct val="35000"/>
            </a:spcAft>
            <a:buNone/>
          </a:pPr>
          <a:r>
            <a:rPr lang="en-US" sz="1600" kern="1200" dirty="0"/>
            <a:t>Spring validates the model object using @Valid and captures errors in </a:t>
          </a:r>
          <a:r>
            <a:rPr lang="en-US" sz="1600" kern="1200" dirty="0" err="1"/>
            <a:t>BindingResult</a:t>
          </a:r>
          <a:r>
            <a:rPr lang="en-US" sz="1600" kern="1200" dirty="0"/>
            <a:t>.</a:t>
          </a:r>
          <a:endParaRPr lang="en-IN" sz="1600" kern="1200" dirty="0"/>
        </a:p>
      </dsp:txBody>
      <dsp:txXfrm>
        <a:off x="2543974" y="1580423"/>
        <a:ext cx="5639373" cy="500925"/>
      </dsp:txXfrm>
    </dsp:sp>
    <dsp:sp modelId="{A2C725C0-8B36-4703-B2EC-094ADAF5144D}">
      <dsp:nvSpPr>
        <dsp:cNvPr id="0" name=""/>
        <dsp:cNvSpPr/>
      </dsp:nvSpPr>
      <dsp:spPr>
        <a:xfrm>
          <a:off x="-43424" y="1580423"/>
          <a:ext cx="2369351" cy="500925"/>
        </a:xfrm>
        <a:prstGeom prst="round2SameRect">
          <a:avLst>
            <a:gd name="adj1" fmla="val 16670"/>
            <a:gd name="adj2" fmla="val 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0480" tIns="30480" rIns="30480" bIns="30480" numCol="1" spcCol="1270" anchor="ctr" anchorCtr="0">
          <a:noAutofit/>
        </a:bodyPr>
        <a:lstStyle/>
        <a:p>
          <a:pPr marL="0" lvl="0" indent="0" algn="l" defTabSz="711200">
            <a:lnSpc>
              <a:spcPct val="90000"/>
            </a:lnSpc>
            <a:spcBef>
              <a:spcPct val="0"/>
            </a:spcBef>
            <a:spcAft>
              <a:spcPct val="35000"/>
            </a:spcAft>
            <a:buNone/>
          </a:pPr>
          <a:r>
            <a:rPr lang="en-US" sz="1600" kern="1200" dirty="0"/>
            <a:t>4. Validate Data:</a:t>
          </a:r>
          <a:endParaRPr lang="en-IN" sz="1600" kern="1200" dirty="0"/>
        </a:p>
      </dsp:txBody>
      <dsp:txXfrm>
        <a:off x="-18966" y="1604881"/>
        <a:ext cx="2320435" cy="476467"/>
      </dsp:txXfrm>
    </dsp:sp>
    <dsp:sp modelId="{5FF4948D-912E-4BCD-B122-8E0E5CE60FCD}">
      <dsp:nvSpPr>
        <dsp:cNvPr id="0" name=""/>
        <dsp:cNvSpPr/>
      </dsp:nvSpPr>
      <dsp:spPr>
        <a:xfrm>
          <a:off x="2543974" y="2106394"/>
          <a:ext cx="5639373" cy="50092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b" anchorCtr="0">
          <a:noAutofit/>
        </a:bodyPr>
        <a:lstStyle/>
        <a:p>
          <a:pPr marL="0" lvl="0" indent="0" algn="l" defTabSz="711200">
            <a:lnSpc>
              <a:spcPct val="90000"/>
            </a:lnSpc>
            <a:spcBef>
              <a:spcPct val="0"/>
            </a:spcBef>
            <a:spcAft>
              <a:spcPct val="35000"/>
            </a:spcAft>
            <a:buNone/>
          </a:pPr>
          <a:r>
            <a:rPr lang="en-US" sz="1600" kern="1200" dirty="0"/>
            <a:t>Controller checks </a:t>
          </a:r>
          <a:r>
            <a:rPr lang="en-US" sz="1600" kern="1200" dirty="0" err="1"/>
            <a:t>BindingResult</a:t>
          </a:r>
          <a:r>
            <a:rPr lang="en-US" sz="1600" kern="1200" dirty="0"/>
            <a:t> for validation errors.</a:t>
          </a:r>
          <a:endParaRPr lang="en-IN" sz="1600" kern="1200" dirty="0"/>
        </a:p>
      </dsp:txBody>
      <dsp:txXfrm>
        <a:off x="2543974" y="2106394"/>
        <a:ext cx="5639373" cy="500925"/>
      </dsp:txXfrm>
    </dsp:sp>
    <dsp:sp modelId="{F3DDCE11-00DB-472E-81B4-7A577509D438}">
      <dsp:nvSpPr>
        <dsp:cNvPr id="0" name=""/>
        <dsp:cNvSpPr/>
      </dsp:nvSpPr>
      <dsp:spPr>
        <a:xfrm>
          <a:off x="-43424" y="2106394"/>
          <a:ext cx="2369351" cy="500925"/>
        </a:xfrm>
        <a:prstGeom prst="round2SameRect">
          <a:avLst>
            <a:gd name="adj1" fmla="val 16670"/>
            <a:gd name="adj2" fmla="val 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w="6350" cap="flat" cmpd="sng" algn="ctr">
          <a:solidFill>
            <a:schemeClr val="accent6">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0480" tIns="30480" rIns="30480" bIns="30480" numCol="1" spcCol="1270" anchor="ctr" anchorCtr="0">
          <a:noAutofit/>
        </a:bodyPr>
        <a:lstStyle/>
        <a:p>
          <a:pPr marL="0" lvl="0" indent="0" algn="l" defTabSz="711200">
            <a:lnSpc>
              <a:spcPct val="90000"/>
            </a:lnSpc>
            <a:spcBef>
              <a:spcPct val="0"/>
            </a:spcBef>
            <a:spcAft>
              <a:spcPct val="35000"/>
            </a:spcAft>
            <a:buNone/>
          </a:pPr>
          <a:r>
            <a:rPr lang="en-US" sz="1600" kern="1200" dirty="0"/>
            <a:t>5. Check for Errors:</a:t>
          </a:r>
          <a:endParaRPr lang="en-IN" sz="1600" kern="1200" dirty="0"/>
        </a:p>
      </dsp:txBody>
      <dsp:txXfrm>
        <a:off x="-18966" y="2130852"/>
        <a:ext cx="2320435" cy="476467"/>
      </dsp:txXfrm>
    </dsp:sp>
    <dsp:sp modelId="{50D1C6B7-658C-4EDF-A89E-B8465B5CB981}">
      <dsp:nvSpPr>
        <dsp:cNvPr id="0" name=""/>
        <dsp:cNvSpPr/>
      </dsp:nvSpPr>
      <dsp:spPr>
        <a:xfrm>
          <a:off x="2543974" y="2632365"/>
          <a:ext cx="5639373" cy="50092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b" anchorCtr="0">
          <a:noAutofit/>
        </a:bodyPr>
        <a:lstStyle/>
        <a:p>
          <a:pPr marL="0" lvl="0" indent="0" algn="l" defTabSz="711200">
            <a:lnSpc>
              <a:spcPct val="90000"/>
            </a:lnSpc>
            <a:spcBef>
              <a:spcPct val="0"/>
            </a:spcBef>
            <a:spcAft>
              <a:spcPct val="35000"/>
            </a:spcAft>
            <a:buNone/>
          </a:pPr>
          <a:r>
            <a:rPr lang="en-US" sz="1600" kern="1200" dirty="0"/>
            <a:t>If no errors, the controller processes the valid data.</a:t>
          </a:r>
          <a:endParaRPr lang="en-IN" sz="1600" kern="1200" dirty="0"/>
        </a:p>
      </dsp:txBody>
      <dsp:txXfrm>
        <a:off x="2543974" y="2632365"/>
        <a:ext cx="5639373" cy="500925"/>
      </dsp:txXfrm>
    </dsp:sp>
    <dsp:sp modelId="{A716AAC0-F0E0-4B08-B08E-763E2EAA6BC4}">
      <dsp:nvSpPr>
        <dsp:cNvPr id="0" name=""/>
        <dsp:cNvSpPr/>
      </dsp:nvSpPr>
      <dsp:spPr>
        <a:xfrm>
          <a:off x="-43424" y="2632365"/>
          <a:ext cx="2369351" cy="500925"/>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0480" tIns="30480" rIns="30480" bIns="30480" numCol="1" spcCol="1270" anchor="ctr" anchorCtr="0">
          <a:noAutofit/>
        </a:bodyPr>
        <a:lstStyle/>
        <a:p>
          <a:pPr marL="0" lvl="0" indent="0" algn="l" defTabSz="711200">
            <a:lnSpc>
              <a:spcPct val="90000"/>
            </a:lnSpc>
            <a:spcBef>
              <a:spcPct val="0"/>
            </a:spcBef>
            <a:spcAft>
              <a:spcPct val="35000"/>
            </a:spcAft>
            <a:buNone/>
          </a:pPr>
          <a:r>
            <a:rPr lang="en-US" sz="1600" kern="1200" dirty="0"/>
            <a:t>6. Process Valid Data:</a:t>
          </a:r>
          <a:endParaRPr lang="en-IN" sz="1600" kern="1200" dirty="0"/>
        </a:p>
      </dsp:txBody>
      <dsp:txXfrm>
        <a:off x="-18966" y="2656823"/>
        <a:ext cx="2320435" cy="476467"/>
      </dsp:txXfrm>
    </dsp:sp>
    <dsp:sp modelId="{A70E9F4A-9042-42F1-A7B7-D120C4A1F6A0}">
      <dsp:nvSpPr>
        <dsp:cNvPr id="0" name=""/>
        <dsp:cNvSpPr/>
      </dsp:nvSpPr>
      <dsp:spPr>
        <a:xfrm>
          <a:off x="2543974" y="3158337"/>
          <a:ext cx="5639373" cy="50092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b" anchorCtr="0">
          <a:noAutofit/>
        </a:bodyPr>
        <a:lstStyle/>
        <a:p>
          <a:pPr marL="0" lvl="0" indent="0" algn="l" defTabSz="711200">
            <a:lnSpc>
              <a:spcPct val="90000"/>
            </a:lnSpc>
            <a:spcBef>
              <a:spcPct val="0"/>
            </a:spcBef>
            <a:spcAft>
              <a:spcPct val="35000"/>
            </a:spcAft>
            <a:buNone/>
          </a:pPr>
          <a:r>
            <a:rPr lang="en-US" sz="1600" kern="1200" dirty="0"/>
            <a:t>Return a success view or redisplay form with errors.</a:t>
          </a:r>
          <a:endParaRPr lang="en-IN" sz="1600" kern="1200" dirty="0"/>
        </a:p>
      </dsp:txBody>
      <dsp:txXfrm>
        <a:off x="2543974" y="3158337"/>
        <a:ext cx="5639373" cy="500925"/>
      </dsp:txXfrm>
    </dsp:sp>
    <dsp:sp modelId="{0A88D37B-9A58-484F-8BED-7555F9992636}">
      <dsp:nvSpPr>
        <dsp:cNvPr id="0" name=""/>
        <dsp:cNvSpPr/>
      </dsp:nvSpPr>
      <dsp:spPr>
        <a:xfrm>
          <a:off x="-43424" y="3158337"/>
          <a:ext cx="2369351" cy="500925"/>
        </a:xfrm>
        <a:prstGeom prst="round2SameRect">
          <a:avLst>
            <a:gd name="adj1" fmla="val 16670"/>
            <a:gd name="adj2" fmla="val 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0480" tIns="30480" rIns="30480" bIns="30480" numCol="1" spcCol="1270" anchor="ctr" anchorCtr="0">
          <a:noAutofit/>
        </a:bodyPr>
        <a:lstStyle/>
        <a:p>
          <a:pPr marL="0" lvl="0" indent="0" algn="l" defTabSz="711200">
            <a:lnSpc>
              <a:spcPct val="90000"/>
            </a:lnSpc>
            <a:spcBef>
              <a:spcPct val="0"/>
            </a:spcBef>
            <a:spcAft>
              <a:spcPct val="35000"/>
            </a:spcAft>
            <a:buNone/>
          </a:pPr>
          <a:r>
            <a:rPr lang="en-US" sz="1600" kern="1200" dirty="0"/>
            <a:t>7. Return View:</a:t>
          </a:r>
          <a:endParaRPr lang="en-IN" sz="1600" kern="1200" dirty="0"/>
        </a:p>
      </dsp:txBody>
      <dsp:txXfrm>
        <a:off x="-18966" y="3182795"/>
        <a:ext cx="2320435" cy="476467"/>
      </dsp:txXfrm>
    </dsp:sp>
    <dsp:sp modelId="{ECACA3A1-3BFF-4D72-BCA0-F9418ED8C1ED}">
      <dsp:nvSpPr>
        <dsp:cNvPr id="0" name=""/>
        <dsp:cNvSpPr/>
      </dsp:nvSpPr>
      <dsp:spPr>
        <a:xfrm>
          <a:off x="2543974" y="3684308"/>
          <a:ext cx="5639373" cy="50092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b" anchorCtr="0">
          <a:noAutofit/>
        </a:bodyPr>
        <a:lstStyle/>
        <a:p>
          <a:pPr marL="0" lvl="0" indent="0" algn="l" defTabSz="711200">
            <a:lnSpc>
              <a:spcPct val="90000"/>
            </a:lnSpc>
            <a:spcBef>
              <a:spcPct val="0"/>
            </a:spcBef>
            <a:spcAft>
              <a:spcPct val="35000"/>
            </a:spcAft>
            <a:buNone/>
          </a:pPr>
          <a:r>
            <a:rPr lang="en-US" sz="1600" kern="1200" dirty="0"/>
            <a:t>Errors are displayed next to form fields in the view.</a:t>
          </a:r>
          <a:endParaRPr lang="en-IN" sz="1600" kern="1200" dirty="0"/>
        </a:p>
      </dsp:txBody>
      <dsp:txXfrm>
        <a:off x="2543974" y="3684308"/>
        <a:ext cx="5639373" cy="500925"/>
      </dsp:txXfrm>
    </dsp:sp>
    <dsp:sp modelId="{70E3BD7B-8600-4F75-B660-9B0928B72A42}">
      <dsp:nvSpPr>
        <dsp:cNvPr id="0" name=""/>
        <dsp:cNvSpPr/>
      </dsp:nvSpPr>
      <dsp:spPr>
        <a:xfrm>
          <a:off x="-43424" y="3684308"/>
          <a:ext cx="2369351" cy="500925"/>
        </a:xfrm>
        <a:prstGeom prst="round2SameRect">
          <a:avLst>
            <a:gd name="adj1" fmla="val 16670"/>
            <a:gd name="adj2" fmla="val 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0480" tIns="30480" rIns="30480" bIns="30480" numCol="1" spcCol="1270" anchor="ctr" anchorCtr="0">
          <a:noAutofit/>
        </a:bodyPr>
        <a:lstStyle/>
        <a:p>
          <a:pPr marL="0" lvl="0" indent="0" algn="l" defTabSz="711200">
            <a:lnSpc>
              <a:spcPct val="90000"/>
            </a:lnSpc>
            <a:spcBef>
              <a:spcPct val="0"/>
            </a:spcBef>
            <a:spcAft>
              <a:spcPct val="35000"/>
            </a:spcAft>
            <a:buNone/>
          </a:pPr>
          <a:r>
            <a:rPr lang="en-US" sz="1600" kern="1200" dirty="0"/>
            <a:t>8. Show Validation Errors:</a:t>
          </a:r>
          <a:endParaRPr lang="en-IN" sz="1600" kern="1200" dirty="0"/>
        </a:p>
      </dsp:txBody>
      <dsp:txXfrm>
        <a:off x="-18966" y="3708766"/>
        <a:ext cx="2320435" cy="476467"/>
      </dsp:txXfrm>
    </dsp:sp>
  </dsp:spTree>
</dsp:drawing>
</file>

<file path=ppt/diagrams/drawing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CA8AA82-EF44-46EE-9864-45884AD1E811}">
      <dsp:nvSpPr>
        <dsp:cNvPr id="0" name=""/>
        <dsp:cNvSpPr/>
      </dsp:nvSpPr>
      <dsp:spPr>
        <a:xfrm>
          <a:off x="53" y="143673"/>
          <a:ext cx="5127263" cy="1155660"/>
        </a:xfrm>
        <a:prstGeom prst="rect">
          <a:avLst/>
        </a:prstGeom>
        <a:solidFill>
          <a:schemeClr val="accent5">
            <a:hueOff val="0"/>
            <a:satOff val="0"/>
            <a:lumOff val="0"/>
            <a:alphaOff val="0"/>
          </a:schemeClr>
        </a:solidFill>
        <a:ln w="12700" cap="flat" cmpd="sng" algn="ctr">
          <a:solidFill>
            <a:schemeClr val="accent5">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7584" tIns="130048" rIns="227584" bIns="130048" numCol="1" spcCol="1270" anchor="ctr" anchorCtr="0">
          <a:noAutofit/>
        </a:bodyPr>
        <a:lstStyle/>
        <a:p>
          <a:pPr marL="0" lvl="0" indent="0" algn="ctr" defTabSz="1422400">
            <a:lnSpc>
              <a:spcPct val="90000"/>
            </a:lnSpc>
            <a:spcBef>
              <a:spcPct val="0"/>
            </a:spcBef>
            <a:spcAft>
              <a:spcPct val="35000"/>
            </a:spcAft>
            <a:buNone/>
          </a:pPr>
          <a:r>
            <a:rPr lang="en-US" sz="3200" kern="1200" dirty="0"/>
            <a:t>HTTP Request</a:t>
          </a:r>
          <a:endParaRPr lang="en-IN" sz="3200" kern="1200" dirty="0"/>
        </a:p>
      </dsp:txBody>
      <dsp:txXfrm>
        <a:off x="53" y="143673"/>
        <a:ext cx="5127263" cy="1155660"/>
      </dsp:txXfrm>
    </dsp:sp>
    <dsp:sp modelId="{28D59113-BBA2-4597-8992-B8D506FEA86A}">
      <dsp:nvSpPr>
        <dsp:cNvPr id="0" name=""/>
        <dsp:cNvSpPr/>
      </dsp:nvSpPr>
      <dsp:spPr>
        <a:xfrm>
          <a:off x="53" y="1255372"/>
          <a:ext cx="5127263" cy="2676375"/>
        </a:xfrm>
        <a:prstGeom prst="rect">
          <a:avLst/>
        </a:prstGeom>
        <a:solidFill>
          <a:schemeClr val="accent5">
            <a:tint val="40000"/>
            <a:alpha val="90000"/>
            <a:hueOff val="0"/>
            <a:satOff val="0"/>
            <a:lumOff val="0"/>
            <a:alphaOff val="0"/>
          </a:schemeClr>
        </a:solidFill>
        <a:ln w="12700" cap="flat" cmpd="sng" algn="ctr">
          <a:solidFill>
            <a:schemeClr val="accent5">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endParaRPr lang="en-IN" sz="1800" kern="1200" dirty="0"/>
        </a:p>
        <a:p>
          <a:pPr marL="171450" lvl="1" indent="-171450" algn="l" defTabSz="800100">
            <a:lnSpc>
              <a:spcPct val="90000"/>
            </a:lnSpc>
            <a:spcBef>
              <a:spcPct val="0"/>
            </a:spcBef>
            <a:spcAft>
              <a:spcPct val="15000"/>
            </a:spcAft>
            <a:buChar char="•"/>
          </a:pPr>
          <a:r>
            <a:rPr lang="en-US" sz="1800" kern="1200" dirty="0"/>
            <a:t>An HTTP (Hypertext Transfer Protocol) request is a message sent by a client (such as a web browser or a mobile app) to a server, requesting a particular action or resource.</a:t>
          </a:r>
          <a:endParaRPr lang="en-IN" sz="1800" kern="1200" dirty="0"/>
        </a:p>
        <a:p>
          <a:pPr marL="171450" lvl="1" indent="-171450" algn="l" defTabSz="800100">
            <a:lnSpc>
              <a:spcPct val="90000"/>
            </a:lnSpc>
            <a:spcBef>
              <a:spcPct val="0"/>
            </a:spcBef>
            <a:spcAft>
              <a:spcPct val="15000"/>
            </a:spcAft>
            <a:buChar char="•"/>
          </a:pPr>
          <a:endParaRPr lang="en-IN" sz="1800" kern="1200" dirty="0"/>
        </a:p>
        <a:p>
          <a:pPr marL="171450" lvl="1" indent="-171450" algn="l" defTabSz="800100">
            <a:lnSpc>
              <a:spcPct val="90000"/>
            </a:lnSpc>
            <a:spcBef>
              <a:spcPct val="0"/>
            </a:spcBef>
            <a:spcAft>
              <a:spcPct val="15000"/>
            </a:spcAft>
            <a:buChar char="•"/>
          </a:pPr>
          <a:r>
            <a:rPr lang="en-US" sz="1800" kern="1200" dirty="0"/>
            <a:t>It contains HTTP Action(GET, POST…), URL, Request Body, Request Header.</a:t>
          </a:r>
          <a:endParaRPr lang="en-IN" sz="1800" kern="1200" dirty="0"/>
        </a:p>
        <a:p>
          <a:pPr marL="171450" lvl="1" indent="-171450" algn="l" defTabSz="800100">
            <a:lnSpc>
              <a:spcPct val="90000"/>
            </a:lnSpc>
            <a:spcBef>
              <a:spcPct val="0"/>
            </a:spcBef>
            <a:spcAft>
              <a:spcPct val="15000"/>
            </a:spcAft>
            <a:buChar char="•"/>
          </a:pPr>
          <a:endParaRPr lang="en-IN" sz="1800" kern="1200" dirty="0"/>
        </a:p>
      </dsp:txBody>
      <dsp:txXfrm>
        <a:off x="53" y="1255372"/>
        <a:ext cx="5127263" cy="2676375"/>
      </dsp:txXfrm>
    </dsp:sp>
    <dsp:sp modelId="{708A711E-50F9-4AF4-AD08-988FCB824A2D}">
      <dsp:nvSpPr>
        <dsp:cNvPr id="0" name=""/>
        <dsp:cNvSpPr/>
      </dsp:nvSpPr>
      <dsp:spPr>
        <a:xfrm>
          <a:off x="5845134" y="143673"/>
          <a:ext cx="5127263" cy="1155660"/>
        </a:xfrm>
        <a:prstGeom prst="rect">
          <a:avLst/>
        </a:prstGeom>
        <a:solidFill>
          <a:schemeClr val="accent5">
            <a:hueOff val="-6758543"/>
            <a:satOff val="-17419"/>
            <a:lumOff val="-11765"/>
            <a:alphaOff val="0"/>
          </a:schemeClr>
        </a:solidFill>
        <a:ln w="12700" cap="flat" cmpd="sng" algn="ctr">
          <a:solidFill>
            <a:schemeClr val="accent5">
              <a:hueOff val="-6758543"/>
              <a:satOff val="-17419"/>
              <a:lumOff val="-11765"/>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7584" tIns="130048" rIns="227584" bIns="130048" numCol="1" spcCol="1270" anchor="ctr" anchorCtr="0">
          <a:noAutofit/>
        </a:bodyPr>
        <a:lstStyle/>
        <a:p>
          <a:pPr marL="0" lvl="0" indent="0" algn="ctr" defTabSz="1422400">
            <a:lnSpc>
              <a:spcPct val="90000"/>
            </a:lnSpc>
            <a:spcBef>
              <a:spcPct val="0"/>
            </a:spcBef>
            <a:spcAft>
              <a:spcPct val="35000"/>
            </a:spcAft>
            <a:buNone/>
          </a:pPr>
          <a:r>
            <a:rPr lang="en-US" sz="3200" kern="1200" dirty="0"/>
            <a:t>HTTP Response</a:t>
          </a:r>
          <a:endParaRPr lang="en-IN" sz="3200" kern="1200" dirty="0"/>
        </a:p>
      </dsp:txBody>
      <dsp:txXfrm>
        <a:off x="5845134" y="143673"/>
        <a:ext cx="5127263" cy="1155660"/>
      </dsp:txXfrm>
    </dsp:sp>
    <dsp:sp modelId="{39AAB3CC-6154-472E-81A7-C20FAB82F198}">
      <dsp:nvSpPr>
        <dsp:cNvPr id="0" name=""/>
        <dsp:cNvSpPr/>
      </dsp:nvSpPr>
      <dsp:spPr>
        <a:xfrm>
          <a:off x="5845134" y="1255372"/>
          <a:ext cx="5127263" cy="2676375"/>
        </a:xfrm>
        <a:prstGeom prst="rect">
          <a:avLst/>
        </a:prstGeom>
        <a:solidFill>
          <a:schemeClr val="accent5">
            <a:tint val="40000"/>
            <a:alpha val="90000"/>
            <a:hueOff val="-6739762"/>
            <a:satOff val="-22832"/>
            <a:lumOff val="-2928"/>
            <a:alphaOff val="0"/>
          </a:schemeClr>
        </a:solidFill>
        <a:ln w="12700" cap="flat" cmpd="sng" algn="ctr">
          <a:solidFill>
            <a:schemeClr val="accent5">
              <a:tint val="40000"/>
              <a:alpha val="90000"/>
              <a:hueOff val="-6739762"/>
              <a:satOff val="-22832"/>
              <a:lumOff val="-2928"/>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endParaRPr lang="en-IN" sz="1800" kern="1200" dirty="0"/>
        </a:p>
        <a:p>
          <a:pPr marL="171450" lvl="1" indent="-171450" algn="l" defTabSz="800100">
            <a:lnSpc>
              <a:spcPct val="90000"/>
            </a:lnSpc>
            <a:spcBef>
              <a:spcPct val="0"/>
            </a:spcBef>
            <a:spcAft>
              <a:spcPct val="15000"/>
            </a:spcAft>
            <a:buChar char="•"/>
          </a:pPr>
          <a:r>
            <a:rPr lang="en-US" sz="1800" kern="1200" dirty="0"/>
            <a:t>An HTTP response is a message sent by a server back to the client in response to an HTTP request.</a:t>
          </a:r>
          <a:endParaRPr lang="en-IN" sz="1800" kern="1200" dirty="0"/>
        </a:p>
        <a:p>
          <a:pPr marL="171450" lvl="1" indent="-171450" algn="l" defTabSz="800100">
            <a:lnSpc>
              <a:spcPct val="90000"/>
            </a:lnSpc>
            <a:spcBef>
              <a:spcPct val="0"/>
            </a:spcBef>
            <a:spcAft>
              <a:spcPct val="15000"/>
            </a:spcAft>
            <a:buChar char="•"/>
          </a:pPr>
          <a:endParaRPr lang="en-IN" sz="1800" kern="1200" dirty="0"/>
        </a:p>
        <a:p>
          <a:pPr marL="171450" lvl="1" indent="-171450" algn="l" defTabSz="800100">
            <a:lnSpc>
              <a:spcPct val="90000"/>
            </a:lnSpc>
            <a:spcBef>
              <a:spcPct val="0"/>
            </a:spcBef>
            <a:spcAft>
              <a:spcPct val="15000"/>
            </a:spcAft>
            <a:buChar char="•"/>
          </a:pPr>
          <a:r>
            <a:rPr lang="en-US" sz="1800" kern="1200" dirty="0"/>
            <a:t>It includes status code, content type, content.</a:t>
          </a:r>
          <a:endParaRPr lang="en-IN" sz="1800" kern="1200" dirty="0"/>
        </a:p>
      </dsp:txBody>
      <dsp:txXfrm>
        <a:off x="5845134" y="1255372"/>
        <a:ext cx="5127263" cy="2676375"/>
      </dsp:txXfrm>
    </dsp:sp>
  </dsp:spTree>
</dsp:drawing>
</file>

<file path=ppt/diagrams/drawing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CB0BF1B-6061-4091-BED8-38EF2E235061}">
      <dsp:nvSpPr>
        <dsp:cNvPr id="0" name=""/>
        <dsp:cNvSpPr/>
      </dsp:nvSpPr>
      <dsp:spPr>
        <a:xfrm>
          <a:off x="2412542" y="2134956"/>
          <a:ext cx="1521591" cy="1521591"/>
        </a:xfrm>
        <a:prstGeom prst="ellipse">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22860" tIns="22860" rIns="22860" bIns="22860" numCol="1" spcCol="1270" anchor="ctr" anchorCtr="0">
          <a:noAutofit/>
        </a:bodyPr>
        <a:lstStyle/>
        <a:p>
          <a:pPr marL="0" lvl="0" indent="0" algn="ctr" defTabSz="800100">
            <a:lnSpc>
              <a:spcPct val="90000"/>
            </a:lnSpc>
            <a:spcBef>
              <a:spcPct val="0"/>
            </a:spcBef>
            <a:spcAft>
              <a:spcPct val="35000"/>
            </a:spcAft>
            <a:buNone/>
          </a:pPr>
          <a:r>
            <a:rPr lang="en-IN" sz="1800" b="1" kern="1200" dirty="0"/>
            <a:t>REST guidelines</a:t>
          </a:r>
        </a:p>
      </dsp:txBody>
      <dsp:txXfrm>
        <a:off x="2635374" y="2357788"/>
        <a:ext cx="1075927" cy="1075927"/>
      </dsp:txXfrm>
    </dsp:sp>
    <dsp:sp modelId="{AC1043F0-CADA-4125-B29C-2F7CFE2E1582}">
      <dsp:nvSpPr>
        <dsp:cNvPr id="0" name=""/>
        <dsp:cNvSpPr/>
      </dsp:nvSpPr>
      <dsp:spPr>
        <a:xfrm rot="16200000">
          <a:off x="3011831" y="1580698"/>
          <a:ext cx="323013" cy="517340"/>
        </a:xfrm>
        <a:prstGeom prst="rightArrow">
          <a:avLst>
            <a:gd name="adj1" fmla="val 60000"/>
            <a:gd name="adj2" fmla="val 5000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IN" sz="1800" b="0" kern="1200"/>
        </a:p>
      </dsp:txBody>
      <dsp:txXfrm>
        <a:off x="3060283" y="1732618"/>
        <a:ext cx="226109" cy="310404"/>
      </dsp:txXfrm>
    </dsp:sp>
    <dsp:sp modelId="{2F095C0B-CC93-4AFF-9F93-30F9CBCB8593}">
      <dsp:nvSpPr>
        <dsp:cNvPr id="0" name=""/>
        <dsp:cNvSpPr/>
      </dsp:nvSpPr>
      <dsp:spPr>
        <a:xfrm>
          <a:off x="2412542" y="3905"/>
          <a:ext cx="1521591" cy="1521591"/>
        </a:xfrm>
        <a:prstGeom prst="ellips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22860" tIns="22860" rIns="2286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1. </a:t>
          </a:r>
          <a:r>
            <a:rPr lang="en-US" sz="1800" b="0" i="0" kern="1200" dirty="0"/>
            <a:t>Separation of Client and Server </a:t>
          </a:r>
          <a:endParaRPr lang="en-IN" sz="1800" b="0" i="0" kern="1200" dirty="0"/>
        </a:p>
        <a:p>
          <a:pPr marL="0" lvl="0" indent="0" algn="ctr" defTabSz="800100">
            <a:lnSpc>
              <a:spcPct val="90000"/>
            </a:lnSpc>
            <a:spcBef>
              <a:spcPct val="0"/>
            </a:spcBef>
            <a:spcAft>
              <a:spcPct val="35000"/>
            </a:spcAft>
            <a:buNone/>
          </a:pPr>
          <a:endParaRPr lang="en-IN" sz="1800" b="0" kern="1200" dirty="0"/>
        </a:p>
      </dsp:txBody>
      <dsp:txXfrm>
        <a:off x="2635374" y="226737"/>
        <a:ext cx="1075927" cy="1075927"/>
      </dsp:txXfrm>
    </dsp:sp>
    <dsp:sp modelId="{029B795C-B45E-4846-91B9-6613953C2D64}">
      <dsp:nvSpPr>
        <dsp:cNvPr id="0" name=""/>
        <dsp:cNvSpPr/>
      </dsp:nvSpPr>
      <dsp:spPr>
        <a:xfrm rot="20520000">
          <a:off x="4016512" y="2310641"/>
          <a:ext cx="323013" cy="517340"/>
        </a:xfrm>
        <a:prstGeom prst="rightArrow">
          <a:avLst>
            <a:gd name="adj1" fmla="val 60000"/>
            <a:gd name="adj2" fmla="val 50000"/>
          </a:avLst>
        </a:prstGeom>
        <a:gradFill rotWithShape="0">
          <a:gsLst>
            <a:gs pos="0">
              <a:schemeClr val="accent5">
                <a:hueOff val="-1689636"/>
                <a:satOff val="-4355"/>
                <a:lumOff val="-2941"/>
                <a:alphaOff val="0"/>
                <a:lumMod val="110000"/>
                <a:satMod val="105000"/>
                <a:tint val="67000"/>
              </a:schemeClr>
            </a:gs>
            <a:gs pos="50000">
              <a:schemeClr val="accent5">
                <a:hueOff val="-1689636"/>
                <a:satOff val="-4355"/>
                <a:lumOff val="-2941"/>
                <a:alphaOff val="0"/>
                <a:lumMod val="105000"/>
                <a:satMod val="103000"/>
                <a:tint val="73000"/>
              </a:schemeClr>
            </a:gs>
            <a:gs pos="100000">
              <a:schemeClr val="accent5">
                <a:hueOff val="-1689636"/>
                <a:satOff val="-4355"/>
                <a:lumOff val="-2941"/>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IN" sz="1800" b="0" kern="1200"/>
        </a:p>
      </dsp:txBody>
      <dsp:txXfrm>
        <a:off x="4018883" y="2429081"/>
        <a:ext cx="226109" cy="310404"/>
      </dsp:txXfrm>
    </dsp:sp>
    <dsp:sp modelId="{9DC91242-FE39-4CC8-B051-33A6BF177507}">
      <dsp:nvSpPr>
        <dsp:cNvPr id="0" name=""/>
        <dsp:cNvSpPr/>
      </dsp:nvSpPr>
      <dsp:spPr>
        <a:xfrm>
          <a:off x="4439293" y="1476425"/>
          <a:ext cx="1521591" cy="1521591"/>
        </a:xfrm>
        <a:prstGeom prst="ellipse">
          <a:avLst/>
        </a:prstGeom>
        <a:gradFill rotWithShape="0">
          <a:gsLst>
            <a:gs pos="0">
              <a:schemeClr val="accent5">
                <a:hueOff val="-1689636"/>
                <a:satOff val="-4355"/>
                <a:lumOff val="-2941"/>
                <a:alphaOff val="0"/>
                <a:lumMod val="110000"/>
                <a:satMod val="105000"/>
                <a:tint val="67000"/>
              </a:schemeClr>
            </a:gs>
            <a:gs pos="50000">
              <a:schemeClr val="accent5">
                <a:hueOff val="-1689636"/>
                <a:satOff val="-4355"/>
                <a:lumOff val="-2941"/>
                <a:alphaOff val="0"/>
                <a:lumMod val="105000"/>
                <a:satMod val="103000"/>
                <a:tint val="73000"/>
              </a:schemeClr>
            </a:gs>
            <a:gs pos="100000">
              <a:schemeClr val="accent5">
                <a:hueOff val="-1689636"/>
                <a:satOff val="-4355"/>
                <a:lumOff val="-2941"/>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22860" tIns="22860" rIns="2286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2. </a:t>
          </a:r>
          <a:r>
            <a:rPr kumimoji="0" lang="en-US" sz="1800" b="0" i="0" u="none" strike="noStrike" kern="1200" cap="none" spc="0" normalizeH="0" baseline="0" noProof="0" dirty="0">
              <a:ln>
                <a:noFill/>
              </a:ln>
              <a:solidFill>
                <a:prstClr val="black"/>
              </a:solidFill>
              <a:effectLst/>
              <a:uLnTx/>
              <a:uFillTx/>
              <a:latin typeface="+mn-lt"/>
              <a:ea typeface="+mn-ea"/>
              <a:cs typeface="+mn-cs"/>
            </a:rPr>
            <a:t>Stateless</a:t>
          </a:r>
          <a:endParaRPr lang="en-IN" sz="1800" b="0" kern="1200" dirty="0"/>
        </a:p>
      </dsp:txBody>
      <dsp:txXfrm>
        <a:off x="4662125" y="1699257"/>
        <a:ext cx="1075927" cy="1075927"/>
      </dsp:txXfrm>
    </dsp:sp>
    <dsp:sp modelId="{AA9B9311-FE09-4F68-8BE1-E07068D702E9}">
      <dsp:nvSpPr>
        <dsp:cNvPr id="0" name=""/>
        <dsp:cNvSpPr/>
      </dsp:nvSpPr>
      <dsp:spPr>
        <a:xfrm rot="3240000">
          <a:off x="3632758" y="3491714"/>
          <a:ext cx="323013" cy="517340"/>
        </a:xfrm>
        <a:prstGeom prst="rightArrow">
          <a:avLst>
            <a:gd name="adj1" fmla="val 60000"/>
            <a:gd name="adj2" fmla="val 50000"/>
          </a:avLst>
        </a:prstGeom>
        <a:gradFill rotWithShape="0">
          <a:gsLst>
            <a:gs pos="0">
              <a:schemeClr val="accent5">
                <a:hueOff val="-3379271"/>
                <a:satOff val="-8710"/>
                <a:lumOff val="-5883"/>
                <a:alphaOff val="0"/>
                <a:lumMod val="110000"/>
                <a:satMod val="105000"/>
                <a:tint val="67000"/>
              </a:schemeClr>
            </a:gs>
            <a:gs pos="50000">
              <a:schemeClr val="accent5">
                <a:hueOff val="-3379271"/>
                <a:satOff val="-8710"/>
                <a:lumOff val="-5883"/>
                <a:alphaOff val="0"/>
                <a:lumMod val="105000"/>
                <a:satMod val="103000"/>
                <a:tint val="73000"/>
              </a:schemeClr>
            </a:gs>
            <a:gs pos="100000">
              <a:schemeClr val="accent5">
                <a:hueOff val="-3379271"/>
                <a:satOff val="-8710"/>
                <a:lumOff val="-5883"/>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IN" sz="1800" b="0" kern="1200"/>
        </a:p>
      </dsp:txBody>
      <dsp:txXfrm>
        <a:off x="3652731" y="3555984"/>
        <a:ext cx="226109" cy="310404"/>
      </dsp:txXfrm>
    </dsp:sp>
    <dsp:sp modelId="{7FD2DAE8-4C4F-4EA2-8CEF-4875C429F673}">
      <dsp:nvSpPr>
        <dsp:cNvPr id="0" name=""/>
        <dsp:cNvSpPr/>
      </dsp:nvSpPr>
      <dsp:spPr>
        <a:xfrm>
          <a:off x="3665143" y="3859013"/>
          <a:ext cx="1521591" cy="1521591"/>
        </a:xfrm>
        <a:prstGeom prst="ellipse">
          <a:avLst/>
        </a:prstGeom>
        <a:gradFill rotWithShape="0">
          <a:gsLst>
            <a:gs pos="0">
              <a:schemeClr val="accent5">
                <a:hueOff val="-3379271"/>
                <a:satOff val="-8710"/>
                <a:lumOff val="-5883"/>
                <a:alphaOff val="0"/>
                <a:lumMod val="110000"/>
                <a:satMod val="105000"/>
                <a:tint val="67000"/>
              </a:schemeClr>
            </a:gs>
            <a:gs pos="50000">
              <a:schemeClr val="accent5">
                <a:hueOff val="-3379271"/>
                <a:satOff val="-8710"/>
                <a:lumOff val="-5883"/>
                <a:alphaOff val="0"/>
                <a:lumMod val="105000"/>
                <a:satMod val="103000"/>
                <a:tint val="73000"/>
              </a:schemeClr>
            </a:gs>
            <a:gs pos="100000">
              <a:schemeClr val="accent5">
                <a:hueOff val="-3379271"/>
                <a:satOff val="-8710"/>
                <a:lumOff val="-5883"/>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22860" tIns="22860" rIns="2286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3. </a:t>
          </a:r>
          <a:r>
            <a:rPr kumimoji="0" lang="en-US" sz="1800" b="0" i="0" u="none" strike="noStrike" kern="1200" cap="none" spc="0" normalizeH="0" baseline="0" noProof="0" dirty="0">
              <a:ln>
                <a:noFill/>
              </a:ln>
              <a:solidFill>
                <a:prstClr val="black"/>
              </a:solidFill>
              <a:effectLst/>
              <a:uLnTx/>
              <a:uFillTx/>
              <a:latin typeface="+mn-lt"/>
              <a:ea typeface="+mn-ea"/>
              <a:cs typeface="+mn-cs"/>
            </a:rPr>
            <a:t>Uniform interface</a:t>
          </a:r>
          <a:endParaRPr lang="en-IN" sz="1800" b="0" kern="1200" dirty="0"/>
        </a:p>
      </dsp:txBody>
      <dsp:txXfrm>
        <a:off x="3887975" y="4081845"/>
        <a:ext cx="1075927" cy="1075927"/>
      </dsp:txXfrm>
    </dsp:sp>
    <dsp:sp modelId="{77EB2D91-97E9-46E0-A9D9-A65A438A3098}">
      <dsp:nvSpPr>
        <dsp:cNvPr id="0" name=""/>
        <dsp:cNvSpPr/>
      </dsp:nvSpPr>
      <dsp:spPr>
        <a:xfrm rot="7560000">
          <a:off x="2390904" y="3491714"/>
          <a:ext cx="323013" cy="517340"/>
        </a:xfrm>
        <a:prstGeom prst="rightArrow">
          <a:avLst>
            <a:gd name="adj1" fmla="val 60000"/>
            <a:gd name="adj2" fmla="val 50000"/>
          </a:avLst>
        </a:prstGeom>
        <a:gradFill rotWithShape="0">
          <a:gsLst>
            <a:gs pos="0">
              <a:schemeClr val="accent5">
                <a:hueOff val="-5068907"/>
                <a:satOff val="-13064"/>
                <a:lumOff val="-8824"/>
                <a:alphaOff val="0"/>
                <a:lumMod val="110000"/>
                <a:satMod val="105000"/>
                <a:tint val="67000"/>
              </a:schemeClr>
            </a:gs>
            <a:gs pos="50000">
              <a:schemeClr val="accent5">
                <a:hueOff val="-5068907"/>
                <a:satOff val="-13064"/>
                <a:lumOff val="-8824"/>
                <a:alphaOff val="0"/>
                <a:lumMod val="105000"/>
                <a:satMod val="103000"/>
                <a:tint val="73000"/>
              </a:schemeClr>
            </a:gs>
            <a:gs pos="100000">
              <a:schemeClr val="accent5">
                <a:hueOff val="-5068907"/>
                <a:satOff val="-13064"/>
                <a:lumOff val="-8824"/>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IN" sz="1800" b="0" kern="1200"/>
        </a:p>
      </dsp:txBody>
      <dsp:txXfrm rot="10800000">
        <a:off x="2467835" y="3555984"/>
        <a:ext cx="226109" cy="310404"/>
      </dsp:txXfrm>
    </dsp:sp>
    <dsp:sp modelId="{A1853DEE-609B-4A79-97F2-E53F4B958EFA}">
      <dsp:nvSpPr>
        <dsp:cNvPr id="0" name=""/>
        <dsp:cNvSpPr/>
      </dsp:nvSpPr>
      <dsp:spPr>
        <a:xfrm>
          <a:off x="1159942" y="3859013"/>
          <a:ext cx="1521591" cy="1521591"/>
        </a:xfrm>
        <a:prstGeom prst="ellipse">
          <a:avLst/>
        </a:prstGeom>
        <a:gradFill rotWithShape="0">
          <a:gsLst>
            <a:gs pos="0">
              <a:schemeClr val="accent5">
                <a:hueOff val="-5068907"/>
                <a:satOff val="-13064"/>
                <a:lumOff val="-8824"/>
                <a:alphaOff val="0"/>
                <a:lumMod val="110000"/>
                <a:satMod val="105000"/>
                <a:tint val="67000"/>
              </a:schemeClr>
            </a:gs>
            <a:gs pos="50000">
              <a:schemeClr val="accent5">
                <a:hueOff val="-5068907"/>
                <a:satOff val="-13064"/>
                <a:lumOff val="-8824"/>
                <a:alphaOff val="0"/>
                <a:lumMod val="105000"/>
                <a:satMod val="103000"/>
                <a:tint val="73000"/>
              </a:schemeClr>
            </a:gs>
            <a:gs pos="100000">
              <a:schemeClr val="accent5">
                <a:hueOff val="-5068907"/>
                <a:satOff val="-13064"/>
                <a:lumOff val="-8824"/>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22860" tIns="22860" rIns="2286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4. </a:t>
          </a:r>
          <a:r>
            <a:rPr kumimoji="0" lang="en-US" sz="1800" b="0" i="0" u="none" strike="noStrike" kern="1200" cap="none" spc="0" normalizeH="0" baseline="0" noProof="0" dirty="0">
              <a:ln>
                <a:noFill/>
              </a:ln>
              <a:solidFill>
                <a:prstClr val="black"/>
              </a:solidFill>
              <a:effectLst/>
              <a:uLnTx/>
              <a:uFillTx/>
              <a:latin typeface="+mn-lt"/>
              <a:ea typeface="+mn-ea"/>
              <a:cs typeface="+mn-cs"/>
            </a:rPr>
            <a:t>Cacheable</a:t>
          </a:r>
          <a:endParaRPr lang="en-IN" sz="1800" b="0" kern="1200" dirty="0"/>
        </a:p>
      </dsp:txBody>
      <dsp:txXfrm>
        <a:off x="1382774" y="4081845"/>
        <a:ext cx="1075927" cy="1075927"/>
      </dsp:txXfrm>
    </dsp:sp>
    <dsp:sp modelId="{9CA1AA1E-6B5D-456D-99FD-045A41035C19}">
      <dsp:nvSpPr>
        <dsp:cNvPr id="0" name=""/>
        <dsp:cNvSpPr/>
      </dsp:nvSpPr>
      <dsp:spPr>
        <a:xfrm rot="11880000">
          <a:off x="2007150" y="2310641"/>
          <a:ext cx="323013" cy="517340"/>
        </a:xfrm>
        <a:prstGeom prst="rightArrow">
          <a:avLst>
            <a:gd name="adj1" fmla="val 60000"/>
            <a:gd name="adj2" fmla="val 50000"/>
          </a:avLst>
        </a:prstGeom>
        <a:gradFill rotWithShape="0">
          <a:gsLst>
            <a:gs pos="0">
              <a:schemeClr val="accent5">
                <a:hueOff val="-6758543"/>
                <a:satOff val="-17419"/>
                <a:lumOff val="-11765"/>
                <a:alphaOff val="0"/>
                <a:lumMod val="110000"/>
                <a:satMod val="105000"/>
                <a:tint val="67000"/>
              </a:schemeClr>
            </a:gs>
            <a:gs pos="50000">
              <a:schemeClr val="accent5">
                <a:hueOff val="-6758543"/>
                <a:satOff val="-17419"/>
                <a:lumOff val="-11765"/>
                <a:alphaOff val="0"/>
                <a:lumMod val="105000"/>
                <a:satMod val="103000"/>
                <a:tint val="73000"/>
              </a:schemeClr>
            </a:gs>
            <a:gs pos="100000">
              <a:schemeClr val="accent5">
                <a:hueOff val="-6758543"/>
                <a:satOff val="-17419"/>
                <a:lumOff val="-11765"/>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IN" sz="1800" b="0" kern="1200"/>
        </a:p>
      </dsp:txBody>
      <dsp:txXfrm rot="10800000">
        <a:off x="2101683" y="2429081"/>
        <a:ext cx="226109" cy="310404"/>
      </dsp:txXfrm>
    </dsp:sp>
    <dsp:sp modelId="{8F706BAF-9300-4A3A-B79A-4A97B62DEE50}">
      <dsp:nvSpPr>
        <dsp:cNvPr id="0" name=""/>
        <dsp:cNvSpPr/>
      </dsp:nvSpPr>
      <dsp:spPr>
        <a:xfrm>
          <a:off x="385792" y="1476425"/>
          <a:ext cx="1521591" cy="1521591"/>
        </a:xfrm>
        <a:prstGeom prst="ellipse">
          <a:avLst/>
        </a:prstGeom>
        <a:gradFill rotWithShape="0">
          <a:gsLst>
            <a:gs pos="0">
              <a:schemeClr val="accent5">
                <a:hueOff val="-6758543"/>
                <a:satOff val="-17419"/>
                <a:lumOff val="-11765"/>
                <a:alphaOff val="0"/>
                <a:lumMod val="110000"/>
                <a:satMod val="105000"/>
                <a:tint val="67000"/>
              </a:schemeClr>
            </a:gs>
            <a:gs pos="50000">
              <a:schemeClr val="accent5">
                <a:hueOff val="-6758543"/>
                <a:satOff val="-17419"/>
                <a:lumOff val="-11765"/>
                <a:alphaOff val="0"/>
                <a:lumMod val="105000"/>
                <a:satMod val="103000"/>
                <a:tint val="73000"/>
              </a:schemeClr>
            </a:gs>
            <a:gs pos="100000">
              <a:schemeClr val="accent5">
                <a:hueOff val="-6758543"/>
                <a:satOff val="-17419"/>
                <a:lumOff val="-11765"/>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22860" tIns="22860" rIns="22860" bIns="22860" numCol="1" spcCol="1270" anchor="ctr" anchorCtr="0">
          <a:noAutofit/>
        </a:bodyPr>
        <a:lstStyle/>
        <a:p>
          <a:pPr marL="0" lvl="0" indent="0" algn="ctr" defTabSz="800100">
            <a:lnSpc>
              <a:spcPct val="90000"/>
            </a:lnSpc>
            <a:spcBef>
              <a:spcPct val="0"/>
            </a:spcBef>
            <a:spcAft>
              <a:spcPct val="35000"/>
            </a:spcAft>
            <a:buNone/>
          </a:pPr>
          <a:r>
            <a:rPr lang="en-IN" sz="1800" b="0" kern="1200" dirty="0"/>
            <a:t>5. </a:t>
          </a:r>
          <a:r>
            <a:rPr kumimoji="0" lang="en-US" sz="1800" b="0" i="0" u="none" strike="noStrike" kern="1200" cap="none" spc="0" normalizeH="0" baseline="0" noProof="0" dirty="0">
              <a:ln>
                <a:noFill/>
              </a:ln>
              <a:solidFill>
                <a:prstClr val="black"/>
              </a:solidFill>
              <a:effectLst/>
              <a:uLnTx/>
              <a:uFillTx/>
              <a:latin typeface="+mn-lt"/>
              <a:ea typeface="+mn-ea"/>
              <a:cs typeface="+mn-cs"/>
            </a:rPr>
            <a:t>Layered system</a:t>
          </a:r>
          <a:endParaRPr lang="en-IN" sz="1800" b="0" kern="1200" dirty="0"/>
        </a:p>
      </dsp:txBody>
      <dsp:txXfrm>
        <a:off x="608624" y="1699257"/>
        <a:ext cx="1075927" cy="1075927"/>
      </dsp:txXfrm>
    </dsp:sp>
  </dsp:spTree>
</dsp:drawing>
</file>

<file path=ppt/diagrams/drawing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CF20A20-D2DF-4B7B-A92C-79ACCB08E255}">
      <dsp:nvSpPr>
        <dsp:cNvPr id="0" name=""/>
        <dsp:cNvSpPr/>
      </dsp:nvSpPr>
      <dsp:spPr>
        <a:xfrm>
          <a:off x="55522" y="4476195"/>
          <a:ext cx="1064937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AAF8E46-B205-4151-A7FB-1A3E7182981A}">
      <dsp:nvSpPr>
        <dsp:cNvPr id="0" name=""/>
        <dsp:cNvSpPr/>
      </dsp:nvSpPr>
      <dsp:spPr>
        <a:xfrm>
          <a:off x="55522" y="3446439"/>
          <a:ext cx="1064937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C5094F3-5880-4A62-884B-8185E2F7444B}">
      <dsp:nvSpPr>
        <dsp:cNvPr id="0" name=""/>
        <dsp:cNvSpPr/>
      </dsp:nvSpPr>
      <dsp:spPr>
        <a:xfrm>
          <a:off x="55522" y="2416684"/>
          <a:ext cx="1064937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0A19D1B-BD59-4ED8-8DF7-C739C48C9D52}">
      <dsp:nvSpPr>
        <dsp:cNvPr id="0" name=""/>
        <dsp:cNvSpPr/>
      </dsp:nvSpPr>
      <dsp:spPr>
        <a:xfrm>
          <a:off x="55522" y="1386929"/>
          <a:ext cx="1064937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ED35E6B-7598-4ABE-B140-718CF261CF3C}">
      <dsp:nvSpPr>
        <dsp:cNvPr id="0" name=""/>
        <dsp:cNvSpPr/>
      </dsp:nvSpPr>
      <dsp:spPr>
        <a:xfrm>
          <a:off x="55522" y="357173"/>
          <a:ext cx="10649373" cy="0"/>
        </a:xfrm>
        <a:prstGeom prst="line">
          <a:avLst/>
        </a:prstGeom>
        <a:noFill/>
        <a:ln w="12700" cap="flat" cmpd="sng" algn="ctr">
          <a:solidFill>
            <a:schemeClr val="accent1">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D5C195D-D67F-440D-BEE8-FDC5E97BD6D7}">
      <dsp:nvSpPr>
        <dsp:cNvPr id="0" name=""/>
        <dsp:cNvSpPr/>
      </dsp:nvSpPr>
      <dsp:spPr>
        <a:xfrm>
          <a:off x="3020545" y="55923"/>
          <a:ext cx="7488164" cy="3012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2385" tIns="32385" rIns="32385" bIns="32385" numCol="1" spcCol="1270" anchor="b" anchorCtr="0">
          <a:noAutofit/>
        </a:bodyPr>
        <a:lstStyle/>
        <a:p>
          <a:pPr marL="0" lvl="0" indent="0" algn="l" defTabSz="755650">
            <a:lnSpc>
              <a:spcPct val="90000"/>
            </a:lnSpc>
            <a:spcBef>
              <a:spcPct val="0"/>
            </a:spcBef>
            <a:spcAft>
              <a:spcPct val="35000"/>
            </a:spcAft>
            <a:buNone/>
          </a:pPr>
          <a:r>
            <a:rPr kumimoji="0" lang="en-US" sz="1700" b="0" i="0" u="none" strike="noStrike" kern="1200" cap="none" spc="0" normalizeH="0" baseline="0" noProof="0" dirty="0">
              <a:ln/>
              <a:effectLst/>
              <a:uLnTx/>
              <a:uFillTx/>
              <a:latin typeface="+mn-lt"/>
              <a:ea typeface="+mn-ea"/>
              <a:cs typeface="+mn-cs"/>
            </a:rPr>
            <a:t>The implementation of the client and the server must be done independently.</a:t>
          </a:r>
          <a:endParaRPr lang="en-IN" sz="1700" kern="1200" dirty="0">
            <a:latin typeface="+mn-lt"/>
          </a:endParaRPr>
        </a:p>
      </dsp:txBody>
      <dsp:txXfrm>
        <a:off x="3020545" y="55923"/>
        <a:ext cx="7488164" cy="301249"/>
      </dsp:txXfrm>
    </dsp:sp>
    <dsp:sp modelId="{B45ADF7F-6F52-47EF-9F39-551184CC8C6E}">
      <dsp:nvSpPr>
        <dsp:cNvPr id="0" name=""/>
        <dsp:cNvSpPr/>
      </dsp:nvSpPr>
      <dsp:spPr>
        <a:xfrm>
          <a:off x="-55522" y="497"/>
          <a:ext cx="2990925" cy="412103"/>
        </a:xfrm>
        <a:prstGeom prst="round2SameRect">
          <a:avLst>
            <a:gd name="adj1" fmla="val 16670"/>
            <a:gd name="adj2" fmla="val 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2385" tIns="32385" rIns="32385" bIns="32385" numCol="1" spcCol="1270" anchor="ctr" anchorCtr="0">
          <a:noAutofit/>
        </a:bodyPr>
        <a:lstStyle/>
        <a:p>
          <a:pPr marL="0" lvl="0" indent="0" algn="l" defTabSz="755650">
            <a:lnSpc>
              <a:spcPct val="90000"/>
            </a:lnSpc>
            <a:spcBef>
              <a:spcPct val="0"/>
            </a:spcBef>
            <a:spcAft>
              <a:spcPct val="35000"/>
            </a:spcAft>
            <a:buNone/>
          </a:pPr>
          <a:r>
            <a:rPr lang="en-IN" sz="1700" b="1" i="0" kern="1200" dirty="0">
              <a:latin typeface="+mn-lt"/>
            </a:rPr>
            <a:t> 1. </a:t>
          </a:r>
          <a:r>
            <a:rPr kumimoji="0" lang="en-US" sz="1700" b="1" i="0" u="none" strike="noStrike" kern="1200" cap="none" spc="0" normalizeH="0" baseline="0" noProof="0" dirty="0">
              <a:ln/>
              <a:effectLst/>
              <a:uLnTx/>
              <a:uFillTx/>
              <a:latin typeface="+mn-lt"/>
              <a:ea typeface="+mn-ea"/>
              <a:cs typeface="+mn-cs"/>
            </a:rPr>
            <a:t>Separation of Client &amp; Server</a:t>
          </a:r>
          <a:r>
            <a:rPr kumimoji="0" lang="en-US" sz="1700" b="0" i="0" u="none" strike="noStrike" kern="1200" cap="none" spc="0" normalizeH="0" baseline="0" noProof="0" dirty="0">
              <a:ln/>
              <a:effectLst/>
              <a:uLnTx/>
              <a:uFillTx/>
              <a:latin typeface="+mn-lt"/>
              <a:ea typeface="+mn-ea"/>
              <a:cs typeface="+mn-cs"/>
            </a:rPr>
            <a:t> </a:t>
          </a:r>
          <a:endParaRPr lang="en-IN" sz="1700" kern="1200" dirty="0">
            <a:latin typeface="+mn-lt"/>
          </a:endParaRPr>
        </a:p>
      </dsp:txBody>
      <dsp:txXfrm>
        <a:off x="-35401" y="20618"/>
        <a:ext cx="2950683" cy="391982"/>
      </dsp:txXfrm>
    </dsp:sp>
    <dsp:sp modelId="{0D7D109E-90B2-40DC-A687-5B977BC61EE7}">
      <dsp:nvSpPr>
        <dsp:cNvPr id="0" name=""/>
        <dsp:cNvSpPr/>
      </dsp:nvSpPr>
      <dsp:spPr>
        <a:xfrm>
          <a:off x="0" y="412600"/>
          <a:ext cx="10649373" cy="6025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2385" tIns="32385" rIns="32385" bIns="32385" numCol="1" spcCol="1270" anchor="t" anchorCtr="0">
          <a:noAutofit/>
        </a:bodyPr>
        <a:lstStyle/>
        <a:p>
          <a:pPr marL="171450" lvl="1" indent="-171450" algn="l" defTabSz="755650">
            <a:lnSpc>
              <a:spcPct val="90000"/>
            </a:lnSpc>
            <a:spcBef>
              <a:spcPct val="0"/>
            </a:spcBef>
            <a:spcAft>
              <a:spcPct val="15000"/>
            </a:spcAft>
            <a:buChar char="•"/>
          </a:pPr>
          <a:r>
            <a:rPr lang="en-US" sz="1700" b="0" kern="1200" dirty="0">
              <a:latin typeface="+mn-lt"/>
            </a:rPr>
            <a:t>Advantage:</a:t>
          </a:r>
          <a:r>
            <a:rPr lang="en-US" sz="1700" b="1" kern="1200" dirty="0">
              <a:latin typeface="+mn-lt"/>
            </a:rPr>
            <a:t> </a:t>
          </a:r>
          <a:r>
            <a:rPr lang="en-US" sz="1700" kern="1200" dirty="0">
              <a:latin typeface="+mn-lt"/>
            </a:rPr>
            <a:t>Independence allows </a:t>
          </a:r>
          <a:r>
            <a:rPr lang="en-US" sz="1700" b="1" kern="1200" dirty="0">
              <a:latin typeface="+mn-lt"/>
            </a:rPr>
            <a:t>easier maintenance, scalability, and evolution</a:t>
          </a:r>
          <a:r>
            <a:rPr lang="en-US" sz="1700" kern="1200" dirty="0">
              <a:latin typeface="+mn-lt"/>
            </a:rPr>
            <a:t>. </a:t>
          </a:r>
          <a:endParaRPr lang="en-IN" sz="1700" kern="1200" dirty="0">
            <a:latin typeface="+mn-lt"/>
          </a:endParaRPr>
        </a:p>
      </dsp:txBody>
      <dsp:txXfrm>
        <a:off x="0" y="412600"/>
        <a:ext cx="10649373" cy="602589"/>
      </dsp:txXfrm>
    </dsp:sp>
    <dsp:sp modelId="{EC09405E-B8E5-4671-9B3D-A9F0A27D2BCF}">
      <dsp:nvSpPr>
        <dsp:cNvPr id="0" name=""/>
        <dsp:cNvSpPr/>
      </dsp:nvSpPr>
      <dsp:spPr>
        <a:xfrm>
          <a:off x="3020545" y="1085679"/>
          <a:ext cx="7488164" cy="3012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2385" tIns="32385" rIns="32385" bIns="32385" numCol="1" spcCol="1270" anchor="b" anchorCtr="0">
          <a:noAutofit/>
        </a:bodyPr>
        <a:lstStyle/>
        <a:p>
          <a:pPr marL="0" lvl="0" indent="0" algn="l" defTabSz="755650">
            <a:lnSpc>
              <a:spcPct val="90000"/>
            </a:lnSpc>
            <a:spcBef>
              <a:spcPct val="0"/>
            </a:spcBef>
            <a:spcAft>
              <a:spcPct val="35000"/>
            </a:spcAft>
            <a:buNone/>
          </a:pPr>
          <a:r>
            <a:rPr kumimoji="0" lang="en-US" sz="1700" b="0" i="0" u="none" strike="noStrike" kern="1200" cap="none" spc="0" normalizeH="0" baseline="0" noProof="0" dirty="0">
              <a:ln/>
              <a:effectLst/>
              <a:uLnTx/>
              <a:uFillTx/>
              <a:latin typeface="+mn-lt"/>
              <a:ea typeface="+mn-ea"/>
              <a:cs typeface="+mn-cs"/>
            </a:rPr>
            <a:t>The server will not store anything about the latest HTTP request the client made. </a:t>
          </a:r>
          <a:endParaRPr lang="en-IN" sz="1700" kern="1200" dirty="0">
            <a:latin typeface="+mn-lt"/>
          </a:endParaRPr>
        </a:p>
      </dsp:txBody>
      <dsp:txXfrm>
        <a:off x="3020545" y="1085679"/>
        <a:ext cx="7488164" cy="301249"/>
      </dsp:txXfrm>
    </dsp:sp>
    <dsp:sp modelId="{C0DAF260-B734-457D-B63E-40944284DB69}">
      <dsp:nvSpPr>
        <dsp:cNvPr id="0" name=""/>
        <dsp:cNvSpPr/>
      </dsp:nvSpPr>
      <dsp:spPr>
        <a:xfrm>
          <a:off x="-55522" y="1030252"/>
          <a:ext cx="2990925" cy="412103"/>
        </a:xfrm>
        <a:prstGeom prst="round2SameRect">
          <a:avLst>
            <a:gd name="adj1" fmla="val 16670"/>
            <a:gd name="adj2" fmla="val 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2385" tIns="32385" rIns="32385" bIns="32385" numCol="1" spcCol="1270" anchor="ctr" anchorCtr="0">
          <a:noAutofit/>
        </a:bodyPr>
        <a:lstStyle/>
        <a:p>
          <a:pPr marL="0" lvl="0" indent="0" algn="l" defTabSz="755650">
            <a:lnSpc>
              <a:spcPct val="90000"/>
            </a:lnSpc>
            <a:spcBef>
              <a:spcPct val="0"/>
            </a:spcBef>
            <a:spcAft>
              <a:spcPct val="35000"/>
            </a:spcAft>
            <a:buNone/>
          </a:pPr>
          <a:r>
            <a:rPr lang="en-US" sz="1700" b="1" i="0" kern="1200" dirty="0">
              <a:latin typeface="+mn-lt"/>
            </a:rPr>
            <a:t> 2. </a:t>
          </a:r>
          <a:r>
            <a:rPr kumimoji="0" lang="en-US" sz="1700" b="1" i="0" u="none" strike="noStrike" kern="1200" cap="none" spc="0" normalizeH="0" baseline="0" noProof="0" dirty="0">
              <a:ln/>
              <a:effectLst/>
              <a:uLnTx/>
              <a:uFillTx/>
              <a:latin typeface="+mn-lt"/>
              <a:ea typeface="+mn-ea"/>
              <a:cs typeface="+mn-cs"/>
            </a:rPr>
            <a:t>Stateless</a:t>
          </a:r>
          <a:endParaRPr lang="en-IN" sz="1700" kern="1200" dirty="0">
            <a:latin typeface="+mn-lt"/>
          </a:endParaRPr>
        </a:p>
      </dsp:txBody>
      <dsp:txXfrm>
        <a:off x="-35401" y="1050373"/>
        <a:ext cx="2950683" cy="391982"/>
      </dsp:txXfrm>
    </dsp:sp>
    <dsp:sp modelId="{FC54D718-2528-475F-BF05-7C17E928511B}">
      <dsp:nvSpPr>
        <dsp:cNvPr id="0" name=""/>
        <dsp:cNvSpPr/>
      </dsp:nvSpPr>
      <dsp:spPr>
        <a:xfrm>
          <a:off x="0" y="1442355"/>
          <a:ext cx="10649373" cy="6025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2385" tIns="32385" rIns="32385" bIns="32385" numCol="1" spcCol="1270" anchor="t" anchorCtr="0">
          <a:noAutofit/>
        </a:bodyPr>
        <a:lstStyle/>
        <a:p>
          <a:pPr marL="171450" lvl="1" indent="-171450" algn="l" defTabSz="755650">
            <a:lnSpc>
              <a:spcPct val="90000"/>
            </a:lnSpc>
            <a:spcBef>
              <a:spcPct val="0"/>
            </a:spcBef>
            <a:spcAft>
              <a:spcPct val="15000"/>
            </a:spcAft>
            <a:buChar char="•"/>
          </a:pPr>
          <a:r>
            <a:rPr lang="en-IN" sz="1700" b="0" i="0" kern="1200" dirty="0">
              <a:latin typeface="+mn-lt"/>
            </a:rPr>
            <a:t>Advantage: </a:t>
          </a:r>
          <a:r>
            <a:rPr kumimoji="0" lang="en-US" sz="1700" b="0" i="0" u="none" strike="noStrike" kern="1200" cap="none" spc="0" normalizeH="0" baseline="0" noProof="0" dirty="0">
              <a:ln/>
              <a:effectLst/>
              <a:uLnTx/>
              <a:uFillTx/>
              <a:latin typeface="+mn-lt"/>
              <a:ea typeface="+mn-ea"/>
              <a:cs typeface="+mn-cs"/>
            </a:rPr>
            <a:t>It will treat every request as new request. </a:t>
          </a:r>
          <a:r>
            <a:rPr lang="en-IN" sz="1700" b="0" i="0" kern="1200" dirty="0">
              <a:latin typeface="+mn-lt"/>
            </a:rPr>
            <a:t>It </a:t>
          </a:r>
          <a:r>
            <a:rPr lang="en-IN" sz="1700" b="1" i="0" kern="1200" dirty="0">
              <a:latin typeface="+mn-lt"/>
            </a:rPr>
            <a:t>simplifies</a:t>
          </a:r>
          <a:r>
            <a:rPr lang="en-IN" sz="1700" b="0" i="0" kern="1200" dirty="0">
              <a:latin typeface="+mn-lt"/>
            </a:rPr>
            <a:t> server implementation</a:t>
          </a:r>
          <a:r>
            <a:rPr kumimoji="0" lang="en-US" sz="1700" b="0" i="0" u="none" strike="noStrike" kern="1200" cap="none" spc="0" normalizeH="0" baseline="0" noProof="0" dirty="0">
              <a:ln/>
              <a:effectLst/>
              <a:uLnTx/>
              <a:uFillTx/>
              <a:latin typeface="+mn-lt"/>
              <a:ea typeface="+mn-ea"/>
              <a:cs typeface="+mn-cs"/>
            </a:rPr>
            <a:t> as it is not overloading it with state management.</a:t>
          </a:r>
          <a:endParaRPr lang="en-IN" sz="1700" kern="1200" dirty="0">
            <a:latin typeface="+mn-lt"/>
          </a:endParaRPr>
        </a:p>
      </dsp:txBody>
      <dsp:txXfrm>
        <a:off x="0" y="1442355"/>
        <a:ext cx="10649373" cy="602589"/>
      </dsp:txXfrm>
    </dsp:sp>
    <dsp:sp modelId="{528875A4-DA7B-471E-8025-27AFDD04DBE9}">
      <dsp:nvSpPr>
        <dsp:cNvPr id="0" name=""/>
        <dsp:cNvSpPr/>
      </dsp:nvSpPr>
      <dsp:spPr>
        <a:xfrm>
          <a:off x="3020545" y="2115434"/>
          <a:ext cx="7488164" cy="3012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2385" tIns="32385" rIns="32385" bIns="32385" numCol="1" spcCol="1270" anchor="b" anchorCtr="0">
          <a:noAutofit/>
        </a:bodyPr>
        <a:lstStyle/>
        <a:p>
          <a:pPr marL="0" lvl="0" indent="0" algn="l" defTabSz="755650">
            <a:lnSpc>
              <a:spcPct val="90000"/>
            </a:lnSpc>
            <a:spcBef>
              <a:spcPct val="0"/>
            </a:spcBef>
            <a:spcAft>
              <a:spcPct val="35000"/>
            </a:spcAft>
            <a:buNone/>
          </a:pPr>
          <a:r>
            <a:rPr kumimoji="0" lang="en-US" sz="1700" b="0" i="0" u="none" strike="noStrike" kern="1200" cap="none" spc="0" normalizeH="0" baseline="0" noProof="0" dirty="0">
              <a:ln/>
              <a:effectLst/>
              <a:uLnTx/>
              <a:uFillTx/>
              <a:latin typeface="+mn-lt"/>
              <a:ea typeface="+mn-ea"/>
              <a:cs typeface="+mn-cs"/>
            </a:rPr>
            <a:t>Identify the resources by URL </a:t>
          </a:r>
          <a:r>
            <a:rPr lang="en-US" sz="1700" b="0" i="0" kern="1200" dirty="0">
              <a:latin typeface="+mn-lt"/>
            </a:rPr>
            <a:t>(e.g., </a:t>
          </a:r>
          <a:r>
            <a:rPr lang="en-US" sz="1700" b="0" i="0" kern="1200" dirty="0">
              <a:latin typeface="+mn-lt"/>
              <a:hlinkClick xmlns:r="http://schemas.openxmlformats.org/officeDocument/2006/relationships" r:id="rId1"/>
            </a:rPr>
            <a:t>www.abc.com/api/questions</a:t>
          </a:r>
          <a:r>
            <a:rPr lang="en-US" sz="1700" b="0" i="0" kern="1200" dirty="0">
              <a:latin typeface="+mn-lt"/>
            </a:rPr>
            <a:t>)</a:t>
          </a:r>
          <a:r>
            <a:rPr kumimoji="0" lang="en-US" sz="1700" b="0" i="0" u="none" strike="noStrike" kern="1200" cap="none" spc="0" normalizeH="0" baseline="0" noProof="0" dirty="0">
              <a:ln/>
              <a:effectLst/>
              <a:uLnTx/>
              <a:uFillTx/>
              <a:latin typeface="+mn-lt"/>
              <a:ea typeface="+mn-ea"/>
              <a:cs typeface="+mn-cs"/>
            </a:rPr>
            <a:t>.</a:t>
          </a:r>
          <a:endParaRPr lang="en-IN" sz="1700" kern="1200" dirty="0">
            <a:latin typeface="+mn-lt"/>
          </a:endParaRPr>
        </a:p>
      </dsp:txBody>
      <dsp:txXfrm>
        <a:off x="3020545" y="2115434"/>
        <a:ext cx="7488164" cy="301249"/>
      </dsp:txXfrm>
    </dsp:sp>
    <dsp:sp modelId="{D05A829A-2B32-4745-B4F7-C13D04E00253}">
      <dsp:nvSpPr>
        <dsp:cNvPr id="0" name=""/>
        <dsp:cNvSpPr/>
      </dsp:nvSpPr>
      <dsp:spPr>
        <a:xfrm>
          <a:off x="-55522" y="2060008"/>
          <a:ext cx="2990925" cy="412103"/>
        </a:xfrm>
        <a:prstGeom prst="round2SameRect">
          <a:avLst>
            <a:gd name="adj1" fmla="val 16670"/>
            <a:gd name="adj2" fmla="val 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2385" tIns="32385" rIns="32385" bIns="32385" numCol="1" spcCol="1270" anchor="ctr" anchorCtr="0">
          <a:noAutofit/>
        </a:bodyPr>
        <a:lstStyle/>
        <a:p>
          <a:pPr marL="0" lvl="0" indent="0" algn="l" defTabSz="755650">
            <a:lnSpc>
              <a:spcPct val="90000"/>
            </a:lnSpc>
            <a:spcBef>
              <a:spcPct val="0"/>
            </a:spcBef>
            <a:spcAft>
              <a:spcPct val="35000"/>
            </a:spcAft>
            <a:buNone/>
          </a:pPr>
          <a:r>
            <a:rPr lang="en-US" sz="1700" b="1" i="0" kern="1200">
              <a:latin typeface="+mn-lt"/>
            </a:rPr>
            <a:t> 3. </a:t>
          </a:r>
          <a:r>
            <a:rPr kumimoji="0" lang="en-US" sz="1700" b="1" i="0" u="none" strike="noStrike" kern="1200" cap="none" spc="0" normalizeH="0" baseline="0" noProof="0">
              <a:ln/>
              <a:effectLst/>
              <a:uLnTx/>
              <a:uFillTx/>
              <a:latin typeface="+mn-lt"/>
              <a:ea typeface="+mn-ea"/>
              <a:cs typeface="+mn-cs"/>
            </a:rPr>
            <a:t>Uniform interface</a:t>
          </a:r>
          <a:r>
            <a:rPr kumimoji="0" lang="en-US" sz="1700" b="0" i="0" u="none" strike="noStrike" kern="1200" cap="none" spc="0" normalizeH="0" baseline="0" noProof="0">
              <a:ln/>
              <a:effectLst/>
              <a:uLnTx/>
              <a:uFillTx/>
              <a:latin typeface="+mn-lt"/>
              <a:ea typeface="+mn-ea"/>
              <a:cs typeface="+mn-cs"/>
            </a:rPr>
            <a:t> </a:t>
          </a:r>
          <a:endParaRPr lang="en-IN" sz="1700" kern="1200" dirty="0">
            <a:latin typeface="+mn-lt"/>
          </a:endParaRPr>
        </a:p>
      </dsp:txBody>
      <dsp:txXfrm>
        <a:off x="-35401" y="2080129"/>
        <a:ext cx="2950683" cy="391982"/>
      </dsp:txXfrm>
    </dsp:sp>
    <dsp:sp modelId="{893C52B7-F66E-46CC-AFDE-0A80317E1566}">
      <dsp:nvSpPr>
        <dsp:cNvPr id="0" name=""/>
        <dsp:cNvSpPr/>
      </dsp:nvSpPr>
      <dsp:spPr>
        <a:xfrm>
          <a:off x="0" y="2472111"/>
          <a:ext cx="10649373" cy="6025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2385" tIns="32385" rIns="32385" bIns="32385" numCol="1" spcCol="1270" anchor="t" anchorCtr="0">
          <a:noAutofit/>
        </a:bodyPr>
        <a:lstStyle/>
        <a:p>
          <a:pPr marL="171450" lvl="1" indent="-171450" algn="l" defTabSz="755650">
            <a:lnSpc>
              <a:spcPct val="90000"/>
            </a:lnSpc>
            <a:spcBef>
              <a:spcPct val="0"/>
            </a:spcBef>
            <a:spcAft>
              <a:spcPct val="15000"/>
            </a:spcAft>
            <a:buChar char="•"/>
          </a:pPr>
          <a:r>
            <a:rPr lang="en-US" sz="1700" b="0" kern="1200" dirty="0">
              <a:latin typeface="+mn-lt"/>
            </a:rPr>
            <a:t>Advantage:</a:t>
          </a:r>
          <a:r>
            <a:rPr lang="en-US" sz="1700" kern="1200" dirty="0">
              <a:latin typeface="+mn-lt"/>
            </a:rPr>
            <a:t> </a:t>
          </a:r>
          <a:r>
            <a:rPr lang="en-US" sz="1700" b="0" i="0" kern="1200" dirty="0">
              <a:latin typeface="+mn-lt"/>
            </a:rPr>
            <a:t>standardized URLs, making it </a:t>
          </a:r>
          <a:r>
            <a:rPr lang="en-US" sz="1700" b="1" i="0" kern="1200" dirty="0">
              <a:latin typeface="+mn-lt"/>
            </a:rPr>
            <a:t>easy to understand</a:t>
          </a:r>
          <a:r>
            <a:rPr lang="en-US" sz="1700" b="0" i="0" kern="1200" dirty="0">
              <a:latin typeface="+mn-lt"/>
            </a:rPr>
            <a:t> and use the API. </a:t>
          </a:r>
          <a:endParaRPr lang="en-IN" sz="1700" kern="1200" dirty="0">
            <a:latin typeface="+mn-lt"/>
          </a:endParaRPr>
        </a:p>
      </dsp:txBody>
      <dsp:txXfrm>
        <a:off x="0" y="2472111"/>
        <a:ext cx="10649373" cy="602589"/>
      </dsp:txXfrm>
    </dsp:sp>
    <dsp:sp modelId="{0EDAC675-5DAD-452F-BBD1-FEB234E6D9BF}">
      <dsp:nvSpPr>
        <dsp:cNvPr id="0" name=""/>
        <dsp:cNvSpPr/>
      </dsp:nvSpPr>
      <dsp:spPr>
        <a:xfrm>
          <a:off x="3020545" y="3145190"/>
          <a:ext cx="7488164" cy="3012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2385" tIns="32385" rIns="32385" bIns="32385" numCol="1" spcCol="1270" anchor="b" anchorCtr="0">
          <a:noAutofit/>
        </a:bodyPr>
        <a:lstStyle/>
        <a:p>
          <a:pPr marL="0" lvl="0" indent="0" algn="l" defTabSz="755650">
            <a:lnSpc>
              <a:spcPct val="90000"/>
            </a:lnSpc>
            <a:spcBef>
              <a:spcPct val="0"/>
            </a:spcBef>
            <a:spcAft>
              <a:spcPct val="35000"/>
            </a:spcAft>
            <a:buNone/>
          </a:pPr>
          <a:r>
            <a:rPr kumimoji="0" lang="en-US" sz="1700" b="0" i="0" u="none" strike="noStrike" kern="1200" cap="none" spc="0" normalizeH="0" baseline="0" noProof="0" dirty="0">
              <a:ln/>
              <a:effectLst/>
              <a:uLnTx/>
              <a:uFillTx/>
              <a:latin typeface="+mn-lt"/>
              <a:ea typeface="+mn-ea"/>
              <a:cs typeface="+mn-cs"/>
            </a:rPr>
            <a:t>The API response should be cacheable to improve the performance.</a:t>
          </a:r>
          <a:endParaRPr lang="en-IN" sz="1700" kern="1200" dirty="0">
            <a:latin typeface="+mn-lt"/>
          </a:endParaRPr>
        </a:p>
      </dsp:txBody>
      <dsp:txXfrm>
        <a:off x="3020545" y="3145190"/>
        <a:ext cx="7488164" cy="301249"/>
      </dsp:txXfrm>
    </dsp:sp>
    <dsp:sp modelId="{89662FDC-5F4A-4436-A0ED-ACC0F944A965}">
      <dsp:nvSpPr>
        <dsp:cNvPr id="0" name=""/>
        <dsp:cNvSpPr/>
      </dsp:nvSpPr>
      <dsp:spPr>
        <a:xfrm>
          <a:off x="-55522" y="3089763"/>
          <a:ext cx="2990925" cy="412103"/>
        </a:xfrm>
        <a:prstGeom prst="round2SameRect">
          <a:avLst>
            <a:gd name="adj1" fmla="val 16670"/>
            <a:gd name="adj2" fmla="val 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2385" tIns="32385" rIns="32385" bIns="32385" numCol="1" spcCol="1270" anchor="ctr" anchorCtr="0">
          <a:noAutofit/>
        </a:bodyPr>
        <a:lstStyle/>
        <a:p>
          <a:pPr marL="0" lvl="0" indent="0" algn="l" defTabSz="755650">
            <a:lnSpc>
              <a:spcPct val="90000"/>
            </a:lnSpc>
            <a:spcBef>
              <a:spcPct val="0"/>
            </a:spcBef>
            <a:spcAft>
              <a:spcPct val="35000"/>
            </a:spcAft>
            <a:buNone/>
          </a:pPr>
          <a:r>
            <a:rPr lang="en-US" sz="1700" b="1" i="0" kern="1200" dirty="0">
              <a:latin typeface="+mn-lt"/>
            </a:rPr>
            <a:t> 4. </a:t>
          </a:r>
          <a:r>
            <a:rPr kumimoji="0" lang="en-US" sz="1700" b="1" i="0" u="none" strike="noStrike" kern="1200" cap="none" spc="0" normalizeH="0" baseline="0" noProof="0" dirty="0">
              <a:ln/>
              <a:effectLst/>
              <a:uLnTx/>
              <a:uFillTx/>
              <a:latin typeface="+mn-lt"/>
              <a:ea typeface="+mn-ea"/>
              <a:cs typeface="+mn-cs"/>
            </a:rPr>
            <a:t>Cacheable</a:t>
          </a:r>
          <a:endParaRPr lang="en-IN" sz="1700" kern="1200" dirty="0">
            <a:latin typeface="+mn-lt"/>
          </a:endParaRPr>
        </a:p>
      </dsp:txBody>
      <dsp:txXfrm>
        <a:off x="-35401" y="3109884"/>
        <a:ext cx="2950683" cy="391982"/>
      </dsp:txXfrm>
    </dsp:sp>
    <dsp:sp modelId="{12BE4277-4C1F-44FA-966D-F09437541134}">
      <dsp:nvSpPr>
        <dsp:cNvPr id="0" name=""/>
        <dsp:cNvSpPr/>
      </dsp:nvSpPr>
      <dsp:spPr>
        <a:xfrm>
          <a:off x="0" y="3501866"/>
          <a:ext cx="10649373" cy="6025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2385" tIns="32385" rIns="32385" bIns="32385" numCol="1" spcCol="1270" anchor="t" anchorCtr="0">
          <a:noAutofit/>
        </a:bodyPr>
        <a:lstStyle/>
        <a:p>
          <a:pPr marL="171450" lvl="1" indent="-171450" algn="l" defTabSz="755650">
            <a:lnSpc>
              <a:spcPct val="90000"/>
            </a:lnSpc>
            <a:spcBef>
              <a:spcPct val="0"/>
            </a:spcBef>
            <a:spcAft>
              <a:spcPct val="15000"/>
            </a:spcAft>
            <a:buChar char="•"/>
          </a:pPr>
          <a:r>
            <a:rPr lang="en-US" sz="1700" b="0" i="0" kern="1200" dirty="0">
              <a:latin typeface="+mn-lt"/>
            </a:rPr>
            <a:t>Advantage: Caching API responses </a:t>
          </a:r>
          <a:r>
            <a:rPr lang="en-US" sz="1700" b="1" i="0" kern="1200" dirty="0">
              <a:latin typeface="+mn-lt"/>
            </a:rPr>
            <a:t>improves performance</a:t>
          </a:r>
          <a:r>
            <a:rPr lang="en-US" sz="1700" b="0" i="0" kern="1200" dirty="0">
              <a:latin typeface="+mn-lt"/>
            </a:rPr>
            <a:t> by reducing the need for repeated requests to the server.</a:t>
          </a:r>
          <a:endParaRPr lang="en-IN" sz="1700" kern="1200" dirty="0">
            <a:latin typeface="+mn-lt"/>
          </a:endParaRPr>
        </a:p>
      </dsp:txBody>
      <dsp:txXfrm>
        <a:off x="0" y="3501866"/>
        <a:ext cx="10649373" cy="602589"/>
      </dsp:txXfrm>
    </dsp:sp>
    <dsp:sp modelId="{629DA86C-F241-466C-976D-B64361A15DD1}">
      <dsp:nvSpPr>
        <dsp:cNvPr id="0" name=""/>
        <dsp:cNvSpPr/>
      </dsp:nvSpPr>
      <dsp:spPr>
        <a:xfrm>
          <a:off x="3020545" y="4174945"/>
          <a:ext cx="7488164" cy="3012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2385" tIns="32385" rIns="32385" bIns="32385" numCol="1" spcCol="1270" anchor="b" anchorCtr="0">
          <a:noAutofit/>
        </a:bodyPr>
        <a:lstStyle/>
        <a:p>
          <a:pPr marL="0" lvl="0" indent="0" algn="l" defTabSz="755650">
            <a:lnSpc>
              <a:spcPct val="90000"/>
            </a:lnSpc>
            <a:spcBef>
              <a:spcPct val="0"/>
            </a:spcBef>
            <a:spcAft>
              <a:spcPct val="35000"/>
            </a:spcAft>
            <a:buNone/>
          </a:pPr>
          <a:r>
            <a:rPr kumimoji="0" lang="en-US" sz="1700" b="0" i="0" u="none" strike="noStrike" kern="1200" cap="none" spc="0" normalizeH="0" baseline="0" noProof="0" dirty="0">
              <a:ln/>
              <a:effectLst/>
              <a:uLnTx/>
              <a:uFillTx/>
              <a:latin typeface="+mn-lt"/>
              <a:ea typeface="+mn-ea"/>
              <a:cs typeface="+mn-cs"/>
            </a:rPr>
            <a:t>The system should follow layered pattern.</a:t>
          </a:r>
          <a:endParaRPr lang="en-IN" sz="1700" kern="1200" dirty="0">
            <a:latin typeface="+mn-lt"/>
          </a:endParaRPr>
        </a:p>
      </dsp:txBody>
      <dsp:txXfrm>
        <a:off x="3020545" y="4174945"/>
        <a:ext cx="7488164" cy="301249"/>
      </dsp:txXfrm>
    </dsp:sp>
    <dsp:sp modelId="{CCC6F873-53CD-4FC3-8B7E-63FA41CA4470}">
      <dsp:nvSpPr>
        <dsp:cNvPr id="0" name=""/>
        <dsp:cNvSpPr/>
      </dsp:nvSpPr>
      <dsp:spPr>
        <a:xfrm>
          <a:off x="-55522" y="4119518"/>
          <a:ext cx="2990925" cy="412103"/>
        </a:xfrm>
        <a:prstGeom prst="round2SameRect">
          <a:avLst>
            <a:gd name="adj1" fmla="val 16670"/>
            <a:gd name="adj2" fmla="val 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w="6350" cap="flat" cmpd="sng" algn="ctr">
          <a:solidFill>
            <a:schemeClr val="accent6">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32385" tIns="32385" rIns="32385" bIns="32385" numCol="1" spcCol="1270" anchor="ctr" anchorCtr="0">
          <a:noAutofit/>
        </a:bodyPr>
        <a:lstStyle/>
        <a:p>
          <a:pPr marL="0" lvl="0" indent="0" algn="l" defTabSz="755650">
            <a:lnSpc>
              <a:spcPct val="90000"/>
            </a:lnSpc>
            <a:spcBef>
              <a:spcPct val="0"/>
            </a:spcBef>
            <a:spcAft>
              <a:spcPct val="35000"/>
            </a:spcAft>
            <a:buNone/>
          </a:pPr>
          <a:r>
            <a:rPr lang="en-US" sz="1700" b="1" i="0" kern="1200">
              <a:latin typeface="+mn-lt"/>
            </a:rPr>
            <a:t> 5. </a:t>
          </a:r>
          <a:r>
            <a:rPr kumimoji="0" lang="en-US" sz="1700" b="1" i="0" u="none" strike="noStrike" kern="1200" cap="none" spc="0" normalizeH="0" baseline="0" noProof="0">
              <a:ln/>
              <a:effectLst/>
              <a:uLnTx/>
              <a:uFillTx/>
              <a:latin typeface="+mn-lt"/>
              <a:ea typeface="+mn-ea"/>
              <a:cs typeface="+mn-cs"/>
            </a:rPr>
            <a:t>Layered system</a:t>
          </a:r>
          <a:r>
            <a:rPr kumimoji="0" lang="en-US" sz="1700" b="0" i="0" u="none" strike="noStrike" kern="1200" cap="none" spc="0" normalizeH="0" baseline="0" noProof="0">
              <a:ln/>
              <a:effectLst/>
              <a:uLnTx/>
              <a:uFillTx/>
              <a:latin typeface="+mn-lt"/>
              <a:ea typeface="+mn-ea"/>
              <a:cs typeface="+mn-cs"/>
            </a:rPr>
            <a:t> </a:t>
          </a:r>
          <a:endParaRPr lang="en-IN" sz="1700" kern="1200" dirty="0">
            <a:latin typeface="+mn-lt"/>
          </a:endParaRPr>
        </a:p>
      </dsp:txBody>
      <dsp:txXfrm>
        <a:off x="-35401" y="4139639"/>
        <a:ext cx="2950683" cy="391982"/>
      </dsp:txXfrm>
    </dsp:sp>
    <dsp:sp modelId="{4AD9EEEE-D71E-4377-AD05-A0CD334BF07A}">
      <dsp:nvSpPr>
        <dsp:cNvPr id="0" name=""/>
        <dsp:cNvSpPr/>
      </dsp:nvSpPr>
      <dsp:spPr>
        <a:xfrm>
          <a:off x="0" y="4531622"/>
          <a:ext cx="10649373" cy="6025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2385" tIns="32385" rIns="32385" bIns="32385" numCol="1" spcCol="1270" anchor="t" anchorCtr="0">
          <a:noAutofit/>
        </a:bodyPr>
        <a:lstStyle/>
        <a:p>
          <a:pPr marL="171450" lvl="1" indent="-171450" algn="l" defTabSz="755650">
            <a:lnSpc>
              <a:spcPct val="90000"/>
            </a:lnSpc>
            <a:spcBef>
              <a:spcPct val="0"/>
            </a:spcBef>
            <a:spcAft>
              <a:spcPct val="15000"/>
            </a:spcAft>
            <a:buChar char="•"/>
          </a:pPr>
          <a:r>
            <a:rPr lang="en-US" sz="1700" b="0" i="0" kern="1200" dirty="0">
              <a:latin typeface="+mn-lt"/>
            </a:rPr>
            <a:t>Advantage: A layered system, such as the Model-View-Controller (MVC) pattern, promotes </a:t>
          </a:r>
          <a:r>
            <a:rPr lang="en-US" sz="1700" b="1" i="0" kern="1200" dirty="0">
              <a:latin typeface="+mn-lt"/>
            </a:rPr>
            <a:t>modular design</a:t>
          </a:r>
          <a:r>
            <a:rPr lang="en-US" sz="1700" b="0" i="0" kern="1200" dirty="0">
              <a:latin typeface="+mn-lt"/>
            </a:rPr>
            <a:t> and separation of concerns. </a:t>
          </a:r>
          <a:endParaRPr lang="en-IN" sz="1700" kern="1200" dirty="0">
            <a:latin typeface="+mn-lt"/>
          </a:endParaRPr>
        </a:p>
      </dsp:txBody>
      <dsp:txXfrm>
        <a:off x="0" y="4531622"/>
        <a:ext cx="10649373" cy="602589"/>
      </dsp:txXfrm>
    </dsp:sp>
  </dsp:spTree>
</dsp:drawing>
</file>

<file path=ppt/diagrams/drawing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64A53C-427C-4F85-AADC-142316427841}">
      <dsp:nvSpPr>
        <dsp:cNvPr id="0" name=""/>
        <dsp:cNvSpPr/>
      </dsp:nvSpPr>
      <dsp:spPr>
        <a:xfrm>
          <a:off x="1073" y="284137"/>
          <a:ext cx="2560911" cy="676083"/>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Idempotent Methods</a:t>
          </a:r>
          <a:endParaRPr lang="en-IN" sz="1800" b="0" kern="1200" dirty="0"/>
        </a:p>
      </dsp:txBody>
      <dsp:txXfrm>
        <a:off x="20875" y="303939"/>
        <a:ext cx="2521307" cy="636479"/>
      </dsp:txXfrm>
    </dsp:sp>
    <dsp:sp modelId="{8216BFD9-8D2C-41CD-AA87-50AD8BE47027}">
      <dsp:nvSpPr>
        <dsp:cNvPr id="0" name=""/>
        <dsp:cNvSpPr/>
      </dsp:nvSpPr>
      <dsp:spPr>
        <a:xfrm>
          <a:off x="257164" y="960221"/>
          <a:ext cx="256091" cy="403895"/>
        </a:xfrm>
        <a:custGeom>
          <a:avLst/>
          <a:gdLst/>
          <a:ahLst/>
          <a:cxnLst/>
          <a:rect l="0" t="0" r="0" b="0"/>
          <a:pathLst>
            <a:path>
              <a:moveTo>
                <a:pt x="0" y="0"/>
              </a:moveTo>
              <a:lnTo>
                <a:pt x="0" y="403895"/>
              </a:lnTo>
              <a:lnTo>
                <a:pt x="256091" y="403895"/>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D624FE73-F29A-4C09-85C7-0033336DF3F8}">
      <dsp:nvSpPr>
        <dsp:cNvPr id="0" name=""/>
        <dsp:cNvSpPr/>
      </dsp:nvSpPr>
      <dsp:spPr>
        <a:xfrm>
          <a:off x="513255" y="1129242"/>
          <a:ext cx="1444904" cy="469749"/>
        </a:xfrm>
        <a:prstGeom prst="roundRect">
          <a:avLst>
            <a:gd name="adj" fmla="val 10000"/>
          </a:avLst>
        </a:prstGeom>
        <a:solidFill>
          <a:schemeClr val="lt1">
            <a:alpha val="90000"/>
            <a:hueOff val="0"/>
            <a:satOff val="0"/>
            <a:lumOff val="0"/>
            <a:alphaOff val="0"/>
          </a:schemeClr>
        </a:solidFill>
        <a:ln w="635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GET</a:t>
          </a:r>
          <a:endParaRPr lang="en-IN" sz="1800" b="0" kern="1200" dirty="0"/>
        </a:p>
      </dsp:txBody>
      <dsp:txXfrm>
        <a:off x="527013" y="1143000"/>
        <a:ext cx="1417388" cy="442233"/>
      </dsp:txXfrm>
    </dsp:sp>
    <dsp:sp modelId="{7DF11CE9-8800-4CB0-8512-35AC901896D1}">
      <dsp:nvSpPr>
        <dsp:cNvPr id="0" name=""/>
        <dsp:cNvSpPr/>
      </dsp:nvSpPr>
      <dsp:spPr>
        <a:xfrm>
          <a:off x="257164" y="960221"/>
          <a:ext cx="256091" cy="1042666"/>
        </a:xfrm>
        <a:custGeom>
          <a:avLst/>
          <a:gdLst/>
          <a:ahLst/>
          <a:cxnLst/>
          <a:rect l="0" t="0" r="0" b="0"/>
          <a:pathLst>
            <a:path>
              <a:moveTo>
                <a:pt x="0" y="0"/>
              </a:moveTo>
              <a:lnTo>
                <a:pt x="0" y="1042666"/>
              </a:lnTo>
              <a:lnTo>
                <a:pt x="256091" y="1042666"/>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E3C2C1D-514A-49DC-90D4-96C167B7B463}">
      <dsp:nvSpPr>
        <dsp:cNvPr id="0" name=""/>
        <dsp:cNvSpPr/>
      </dsp:nvSpPr>
      <dsp:spPr>
        <a:xfrm>
          <a:off x="513255" y="1768013"/>
          <a:ext cx="1444904" cy="469749"/>
        </a:xfrm>
        <a:prstGeom prst="roundRect">
          <a:avLst>
            <a:gd name="adj" fmla="val 10000"/>
          </a:avLst>
        </a:prstGeom>
        <a:solidFill>
          <a:schemeClr val="lt1">
            <a:alpha val="90000"/>
            <a:hueOff val="0"/>
            <a:satOff val="0"/>
            <a:lumOff val="0"/>
            <a:alphaOff val="0"/>
          </a:schemeClr>
        </a:solidFill>
        <a:ln w="6350" cap="flat" cmpd="sng" algn="ctr">
          <a:solidFill>
            <a:schemeClr val="accent3">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PUT</a:t>
          </a:r>
          <a:endParaRPr lang="en-IN" sz="1800" b="0" kern="1200" dirty="0"/>
        </a:p>
      </dsp:txBody>
      <dsp:txXfrm>
        <a:off x="527013" y="1781771"/>
        <a:ext cx="1417388" cy="442233"/>
      </dsp:txXfrm>
    </dsp:sp>
    <dsp:sp modelId="{858932F5-ADCD-4B98-A736-D65D487E7AD1}">
      <dsp:nvSpPr>
        <dsp:cNvPr id="0" name=""/>
        <dsp:cNvSpPr/>
      </dsp:nvSpPr>
      <dsp:spPr>
        <a:xfrm>
          <a:off x="257164" y="960221"/>
          <a:ext cx="256091" cy="1681437"/>
        </a:xfrm>
        <a:custGeom>
          <a:avLst/>
          <a:gdLst/>
          <a:ahLst/>
          <a:cxnLst/>
          <a:rect l="0" t="0" r="0" b="0"/>
          <a:pathLst>
            <a:path>
              <a:moveTo>
                <a:pt x="0" y="0"/>
              </a:moveTo>
              <a:lnTo>
                <a:pt x="0" y="1681437"/>
              </a:lnTo>
              <a:lnTo>
                <a:pt x="256091" y="1681437"/>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BFA08EA-A8CF-42DD-9127-2107875A821B}">
      <dsp:nvSpPr>
        <dsp:cNvPr id="0" name=""/>
        <dsp:cNvSpPr/>
      </dsp:nvSpPr>
      <dsp:spPr>
        <a:xfrm>
          <a:off x="513255" y="2406784"/>
          <a:ext cx="1444904" cy="469749"/>
        </a:xfrm>
        <a:prstGeom prst="roundRect">
          <a:avLst>
            <a:gd name="adj" fmla="val 10000"/>
          </a:avLst>
        </a:prstGeom>
        <a:solidFill>
          <a:schemeClr val="lt1">
            <a:alpha val="90000"/>
            <a:hueOff val="0"/>
            <a:satOff val="0"/>
            <a:lumOff val="0"/>
            <a:alphaOff val="0"/>
          </a:schemeClr>
        </a:solidFill>
        <a:ln w="6350" cap="flat" cmpd="sng" algn="ctr">
          <a:solidFill>
            <a:schemeClr val="accent4">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DELETE</a:t>
          </a:r>
          <a:endParaRPr lang="en-IN" sz="1800" b="0" kern="1200" dirty="0"/>
        </a:p>
      </dsp:txBody>
      <dsp:txXfrm>
        <a:off x="527013" y="2420542"/>
        <a:ext cx="1417388" cy="442233"/>
      </dsp:txXfrm>
    </dsp:sp>
    <dsp:sp modelId="{9AF3AD0E-7956-42C4-8D7C-B3B90DEA3DE0}">
      <dsp:nvSpPr>
        <dsp:cNvPr id="0" name=""/>
        <dsp:cNvSpPr/>
      </dsp:nvSpPr>
      <dsp:spPr>
        <a:xfrm>
          <a:off x="2900026" y="284137"/>
          <a:ext cx="2560911" cy="676083"/>
        </a:xfrm>
        <a:prstGeom prst="roundRect">
          <a:avLst>
            <a:gd name="adj" fmla="val 1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Non-Idempotent Methods</a:t>
          </a:r>
          <a:endParaRPr lang="en-IN" sz="1800" b="0" kern="1200" dirty="0"/>
        </a:p>
      </dsp:txBody>
      <dsp:txXfrm>
        <a:off x="2919828" y="303939"/>
        <a:ext cx="2521307" cy="636479"/>
      </dsp:txXfrm>
    </dsp:sp>
    <dsp:sp modelId="{19475593-62B8-481E-B0B9-61A9742DC6AD}">
      <dsp:nvSpPr>
        <dsp:cNvPr id="0" name=""/>
        <dsp:cNvSpPr/>
      </dsp:nvSpPr>
      <dsp:spPr>
        <a:xfrm>
          <a:off x="3156117" y="960221"/>
          <a:ext cx="256091" cy="403895"/>
        </a:xfrm>
        <a:custGeom>
          <a:avLst/>
          <a:gdLst/>
          <a:ahLst/>
          <a:cxnLst/>
          <a:rect l="0" t="0" r="0" b="0"/>
          <a:pathLst>
            <a:path>
              <a:moveTo>
                <a:pt x="0" y="0"/>
              </a:moveTo>
              <a:lnTo>
                <a:pt x="0" y="403895"/>
              </a:lnTo>
              <a:lnTo>
                <a:pt x="256091" y="403895"/>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BF6EF5A-3360-4E5D-BFBE-C40CA4CBB40A}">
      <dsp:nvSpPr>
        <dsp:cNvPr id="0" name=""/>
        <dsp:cNvSpPr/>
      </dsp:nvSpPr>
      <dsp:spPr>
        <a:xfrm>
          <a:off x="3412208" y="1129242"/>
          <a:ext cx="1444904" cy="469749"/>
        </a:xfrm>
        <a:prstGeom prst="roundRect">
          <a:avLst>
            <a:gd name="adj" fmla="val 10000"/>
          </a:avLst>
        </a:prstGeom>
        <a:solidFill>
          <a:schemeClr val="lt1">
            <a:alpha val="90000"/>
            <a:hueOff val="0"/>
            <a:satOff val="0"/>
            <a:lumOff val="0"/>
            <a:alphaOff val="0"/>
          </a:schemeClr>
        </a:solidFill>
        <a:ln w="6350" cap="flat" cmpd="sng" algn="ctr">
          <a:solidFill>
            <a:schemeClr val="accent5">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IN" sz="1800" b="0" i="0" kern="1200" dirty="0"/>
            <a:t>POST</a:t>
          </a:r>
          <a:endParaRPr lang="en-IN" sz="1800" b="0" kern="1200" dirty="0"/>
        </a:p>
      </dsp:txBody>
      <dsp:txXfrm>
        <a:off x="3425966" y="1143000"/>
        <a:ext cx="1417388" cy="442233"/>
      </dsp:txXfrm>
    </dsp:sp>
  </dsp:spTree>
</dsp:drawing>
</file>

<file path=ppt/diagrams/drawing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5230FB4-2835-4ACF-B03F-78A0A5B58A91}">
      <dsp:nvSpPr>
        <dsp:cNvPr id="0" name=""/>
        <dsp:cNvSpPr/>
      </dsp:nvSpPr>
      <dsp:spPr>
        <a:xfrm>
          <a:off x="410716" y="534"/>
          <a:ext cx="3149802" cy="1749890"/>
        </a:xfrm>
        <a:prstGeom prst="roundRect">
          <a:avLst>
            <a:gd name="adj" fmla="val 1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Performing same operation multiple times</a:t>
          </a:r>
        </a:p>
        <a:p>
          <a:pPr marL="0" lvl="0" indent="0" algn="ctr" defTabSz="800100">
            <a:lnSpc>
              <a:spcPct val="90000"/>
            </a:lnSpc>
            <a:spcBef>
              <a:spcPct val="0"/>
            </a:spcBef>
            <a:spcAft>
              <a:spcPct val="35000"/>
            </a:spcAft>
            <a:buNone/>
          </a:pPr>
          <a:r>
            <a:rPr lang="en-US" sz="1800" kern="1200" dirty="0"/>
            <a:t>(GET: </a:t>
          </a:r>
          <a:r>
            <a:rPr lang="en-IN" sz="1800" kern="1200" dirty="0">
              <a:effectLst/>
            </a:rPr>
            <a:t>www.abc.com/users </a:t>
          </a:r>
          <a:r>
            <a:rPr lang="en-US" sz="1800" kern="1200" dirty="0"/>
            <a:t>)</a:t>
          </a:r>
          <a:endParaRPr lang="en-IN" sz="1800" kern="1200" dirty="0"/>
        </a:p>
      </dsp:txBody>
      <dsp:txXfrm>
        <a:off x="461969" y="51787"/>
        <a:ext cx="3047296" cy="1647384"/>
      </dsp:txXfrm>
    </dsp:sp>
    <dsp:sp modelId="{EE91456F-AC3F-4BE1-AE29-D5AA020440F4}">
      <dsp:nvSpPr>
        <dsp:cNvPr id="0" name=""/>
        <dsp:cNvSpPr/>
      </dsp:nvSpPr>
      <dsp:spPr>
        <a:xfrm rot="5400000">
          <a:off x="1657513" y="1794171"/>
          <a:ext cx="656208" cy="787450"/>
        </a:xfrm>
        <a:prstGeom prst="rightArrow">
          <a:avLst>
            <a:gd name="adj1" fmla="val 60000"/>
            <a:gd name="adj2" fmla="val 5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IN" sz="1800" kern="1200"/>
        </a:p>
      </dsp:txBody>
      <dsp:txXfrm rot="-5400000">
        <a:off x="1749382" y="1859792"/>
        <a:ext cx="472470" cy="459346"/>
      </dsp:txXfrm>
    </dsp:sp>
    <dsp:sp modelId="{1C2FD2F8-08B7-4356-AB3B-A4FECBB41B69}">
      <dsp:nvSpPr>
        <dsp:cNvPr id="0" name=""/>
        <dsp:cNvSpPr/>
      </dsp:nvSpPr>
      <dsp:spPr>
        <a:xfrm>
          <a:off x="410716" y="2625369"/>
          <a:ext cx="3149802" cy="1749890"/>
        </a:xfrm>
        <a:prstGeom prst="roundRect">
          <a:avLst>
            <a:gd name="adj" fmla="val 10000"/>
          </a:avLst>
        </a:prstGeom>
        <a:gradFill rotWithShape="0">
          <a:gsLst>
            <a:gs pos="0">
              <a:schemeClr val="accent4">
                <a:hueOff val="9800891"/>
                <a:satOff val="-40777"/>
                <a:lumOff val="9608"/>
                <a:alphaOff val="0"/>
                <a:lumMod val="110000"/>
                <a:satMod val="105000"/>
                <a:tint val="67000"/>
              </a:schemeClr>
            </a:gs>
            <a:gs pos="50000">
              <a:schemeClr val="accent4">
                <a:hueOff val="9800891"/>
                <a:satOff val="-40777"/>
                <a:lumOff val="9608"/>
                <a:alphaOff val="0"/>
                <a:lumMod val="105000"/>
                <a:satMod val="103000"/>
                <a:tint val="73000"/>
              </a:schemeClr>
            </a:gs>
            <a:gs pos="100000">
              <a:schemeClr val="accent4">
                <a:hueOff val="9800891"/>
                <a:satOff val="-40777"/>
                <a:lumOff val="9608"/>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Same output/ response/ result</a:t>
          </a:r>
          <a:endParaRPr lang="en-IN" sz="1800" kern="1200" dirty="0"/>
        </a:p>
      </dsp:txBody>
      <dsp:txXfrm>
        <a:off x="461969" y="2676622"/>
        <a:ext cx="3047296" cy="1647384"/>
      </dsp:txXfrm>
    </dsp:sp>
  </dsp:spTree>
</dsp:drawing>
</file>

<file path=ppt/diagrams/drawing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152F2B4-5CBB-4E30-A59B-0C5CB9A66BD3}">
      <dsp:nvSpPr>
        <dsp:cNvPr id="0" name=""/>
        <dsp:cNvSpPr/>
      </dsp:nvSpPr>
      <dsp:spPr>
        <a:xfrm>
          <a:off x="5548" y="10602"/>
          <a:ext cx="1782681" cy="744754"/>
        </a:xfrm>
        <a:prstGeom prst="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w="6350" cap="flat" cmpd="sng" algn="ctr">
          <a:solidFill>
            <a:schemeClr val="accent2">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sz="1800" b="1" kern="1200" dirty="0"/>
            <a:t>1XX (Info)</a:t>
          </a:r>
          <a:endParaRPr lang="en-IN" sz="1800" b="1" kern="1200" dirty="0"/>
        </a:p>
      </dsp:txBody>
      <dsp:txXfrm>
        <a:off x="5548" y="10602"/>
        <a:ext cx="1782681" cy="744754"/>
      </dsp:txXfrm>
    </dsp:sp>
    <dsp:sp modelId="{E0AEC171-636F-4676-BBD7-B94DED3BA5F0}">
      <dsp:nvSpPr>
        <dsp:cNvPr id="0" name=""/>
        <dsp:cNvSpPr/>
      </dsp:nvSpPr>
      <dsp:spPr>
        <a:xfrm>
          <a:off x="5548" y="755357"/>
          <a:ext cx="1782681" cy="2766960"/>
        </a:xfrm>
        <a:prstGeom prst="rect">
          <a:avLst/>
        </a:prstGeom>
        <a:solidFill>
          <a:schemeClr val="accent2">
            <a:tint val="40000"/>
            <a:alpha val="90000"/>
            <a:hueOff val="0"/>
            <a:satOff val="0"/>
            <a:lumOff val="0"/>
            <a:alphaOff val="0"/>
          </a:schemeClr>
        </a:solidFill>
        <a:ln w="6350" cap="flat" cmpd="sng" algn="ctr">
          <a:solidFill>
            <a:schemeClr val="accent2">
              <a:tint val="40000"/>
              <a:alpha val="9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IN" sz="1800" b="0" kern="1200" dirty="0"/>
            <a:t>100 Continue</a:t>
          </a:r>
        </a:p>
      </dsp:txBody>
      <dsp:txXfrm>
        <a:off x="5548" y="755357"/>
        <a:ext cx="1782681" cy="2766960"/>
      </dsp:txXfrm>
    </dsp:sp>
    <dsp:sp modelId="{6F8CBD4E-5A1A-4D9E-8B97-3DEDF5F48B18}">
      <dsp:nvSpPr>
        <dsp:cNvPr id="0" name=""/>
        <dsp:cNvSpPr/>
      </dsp:nvSpPr>
      <dsp:spPr>
        <a:xfrm>
          <a:off x="2048893" y="10602"/>
          <a:ext cx="1861885" cy="744754"/>
        </a:xfrm>
        <a:prstGeom prst="rec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w="6350" cap="flat" cmpd="sng" algn="ctr">
          <a:solidFill>
            <a:schemeClr val="accent3">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sz="1800" b="1" kern="1200" dirty="0"/>
            <a:t>2XX (Success)</a:t>
          </a:r>
          <a:endParaRPr lang="en-IN" sz="1800" b="1" kern="1200" dirty="0"/>
        </a:p>
      </dsp:txBody>
      <dsp:txXfrm>
        <a:off x="2048893" y="10602"/>
        <a:ext cx="1861885" cy="744754"/>
      </dsp:txXfrm>
    </dsp:sp>
    <dsp:sp modelId="{43065303-5583-4B36-8ACA-A6C5BF70D00E}">
      <dsp:nvSpPr>
        <dsp:cNvPr id="0" name=""/>
        <dsp:cNvSpPr/>
      </dsp:nvSpPr>
      <dsp:spPr>
        <a:xfrm>
          <a:off x="2048893" y="755357"/>
          <a:ext cx="1861885" cy="2766960"/>
        </a:xfrm>
        <a:prstGeom prst="rect">
          <a:avLst/>
        </a:prstGeom>
        <a:solidFill>
          <a:schemeClr val="accent3">
            <a:tint val="40000"/>
            <a:alpha val="90000"/>
            <a:hueOff val="0"/>
            <a:satOff val="0"/>
            <a:lumOff val="0"/>
            <a:alphaOff val="0"/>
          </a:schemeClr>
        </a:solidFill>
        <a:ln w="6350" cap="flat" cmpd="sng" algn="ctr">
          <a:solidFill>
            <a:schemeClr val="accent3">
              <a:tint val="40000"/>
              <a:alpha val="9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US" sz="1800" b="0" kern="1200" dirty="0"/>
            <a:t>200: OK</a:t>
          </a:r>
          <a:endParaRPr lang="en-IN" sz="1800" b="0" kern="1200" dirty="0"/>
        </a:p>
        <a:p>
          <a:pPr marL="171450" lvl="1" indent="-171450" algn="l" defTabSz="800100">
            <a:lnSpc>
              <a:spcPct val="90000"/>
            </a:lnSpc>
            <a:spcBef>
              <a:spcPct val="0"/>
            </a:spcBef>
            <a:spcAft>
              <a:spcPct val="15000"/>
            </a:spcAft>
            <a:buChar char="•"/>
          </a:pPr>
          <a:r>
            <a:rPr lang="en-US" sz="1800" b="0" kern="1200" dirty="0"/>
            <a:t>201: Created</a:t>
          </a:r>
          <a:endParaRPr lang="en-IN" sz="1800" b="0" kern="1200" dirty="0"/>
        </a:p>
        <a:p>
          <a:pPr marL="171450" lvl="1" indent="-171450" algn="l" defTabSz="800100">
            <a:lnSpc>
              <a:spcPct val="90000"/>
            </a:lnSpc>
            <a:spcBef>
              <a:spcPct val="0"/>
            </a:spcBef>
            <a:spcAft>
              <a:spcPct val="15000"/>
            </a:spcAft>
            <a:buChar char="•"/>
          </a:pPr>
          <a:r>
            <a:rPr lang="en-US" sz="1800" b="0" kern="1200" dirty="0"/>
            <a:t>202: Accepted</a:t>
          </a:r>
          <a:endParaRPr lang="en-IN" sz="1800" b="0" kern="1200" dirty="0"/>
        </a:p>
        <a:p>
          <a:pPr marL="171450" lvl="1" indent="-171450" algn="l" defTabSz="800100">
            <a:lnSpc>
              <a:spcPct val="90000"/>
            </a:lnSpc>
            <a:spcBef>
              <a:spcPct val="0"/>
            </a:spcBef>
            <a:spcAft>
              <a:spcPct val="15000"/>
            </a:spcAft>
            <a:buChar char="•"/>
          </a:pPr>
          <a:r>
            <a:rPr lang="en-US" sz="1800" b="0" kern="1200" dirty="0"/>
            <a:t>204: No Content</a:t>
          </a:r>
          <a:endParaRPr lang="en-IN" sz="1800" b="0" kern="1200" dirty="0"/>
        </a:p>
      </dsp:txBody>
      <dsp:txXfrm>
        <a:off x="2048893" y="755357"/>
        <a:ext cx="1861885" cy="2766960"/>
      </dsp:txXfrm>
    </dsp:sp>
    <dsp:sp modelId="{5A3942D3-98FF-41F2-90A0-DE7983B9D122}">
      <dsp:nvSpPr>
        <dsp:cNvPr id="0" name=""/>
        <dsp:cNvSpPr/>
      </dsp:nvSpPr>
      <dsp:spPr>
        <a:xfrm>
          <a:off x="4171442" y="10602"/>
          <a:ext cx="2069039" cy="744754"/>
        </a:xfrm>
        <a:prstGeom prst="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w="6350" cap="flat" cmpd="sng" algn="ctr">
          <a:solidFill>
            <a:schemeClr val="accent4">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sz="1800" b="1" kern="1200" dirty="0"/>
            <a:t>3XX (Redirection)</a:t>
          </a:r>
          <a:endParaRPr lang="en-IN" sz="1800" b="1" kern="1200" dirty="0"/>
        </a:p>
      </dsp:txBody>
      <dsp:txXfrm>
        <a:off x="4171442" y="10602"/>
        <a:ext cx="2069039" cy="744754"/>
      </dsp:txXfrm>
    </dsp:sp>
    <dsp:sp modelId="{96224AAD-FF5E-43FC-A066-943BC552B06D}">
      <dsp:nvSpPr>
        <dsp:cNvPr id="0" name=""/>
        <dsp:cNvSpPr/>
      </dsp:nvSpPr>
      <dsp:spPr>
        <a:xfrm>
          <a:off x="4171442" y="755357"/>
          <a:ext cx="2069039" cy="2766960"/>
        </a:xfrm>
        <a:prstGeom prst="rect">
          <a:avLst/>
        </a:prstGeom>
        <a:solidFill>
          <a:schemeClr val="accent4">
            <a:tint val="40000"/>
            <a:alpha val="90000"/>
            <a:hueOff val="0"/>
            <a:satOff val="0"/>
            <a:lumOff val="0"/>
            <a:alphaOff val="0"/>
          </a:schemeClr>
        </a:solidFill>
        <a:ln w="6350" cap="flat" cmpd="sng" algn="ctr">
          <a:solidFill>
            <a:schemeClr val="accent4">
              <a:tint val="40000"/>
              <a:alpha val="9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IN" sz="1800" b="0" i="0" kern="1200" dirty="0"/>
            <a:t>300: Multiple Choices</a:t>
          </a:r>
          <a:endParaRPr lang="en-IN" sz="1800" b="0" kern="1200" dirty="0"/>
        </a:p>
      </dsp:txBody>
      <dsp:txXfrm>
        <a:off x="4171442" y="755357"/>
        <a:ext cx="2069039" cy="2766960"/>
      </dsp:txXfrm>
    </dsp:sp>
    <dsp:sp modelId="{63CE3E35-A968-40ED-BE1F-2B782661D882}">
      <dsp:nvSpPr>
        <dsp:cNvPr id="0" name=""/>
        <dsp:cNvSpPr/>
      </dsp:nvSpPr>
      <dsp:spPr>
        <a:xfrm>
          <a:off x="6514225" y="10602"/>
          <a:ext cx="2058891" cy="744754"/>
        </a:xfrm>
        <a:prstGeom prst="rect">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w="6350" cap="flat" cmpd="sng" algn="ctr">
          <a:solidFill>
            <a:schemeClr val="accent5">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sz="1800" b="1" kern="1200" dirty="0"/>
            <a:t>4XX (Client Error)</a:t>
          </a:r>
          <a:endParaRPr lang="en-IN" sz="1800" b="1" kern="1200" dirty="0"/>
        </a:p>
      </dsp:txBody>
      <dsp:txXfrm>
        <a:off x="6514225" y="10602"/>
        <a:ext cx="2058891" cy="744754"/>
      </dsp:txXfrm>
    </dsp:sp>
    <dsp:sp modelId="{361EC43A-2D12-4EA8-89A2-926925ECE0DE}">
      <dsp:nvSpPr>
        <dsp:cNvPr id="0" name=""/>
        <dsp:cNvSpPr/>
      </dsp:nvSpPr>
      <dsp:spPr>
        <a:xfrm>
          <a:off x="6501145" y="755357"/>
          <a:ext cx="2085051" cy="2766960"/>
        </a:xfrm>
        <a:prstGeom prst="rect">
          <a:avLst/>
        </a:prstGeom>
        <a:solidFill>
          <a:schemeClr val="accent5">
            <a:tint val="40000"/>
            <a:alpha val="90000"/>
            <a:hueOff val="0"/>
            <a:satOff val="0"/>
            <a:lumOff val="0"/>
            <a:alphaOff val="0"/>
          </a:schemeClr>
        </a:solidFill>
        <a:ln w="6350" cap="flat" cmpd="sng" algn="ctr">
          <a:solidFill>
            <a:schemeClr val="accent5">
              <a:tint val="40000"/>
              <a:alpha val="9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IN" sz="1800" b="0" i="0" kern="1200" dirty="0"/>
            <a:t>400: Bad Request</a:t>
          </a:r>
          <a:endParaRPr lang="en-IN" sz="1800" b="0" kern="1200" dirty="0"/>
        </a:p>
        <a:p>
          <a:pPr marL="171450" lvl="1" indent="-171450" algn="l" defTabSz="800100">
            <a:lnSpc>
              <a:spcPct val="90000"/>
            </a:lnSpc>
            <a:spcBef>
              <a:spcPct val="0"/>
            </a:spcBef>
            <a:spcAft>
              <a:spcPct val="15000"/>
            </a:spcAft>
            <a:buChar char="•"/>
          </a:pPr>
          <a:r>
            <a:rPr lang="en-IN" sz="1800" b="0" i="0" kern="1200" dirty="0"/>
            <a:t>401 Unauthorized</a:t>
          </a:r>
          <a:endParaRPr lang="en-IN" sz="1800" b="0" kern="1200" dirty="0"/>
        </a:p>
        <a:p>
          <a:pPr marL="171450" lvl="1" indent="-171450" algn="l" defTabSz="800100">
            <a:lnSpc>
              <a:spcPct val="90000"/>
            </a:lnSpc>
            <a:spcBef>
              <a:spcPct val="0"/>
            </a:spcBef>
            <a:spcAft>
              <a:spcPct val="15000"/>
            </a:spcAft>
            <a:buChar char="•"/>
          </a:pPr>
          <a:r>
            <a:rPr lang="en-IN" sz="1800" b="0" i="0" kern="1200" dirty="0"/>
            <a:t>403 Forbidden</a:t>
          </a:r>
          <a:endParaRPr lang="en-IN" sz="1800" b="0" kern="1200" dirty="0"/>
        </a:p>
        <a:p>
          <a:pPr marL="171450" lvl="1" indent="-171450" algn="l" defTabSz="800100">
            <a:lnSpc>
              <a:spcPct val="90000"/>
            </a:lnSpc>
            <a:spcBef>
              <a:spcPct val="0"/>
            </a:spcBef>
            <a:spcAft>
              <a:spcPct val="15000"/>
            </a:spcAft>
            <a:buChar char="•"/>
          </a:pPr>
          <a:r>
            <a:rPr lang="en-IN" sz="1800" b="0" i="0" kern="1200" dirty="0"/>
            <a:t>404 Not Found</a:t>
          </a:r>
          <a:endParaRPr lang="en-IN" sz="1800" b="0" kern="1200" dirty="0"/>
        </a:p>
      </dsp:txBody>
      <dsp:txXfrm>
        <a:off x="6501145" y="755357"/>
        <a:ext cx="2085051" cy="2766960"/>
      </dsp:txXfrm>
    </dsp:sp>
    <dsp:sp modelId="{4F17A855-AC64-4451-AB93-35D8AA9D4694}">
      <dsp:nvSpPr>
        <dsp:cNvPr id="0" name=""/>
        <dsp:cNvSpPr/>
      </dsp:nvSpPr>
      <dsp:spPr>
        <a:xfrm>
          <a:off x="8846861" y="10602"/>
          <a:ext cx="2057867" cy="744754"/>
        </a:xfrm>
        <a:prstGeom prst="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w="6350" cap="flat" cmpd="sng" algn="ctr">
          <a:solidFill>
            <a:schemeClr val="accent6">
              <a:hueOff val="0"/>
              <a:satOff val="0"/>
              <a:lumOff val="0"/>
              <a:alphaOff val="0"/>
            </a:schemeClr>
          </a:solidFill>
          <a:prstDash val="solid"/>
          <a:miter lim="800000"/>
        </a:ln>
        <a:effectLst/>
      </dsp:spPr>
      <dsp:style>
        <a:lnRef idx="1">
          <a:scrgbClr r="0" g="0" b="0"/>
        </a:lnRef>
        <a:fillRef idx="2">
          <a:scrgbClr r="0" g="0" b="0"/>
        </a:fillRef>
        <a:effectRef idx="1">
          <a:scrgbClr r="0" g="0" b="0"/>
        </a:effectRef>
        <a:fontRef idx="minor">
          <a:schemeClr val="dk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sz="1800" b="1" kern="1200" dirty="0"/>
            <a:t>5XX (Server Error)</a:t>
          </a:r>
          <a:endParaRPr lang="en-IN" sz="1800" b="1" kern="1200" dirty="0"/>
        </a:p>
      </dsp:txBody>
      <dsp:txXfrm>
        <a:off x="8846861" y="10602"/>
        <a:ext cx="2057867" cy="744754"/>
      </dsp:txXfrm>
    </dsp:sp>
    <dsp:sp modelId="{1AEF03EB-42C4-4AC4-898B-25D7A62C577D}">
      <dsp:nvSpPr>
        <dsp:cNvPr id="0" name=""/>
        <dsp:cNvSpPr/>
      </dsp:nvSpPr>
      <dsp:spPr>
        <a:xfrm>
          <a:off x="8846861" y="755357"/>
          <a:ext cx="2057867" cy="2766960"/>
        </a:xfrm>
        <a:prstGeom prst="rect">
          <a:avLst/>
        </a:prstGeom>
        <a:solidFill>
          <a:schemeClr val="accent6">
            <a:tint val="40000"/>
            <a:alpha val="90000"/>
            <a:hueOff val="0"/>
            <a:satOff val="0"/>
            <a:lumOff val="0"/>
            <a:alphaOff val="0"/>
          </a:schemeClr>
        </a:solidFill>
        <a:ln w="6350" cap="flat" cmpd="sng" algn="ctr">
          <a:solidFill>
            <a:schemeClr val="accent6">
              <a:tint val="40000"/>
              <a:alpha val="9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IN" sz="1800" b="0" i="0" kern="1200" dirty="0"/>
            <a:t>500: Internal Server Error</a:t>
          </a:r>
          <a:endParaRPr lang="en-IN" sz="1800" b="0" kern="1200" dirty="0"/>
        </a:p>
        <a:p>
          <a:pPr marL="171450" lvl="1" indent="-171450" algn="l" defTabSz="800100">
            <a:lnSpc>
              <a:spcPct val="90000"/>
            </a:lnSpc>
            <a:spcBef>
              <a:spcPct val="0"/>
            </a:spcBef>
            <a:spcAft>
              <a:spcPct val="15000"/>
            </a:spcAft>
            <a:buChar char="•"/>
          </a:pPr>
          <a:r>
            <a:rPr lang="en-IN" sz="1800" b="0" i="0" kern="1200" dirty="0"/>
            <a:t>501: Not Implemented</a:t>
          </a:r>
          <a:endParaRPr lang="en-IN" sz="1800" b="0" kern="1200" dirty="0"/>
        </a:p>
        <a:p>
          <a:pPr marL="171450" lvl="1" indent="-171450" algn="l" defTabSz="800100">
            <a:lnSpc>
              <a:spcPct val="90000"/>
            </a:lnSpc>
            <a:spcBef>
              <a:spcPct val="0"/>
            </a:spcBef>
            <a:spcAft>
              <a:spcPct val="15000"/>
            </a:spcAft>
            <a:buChar char="•"/>
          </a:pPr>
          <a:r>
            <a:rPr lang="en-IN" sz="1800" b="0" i="0" kern="1200" dirty="0"/>
            <a:t>502: Bad Gateway</a:t>
          </a:r>
          <a:endParaRPr lang="en-IN" sz="1800" b="0" kern="1200" dirty="0"/>
        </a:p>
        <a:p>
          <a:pPr marL="171450" lvl="1" indent="-171450" algn="l" defTabSz="800100">
            <a:lnSpc>
              <a:spcPct val="90000"/>
            </a:lnSpc>
            <a:spcBef>
              <a:spcPct val="0"/>
            </a:spcBef>
            <a:spcAft>
              <a:spcPct val="15000"/>
            </a:spcAft>
            <a:buChar char="•"/>
          </a:pPr>
          <a:r>
            <a:rPr lang="en-IN" sz="1800" b="0" i="0" kern="1200" dirty="0"/>
            <a:t>503: Service Unavailable</a:t>
          </a:r>
          <a:endParaRPr lang="en-IN" sz="1800" b="0" kern="1200" dirty="0"/>
        </a:p>
      </dsp:txBody>
      <dsp:txXfrm>
        <a:off x="8846861" y="755357"/>
        <a:ext cx="2057867" cy="2766960"/>
      </dsp:txXfrm>
    </dsp:sp>
  </dsp:spTree>
</dsp:drawing>
</file>

<file path=ppt/diagrams/drawing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9266DF-5510-468E-8664-1C086436B6DD}">
      <dsp:nvSpPr>
        <dsp:cNvPr id="0" name=""/>
        <dsp:cNvSpPr/>
      </dsp:nvSpPr>
      <dsp:spPr>
        <a:xfrm>
          <a:off x="3085830" y="1104041"/>
          <a:ext cx="2183247" cy="378910"/>
        </a:xfrm>
        <a:custGeom>
          <a:avLst/>
          <a:gdLst/>
          <a:ahLst/>
          <a:cxnLst/>
          <a:rect l="0" t="0" r="0" b="0"/>
          <a:pathLst>
            <a:path>
              <a:moveTo>
                <a:pt x="0" y="0"/>
              </a:moveTo>
              <a:lnTo>
                <a:pt x="0" y="189455"/>
              </a:lnTo>
              <a:lnTo>
                <a:pt x="2183247" y="189455"/>
              </a:lnTo>
              <a:lnTo>
                <a:pt x="2183247" y="37891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66991BE-F95C-4B8D-AD32-A9C857C6C6CC}">
      <dsp:nvSpPr>
        <dsp:cNvPr id="0" name=""/>
        <dsp:cNvSpPr/>
      </dsp:nvSpPr>
      <dsp:spPr>
        <a:xfrm>
          <a:off x="3040110" y="1104041"/>
          <a:ext cx="91440" cy="378910"/>
        </a:xfrm>
        <a:custGeom>
          <a:avLst/>
          <a:gdLst/>
          <a:ahLst/>
          <a:cxnLst/>
          <a:rect l="0" t="0" r="0" b="0"/>
          <a:pathLst>
            <a:path>
              <a:moveTo>
                <a:pt x="45720" y="0"/>
              </a:moveTo>
              <a:lnTo>
                <a:pt x="45720" y="37891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153BD49-B2F1-4DEA-9D71-73D640327311}">
      <dsp:nvSpPr>
        <dsp:cNvPr id="0" name=""/>
        <dsp:cNvSpPr/>
      </dsp:nvSpPr>
      <dsp:spPr>
        <a:xfrm>
          <a:off x="902582" y="1104041"/>
          <a:ext cx="2183247" cy="378910"/>
        </a:xfrm>
        <a:custGeom>
          <a:avLst/>
          <a:gdLst/>
          <a:ahLst/>
          <a:cxnLst/>
          <a:rect l="0" t="0" r="0" b="0"/>
          <a:pathLst>
            <a:path>
              <a:moveTo>
                <a:pt x="2183247" y="0"/>
              </a:moveTo>
              <a:lnTo>
                <a:pt x="2183247" y="189455"/>
              </a:lnTo>
              <a:lnTo>
                <a:pt x="0" y="189455"/>
              </a:lnTo>
              <a:lnTo>
                <a:pt x="0" y="378910"/>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F77B627-DDD6-476E-A765-FA043F5A1AC5}">
      <dsp:nvSpPr>
        <dsp:cNvPr id="0" name=""/>
        <dsp:cNvSpPr/>
      </dsp:nvSpPr>
      <dsp:spPr>
        <a:xfrm>
          <a:off x="2183662" y="201872"/>
          <a:ext cx="1804336" cy="902168"/>
        </a:xfrm>
        <a:prstGeom prst="flowChartAlternateProcess">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a:t>Types of Serialization</a:t>
          </a:r>
        </a:p>
      </dsp:txBody>
      <dsp:txXfrm>
        <a:off x="2227701" y="245911"/>
        <a:ext cx="1716258" cy="814090"/>
      </dsp:txXfrm>
    </dsp:sp>
    <dsp:sp modelId="{2B1BB829-5E79-48DC-8745-C819CE46A451}">
      <dsp:nvSpPr>
        <dsp:cNvPr id="0" name=""/>
        <dsp:cNvSpPr/>
      </dsp:nvSpPr>
      <dsp:spPr>
        <a:xfrm>
          <a:off x="414" y="1482951"/>
          <a:ext cx="1804336" cy="902168"/>
        </a:xfrm>
        <a:prstGeom prst="flowChartAlternateProcess">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a:t>Binary </a:t>
          </a:r>
        </a:p>
        <a:p>
          <a:pPr marL="0" lvl="0" indent="0" algn="ctr" defTabSz="800100">
            <a:lnSpc>
              <a:spcPct val="90000"/>
            </a:lnSpc>
            <a:spcBef>
              <a:spcPct val="0"/>
            </a:spcBef>
            <a:spcAft>
              <a:spcPct val="35000"/>
            </a:spcAft>
            <a:buNone/>
          </a:pPr>
          <a:r>
            <a:rPr lang="en-IN" sz="1800" kern="1200" dirty="0"/>
            <a:t>Serialization</a:t>
          </a:r>
        </a:p>
      </dsp:txBody>
      <dsp:txXfrm>
        <a:off x="44453" y="1526990"/>
        <a:ext cx="1716258" cy="814090"/>
      </dsp:txXfrm>
    </dsp:sp>
    <dsp:sp modelId="{B4912EDC-D502-4777-9778-003DBDDCB6E8}">
      <dsp:nvSpPr>
        <dsp:cNvPr id="0" name=""/>
        <dsp:cNvSpPr/>
      </dsp:nvSpPr>
      <dsp:spPr>
        <a:xfrm>
          <a:off x="2183662" y="1482951"/>
          <a:ext cx="1804336" cy="902168"/>
        </a:xfrm>
        <a:prstGeom prst="flowChartAlternateProcess">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a:t>XML </a:t>
          </a:r>
        </a:p>
        <a:p>
          <a:pPr marL="0" lvl="0" indent="0" algn="ctr" defTabSz="800100">
            <a:lnSpc>
              <a:spcPct val="90000"/>
            </a:lnSpc>
            <a:spcBef>
              <a:spcPct val="0"/>
            </a:spcBef>
            <a:spcAft>
              <a:spcPct val="35000"/>
            </a:spcAft>
            <a:buNone/>
          </a:pPr>
          <a:r>
            <a:rPr lang="en-IN" sz="1800" kern="1200" dirty="0"/>
            <a:t>Serialization</a:t>
          </a:r>
        </a:p>
      </dsp:txBody>
      <dsp:txXfrm>
        <a:off x="2227701" y="1526990"/>
        <a:ext cx="1716258" cy="814090"/>
      </dsp:txXfrm>
    </dsp:sp>
    <dsp:sp modelId="{6ED36880-A61E-4995-BF07-3BA870F18EF2}">
      <dsp:nvSpPr>
        <dsp:cNvPr id="0" name=""/>
        <dsp:cNvSpPr/>
      </dsp:nvSpPr>
      <dsp:spPr>
        <a:xfrm>
          <a:off x="4366909" y="1482951"/>
          <a:ext cx="1804336" cy="902168"/>
        </a:xfrm>
        <a:prstGeom prst="flowChartAlternateProcess">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kern="1200" dirty="0"/>
            <a:t>JSON </a:t>
          </a:r>
        </a:p>
        <a:p>
          <a:pPr marL="0" lvl="0" indent="0" algn="ctr" defTabSz="800100">
            <a:lnSpc>
              <a:spcPct val="90000"/>
            </a:lnSpc>
            <a:spcBef>
              <a:spcPct val="0"/>
            </a:spcBef>
            <a:spcAft>
              <a:spcPct val="35000"/>
            </a:spcAft>
            <a:buNone/>
          </a:pPr>
          <a:r>
            <a:rPr lang="en-IN" sz="1800" kern="1200" dirty="0"/>
            <a:t>Serialization</a:t>
          </a:r>
        </a:p>
      </dsp:txBody>
      <dsp:txXfrm>
        <a:off x="4410948" y="1526990"/>
        <a:ext cx="1716258" cy="814090"/>
      </dsp:txXfrm>
    </dsp:sp>
  </dsp:spTree>
</dsp:drawing>
</file>

<file path=ppt/diagrams/drawing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0E4C923-FEF5-491D-939F-242EF5B67899}">
      <dsp:nvSpPr>
        <dsp:cNvPr id="0" name=""/>
        <dsp:cNvSpPr/>
      </dsp:nvSpPr>
      <dsp:spPr>
        <a:xfrm>
          <a:off x="1533504" y="1952266"/>
          <a:ext cx="1745848" cy="1708376"/>
        </a:xfrm>
        <a:prstGeom prst="ellipse">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1" kern="1200" dirty="0"/>
            <a:t>REST API Documentation Formats</a:t>
          </a:r>
        </a:p>
      </dsp:txBody>
      <dsp:txXfrm>
        <a:off x="1789178" y="2202452"/>
        <a:ext cx="1234500" cy="1208004"/>
      </dsp:txXfrm>
    </dsp:sp>
    <dsp:sp modelId="{52CC653A-31BD-4541-B458-654994BAB4E2}">
      <dsp:nvSpPr>
        <dsp:cNvPr id="0" name=""/>
        <dsp:cNvSpPr/>
      </dsp:nvSpPr>
      <dsp:spPr>
        <a:xfrm rot="16200000">
          <a:off x="2245409" y="1763822"/>
          <a:ext cx="322037" cy="54851"/>
        </a:xfrm>
        <a:custGeom>
          <a:avLst/>
          <a:gdLst/>
          <a:ahLst/>
          <a:cxnLst/>
          <a:rect l="0" t="0" r="0" b="0"/>
          <a:pathLst>
            <a:path>
              <a:moveTo>
                <a:pt x="0" y="27425"/>
              </a:moveTo>
              <a:lnTo>
                <a:pt x="322037" y="27425"/>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n-IN" sz="1800" b="0" kern="1200"/>
        </a:p>
      </dsp:txBody>
      <dsp:txXfrm>
        <a:off x="2398377" y="1783197"/>
        <a:ext cx="16101" cy="16101"/>
      </dsp:txXfrm>
    </dsp:sp>
    <dsp:sp modelId="{5CFD2773-43F9-4957-957A-5366FD2E10CF}">
      <dsp:nvSpPr>
        <dsp:cNvPr id="0" name=""/>
        <dsp:cNvSpPr/>
      </dsp:nvSpPr>
      <dsp:spPr>
        <a:xfrm>
          <a:off x="1673118" y="163610"/>
          <a:ext cx="1466619" cy="1466619"/>
        </a:xfrm>
        <a:prstGeom prst="ellipse">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1. Swagger (</a:t>
          </a:r>
          <a:r>
            <a:rPr lang="en-IN" sz="1800" b="0" i="0" kern="1200" dirty="0" err="1"/>
            <a:t>OpenAPI</a:t>
          </a:r>
          <a:r>
            <a:rPr lang="en-IN" sz="1800" b="0" i="0" kern="1200" dirty="0"/>
            <a:t>)</a:t>
          </a:r>
          <a:endParaRPr lang="en-IN" sz="1800" b="0" kern="1200" dirty="0"/>
        </a:p>
      </dsp:txBody>
      <dsp:txXfrm>
        <a:off x="1887899" y="378391"/>
        <a:ext cx="1037057" cy="1037057"/>
      </dsp:txXfrm>
    </dsp:sp>
    <dsp:sp modelId="{1A9A957F-FF09-42A4-9A7F-8C477CD8086F}">
      <dsp:nvSpPr>
        <dsp:cNvPr id="0" name=""/>
        <dsp:cNvSpPr/>
      </dsp:nvSpPr>
      <dsp:spPr>
        <a:xfrm rot="1800000">
          <a:off x="3137608" y="3290117"/>
          <a:ext cx="308100" cy="54851"/>
        </a:xfrm>
        <a:custGeom>
          <a:avLst/>
          <a:gdLst/>
          <a:ahLst/>
          <a:cxnLst/>
          <a:rect l="0" t="0" r="0" b="0"/>
          <a:pathLst>
            <a:path>
              <a:moveTo>
                <a:pt x="0" y="27425"/>
              </a:moveTo>
              <a:lnTo>
                <a:pt x="308100" y="27425"/>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n-IN" sz="1800" b="0" kern="1200"/>
        </a:p>
      </dsp:txBody>
      <dsp:txXfrm>
        <a:off x="3283955" y="3309840"/>
        <a:ext cx="15405" cy="15405"/>
      </dsp:txXfrm>
    </dsp:sp>
    <dsp:sp modelId="{2E911016-C456-4959-97B8-69BBBFF8D356}">
      <dsp:nvSpPr>
        <dsp:cNvPr id="0" name=""/>
        <dsp:cNvSpPr/>
      </dsp:nvSpPr>
      <dsp:spPr>
        <a:xfrm>
          <a:off x="3326825" y="3027913"/>
          <a:ext cx="1466619" cy="1466619"/>
        </a:xfrm>
        <a:prstGeom prst="ellipse">
          <a:avLst/>
        </a:prstGeom>
        <a:gradFill rotWithShape="0">
          <a:gsLst>
            <a:gs pos="0">
              <a:schemeClr val="accent5">
                <a:hueOff val="-3379271"/>
                <a:satOff val="-8710"/>
                <a:lumOff val="-5883"/>
                <a:alphaOff val="0"/>
                <a:lumMod val="110000"/>
                <a:satMod val="105000"/>
                <a:tint val="67000"/>
              </a:schemeClr>
            </a:gs>
            <a:gs pos="50000">
              <a:schemeClr val="accent5">
                <a:hueOff val="-3379271"/>
                <a:satOff val="-8710"/>
                <a:lumOff val="-5883"/>
                <a:alphaOff val="0"/>
                <a:lumMod val="105000"/>
                <a:satMod val="103000"/>
                <a:tint val="73000"/>
              </a:schemeClr>
            </a:gs>
            <a:gs pos="100000">
              <a:schemeClr val="accent5">
                <a:hueOff val="-3379271"/>
                <a:satOff val="-8710"/>
                <a:lumOff val="-5883"/>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2. RAML</a:t>
          </a:r>
          <a:endParaRPr lang="en-IN" sz="1800" b="0" kern="1200" dirty="0"/>
        </a:p>
      </dsp:txBody>
      <dsp:txXfrm>
        <a:off x="3541606" y="3242694"/>
        <a:ext cx="1037057" cy="1037057"/>
      </dsp:txXfrm>
    </dsp:sp>
    <dsp:sp modelId="{C548E87F-EF67-4991-8514-2BC8B1932399}">
      <dsp:nvSpPr>
        <dsp:cNvPr id="0" name=""/>
        <dsp:cNvSpPr/>
      </dsp:nvSpPr>
      <dsp:spPr>
        <a:xfrm rot="9000000">
          <a:off x="1367148" y="3290117"/>
          <a:ext cx="308100" cy="54851"/>
        </a:xfrm>
        <a:custGeom>
          <a:avLst/>
          <a:gdLst/>
          <a:ahLst/>
          <a:cxnLst/>
          <a:rect l="0" t="0" r="0" b="0"/>
          <a:pathLst>
            <a:path>
              <a:moveTo>
                <a:pt x="0" y="27425"/>
              </a:moveTo>
              <a:lnTo>
                <a:pt x="308100" y="27425"/>
              </a:lnTo>
            </a:path>
          </a:pathLst>
        </a:custGeom>
        <a:noFill/>
        <a:ln w="1270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n-IN" sz="1800" b="0" kern="1200"/>
        </a:p>
      </dsp:txBody>
      <dsp:txXfrm rot="10800000">
        <a:off x="1513496" y="3309840"/>
        <a:ext cx="15405" cy="15405"/>
      </dsp:txXfrm>
    </dsp:sp>
    <dsp:sp modelId="{E4556155-3E92-472A-9D0F-C5275EBC0E41}">
      <dsp:nvSpPr>
        <dsp:cNvPr id="0" name=""/>
        <dsp:cNvSpPr/>
      </dsp:nvSpPr>
      <dsp:spPr>
        <a:xfrm>
          <a:off x="19412" y="3027913"/>
          <a:ext cx="1466619" cy="1466619"/>
        </a:xfrm>
        <a:prstGeom prst="ellipse">
          <a:avLst/>
        </a:prstGeom>
        <a:gradFill rotWithShape="0">
          <a:gsLst>
            <a:gs pos="0">
              <a:schemeClr val="accent5">
                <a:hueOff val="-6758543"/>
                <a:satOff val="-17419"/>
                <a:lumOff val="-11765"/>
                <a:alphaOff val="0"/>
                <a:lumMod val="110000"/>
                <a:satMod val="105000"/>
                <a:tint val="67000"/>
              </a:schemeClr>
            </a:gs>
            <a:gs pos="50000">
              <a:schemeClr val="accent5">
                <a:hueOff val="-6758543"/>
                <a:satOff val="-17419"/>
                <a:lumOff val="-11765"/>
                <a:alphaOff val="0"/>
                <a:lumMod val="105000"/>
                <a:satMod val="103000"/>
                <a:tint val="73000"/>
              </a:schemeClr>
            </a:gs>
            <a:gs pos="100000">
              <a:schemeClr val="accent5">
                <a:hueOff val="-6758543"/>
                <a:satOff val="-17419"/>
                <a:lumOff val="-11765"/>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n-IN" sz="1800" b="0" i="0" kern="1200" dirty="0"/>
            <a:t>3. API Blueprint</a:t>
          </a:r>
          <a:endParaRPr lang="en-IN" sz="1800" b="0" kern="1200" dirty="0"/>
        </a:p>
      </dsp:txBody>
      <dsp:txXfrm>
        <a:off x="234193" y="3242694"/>
        <a:ext cx="1037057" cy="1037057"/>
      </dsp:txXfrm>
    </dsp:sp>
  </dsp:spTree>
</dsp:drawing>
</file>

<file path=ppt/diagrams/drawing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EA7F788-9394-4370-B950-685827D7980B}">
      <dsp:nvSpPr>
        <dsp:cNvPr id="0" name=""/>
        <dsp:cNvSpPr/>
      </dsp:nvSpPr>
      <dsp:spPr>
        <a:xfrm>
          <a:off x="0" y="0"/>
          <a:ext cx="8257540"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D6009370-7834-4E78-8CF3-CF7A11992D89}">
      <dsp:nvSpPr>
        <dsp:cNvPr id="0" name=""/>
        <dsp:cNvSpPr/>
      </dsp:nvSpPr>
      <dsp:spPr>
        <a:xfrm>
          <a:off x="0" y="0"/>
          <a:ext cx="1651508" cy="541866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9060" tIns="99060" rIns="99060" bIns="99060" numCol="1" spcCol="1270" anchor="t" anchorCtr="0">
          <a:noAutofit/>
        </a:bodyPr>
        <a:lstStyle/>
        <a:p>
          <a:pPr marL="0" lvl="0" indent="0" algn="l" defTabSz="1155700">
            <a:lnSpc>
              <a:spcPct val="90000"/>
            </a:lnSpc>
            <a:spcBef>
              <a:spcPct val="0"/>
            </a:spcBef>
            <a:spcAft>
              <a:spcPct val="35000"/>
            </a:spcAft>
            <a:buNone/>
          </a:pPr>
          <a:r>
            <a:rPr lang="en-US" sz="2600" kern="1200" dirty="0">
              <a:solidFill>
                <a:srgbClr val="FFFF00"/>
              </a:solidFill>
            </a:rPr>
            <a:t>Mock Interviews</a:t>
          </a:r>
          <a:endParaRPr lang="en-IN" sz="2600" kern="1200" dirty="0">
            <a:solidFill>
              <a:srgbClr val="FFFF00"/>
            </a:solidFill>
          </a:endParaRPr>
        </a:p>
      </dsp:txBody>
      <dsp:txXfrm>
        <a:off x="0" y="0"/>
        <a:ext cx="1651508" cy="5418667"/>
      </dsp:txXfrm>
    </dsp:sp>
    <dsp:sp modelId="{97B18866-DD75-49A7-B715-86EAB62DDA92}">
      <dsp:nvSpPr>
        <dsp:cNvPr id="0" name=""/>
        <dsp:cNvSpPr/>
      </dsp:nvSpPr>
      <dsp:spPr>
        <a:xfrm>
          <a:off x="1775371" y="28508"/>
          <a:ext cx="6482168" cy="5701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mj-lt"/>
            <a:buNone/>
          </a:pPr>
          <a:r>
            <a:rPr lang="en-US" sz="1600"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1. Java-Basics, Variables &amp; Data types, Operators, Control statements</a:t>
          </a:r>
          <a:endParaRPr lang="en-IN" sz="1600" kern="1200" dirty="0">
            <a:solidFill>
              <a:schemeClr val="tx1"/>
            </a:solidFill>
          </a:endParaRPr>
        </a:p>
      </dsp:txBody>
      <dsp:txXfrm>
        <a:off x="1775371" y="28508"/>
        <a:ext cx="6482168" cy="570177"/>
      </dsp:txXfrm>
    </dsp:sp>
    <dsp:sp modelId="{BFF4EC9A-42EB-4EF3-BD6A-48517089F2BC}">
      <dsp:nvSpPr>
        <dsp:cNvPr id="0" name=""/>
        <dsp:cNvSpPr/>
      </dsp:nvSpPr>
      <dsp:spPr>
        <a:xfrm>
          <a:off x="1651508" y="598685"/>
          <a:ext cx="6606032" cy="0"/>
        </a:xfrm>
        <a:prstGeom prst="line">
          <a:avLst/>
        </a:prstGeom>
        <a:solidFill>
          <a:schemeClr val="accent2">
            <a:hueOff val="0"/>
            <a:satOff val="0"/>
            <a:lumOff val="0"/>
            <a:alphaOff val="0"/>
          </a:schemeClr>
        </a:solidFill>
        <a:ln w="12700" cap="flat" cmpd="sng" algn="ctr">
          <a:solidFill>
            <a:schemeClr val="accent2">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05C1126-9FF8-4205-BAA8-846FE52F70B0}">
      <dsp:nvSpPr>
        <dsp:cNvPr id="0" name=""/>
        <dsp:cNvSpPr/>
      </dsp:nvSpPr>
      <dsp:spPr>
        <a:xfrm>
          <a:off x="1775371" y="627194"/>
          <a:ext cx="6482168" cy="5701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mj-lt"/>
            <a:buNone/>
          </a:pPr>
          <a:r>
            <a:rPr lang="en-US" sz="1600"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2. OOPS - Classes, Objects, Access Specifiers, Getter-Setter &amp; this keyword</a:t>
          </a:r>
          <a:endParaRPr lang="en-IN" sz="1600" kern="1200" dirty="0">
            <a:solidFill>
              <a:schemeClr val="tx1"/>
            </a:solidFill>
          </a:endParaRPr>
        </a:p>
      </dsp:txBody>
      <dsp:txXfrm>
        <a:off x="1775371" y="627194"/>
        <a:ext cx="6482168" cy="570177"/>
      </dsp:txXfrm>
    </dsp:sp>
    <dsp:sp modelId="{A57501B4-05EB-44A8-A21B-8AC696D73B9F}">
      <dsp:nvSpPr>
        <dsp:cNvPr id="0" name=""/>
        <dsp:cNvSpPr/>
      </dsp:nvSpPr>
      <dsp:spPr>
        <a:xfrm>
          <a:off x="1651508" y="1197371"/>
          <a:ext cx="6606032" cy="0"/>
        </a:xfrm>
        <a:prstGeom prst="line">
          <a:avLst/>
        </a:prstGeom>
        <a:solidFill>
          <a:schemeClr val="accent2">
            <a:hueOff val="0"/>
            <a:satOff val="0"/>
            <a:lumOff val="0"/>
            <a:alphaOff val="0"/>
          </a:schemeClr>
        </a:solidFill>
        <a:ln w="12700" cap="flat" cmpd="sng" algn="ctr">
          <a:solidFill>
            <a:schemeClr val="accent2">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9228E352-A26A-4A98-96DA-24CF3959F449}">
      <dsp:nvSpPr>
        <dsp:cNvPr id="0" name=""/>
        <dsp:cNvSpPr/>
      </dsp:nvSpPr>
      <dsp:spPr>
        <a:xfrm>
          <a:off x="1775371" y="1225880"/>
          <a:ext cx="6482168" cy="5701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mj-lt"/>
            <a:buNone/>
          </a:pPr>
          <a:r>
            <a:rPr lang="en-IN" sz="1600"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3. OOPS - Inheritance, Polymorphism, Encapsulation &amp; Abstraction</a:t>
          </a:r>
          <a:endParaRPr lang="en-IN" sz="1600" kern="1200" dirty="0">
            <a:solidFill>
              <a:schemeClr val="tx1"/>
            </a:solidFill>
          </a:endParaRPr>
        </a:p>
      </dsp:txBody>
      <dsp:txXfrm>
        <a:off x="1775371" y="1225880"/>
        <a:ext cx="6482168" cy="570177"/>
      </dsp:txXfrm>
    </dsp:sp>
    <dsp:sp modelId="{59C3B727-3372-40E4-8735-D827B791C4EE}">
      <dsp:nvSpPr>
        <dsp:cNvPr id="0" name=""/>
        <dsp:cNvSpPr/>
      </dsp:nvSpPr>
      <dsp:spPr>
        <a:xfrm>
          <a:off x="1651508" y="1796057"/>
          <a:ext cx="6606032" cy="0"/>
        </a:xfrm>
        <a:prstGeom prst="line">
          <a:avLst/>
        </a:prstGeom>
        <a:solidFill>
          <a:schemeClr val="accent2">
            <a:hueOff val="0"/>
            <a:satOff val="0"/>
            <a:lumOff val="0"/>
            <a:alphaOff val="0"/>
          </a:schemeClr>
        </a:solidFill>
        <a:ln w="12700" cap="flat" cmpd="sng" algn="ctr">
          <a:solidFill>
            <a:schemeClr val="accent2">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5DD0AC7F-CBA2-450E-9BDE-F03C7CAEE5B4}">
      <dsp:nvSpPr>
        <dsp:cNvPr id="0" name=""/>
        <dsp:cNvSpPr/>
      </dsp:nvSpPr>
      <dsp:spPr>
        <a:xfrm>
          <a:off x="1775371" y="1824566"/>
          <a:ext cx="6482168" cy="5701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mj-lt"/>
            <a:buNone/>
          </a:pPr>
          <a:r>
            <a:rPr lang="en-US" sz="1600"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4. Abstract class &amp; Interface, Constructors</a:t>
          </a:r>
          <a:endParaRPr lang="en-IN" sz="1600" kern="1200" dirty="0">
            <a:solidFill>
              <a:schemeClr val="tx1"/>
            </a:solidFill>
          </a:endParaRPr>
        </a:p>
      </dsp:txBody>
      <dsp:txXfrm>
        <a:off x="1775371" y="1824566"/>
        <a:ext cx="6482168" cy="570177"/>
      </dsp:txXfrm>
    </dsp:sp>
    <dsp:sp modelId="{062DB5F1-175F-46CD-94CC-760270DBD703}">
      <dsp:nvSpPr>
        <dsp:cNvPr id="0" name=""/>
        <dsp:cNvSpPr/>
      </dsp:nvSpPr>
      <dsp:spPr>
        <a:xfrm>
          <a:off x="1651508" y="2394743"/>
          <a:ext cx="6606032" cy="0"/>
        </a:xfrm>
        <a:prstGeom prst="line">
          <a:avLst/>
        </a:prstGeom>
        <a:solidFill>
          <a:schemeClr val="accent2">
            <a:hueOff val="0"/>
            <a:satOff val="0"/>
            <a:lumOff val="0"/>
            <a:alphaOff val="0"/>
          </a:schemeClr>
        </a:solidFill>
        <a:ln w="12700" cap="flat" cmpd="sng" algn="ctr">
          <a:solidFill>
            <a:schemeClr val="accent2">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2710ED2F-B688-4C40-922C-67123DBACA62}">
      <dsp:nvSpPr>
        <dsp:cNvPr id="0" name=""/>
        <dsp:cNvSpPr/>
      </dsp:nvSpPr>
      <dsp:spPr>
        <a:xfrm>
          <a:off x="1775371" y="2423252"/>
          <a:ext cx="6482168" cy="5701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mj-lt"/>
            <a:buNone/>
          </a:pPr>
          <a:r>
            <a:rPr lang="en-IN" sz="1600"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5. Exception Handling</a:t>
          </a:r>
          <a:endParaRPr lang="en-IN" sz="1600" kern="1200" dirty="0">
            <a:solidFill>
              <a:schemeClr val="tx1"/>
            </a:solidFill>
          </a:endParaRPr>
        </a:p>
      </dsp:txBody>
      <dsp:txXfrm>
        <a:off x="1775371" y="2423252"/>
        <a:ext cx="6482168" cy="570177"/>
      </dsp:txXfrm>
    </dsp:sp>
    <dsp:sp modelId="{81414FDF-AF08-4645-978A-F9C78F92467F}">
      <dsp:nvSpPr>
        <dsp:cNvPr id="0" name=""/>
        <dsp:cNvSpPr/>
      </dsp:nvSpPr>
      <dsp:spPr>
        <a:xfrm>
          <a:off x="1651508" y="2993429"/>
          <a:ext cx="6606032" cy="0"/>
        </a:xfrm>
        <a:prstGeom prst="line">
          <a:avLst/>
        </a:prstGeom>
        <a:solidFill>
          <a:schemeClr val="accent2">
            <a:hueOff val="0"/>
            <a:satOff val="0"/>
            <a:lumOff val="0"/>
            <a:alphaOff val="0"/>
          </a:schemeClr>
        </a:solidFill>
        <a:ln w="12700" cap="flat" cmpd="sng" algn="ctr">
          <a:solidFill>
            <a:schemeClr val="accent2">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9568C17A-6E46-42DE-B452-7C090422BDA4}">
      <dsp:nvSpPr>
        <dsp:cNvPr id="0" name=""/>
        <dsp:cNvSpPr/>
      </dsp:nvSpPr>
      <dsp:spPr>
        <a:xfrm>
          <a:off x="1775371" y="3021938"/>
          <a:ext cx="6482168" cy="5701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mj-lt"/>
            <a:buNone/>
          </a:pPr>
          <a:r>
            <a:rPr lang="en-IN" sz="1600"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6. Collections</a:t>
          </a:r>
          <a:endParaRPr lang="en-IN" sz="1600" kern="1200" dirty="0">
            <a:solidFill>
              <a:schemeClr val="tx1"/>
            </a:solidFill>
          </a:endParaRPr>
        </a:p>
      </dsp:txBody>
      <dsp:txXfrm>
        <a:off x="1775371" y="3021938"/>
        <a:ext cx="6482168" cy="570177"/>
      </dsp:txXfrm>
    </dsp:sp>
    <dsp:sp modelId="{35AA7F3B-7A21-4BC3-AC9B-867C68CD3596}">
      <dsp:nvSpPr>
        <dsp:cNvPr id="0" name=""/>
        <dsp:cNvSpPr/>
      </dsp:nvSpPr>
      <dsp:spPr>
        <a:xfrm>
          <a:off x="1651508" y="3592115"/>
          <a:ext cx="6606032" cy="0"/>
        </a:xfrm>
        <a:prstGeom prst="line">
          <a:avLst/>
        </a:prstGeom>
        <a:solidFill>
          <a:schemeClr val="accent2">
            <a:hueOff val="0"/>
            <a:satOff val="0"/>
            <a:lumOff val="0"/>
            <a:alphaOff val="0"/>
          </a:schemeClr>
        </a:solidFill>
        <a:ln w="12700" cap="flat" cmpd="sng" algn="ctr">
          <a:solidFill>
            <a:schemeClr val="accent2">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1434D358-E56A-4183-BAE4-E22B61487879}">
      <dsp:nvSpPr>
        <dsp:cNvPr id="0" name=""/>
        <dsp:cNvSpPr/>
      </dsp:nvSpPr>
      <dsp:spPr>
        <a:xfrm>
          <a:off x="1775371" y="3620624"/>
          <a:ext cx="6482168" cy="5701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mj-lt"/>
            <a:buNone/>
          </a:pPr>
          <a:r>
            <a:rPr lang="en-IN" sz="1600"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7. Multithreading</a:t>
          </a:r>
          <a:endParaRPr lang="en-IN" sz="1600" kern="1200" dirty="0">
            <a:solidFill>
              <a:schemeClr val="tx1"/>
            </a:solidFill>
          </a:endParaRPr>
        </a:p>
      </dsp:txBody>
      <dsp:txXfrm>
        <a:off x="1775371" y="3620624"/>
        <a:ext cx="6482168" cy="570177"/>
      </dsp:txXfrm>
    </dsp:sp>
    <dsp:sp modelId="{1A675FB9-61FD-4A91-8E0E-CCE61BAA4AD9}">
      <dsp:nvSpPr>
        <dsp:cNvPr id="0" name=""/>
        <dsp:cNvSpPr/>
      </dsp:nvSpPr>
      <dsp:spPr>
        <a:xfrm>
          <a:off x="1651508" y="4190801"/>
          <a:ext cx="6606032" cy="0"/>
        </a:xfrm>
        <a:prstGeom prst="line">
          <a:avLst/>
        </a:prstGeom>
        <a:solidFill>
          <a:schemeClr val="accent2">
            <a:hueOff val="0"/>
            <a:satOff val="0"/>
            <a:lumOff val="0"/>
            <a:alphaOff val="0"/>
          </a:schemeClr>
        </a:solidFill>
        <a:ln w="12700" cap="flat" cmpd="sng" algn="ctr">
          <a:solidFill>
            <a:schemeClr val="accent2">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B1A84D03-317A-4FB5-A257-99A15A8F04EB}">
      <dsp:nvSpPr>
        <dsp:cNvPr id="0" name=""/>
        <dsp:cNvSpPr/>
      </dsp:nvSpPr>
      <dsp:spPr>
        <a:xfrm>
          <a:off x="1775371" y="4219310"/>
          <a:ext cx="6482168" cy="5701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mj-lt"/>
            <a:buNone/>
          </a:pPr>
          <a:r>
            <a:rPr lang="en-IN" sz="1600"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8. Generics</a:t>
          </a:r>
          <a:endParaRPr lang="en-IN" sz="1600" kern="1200" dirty="0">
            <a:solidFill>
              <a:schemeClr val="tx1"/>
            </a:solidFill>
          </a:endParaRPr>
        </a:p>
      </dsp:txBody>
      <dsp:txXfrm>
        <a:off x="1775371" y="4219310"/>
        <a:ext cx="6482168" cy="570177"/>
      </dsp:txXfrm>
    </dsp:sp>
    <dsp:sp modelId="{E6B91859-9036-482D-8619-FE7984A2DC77}">
      <dsp:nvSpPr>
        <dsp:cNvPr id="0" name=""/>
        <dsp:cNvSpPr/>
      </dsp:nvSpPr>
      <dsp:spPr>
        <a:xfrm>
          <a:off x="1651508" y="4789487"/>
          <a:ext cx="6606032" cy="0"/>
        </a:xfrm>
        <a:prstGeom prst="line">
          <a:avLst/>
        </a:prstGeom>
        <a:solidFill>
          <a:schemeClr val="accent2">
            <a:hueOff val="0"/>
            <a:satOff val="0"/>
            <a:lumOff val="0"/>
            <a:alphaOff val="0"/>
          </a:schemeClr>
        </a:solidFill>
        <a:ln w="12700" cap="flat" cmpd="sng" algn="ctr">
          <a:solidFill>
            <a:schemeClr val="accent2">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720A8497-DDFA-4CB3-922C-A66A3FD9579A}">
      <dsp:nvSpPr>
        <dsp:cNvPr id="0" name=""/>
        <dsp:cNvSpPr/>
      </dsp:nvSpPr>
      <dsp:spPr>
        <a:xfrm>
          <a:off x="1775371" y="4817996"/>
          <a:ext cx="6482168" cy="5701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mj-lt"/>
            <a:buNone/>
          </a:pPr>
          <a:r>
            <a:rPr lang="en-IN" sz="1600" kern="1200" dirty="0">
              <a:solidFill>
                <a:schemeClr val="tx1"/>
              </a:solidFill>
              <a:hlinkClick xmlns:r="http://schemas.openxmlformats.org/officeDocument/2006/relationships" r:id="" action="ppaction://hlinksldjump">
                <a:extLst>
                  <a:ext uri="{A12FA001-AC4F-418D-AE19-62706E023703}">
                    <ahyp:hlinkClr xmlns:ahyp="http://schemas.microsoft.com/office/drawing/2018/hyperlinkcolor" val="tx"/>
                  </a:ext>
                </a:extLst>
              </a:hlinkClick>
            </a:rPr>
            <a:t>9. Types of Classes </a:t>
          </a:r>
          <a:endParaRPr lang="en-IN" sz="1600" kern="1200" dirty="0">
            <a:solidFill>
              <a:schemeClr val="tx1"/>
            </a:solidFill>
          </a:endParaRPr>
        </a:p>
      </dsp:txBody>
      <dsp:txXfrm>
        <a:off x="1775371" y="4817996"/>
        <a:ext cx="6482168" cy="570177"/>
      </dsp:txXfrm>
    </dsp:sp>
    <dsp:sp modelId="{5E23D707-F94E-4B39-A8C7-B8B33D421853}">
      <dsp:nvSpPr>
        <dsp:cNvPr id="0" name=""/>
        <dsp:cNvSpPr/>
      </dsp:nvSpPr>
      <dsp:spPr>
        <a:xfrm>
          <a:off x="1651508" y="5388173"/>
          <a:ext cx="6606032" cy="0"/>
        </a:xfrm>
        <a:prstGeom prst="line">
          <a:avLst/>
        </a:prstGeom>
        <a:solidFill>
          <a:schemeClr val="accent2">
            <a:hueOff val="0"/>
            <a:satOff val="0"/>
            <a:lumOff val="0"/>
            <a:alphaOff val="0"/>
          </a:schemeClr>
        </a:solidFill>
        <a:ln w="12700" cap="flat" cmpd="sng" algn="ctr">
          <a:solidFill>
            <a:schemeClr val="accent2">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4D915C3-BBDA-426F-83F7-6E3EEA569F5E}">
      <dsp:nvSpPr>
        <dsp:cNvPr id="0" name=""/>
        <dsp:cNvSpPr/>
      </dsp:nvSpPr>
      <dsp:spPr>
        <a:xfrm>
          <a:off x="3044485" y="1957741"/>
          <a:ext cx="1404917" cy="1019348"/>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b="1" kern="1200" dirty="0"/>
            <a:t>4 Pillars of OOPS</a:t>
          </a:r>
          <a:endParaRPr lang="en-IN" sz="1800" b="1" kern="1200" dirty="0"/>
        </a:p>
      </dsp:txBody>
      <dsp:txXfrm>
        <a:off x="3094245" y="2007501"/>
        <a:ext cx="1305397" cy="919828"/>
      </dsp:txXfrm>
    </dsp:sp>
    <dsp:sp modelId="{3AC3709E-2613-4188-8214-ACD03AB3222C}">
      <dsp:nvSpPr>
        <dsp:cNvPr id="0" name=""/>
        <dsp:cNvSpPr/>
      </dsp:nvSpPr>
      <dsp:spPr>
        <a:xfrm rot="16252893">
          <a:off x="3223784" y="1418506"/>
          <a:ext cx="1078598" cy="0"/>
        </a:xfrm>
        <a:custGeom>
          <a:avLst/>
          <a:gdLst/>
          <a:ahLst/>
          <a:cxnLst/>
          <a:rect l="0" t="0" r="0" b="0"/>
          <a:pathLst>
            <a:path>
              <a:moveTo>
                <a:pt x="0" y="0"/>
              </a:moveTo>
              <a:lnTo>
                <a:pt x="1078598"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C64E118-DD1C-48EA-B707-A973F9FF5FFE}">
      <dsp:nvSpPr>
        <dsp:cNvPr id="0" name=""/>
        <dsp:cNvSpPr/>
      </dsp:nvSpPr>
      <dsp:spPr>
        <a:xfrm>
          <a:off x="2998907" y="182529"/>
          <a:ext cx="1555668" cy="696741"/>
        </a:xfrm>
        <a:prstGeom prst="roundRec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Inheritance</a:t>
          </a:r>
          <a:endParaRPr lang="en-IN" sz="1800" kern="1200" dirty="0"/>
        </a:p>
      </dsp:txBody>
      <dsp:txXfrm>
        <a:off x="3032919" y="216541"/>
        <a:ext cx="1487644" cy="628717"/>
      </dsp:txXfrm>
    </dsp:sp>
    <dsp:sp modelId="{1A440402-72EB-4F7B-9BA2-BF545CB7DC43}">
      <dsp:nvSpPr>
        <dsp:cNvPr id="0" name=""/>
        <dsp:cNvSpPr/>
      </dsp:nvSpPr>
      <dsp:spPr>
        <a:xfrm>
          <a:off x="4449402" y="2467416"/>
          <a:ext cx="490748" cy="0"/>
        </a:xfrm>
        <a:custGeom>
          <a:avLst/>
          <a:gdLst/>
          <a:ahLst/>
          <a:cxnLst/>
          <a:rect l="0" t="0" r="0" b="0"/>
          <a:pathLst>
            <a:path>
              <a:moveTo>
                <a:pt x="0" y="0"/>
              </a:moveTo>
              <a:lnTo>
                <a:pt x="490748"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8148313-0A0B-4706-BD88-C3C276DF88FC}">
      <dsp:nvSpPr>
        <dsp:cNvPr id="0" name=""/>
        <dsp:cNvSpPr/>
      </dsp:nvSpPr>
      <dsp:spPr>
        <a:xfrm>
          <a:off x="4940151" y="2119045"/>
          <a:ext cx="1555668" cy="696741"/>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Polymorphism</a:t>
          </a:r>
          <a:endParaRPr lang="en-IN" sz="1800" kern="1200" dirty="0"/>
        </a:p>
      </dsp:txBody>
      <dsp:txXfrm>
        <a:off x="4974163" y="2153057"/>
        <a:ext cx="1487644" cy="628717"/>
      </dsp:txXfrm>
    </dsp:sp>
    <dsp:sp modelId="{33C9950A-8AEE-4A12-9EF1-B5DE42567EC0}">
      <dsp:nvSpPr>
        <dsp:cNvPr id="0" name=""/>
        <dsp:cNvSpPr/>
      </dsp:nvSpPr>
      <dsp:spPr>
        <a:xfrm rot="5451084">
          <a:off x="3157147" y="3550724"/>
          <a:ext cx="1147394" cy="0"/>
        </a:xfrm>
        <a:custGeom>
          <a:avLst/>
          <a:gdLst/>
          <a:ahLst/>
          <a:cxnLst/>
          <a:rect l="0" t="0" r="0" b="0"/>
          <a:pathLst>
            <a:path>
              <a:moveTo>
                <a:pt x="0" y="0"/>
              </a:moveTo>
              <a:lnTo>
                <a:pt x="1147394"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84E3C0D9-251A-4DBB-8CCD-BFEB27CCB910}">
      <dsp:nvSpPr>
        <dsp:cNvPr id="0" name=""/>
        <dsp:cNvSpPr/>
      </dsp:nvSpPr>
      <dsp:spPr>
        <a:xfrm>
          <a:off x="2939309" y="4124358"/>
          <a:ext cx="1555668" cy="696741"/>
        </a:xfrm>
        <a:prstGeom prst="roundRect">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Abstraction</a:t>
          </a:r>
          <a:endParaRPr lang="en-IN" sz="1800" kern="1200" dirty="0"/>
        </a:p>
      </dsp:txBody>
      <dsp:txXfrm>
        <a:off x="2973321" y="4158370"/>
        <a:ext cx="1487644" cy="628717"/>
      </dsp:txXfrm>
    </dsp:sp>
    <dsp:sp modelId="{E5841D32-B1A8-4DDB-AA0A-831F1C6F2B1E}">
      <dsp:nvSpPr>
        <dsp:cNvPr id="0" name=""/>
        <dsp:cNvSpPr/>
      </dsp:nvSpPr>
      <dsp:spPr>
        <a:xfrm rot="10748916">
          <a:off x="2519435" y="2481756"/>
          <a:ext cx="525078" cy="0"/>
        </a:xfrm>
        <a:custGeom>
          <a:avLst/>
          <a:gdLst/>
          <a:ahLst/>
          <a:cxnLst/>
          <a:rect l="0" t="0" r="0" b="0"/>
          <a:pathLst>
            <a:path>
              <a:moveTo>
                <a:pt x="0" y="0"/>
              </a:moveTo>
              <a:lnTo>
                <a:pt x="525078" y="0"/>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6883C7A-1F94-467F-BAED-8FB643DE7986}">
      <dsp:nvSpPr>
        <dsp:cNvPr id="0" name=""/>
        <dsp:cNvSpPr/>
      </dsp:nvSpPr>
      <dsp:spPr>
        <a:xfrm>
          <a:off x="963796" y="2148846"/>
          <a:ext cx="1555668" cy="696741"/>
        </a:xfrm>
        <a:prstGeom prst="roundRect">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45720" tIns="45720" rIns="45720" bIns="45720" numCol="1" spcCol="1270" anchor="ctr" anchorCtr="0">
          <a:noAutofit/>
        </a:bodyPr>
        <a:lstStyle/>
        <a:p>
          <a:pPr marL="0" lvl="0" indent="0" algn="ctr" defTabSz="800100">
            <a:lnSpc>
              <a:spcPct val="90000"/>
            </a:lnSpc>
            <a:spcBef>
              <a:spcPct val="0"/>
            </a:spcBef>
            <a:spcAft>
              <a:spcPct val="35000"/>
            </a:spcAft>
            <a:buNone/>
          </a:pPr>
          <a:r>
            <a:rPr lang="en-US" sz="1800" kern="1200" dirty="0"/>
            <a:t>Encapsulation</a:t>
          </a:r>
          <a:endParaRPr lang="en-IN" sz="1800" kern="1200" dirty="0"/>
        </a:p>
      </dsp:txBody>
      <dsp:txXfrm>
        <a:off x="997808" y="2182858"/>
        <a:ext cx="1487644" cy="628717"/>
      </dsp:txXfrm>
    </dsp:sp>
  </dsp:spTree>
</dsp:drawing>
</file>

<file path=ppt/diagrams/drawing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0017FBF-00DE-483E-9966-7D8D3923B3D1}">
      <dsp:nvSpPr>
        <dsp:cNvPr id="0" name=""/>
        <dsp:cNvSpPr/>
      </dsp:nvSpPr>
      <dsp:spPr>
        <a:xfrm>
          <a:off x="394623" y="4199"/>
          <a:ext cx="3140539" cy="557449"/>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Clr>
              <a:schemeClr val="accent4"/>
            </a:buClr>
            <a:buNone/>
          </a:pPr>
          <a:r>
            <a:rPr lang="en-US" sz="1600" kern="1200" dirty="0"/>
            <a:t>1. Spring IoC Container(context) Started (Bean Definition)</a:t>
          </a:r>
          <a:endParaRPr lang="en-IN" sz="1600" kern="1200" dirty="0"/>
        </a:p>
      </dsp:txBody>
      <dsp:txXfrm>
        <a:off x="410950" y="20526"/>
        <a:ext cx="3107885" cy="524795"/>
      </dsp:txXfrm>
    </dsp:sp>
    <dsp:sp modelId="{8368CB3C-6D6E-4469-A0C1-8FF2999348A0}">
      <dsp:nvSpPr>
        <dsp:cNvPr id="0" name=""/>
        <dsp:cNvSpPr/>
      </dsp:nvSpPr>
      <dsp:spPr>
        <a:xfrm rot="5400000">
          <a:off x="1860371" y="575585"/>
          <a:ext cx="209043" cy="250852"/>
        </a:xfrm>
        <a:prstGeom prst="rightArrow">
          <a:avLst>
            <a:gd name="adj1" fmla="val 60000"/>
            <a:gd name="adj2" fmla="val 5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l" defTabSz="711200">
            <a:lnSpc>
              <a:spcPct val="90000"/>
            </a:lnSpc>
            <a:spcBef>
              <a:spcPct val="0"/>
            </a:spcBef>
            <a:spcAft>
              <a:spcPct val="35000"/>
            </a:spcAft>
            <a:buNone/>
          </a:pPr>
          <a:endParaRPr lang="en-IN" sz="1600" kern="1200"/>
        </a:p>
      </dsp:txBody>
      <dsp:txXfrm rot="-5400000">
        <a:off x="1889637" y="596490"/>
        <a:ext cx="150512" cy="146330"/>
      </dsp:txXfrm>
    </dsp:sp>
    <dsp:sp modelId="{F497F0C8-BB64-4402-AA12-6768B6A02B7B}">
      <dsp:nvSpPr>
        <dsp:cNvPr id="0" name=""/>
        <dsp:cNvSpPr/>
      </dsp:nvSpPr>
      <dsp:spPr>
        <a:xfrm>
          <a:off x="394623" y="840374"/>
          <a:ext cx="3140539" cy="557449"/>
        </a:xfrm>
        <a:prstGeom prst="roundRect">
          <a:avLst>
            <a:gd name="adj" fmla="val 1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Clr>
              <a:schemeClr val="accent4"/>
            </a:buClr>
            <a:buNone/>
          </a:pPr>
          <a:r>
            <a:rPr lang="en-US" sz="1600" kern="1200" dirty="0"/>
            <a:t>2. Bean instantiated</a:t>
          </a:r>
          <a:endParaRPr lang="en-IN" sz="1600" kern="1200" dirty="0"/>
        </a:p>
      </dsp:txBody>
      <dsp:txXfrm>
        <a:off x="410950" y="856701"/>
        <a:ext cx="3107885" cy="524795"/>
      </dsp:txXfrm>
    </dsp:sp>
    <dsp:sp modelId="{1B73407E-87B4-4382-8C96-D87CF2E04265}">
      <dsp:nvSpPr>
        <dsp:cNvPr id="0" name=""/>
        <dsp:cNvSpPr/>
      </dsp:nvSpPr>
      <dsp:spPr>
        <a:xfrm rot="5400000">
          <a:off x="1860371" y="1411760"/>
          <a:ext cx="209043" cy="250852"/>
        </a:xfrm>
        <a:prstGeom prst="rightArrow">
          <a:avLst>
            <a:gd name="adj1" fmla="val 60000"/>
            <a:gd name="adj2" fmla="val 50000"/>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l" defTabSz="711200">
            <a:lnSpc>
              <a:spcPct val="90000"/>
            </a:lnSpc>
            <a:spcBef>
              <a:spcPct val="0"/>
            </a:spcBef>
            <a:spcAft>
              <a:spcPct val="35000"/>
            </a:spcAft>
            <a:buNone/>
          </a:pPr>
          <a:endParaRPr lang="en-IN" sz="1600" kern="1200"/>
        </a:p>
      </dsp:txBody>
      <dsp:txXfrm rot="-5400000">
        <a:off x="1889637" y="1432665"/>
        <a:ext cx="150512" cy="146330"/>
      </dsp:txXfrm>
    </dsp:sp>
    <dsp:sp modelId="{6626A509-958C-4B73-A06A-7ECC2E0D9A08}">
      <dsp:nvSpPr>
        <dsp:cNvPr id="0" name=""/>
        <dsp:cNvSpPr/>
      </dsp:nvSpPr>
      <dsp:spPr>
        <a:xfrm>
          <a:off x="394623" y="1676549"/>
          <a:ext cx="3140539" cy="557449"/>
        </a:xfrm>
        <a:prstGeom prst="roundRect">
          <a:avLst>
            <a:gd name="adj" fmla="val 1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3. Dependency injected</a:t>
          </a:r>
          <a:endParaRPr lang="en-IN" sz="1600" kern="1200" dirty="0"/>
        </a:p>
      </dsp:txBody>
      <dsp:txXfrm>
        <a:off x="410950" y="1692876"/>
        <a:ext cx="3107885" cy="524795"/>
      </dsp:txXfrm>
    </dsp:sp>
    <dsp:sp modelId="{FE4C2835-0F52-4961-AD9E-F7306A782989}">
      <dsp:nvSpPr>
        <dsp:cNvPr id="0" name=""/>
        <dsp:cNvSpPr/>
      </dsp:nvSpPr>
      <dsp:spPr>
        <a:xfrm rot="5400000">
          <a:off x="1860371" y="2247935"/>
          <a:ext cx="209043" cy="250852"/>
        </a:xfrm>
        <a:prstGeom prst="rightArrow">
          <a:avLst>
            <a:gd name="adj1" fmla="val 60000"/>
            <a:gd name="adj2" fmla="val 50000"/>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l" defTabSz="711200">
            <a:lnSpc>
              <a:spcPct val="90000"/>
            </a:lnSpc>
            <a:spcBef>
              <a:spcPct val="0"/>
            </a:spcBef>
            <a:spcAft>
              <a:spcPct val="35000"/>
            </a:spcAft>
            <a:buNone/>
          </a:pPr>
          <a:endParaRPr lang="en-IN" sz="1600" kern="1200"/>
        </a:p>
      </dsp:txBody>
      <dsp:txXfrm rot="-5400000">
        <a:off x="1889637" y="2268840"/>
        <a:ext cx="150512" cy="146330"/>
      </dsp:txXfrm>
    </dsp:sp>
    <dsp:sp modelId="{9C3D5122-9CC0-48DC-AB37-45063FA56EB5}">
      <dsp:nvSpPr>
        <dsp:cNvPr id="0" name=""/>
        <dsp:cNvSpPr/>
      </dsp:nvSpPr>
      <dsp:spPr>
        <a:xfrm>
          <a:off x="394623" y="2512723"/>
          <a:ext cx="3140539" cy="557449"/>
        </a:xfrm>
        <a:prstGeom prst="roundRect">
          <a:avLst>
            <a:gd name="adj" fmla="val 1000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ts val="0"/>
            </a:spcAft>
            <a:buNone/>
          </a:pPr>
          <a:r>
            <a:rPr lang="en-US" sz="1600" kern="1200" dirty="0"/>
            <a:t>4. Bean initialized  </a:t>
          </a:r>
        </a:p>
        <a:p>
          <a:pPr marL="0" lvl="0" indent="0" algn="l" defTabSz="711200">
            <a:lnSpc>
              <a:spcPct val="90000"/>
            </a:lnSpc>
            <a:spcBef>
              <a:spcPct val="0"/>
            </a:spcBef>
            <a:spcAft>
              <a:spcPts val="0"/>
            </a:spcAft>
            <a:buNone/>
          </a:pPr>
          <a:r>
            <a:rPr lang="en-US" sz="1600" kern="1200" dirty="0"/>
            <a:t>(custom Init() method)</a:t>
          </a:r>
          <a:endParaRPr lang="en-IN" sz="1600" kern="1200" dirty="0"/>
        </a:p>
      </dsp:txBody>
      <dsp:txXfrm>
        <a:off x="410950" y="2529050"/>
        <a:ext cx="3107885" cy="524795"/>
      </dsp:txXfrm>
    </dsp:sp>
    <dsp:sp modelId="{4ADC7080-05D0-4AE0-B531-1393C578DD1D}">
      <dsp:nvSpPr>
        <dsp:cNvPr id="0" name=""/>
        <dsp:cNvSpPr/>
      </dsp:nvSpPr>
      <dsp:spPr>
        <a:xfrm rot="5400000">
          <a:off x="1860371" y="3084110"/>
          <a:ext cx="209043" cy="250852"/>
        </a:xfrm>
        <a:prstGeom prst="rightArrow">
          <a:avLst>
            <a:gd name="adj1" fmla="val 60000"/>
            <a:gd name="adj2" fmla="val 50000"/>
          </a:avLst>
        </a:prstGeom>
        <a:gradFill rotWithShape="0">
          <a:gsLst>
            <a:gs pos="0">
              <a:schemeClr val="accent5">
                <a:hueOff val="0"/>
                <a:satOff val="0"/>
                <a:lumOff val="0"/>
                <a:alphaOff val="0"/>
                <a:lumMod val="110000"/>
                <a:satMod val="105000"/>
                <a:tint val="67000"/>
              </a:schemeClr>
            </a:gs>
            <a:gs pos="50000">
              <a:schemeClr val="accent5">
                <a:hueOff val="0"/>
                <a:satOff val="0"/>
                <a:lumOff val="0"/>
                <a:alphaOff val="0"/>
                <a:lumMod val="105000"/>
                <a:satMod val="103000"/>
                <a:tint val="73000"/>
              </a:schemeClr>
            </a:gs>
            <a:gs pos="100000">
              <a:schemeClr val="accent5">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l" defTabSz="711200">
            <a:lnSpc>
              <a:spcPct val="90000"/>
            </a:lnSpc>
            <a:spcBef>
              <a:spcPct val="0"/>
            </a:spcBef>
            <a:spcAft>
              <a:spcPct val="35000"/>
            </a:spcAft>
            <a:buNone/>
          </a:pPr>
          <a:endParaRPr lang="en-IN" sz="1600" kern="1200"/>
        </a:p>
      </dsp:txBody>
      <dsp:txXfrm rot="-5400000">
        <a:off x="1889637" y="3105015"/>
        <a:ext cx="150512" cy="146330"/>
      </dsp:txXfrm>
    </dsp:sp>
    <dsp:sp modelId="{FCDD1BBA-BD54-46CB-971A-875670BC802C}">
      <dsp:nvSpPr>
        <dsp:cNvPr id="0" name=""/>
        <dsp:cNvSpPr/>
      </dsp:nvSpPr>
      <dsp:spPr>
        <a:xfrm>
          <a:off x="394623" y="3348898"/>
          <a:ext cx="3140539" cy="557449"/>
        </a:xfrm>
        <a:prstGeom prst="roundRect">
          <a:avLst>
            <a:gd name="adj" fmla="val 1000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Clr>
              <a:schemeClr val="accent4"/>
            </a:buClr>
            <a:buNone/>
          </a:pPr>
          <a:r>
            <a:rPr lang="en-US" sz="1600" kern="1200" dirty="0"/>
            <a:t>5. Bean used</a:t>
          </a:r>
          <a:endParaRPr lang="en-IN" sz="1600" kern="1200" dirty="0"/>
        </a:p>
      </dsp:txBody>
      <dsp:txXfrm>
        <a:off x="410950" y="3365225"/>
        <a:ext cx="3107885" cy="524795"/>
      </dsp:txXfrm>
    </dsp:sp>
    <dsp:sp modelId="{AC51C3D7-D467-4CBA-A6AB-1B006FAB1A98}">
      <dsp:nvSpPr>
        <dsp:cNvPr id="0" name=""/>
        <dsp:cNvSpPr/>
      </dsp:nvSpPr>
      <dsp:spPr>
        <a:xfrm rot="5400000">
          <a:off x="1860371" y="3920285"/>
          <a:ext cx="209043" cy="250852"/>
        </a:xfrm>
        <a:prstGeom prst="rightArrow">
          <a:avLst>
            <a:gd name="adj1" fmla="val 60000"/>
            <a:gd name="adj2" fmla="val 50000"/>
          </a:avLst>
        </a:prstGeom>
        <a:gradFill rotWithShape="0">
          <a:gsLst>
            <a:gs pos="0">
              <a:schemeClr val="accent6">
                <a:hueOff val="0"/>
                <a:satOff val="0"/>
                <a:lumOff val="0"/>
                <a:alphaOff val="0"/>
                <a:lumMod val="110000"/>
                <a:satMod val="105000"/>
                <a:tint val="67000"/>
              </a:schemeClr>
            </a:gs>
            <a:gs pos="50000">
              <a:schemeClr val="accent6">
                <a:hueOff val="0"/>
                <a:satOff val="0"/>
                <a:lumOff val="0"/>
                <a:alphaOff val="0"/>
                <a:lumMod val="105000"/>
                <a:satMod val="103000"/>
                <a:tint val="73000"/>
              </a:schemeClr>
            </a:gs>
            <a:gs pos="100000">
              <a:schemeClr val="accent6">
                <a:hueOff val="0"/>
                <a:satOff val="0"/>
                <a:lumOff val="0"/>
                <a:alphaOff val="0"/>
                <a:lumMod val="105000"/>
                <a:satMod val="109000"/>
                <a:tint val="81000"/>
              </a:schemeClr>
            </a:gs>
          </a:gsLst>
          <a:lin ang="5400000" scaled="0"/>
        </a:gradFill>
        <a:ln>
          <a:noFill/>
        </a:ln>
        <a:effectLst/>
      </dsp:spPr>
      <dsp:style>
        <a:lnRef idx="0">
          <a:scrgbClr r="0" g="0" b="0"/>
        </a:lnRef>
        <a:fillRef idx="2">
          <a:scrgbClr r="0" g="0" b="0"/>
        </a:fillRef>
        <a:effectRef idx="1">
          <a:scrgbClr r="0" g="0" b="0"/>
        </a:effectRef>
        <a:fontRef idx="minor">
          <a:schemeClr val="dk1"/>
        </a:fontRef>
      </dsp:style>
      <dsp:txBody>
        <a:bodyPr spcFirstLastPara="0" vert="horz" wrap="square" lIns="0" tIns="0" rIns="0" bIns="0" numCol="1" spcCol="1270" anchor="ctr" anchorCtr="0">
          <a:noAutofit/>
        </a:bodyPr>
        <a:lstStyle/>
        <a:p>
          <a:pPr marL="0" lvl="0" indent="0" algn="l" defTabSz="711200">
            <a:lnSpc>
              <a:spcPct val="90000"/>
            </a:lnSpc>
            <a:spcBef>
              <a:spcPct val="0"/>
            </a:spcBef>
            <a:spcAft>
              <a:spcPct val="35000"/>
            </a:spcAft>
            <a:buNone/>
          </a:pPr>
          <a:endParaRPr lang="en-IN" sz="1600" kern="1200"/>
        </a:p>
      </dsp:txBody>
      <dsp:txXfrm rot="-5400000">
        <a:off x="1889637" y="3941190"/>
        <a:ext cx="150512" cy="146330"/>
      </dsp:txXfrm>
    </dsp:sp>
    <dsp:sp modelId="{8413F4FB-F816-419B-8AC4-C21D60B2FE28}">
      <dsp:nvSpPr>
        <dsp:cNvPr id="0" name=""/>
        <dsp:cNvSpPr/>
      </dsp:nvSpPr>
      <dsp:spPr>
        <a:xfrm>
          <a:off x="394623" y="4185073"/>
          <a:ext cx="3140539" cy="557449"/>
        </a:xfrm>
        <a:prstGeom prst="roundRect">
          <a:avLst>
            <a:gd name="adj" fmla="val 10000"/>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ts val="0"/>
            </a:spcAft>
            <a:buNone/>
          </a:pPr>
          <a:r>
            <a:rPr lang="en-US" sz="1600" kern="1200" dirty="0"/>
            <a:t>6. Bean destroyed</a:t>
          </a:r>
        </a:p>
        <a:p>
          <a:pPr marL="0" lvl="0" indent="0" algn="l" defTabSz="711200">
            <a:lnSpc>
              <a:spcPct val="90000"/>
            </a:lnSpc>
            <a:spcBef>
              <a:spcPct val="0"/>
            </a:spcBef>
            <a:spcAft>
              <a:spcPts val="0"/>
            </a:spcAft>
            <a:buNone/>
          </a:pPr>
          <a:r>
            <a:rPr lang="en-US" sz="1600" kern="1200" dirty="0"/>
            <a:t>(custom Destroy() method)</a:t>
          </a:r>
          <a:endParaRPr lang="en-IN" sz="1600" kern="1200" dirty="0"/>
        </a:p>
      </dsp:txBody>
      <dsp:txXfrm>
        <a:off x="410950" y="4201400"/>
        <a:ext cx="3107885" cy="524795"/>
      </dsp:txXfrm>
    </dsp:sp>
  </dsp:spTree>
</dsp:drawing>
</file>

<file path=ppt/diagrams/layout1.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5.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1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13.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14.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15.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16.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17.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18.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19.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20.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21.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22.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23.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24.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25.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26.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27.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28.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29.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30.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31.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32.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33.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34.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35.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36.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37.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38.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39.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40.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41.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42.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43.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44.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45.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46.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47.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48.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49.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50.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51.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5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53.xml><?xml version="1.0" encoding="utf-8"?>
<dgm:layoutDef xmlns:dgm="http://schemas.openxmlformats.org/drawingml/2006/diagram" xmlns:a="http://schemas.openxmlformats.org/drawingml/2006/main" uniqueId="urn:microsoft.com/office/officeart/2009/3/layout/StepUpProcess">
  <dgm:title val=""/>
  <dgm:desc val=""/>
  <dgm:catLst>
    <dgm:cat type="process" pri="13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bL"/>
          <dgm:param type="flowDir" val="row"/>
          <dgm:param type="off" val="off"/>
          <dgm:param type="bkpt" val="fixed"/>
          <dgm:param type="bkPtFixedVal" val="1"/>
        </dgm:alg>
      </dgm:if>
      <dgm:else name="Name2">
        <dgm:alg type="snake">
          <dgm:param type="grDir" val="bR"/>
          <dgm:param type="flowDir" val="row"/>
          <dgm:param type="off" val="off"/>
          <dgm:param type="bkpt" val="fixed"/>
          <dgm:param type="bkPtFixedVal" val="1"/>
        </dgm:alg>
      </dgm:else>
    </dgm:choose>
    <dgm:shape xmlns:r="http://schemas.openxmlformats.org/officeDocument/2006/relationships" r:blip="">
      <dgm:adjLst/>
    </dgm:shape>
    <dgm:constrLst>
      <dgm:constr type="alignOff" forName="rootnode" val="1"/>
      <dgm:constr type="primFontSz" for="des" ptType="node" op="equ" val="65"/>
      <dgm:constr type="w" for="ch" forName="composite" refType="w"/>
      <dgm:constr type="h" for="ch" forName="composite" refType="h"/>
      <dgm:constr type="sp" refType="h" refFor="ch" refForName="composite" op="equ" fact="-0.765"/>
      <dgm:constr type="w" for="ch" forName="sibTrans" refType="w" fact="0.103"/>
      <dgm:constr type="h" for="ch" forName="sibTrans" refType="h" fact="0.103"/>
    </dgm:constrLst>
    <dgm:forEach name="nodesForEach" axis="ch" ptType="node">
      <dgm:layoutNode name="composite">
        <dgm:alg type="composite">
          <dgm:param type="ar" val="0.861"/>
        </dgm:alg>
        <dgm:shape xmlns:r="http://schemas.openxmlformats.org/officeDocument/2006/relationships" r:blip="">
          <dgm:adjLst/>
        </dgm:shape>
        <dgm:choose name="Name3">
          <dgm:if name="Name4" func="var" arg="dir" op="equ" val="norm">
            <dgm:constrLst>
              <dgm:constr type="l" for="ch" forName="LShape" refType="w" fact="0"/>
              <dgm:constr type="t" for="ch" forName="LShape" refType="h" fact="0.2347"/>
              <dgm:constr type="w" for="ch" forName="LShape" refType="w" fact="0.998"/>
              <dgm:constr type="h" for="ch" forName="LShape" refType="h" fact="0.5164"/>
              <dgm:constr type="r" for="ch" forName="ParentText" refType="w"/>
              <dgm:constr type="t" for="ch" forName="ParentText" refType="h" fact="0.32"/>
              <dgm:constr type="w" for="ch" forName="ParentText" refType="w" fact="0.901"/>
              <dgm:constr type="h" for="ch" forName="ParentText" refType="h" fact="0.68"/>
              <dgm:constr type="l" for="ch" forName="Triangle" refType="w" fact="0.83"/>
              <dgm:constr type="t" for="ch" forName="Triangle" refType="h" fact="0"/>
              <dgm:constr type="w" for="ch" forName="Triangle" refType="w" fact="0.17"/>
              <dgm:constr type="h" for="ch" forName="Triangle" refType="w" refFor="ch" refForName="Triangle"/>
            </dgm:constrLst>
          </dgm:if>
          <dgm:else name="Name5">
            <dgm:constrLst>
              <dgm:constr type="l" for="ch" forName="LShape" refType="w" fact="0.002"/>
              <dgm:constr type="t" for="ch" forName="LShape" refType="h" fact="0.2347"/>
              <dgm:constr type="w" for="ch" forName="LShape" refType="w"/>
              <dgm:constr type="h" for="ch" forName="LShape" refType="h" fact="0.5164"/>
              <dgm:constr type="l" for="ch" forName="ParentText" refType="w" fact="0"/>
              <dgm:constr type="t" for="ch" forName="ParentText" refType="h" fact="0.32"/>
              <dgm:constr type="w" for="ch" forName="ParentText" refType="w" fact="0.902"/>
              <dgm:constr type="h" for="ch" forName="ParentText" refType="h" fact="0.68"/>
              <dgm:constr type="l" for="ch" forName="Triangle" refType="w" fact="0"/>
              <dgm:constr type="t" for="ch" forName="Triangle" refType="h" fact="0"/>
              <dgm:constr type="w" for="ch" forName="Triangle" refType="w" fact="0.17"/>
              <dgm:constr type="h" for="ch" forName="Triangle" refType="w" refFor="ch" refForName="Triangle"/>
            </dgm:constrLst>
          </dgm:else>
        </dgm:choose>
        <dgm:layoutNode name="LShape" styleLbl="alignNode1">
          <dgm:alg type="sp"/>
          <dgm:choose name="Name6">
            <dgm:if name="Name7" func="var" arg="dir" op="equ" val="norm">
              <dgm:shape xmlns:r="http://schemas.openxmlformats.org/officeDocument/2006/relationships" rot="90" type="corner" r:blip="">
                <dgm:adjLst>
                  <dgm:adj idx="1" val="0.1612"/>
                  <dgm:adj idx="2" val="0.1611"/>
                </dgm:adjLst>
              </dgm:shape>
            </dgm:if>
            <dgm:else name="Name8">
              <dgm:shape xmlns:r="http://schemas.openxmlformats.org/officeDocument/2006/relationships" rot="180" type="corner" r:blip="">
                <dgm:adjLst>
                  <dgm:adj idx="1" val="0.1612"/>
                  <dgm:adj idx="2" val="0.1611"/>
                </dgm:adjLst>
              </dgm:shape>
            </dgm:else>
          </dgm:choose>
          <dgm:presOf/>
        </dgm:layoutNode>
        <dgm:layoutNode name="ParentText"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followSib" ptType="node" func="cnt" op="gte" val="1">
            <dgm:layoutNode name="Triangle" styleLbl="alignNode1">
              <dgm:alg type="sp"/>
              <dgm:choose name="Name11">
                <dgm:if name="Name12" func="var" arg="dir" op="equ" val="norm">
                  <dgm:shape xmlns:r="http://schemas.openxmlformats.org/officeDocument/2006/relationships" type="triangle" r:blip="">
                    <dgm:adjLst>
                      <dgm:adj idx="1" val="1"/>
                    </dgm:adjLst>
                  </dgm:shape>
                </dgm:if>
                <dgm:else name="Name13">
                  <dgm:shape xmlns:r="http://schemas.openxmlformats.org/officeDocument/2006/relationships" rot="90" type="triangle" r:blip="">
                    <dgm:adjLst>
                      <dgm:adj idx="1" val="1"/>
                    </dgm:adjLst>
                  </dgm:shape>
                </dgm:else>
              </dgm:choose>
              <dgm:presOf/>
            </dgm:layoutNode>
          </dgm:if>
          <dgm:else name="Name14"/>
        </dgm:choose>
      </dgm:layoutNode>
      <dgm:forEach name="sibTransForEach" axis="followSib" ptType="sibTrans" cnt="1">
        <dgm:layoutNode name="sibTrans">
          <dgm:alg type="composite">
            <dgm:param type="ar" val="0.861"/>
          </dgm:alg>
          <dgm:constrLst>
            <dgm:constr type="w" for="ch" forName="space" refType="w"/>
            <dgm:constr type="h" for="ch" forName="space" refType="w"/>
          </dgm:constrLst>
          <dgm:layoutNode name="space" styleLbl="alignNode1">
            <dgm:alg type="sp"/>
            <dgm:shape xmlns:r="http://schemas.openxmlformats.org/officeDocument/2006/relationships" r:blip="">
              <dgm:adjLst/>
            </dgm:shape>
            <dgm:presOf/>
          </dgm:layoutNode>
        </dgm:layoutNode>
      </dgm:forEach>
    </dgm:forEach>
  </dgm:layoutNode>
</dgm:layoutDef>
</file>

<file path=ppt/diagrams/layout54.xml><?xml version="1.0" encoding="utf-8"?>
<dgm:layoutDef xmlns:dgm="http://schemas.openxmlformats.org/drawingml/2006/diagram" xmlns:a="http://schemas.openxmlformats.org/drawingml/2006/main" uniqueId="urn:microsoft.com/office/officeart/2005/8/layout/process3">
  <dgm:title val=""/>
  <dgm:desc val=""/>
  <dgm:catLst>
    <dgm:cat type="process" pri="20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Lst>
      <dgm:cxnLst>
        <dgm:cxn modelId="4" srcId="0" destId="1" srcOrd="0" destOrd="0"/>
        <dgm:cxn modelId="5" srcId="0" destId="2" srcOrd="1" destOrd="0"/>
        <dgm:cxn modelId="6" srcId="0" destId="3" srcOrd="3" destOrd="0"/>
        <dgm:cxn modelId="12" srcId="1" destId="11" srcOrd="0" destOrd="0"/>
        <dgm:cxn modelId="23" srcId="2" destId="21" srcOrd="0" destOrd="0"/>
        <dgm:cxn modelId="34" srcId="3" destId="31" srcOrd="0" destOrd="0"/>
      </dgm:cxnLst>
      <dgm:bg/>
      <dgm:whole/>
    </dgm:dataModel>
  </dgm:sampData>
  <dgm:style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 modelId="4">
          <dgm:prSet phldr="1"/>
        </dgm:pt>
        <dgm:pt modelId="41">
          <dgm:prSet phldr="1"/>
        </dgm:pt>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osite" refType="w"/>
      <dgm:constr type="w" for="ch" ptType="sibTrans" refType="w" refFor="ch" refForName="composite" fact="0.3333"/>
      <dgm:constr type="w" for="des" forName="parTx"/>
      <dgm:constr type="h" for="des" forName="parTx" op="equ"/>
      <dgm:constr type="h" for="des" forName="parSh" op="equ"/>
      <dgm:constr type="w" for="des" forName="desTx"/>
      <dgm:constr type="h" for="des" forName="desTx" op="equ"/>
      <dgm:constr type="w" for="des" forName="parSh"/>
      <dgm:constr type="primFontSz" for="des" forName="parTx" val="65"/>
      <dgm:constr type="secFontSz" for="des" forName="desTx" refType="primFontSz" refFor="des" refForName="parTx" op="equ"/>
      <dgm:constr type="primFontSz" for="des" forName="connTx" refType="primFontSz" refFor="des" refForName="parTx" fact="0.8"/>
      <dgm:constr type="primFontSz" for="des" forName="connTx" refType="primFontSz" refFor="des" refForName="parTx" op="lte" fact="0.8"/>
      <dgm:constr type="h" for="des" forName="parTx" refType="primFontSz" refFor="des" refForName="parTx" fact="0.8"/>
      <dgm:constr type="h" for="des" forName="parSh" refType="primFontSz" refFor="des" refForName="parTx" fact="1.2"/>
      <dgm:constr type="h" for="des" forName="desTx" refType="primFontSz" refFor="des" refForName="parTx" fact="1.6"/>
      <dgm:constr type="h" for="des" forName="parSh" refType="h" refFor="des" refForName="parTx" op="lte" fact="1.5"/>
      <dgm:constr type="h" for="des" forName="parSh" refType="h" refFor="des" refForName="parTx" op="gte" fact="1.5"/>
    </dgm:constrLst>
    <dgm:ruleLst>
      <dgm:rule type="w" for="ch" forName="composite" val="0" fact="NaN" max="NaN"/>
      <dgm:rule type="primFontSz" for="des" forName="parTx" val="5" fact="NaN" max="NaN"/>
    </dgm:ruleLst>
    <dgm:forEach name="Name3" axis="ch" ptType="node">
      <dgm:layoutNode name="composite">
        <dgm:alg type="composite"/>
        <dgm:shape xmlns:r="http://schemas.openxmlformats.org/officeDocument/2006/relationships" r:blip="">
          <dgm:adjLst/>
        </dgm:shape>
        <dgm:presOf/>
        <dgm:choose name="Name4">
          <dgm:if name="Name5" func="var" arg="dir" op="equ" val="norm">
            <dgm:constrLst>
              <dgm:constr type="h" refType="w" fact="1000"/>
              <dgm:constr type="l" for="ch" forName="parTx"/>
              <dgm:constr type="w" for="ch" forName="parTx" refType="w" fact="0.83"/>
              <dgm:constr type="t" for="ch" forName="parTx"/>
              <dgm:constr type="l" for="ch" forName="parSh"/>
              <dgm:constr type="w" for="ch" forName="parSh" refType="w" refFor="ch" refForName="parTx"/>
              <dgm:constr type="t" for="ch" forName="parSh"/>
              <dgm:constr type="l" for="ch" forName="desTx" refType="w" fact="0.17"/>
              <dgm:constr type="w" for="ch" forName="desTx" refType="w" refFor="ch" refForName="parTx"/>
              <dgm:constr type="t" for="ch" forName="desTx" refType="h" refFor="ch" refForName="parTx"/>
            </dgm:constrLst>
          </dgm:if>
          <dgm:else name="Name6">
            <dgm:constrLst>
              <dgm:constr type="h" refType="w" fact="1000"/>
              <dgm:constr type="l" for="ch" forName="parTx" refType="w" fact="0.17"/>
              <dgm:constr type="w" for="ch" forName="parTx" refType="w" fact="0.83"/>
              <dgm:constr type="t" for="ch" forName="parTx"/>
              <dgm:constr type="l" for="ch" forName="parSh" refType="w" fact="0.15"/>
              <dgm:constr type="w" for="ch" forName="parSh" refType="w" refFor="ch" refForName="parTx"/>
              <dgm:constr type="t" for="ch" forName="parSh"/>
              <dgm:constr type="l" for="ch" forName="desTx"/>
              <dgm:constr type="w" for="ch" forName="desTx" refType="w" refFor="ch" refForName="parTx"/>
              <dgm:constr type="t" for="ch" forName="desTx" refType="h" refFor="ch" refForName="parTx"/>
            </dgm:constrLst>
          </dgm:else>
        </dgm:choose>
        <dgm:ruleLst>
          <dgm:rule type="h" val="INF" fact="NaN" max="NaN"/>
        </dgm:ruleLst>
        <dgm:layoutNode name="parTx">
          <dgm:varLst>
            <dgm:chMax val="0"/>
            <dgm:chPref val="0"/>
            <dgm:bulletEnabled val="1"/>
          </dgm:varLst>
          <dgm:alg type="tx">
            <dgm:param type="parTxLTRAlign" val="l"/>
            <dgm:param type="parTxRTLAlign" val="r"/>
            <dgm:param type="txAnchorVert" val="t"/>
          </dgm:alg>
          <dgm:shape xmlns:r="http://schemas.openxmlformats.org/officeDocument/2006/relationships" type="rect" r:blip="" zOrderOff="1" hideGeom="1">
            <dgm:adjLst>
              <dgm:adj idx="1" val="0.1"/>
            </dgm:adjLst>
          </dgm:shape>
          <dgm:presOf axis="self" ptType="node"/>
          <dgm:constrLst>
            <dgm:constr type="h" refType="w" op="lte" fact="0.4"/>
            <dgm:constr type="bMarg" refType="primFontSz" fact="0.3"/>
            <dgm:constr type="h"/>
          </dgm:constrLst>
          <dgm:ruleLst>
            <dgm:rule type="h" val="INF" fact="NaN" max="NaN"/>
          </dgm:ruleLst>
        </dgm:layoutNode>
        <dgm:layoutNode name="parSh">
          <dgm:alg type="sp"/>
          <dgm:shape xmlns:r="http://schemas.openxmlformats.org/officeDocument/2006/relationships" type="roundRect" r:blip="">
            <dgm:adjLst>
              <dgm:adj idx="1" val="0.1"/>
            </dgm:adjLst>
          </dgm:shape>
          <dgm:presOf axis="self" ptType="node"/>
          <dgm:constrLst>
            <dgm:constr type="h"/>
          </dgm:constrLst>
          <dgm:ruleLst/>
        </dgm:layoutNode>
        <dgm:layoutNode name="desTx" styleLbl="fgAcc1">
          <dgm:varLst>
            <dgm:bulletEnabled val="1"/>
          </dgm:varLst>
          <dgm:alg type="tx">
            <dgm:param type="stBulletLvl" val="1"/>
          </dgm:alg>
          <dgm:shape xmlns:r="http://schemas.openxmlformats.org/officeDocument/2006/relationships" type="roundRect" r:blip="">
            <dgm:adjLst>
              <dgm:adj idx="1" val="0.1"/>
            </dgm:adjLst>
          </dgm:shape>
          <dgm:presOf axis="des" ptType="node"/>
          <dgm:constrLst>
            <dgm:constr type="secFontSz" val="65"/>
            <dgm:constr type="primFontSz" refType="secFontSz"/>
            <dgm:constr type="h"/>
          </dgm:constrLst>
          <dgm:ruleLst>
            <dgm:rule type="h" val="INF" fact="NaN" max="NaN"/>
          </dgm:ruleLst>
        </dgm:layoutNode>
      </dgm:layoutNode>
      <dgm:forEach name="sibTransForEach" axis="followSib" ptType="sibTrans" cnt="1">
        <dgm:layoutNode name="sibTrans">
          <dgm:alg type="conn">
            <dgm:param type="begPts" val="auto"/>
            <dgm:param type="endPts" val="auto"/>
            <dgm:param type="srcNode" val="parTx"/>
            <dgm:param type="dstNode" val="parTx"/>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Tx">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55.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56.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57.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58.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59.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60.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61.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62.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63.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64.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65.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66.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67.xml><?xml version="1.0" encoding="utf-8"?>
<dgm:layoutDef xmlns:dgm="http://schemas.openxmlformats.org/drawingml/2006/diagram" xmlns:a="http://schemas.openxmlformats.org/drawingml/2006/main" uniqueId="urn:microsoft.com/office/officeart/2009/3/layout/HorizontalOrganizationChart">
  <dgm:title val=""/>
  <dgm:desc val=""/>
  <dgm:catLst>
    <dgm:cat type="hierarchy" pri="43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305"/>
      <dgm:constr type="w" for="des" forName="rootComposite" refType="w" fact="10"/>
      <dgm:constr type="h" for="des" forName="rootComposite" refType="w" refFor="des" refForName="rootComposite1" fact="0.305"/>
      <dgm:constr type="w" for="des" forName="rootComposite3" refType="w" fact="10"/>
      <dgm:constr type="h" for="des" forName="rootComposite3" refType="w" refFor="des" refForName="rootComposite1" fact="0.305"/>
      <dgm:constr type="primFontSz" for="des" ptType="node" op="equ"/>
      <dgm:constr type="sp" for="des" op="equ"/>
      <dgm:constr type="sp" for="des" forName="hierRoot1" refType="w" refFor="des" refForName="rootComposite1" fact="0.2"/>
      <dgm:constr type="sp" for="des" forName="hierRoot2" refType="sp" refFor="des" refForName="hierRoot1"/>
      <dgm:constr type="sp" for="des" forName="hierRoot3" refType="sp" refFor="des" refForName="hierRoot1"/>
      <dgm:constr type="sibSp" refType="w" refFor="des" refForName="rootComposite1" fact="0.125"/>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125"/>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func="var" arg="dir" op="equ" val="norm">
                  <dgm:alg type="hierRoot">
                    <dgm:param type="hierAlign" val="lT"/>
                  </dgm:alg>
                  <dgm:constrLst>
                    <dgm:constr type="alignOff" val="0.75"/>
                  </dgm:constrLst>
                </dgm:if>
                <dgm:else name="Name9">
                  <dgm:alg type="hierRoot">
                    <dgm:param type="hierAlign" val="rT"/>
                  </dgm:alg>
                  <dgm:constrLst>
                    <dgm:constr type="alignOff" val="0.75"/>
                  </dgm:constrLst>
                </dgm:else>
              </dgm:choose>
            </dgm:if>
            <dgm:if name="Name10" func="var" arg="hierBranch" op="equ" val="r">
              <dgm:choose name="Name11">
                <dgm:if name="Name12" func="var" arg="dir" op="equ" val="norm">
                  <dgm:alg type="hierRoot">
                    <dgm:param type="hierAlign" val="lB"/>
                  </dgm:alg>
                  <dgm:constrLst>
                    <dgm:constr type="alignOff" val="0.75"/>
                  </dgm:constrLst>
                </dgm:if>
                <dgm:else name="Name13">
                  <dgm:alg type="hierRoot">
                    <dgm:param type="hierAlign" val="rB"/>
                  </dgm:alg>
                  <dgm:constrLst>
                    <dgm:constr type="alignOff" val="0.75"/>
                  </dgm:constrLst>
                </dgm:else>
              </dgm:choose>
            </dgm:if>
            <dgm:if name="Name14" func="var" arg="hierBranch" op="equ" val="hang">
              <dgm:choose name="Name15">
                <dgm:if name="Name16" func="var" arg="dir" op="equ" val="norm">
                  <dgm:alg type="hierRoot">
                    <dgm:param type="hierAlign" val="lCtrCh"/>
                  </dgm:alg>
                  <dgm:constrLst>
                    <dgm:constr type="alignOff" val="0.65"/>
                  </dgm:constrLst>
                </dgm:if>
                <dgm:else name="Name17">
                  <dgm:alg type="hierRoot">
                    <dgm:param type="hierAlign" val="rCtrCh"/>
                  </dgm:alg>
                  <dgm:constrLst>
                    <dgm:constr type="alignOff" val="0.65"/>
                  </dgm:constrLst>
                </dgm:else>
              </dgm:choose>
            </dgm:if>
            <dgm:else name="Name18">
              <dgm:choose name="Name19">
                <dgm:if name="Name20" func="var" arg="dir" op="equ" val="norm">
                  <dgm:alg type="hierRoot">
                    <dgm:param type="hierAlign" val="lCtrCh"/>
                  </dgm:alg>
                  <dgm:constrLst>
                    <dgm:constr type="alignOff"/>
                    <dgm:constr type="bendDist" for="des" ptType="parTrans" refType="sp" fact="0.5"/>
                  </dgm:constrLst>
                </dgm:if>
                <dgm:else name="Name21">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22">
              <dgm:if name="Name23"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24"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25"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6">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7">
              <dgm:if name="Name28" func="var" arg="hierBranch" op="equ" val="l">
                <dgm:choose name="Name29">
                  <dgm:if name="Name30" func="var" arg="dir" op="equ" val="norm">
                    <dgm:alg type="hierChild">
                      <dgm:param type="chAlign" val="t"/>
                      <dgm:param type="linDir" val="fromL"/>
                    </dgm:alg>
                  </dgm:if>
                  <dgm:else name="Name31">
                    <dgm:alg type="hierChild">
                      <dgm:param type="chAlign" val="t"/>
                      <dgm:param type="linDir" val="fromR"/>
                    </dgm:alg>
                  </dgm:else>
                </dgm:choose>
              </dgm:if>
              <dgm:if name="Name32" func="var" arg="hierBranch" op="equ" val="r">
                <dgm:choose name="Name33">
                  <dgm:if name="Name34" func="var" arg="dir" op="equ" val="norm">
                    <dgm:alg type="hierChild">
                      <dgm:param type="chAlign" val="b"/>
                      <dgm:param type="linDir" val="fromL"/>
                    </dgm:alg>
                  </dgm:if>
                  <dgm:else name="Name35">
                    <dgm:alg type="hierChild">
                      <dgm:param type="chAlign" val="b"/>
                      <dgm:param type="linDir" val="fromR"/>
                    </dgm:alg>
                  </dgm:else>
                </dgm:choose>
              </dgm:if>
              <dgm:if name="Name36" func="var" arg="hierBranch" op="equ" val="hang">
                <dgm:choose name="Name37">
                  <dgm:if name="Name38" func="var" arg="dir" op="equ" val="norm">
                    <dgm:alg type="hierChild">
                      <dgm:param type="chAlign" val="l"/>
                      <dgm:param type="linDir" val="fromT"/>
                      <dgm:param type="secChAlign" val="t"/>
                      <dgm:param type="secLinDir" val="fromL"/>
                    </dgm:alg>
                  </dgm:if>
                  <dgm:else name="Name39">
                    <dgm:alg type="hierChild">
                      <dgm:param type="chAlign" val="r"/>
                      <dgm:param type="linDir" val="fromT"/>
                      <dgm:param type="secChAlign" val="t"/>
                      <dgm:param type="secLinDir" val="fromR"/>
                    </dgm:alg>
                  </dgm:else>
                </dgm:choose>
              </dgm:if>
              <dgm:else name="Name40">
                <dgm:choose name="Name41">
                  <dgm:if name="Name42" func="var" arg="dir" op="equ" val="norm">
                    <dgm:alg type="hierChild">
                      <dgm:param type="linDir" val="fromT"/>
                      <dgm:param type="chAlign" val="l"/>
                    </dgm:alg>
                  </dgm:if>
                  <dgm:else name="Name43">
                    <dgm:alg type="hierChild">
                      <dgm:param type="linDir" val="fromT"/>
                      <dgm:param type="chAlign" val="r"/>
                    </dgm:alg>
                  </dgm:else>
                </dgm:choose>
              </dgm:else>
            </dgm:choose>
            <dgm:shape xmlns:r="http://schemas.openxmlformats.org/officeDocument/2006/relationships" r:blip="">
              <dgm:adjLst/>
            </dgm:shape>
            <dgm:presOf/>
            <dgm:constrLst/>
            <dgm:ruleLst/>
            <dgm:forEach name="rep2a" axis="ch" ptType="nonAsst">
              <dgm:forEach name="Name44" axis="precedSib" ptType="parTrans" st="-1" cnt="1">
                <dgm:choose name="Name45">
                  <dgm:if name="Name46" func="var" arg="hierBranch" op="equ" val="hang">
                    <dgm:layoutNode name="Name47">
                      <dgm:choose name="Name48">
                        <dgm:if name="Name49" func="var" arg="dir" op="equ" val="norm">
                          <dgm:alg type="conn">
                            <dgm:param type="connRout" val="bend"/>
                            <dgm:param type="dim" val="1D"/>
                            <dgm:param type="endSty" val="noArr"/>
                            <dgm:param type="begPts" val="midR"/>
                            <dgm:param type="endPts" val="bCtr tCtr"/>
                          </dgm:alg>
                        </dgm:if>
                        <dgm:else name="Name50">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1" func="var" arg="hierBranch" op="equ" val="l">
                    <dgm:layoutNode name="Name52">
                      <dgm:choose name="Name53">
                        <dgm:if name="Name54" func="var" arg="dir" op="equ" val="norm">
                          <dgm:alg type="conn">
                            <dgm:param type="connRout" val="bend"/>
                            <dgm:param type="dim" val="1D"/>
                            <dgm:param type="endSty" val="noArr"/>
                            <dgm:param type="begPts" val="midR"/>
                            <dgm:param type="endPts" val="tCtr"/>
                          </dgm:alg>
                        </dgm:if>
                        <dgm:else name="Name55">
                          <dgm:alg type="conn">
                            <dgm:param type="connRout" val="bend"/>
                            <dgm:param type="dim" val="1D"/>
                            <dgm:param type="endSty" val="noArr"/>
                            <dgm:param type="begPts" val="midL"/>
                            <dgm:param type="endPts" val="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6" func="var" arg="hierBranch" op="equ" val="r">
                    <dgm:layoutNode name="Name57">
                      <dgm:choose name="Name58">
                        <dgm:if name="Name59" func="var" arg="dir" op="equ" val="norm">
                          <dgm:alg type="conn">
                            <dgm:param type="connRout" val="bend"/>
                            <dgm:param type="dim" val="1D"/>
                            <dgm:param type="endSty" val="noArr"/>
                            <dgm:param type="begPts" val="midR"/>
                            <dgm:param type="endPts" val="bCtr"/>
                          </dgm:alg>
                        </dgm:if>
                        <dgm:else name="Name60">
                          <dgm:alg type="conn">
                            <dgm:param type="connRout" val="bend"/>
                            <dgm:param type="dim" val="1D"/>
                            <dgm:param type="endSty" val="noArr"/>
                            <dgm:param type="begPts" val="midL"/>
                            <dgm:param type="endPts" val="bCtr"/>
                          </dgm:alg>
                        </dgm:else>
                      </dgm:choose>
                      <dgm:shape xmlns:r="http://schemas.openxmlformats.org/officeDocument/2006/relationships" type="conn" r:blip="" zOrderOff="-99999">
                        <dgm:adjLst/>
                      </dgm:shape>
                      <dgm:presOf axis="self"/>
                      <dgm:constrLst>
                        <dgm:constr type="begPad"/>
                        <dgm:constr type="endPad"/>
                      </dgm:constrLst>
                      <dgm:ruleLst/>
                    </dgm:layoutNode>
                  </dgm:if>
                  <dgm:else name="Name61">
                    <dgm:choose name="Name62">
                      <dgm:if name="Name63" func="var" arg="dir" op="equ" val="norm">
                        <dgm:layoutNode name="Name64">
                          <dgm:alg type="conn">
                            <dgm:param type="connRout" val="bend"/>
                            <dgm:param type="dim" val="1D"/>
                            <dgm:param type="endSty" val="noArr"/>
                            <dgm:param type="begPts" val="midR"/>
                            <dgm:param type="endPts" val="midL"/>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else name="Name65">
                        <dgm:layoutNode name="Name66">
                          <dgm:alg type="conn">
                            <dgm:param type="connRout" val="bend"/>
                            <dgm:param type="dim" val="1D"/>
                            <dgm:param type="endSty" val="noArr"/>
                            <dgm:param type="begPts" val="midL"/>
                            <dgm:param type="endPts" val="midR"/>
                            <dgm:param type="bendPt" val="end"/>
                          </dgm:alg>
                          <dgm:shape xmlns:r="http://schemas.openxmlformats.org/officeDocument/2006/relationships" type="conn" r:blip="" zOrderOff="-99999">
                            <dgm:adjLst/>
                          </dgm:shape>
                          <dgm:presOf axis="self"/>
                          <dgm:constrLst>
                            <dgm:constr type="begPad"/>
                            <dgm:constr type="endPad"/>
                          </dgm:constrLst>
                          <dgm:ruleLst/>
                        </dgm:layoutNode>
                      </dgm:else>
                    </dgm:choose>
                  </dgm:else>
                </dgm:choose>
              </dgm:forEach>
              <dgm:layoutNode name="hierRoot2">
                <dgm:varLst>
                  <dgm:hierBranch val="init"/>
                </dgm:varLst>
                <dgm:choose name="Name67">
                  <dgm:if name="Name68" func="var" arg="hierBranch" op="equ" val="l">
                    <dgm:choose name="Name69">
                      <dgm:if name="Name70" func="var" arg="dir" op="equ" val="norm">
                        <dgm:alg type="hierRoot">
                          <dgm:param type="hierAlign" val="lT"/>
                        </dgm:alg>
                        <dgm:constrLst>
                          <dgm:constr type="alignOff" val="0.75"/>
                        </dgm:constrLst>
                      </dgm:if>
                      <dgm:else name="Name71">
                        <dgm:alg type="hierRoot">
                          <dgm:param type="hierAlign" val="rT"/>
                        </dgm:alg>
                        <dgm:constrLst>
                          <dgm:constr type="alignOff" val="0.75"/>
                        </dgm:constrLst>
                      </dgm:else>
                    </dgm:choose>
                  </dgm:if>
                  <dgm:if name="Name72" func="var" arg="hierBranch" op="equ" val="r">
                    <dgm:choose name="Name73">
                      <dgm:if name="Name74" func="var" arg="dir" op="equ" val="norm">
                        <dgm:alg type="hierRoot">
                          <dgm:param type="hierAlign" val="lB"/>
                        </dgm:alg>
                        <dgm:constrLst>
                          <dgm:constr type="alignOff" val="0.75"/>
                        </dgm:constrLst>
                      </dgm:if>
                      <dgm:else name="Name75">
                        <dgm:alg type="hierRoot">
                          <dgm:param type="hierAlign" val="rB"/>
                        </dgm:alg>
                        <dgm:constrLst>
                          <dgm:constr type="alignOff" val="0.75"/>
                        </dgm:constrLst>
                      </dgm:else>
                    </dgm:choose>
                  </dgm:if>
                  <dgm:if name="Name76" func="var" arg="hierBranch" op="equ" val="hang">
                    <dgm:choose name="Name77">
                      <dgm:if name="Name78" func="var" arg="dir" op="equ" val="norm">
                        <dgm:alg type="hierRoot">
                          <dgm:param type="hierAlign" val="lCtrCh"/>
                        </dgm:alg>
                        <dgm:constrLst>
                          <dgm:constr type="alignOff" val="0.65"/>
                        </dgm:constrLst>
                      </dgm:if>
                      <dgm:else name="Name79">
                        <dgm:alg type="hierRoot">
                          <dgm:param type="hierAlign" val="rCtrCh"/>
                        </dgm:alg>
                        <dgm:constrLst>
                          <dgm:constr type="alignOff" val="0.65"/>
                        </dgm:constrLst>
                      </dgm:else>
                    </dgm:choose>
                  </dgm:if>
                  <dgm:else name="Name80">
                    <dgm:choose name="Name81">
                      <dgm:if name="Name82" func="var" arg="dir" op="equ" val="norm">
                        <dgm:alg type="hierRoot">
                          <dgm:param type="hierAlign" val="lCtrCh"/>
                        </dgm:alg>
                        <dgm:constrLst>
                          <dgm:constr type="alignOff"/>
                          <dgm:constr type="bendDist" for="des" ptType="parTrans" refType="sp" fact="0.5"/>
                        </dgm:constrLst>
                      </dgm:if>
                      <dgm:else name="Name83">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
                  <dgm:alg type="composite"/>
                  <dgm:shape xmlns:r="http://schemas.openxmlformats.org/officeDocument/2006/relationships" r:blip="">
                    <dgm:adjLst/>
                  </dgm:shape>
                  <dgm:presOf axis="self" ptType="node" cnt="1"/>
                  <dgm:choose name="Name84">
                    <dgm:if name="Name85"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6"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7"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8">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9">
                    <dgm:if name="Name90" func="var" arg="hierBranch" op="equ" val="l">
                      <dgm:choose name="Name91">
                        <dgm:if name="Name92" func="var" arg="dir" op="equ" val="norm">
                          <dgm:alg type="hierChild">
                            <dgm:param type="chAlign" val="t"/>
                            <dgm:param type="linDir" val="fromL"/>
                          </dgm:alg>
                        </dgm:if>
                        <dgm:else name="Name93">
                          <dgm:alg type="hierChild">
                            <dgm:param type="chAlign" val="t"/>
                            <dgm:param type="linDir" val="fromR"/>
                          </dgm:alg>
                        </dgm:else>
                      </dgm:choose>
                    </dgm:if>
                    <dgm:if name="Name94" func="var" arg="hierBranch" op="equ" val="r">
                      <dgm:choose name="Name95">
                        <dgm:if name="Name96" func="var" arg="dir" op="equ" val="norm">
                          <dgm:alg type="hierChild">
                            <dgm:param type="chAlign" val="b"/>
                            <dgm:param type="linDir" val="fromL"/>
                          </dgm:alg>
                        </dgm:if>
                        <dgm:else name="Name97">
                          <dgm:alg type="hierChild">
                            <dgm:param type="chAlign" val="b"/>
                            <dgm:param type="linDir" val="fromR"/>
                          </dgm:alg>
                        </dgm:else>
                      </dgm:choose>
                    </dgm:if>
                    <dgm:if name="Name98" func="var" arg="hierBranch" op="equ" val="hang">
                      <dgm:choose name="Name99">
                        <dgm:if name="Name100" func="var" arg="dir" op="equ" val="norm">
                          <dgm:alg type="hierChild">
                            <dgm:param type="chAlign" val="l"/>
                            <dgm:param type="linDir" val="fromT"/>
                            <dgm:param type="secChAlign" val="t"/>
                            <dgm:param type="secLinDir" val="fromL"/>
                          </dgm:alg>
                        </dgm:if>
                        <dgm:else name="Name101">
                          <dgm:alg type="hierChild">
                            <dgm:param type="chAlign" val="r"/>
                            <dgm:param type="linDir" val="fromT"/>
                            <dgm:param type="secChAlign" val="t"/>
                            <dgm:param type="secLinDir" val="fromR"/>
                          </dgm:alg>
                        </dgm:else>
                      </dgm:choose>
                    </dgm:if>
                    <dgm:else name="Name102">
                      <dgm:choose name="Name103">
                        <dgm:if name="Name104" func="var" arg="dir" op="equ" val="norm">
                          <dgm:alg type="hierChild">
                            <dgm:param type="linDir" val="fromT"/>
                            <dgm:param type="chAlign" val="l"/>
                          </dgm:alg>
                        </dgm:if>
                        <dgm:else name="Name105">
                          <dgm:alg type="hierChild">
                            <dgm:param type="linDir" val="fromT"/>
                            <dgm:param type="chAlign" val="r"/>
                          </dgm:alg>
                        </dgm:else>
                      </dgm:choose>
                    </dgm:else>
                  </dgm:choose>
                  <dgm:shape xmlns:r="http://schemas.openxmlformats.org/officeDocument/2006/relationships" r:blip="">
                    <dgm:adjLst/>
                  </dgm:shape>
                  <dgm:presOf/>
                  <dgm:constrLst/>
                  <dgm:ruleLst/>
                  <dgm:forEach name="Name106" ref="rep2a"/>
                </dgm:layoutNode>
                <dgm:layoutNode name="hierChild5">
                  <dgm:choose name="Name107">
                    <dgm:if name="Name108" func="var" arg="dir" op="equ" val="norm">
                      <dgm:alg type="hierChild">
                        <dgm:param type="chAlign" val="l"/>
                        <dgm:param type="linDir" val="fromT"/>
                        <dgm:param type="secChAlign" val="t"/>
                        <dgm:param type="secLinDir" val="fromL"/>
                      </dgm:alg>
                    </dgm:if>
                    <dgm:else name="Name109">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10" ref="rep2b"/>
                </dgm:layoutNode>
              </dgm:layoutNode>
            </dgm:forEach>
          </dgm:layoutNode>
          <dgm:layoutNode name="hierChild3">
            <dgm:choose name="Name111">
              <dgm:if name="Name112" func="var" arg="dir" op="equ" val="norm">
                <dgm:alg type="hierChild">
                  <dgm:param type="chAlign" val="l"/>
                  <dgm:param type="linDir" val="fromT"/>
                  <dgm:param type="secChAlign" val="t"/>
                  <dgm:param type="secLinDir" val="fromL"/>
                </dgm:alg>
              </dgm:if>
              <dgm:else name="Name113">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rep2b" axis="ch" ptType="asst">
              <dgm:forEach name="Name114" axis="precedSib" ptType="parTrans" st="-1" cnt="1">
                <dgm:layoutNode name="Name115">
                  <dgm:choose name="Name116">
                    <dgm:if name="Name117" func="var" arg="dir" op="equ" val="norm">
                      <dgm:alg type="conn">
                        <dgm:param type="connRout" val="bend"/>
                        <dgm:param type="dim" val="1D"/>
                        <dgm:param type="endSty" val="noArr"/>
                        <dgm:param type="begPts" val="midR"/>
                        <dgm:param type="endPts" val="bCtr tCtr"/>
                      </dgm:alg>
                    </dgm:if>
                    <dgm:else name="Name118">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9">
                  <dgm:if name="Name120" func="var" arg="hierBranch" op="equ" val="l">
                    <dgm:choose name="Name121">
                      <dgm:if name="Name122" func="var" arg="dir" op="equ" val="norm">
                        <dgm:alg type="hierRoot">
                          <dgm:param type="hierAlign" val="lT"/>
                        </dgm:alg>
                        <dgm:constrLst>
                          <dgm:constr type="alignOff" val="0.75"/>
                        </dgm:constrLst>
                      </dgm:if>
                      <dgm:else name="Name123">
                        <dgm:alg type="hierRoot">
                          <dgm:param type="hierAlign" val="rT"/>
                        </dgm:alg>
                        <dgm:constrLst>
                          <dgm:constr type="alignOff" val="0.75"/>
                        </dgm:constrLst>
                      </dgm:else>
                    </dgm:choose>
                  </dgm:if>
                  <dgm:if name="Name124" func="var" arg="hierBranch" op="equ" val="r">
                    <dgm:choose name="Name125">
                      <dgm:if name="Name126" func="var" arg="dir" op="equ" val="norm">
                        <dgm:alg type="hierRoot">
                          <dgm:param type="hierAlign" val="lB"/>
                        </dgm:alg>
                        <dgm:constrLst>
                          <dgm:constr type="alignOff" val="0.75"/>
                        </dgm:constrLst>
                      </dgm:if>
                      <dgm:else name="Name127">
                        <dgm:alg type="hierRoot">
                          <dgm:param type="hierAlign" val="rB"/>
                        </dgm:alg>
                        <dgm:constrLst>
                          <dgm:constr type="alignOff" val="0.75"/>
                        </dgm:constrLst>
                      </dgm:else>
                    </dgm:choose>
                  </dgm:if>
                  <dgm:if name="Name128" func="var" arg="hierBranch" op="equ" val="hang">
                    <dgm:choose name="Name129">
                      <dgm:if name="Name130" func="var" arg="dir" op="equ" val="norm">
                        <dgm:alg type="hierRoot">
                          <dgm:param type="hierAlign" val="lCtrCh"/>
                        </dgm:alg>
                        <dgm:constrLst>
                          <dgm:constr type="alignOff" val="0.65"/>
                        </dgm:constrLst>
                      </dgm:if>
                      <dgm:else name="Name131">
                        <dgm:alg type="hierRoot">
                          <dgm:param type="hierAlign" val="rCtrCh"/>
                        </dgm:alg>
                        <dgm:constrLst>
                          <dgm:constr type="alignOff" val="0.65"/>
                        </dgm:constrLst>
                      </dgm:else>
                    </dgm:choose>
                  </dgm:if>
                  <dgm:else name="Name132">
                    <dgm:choose name="Name133">
                      <dgm:if name="Name134" func="var" arg="dir" op="equ" val="norm">
                        <dgm:alg type="hierRoot">
                          <dgm:param type="hierAlign" val="lCtrCh"/>
                        </dgm:alg>
                        <dgm:constrLst>
                          <dgm:constr type="alignOff"/>
                          <dgm:constr type="bendDist" for="des" ptType="parTrans" refType="sp" fact="0.5"/>
                        </dgm:constrLst>
                      </dgm:if>
                      <dgm:else name="Name135">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3">
                  <dgm:alg type="composite"/>
                  <dgm:shape xmlns:r="http://schemas.openxmlformats.org/officeDocument/2006/relationships" r:blip="">
                    <dgm:adjLst/>
                  </dgm:shape>
                  <dgm:presOf axis="self" ptType="node" cnt="1"/>
                  <dgm:choose name="Name136">
                    <dgm:if name="Name137"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38"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39"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40">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41">
                    <dgm:if name="Name142" func="var" arg="hierBranch" op="equ" val="l">
                      <dgm:choose name="Name143">
                        <dgm:if name="Name144" func="var" arg="dir" op="equ" val="norm">
                          <dgm:alg type="hierChild">
                            <dgm:param type="chAlign" val="t"/>
                            <dgm:param type="linDir" val="fromL"/>
                          </dgm:alg>
                        </dgm:if>
                        <dgm:else name="Name145">
                          <dgm:alg type="hierChild">
                            <dgm:param type="chAlign" val="t"/>
                            <dgm:param type="linDir" val="fromR"/>
                          </dgm:alg>
                        </dgm:else>
                      </dgm:choose>
                    </dgm:if>
                    <dgm:if name="Name146" func="var" arg="hierBranch" op="equ" val="r">
                      <dgm:choose name="Name147">
                        <dgm:if name="Name148" func="var" arg="dir" op="equ" val="norm">
                          <dgm:alg type="hierChild">
                            <dgm:param type="chAlign" val="b"/>
                            <dgm:param type="linDir" val="fromL"/>
                          </dgm:alg>
                        </dgm:if>
                        <dgm:else name="Name149">
                          <dgm:alg type="hierChild">
                            <dgm:param type="chAlign" val="b"/>
                            <dgm:param type="linDir" val="fromR"/>
                          </dgm:alg>
                        </dgm:else>
                      </dgm:choose>
                    </dgm:if>
                    <dgm:if name="Name150" func="var" arg="hierBranch" op="equ" val="hang">
                      <dgm:choose name="Name151">
                        <dgm:if name="Name152" func="var" arg="dir" op="equ" val="norm">
                          <dgm:alg type="hierChild">
                            <dgm:param type="chAlign" val="l"/>
                            <dgm:param type="linDir" val="fromT"/>
                            <dgm:param type="secChAlign" val="t"/>
                            <dgm:param type="secLinDir" val="fromL"/>
                          </dgm:alg>
                        </dgm:if>
                        <dgm:else name="Name153">
                          <dgm:alg type="hierChild">
                            <dgm:param type="chAlign" val="r"/>
                            <dgm:param type="linDir" val="fromT"/>
                            <dgm:param type="secChAlign" val="t"/>
                            <dgm:param type="secLinDir" val="fromR"/>
                          </dgm:alg>
                        </dgm:else>
                      </dgm:choose>
                    </dgm:if>
                    <dgm:else name="Name154">
                      <dgm:choose name="Name155">
                        <dgm:if name="Name156" func="var" arg="dir" op="equ" val="norm">
                          <dgm:alg type="hierChild">
                            <dgm:param type="linDir" val="fromT"/>
                            <dgm:param type="chAlign" val="l"/>
                          </dgm:alg>
                        </dgm:if>
                        <dgm:else name="Name157">
                          <dgm:alg type="hierChild">
                            <dgm:param type="linDir" val="fromT"/>
                            <dgm:param type="chAlign" val="r"/>
                          </dgm:alg>
                        </dgm:else>
                      </dgm:choose>
                    </dgm:else>
                  </dgm:choose>
                  <dgm:shape xmlns:r="http://schemas.openxmlformats.org/officeDocument/2006/relationships" r:blip="">
                    <dgm:adjLst/>
                  </dgm:shape>
                  <dgm:presOf/>
                  <dgm:constrLst/>
                  <dgm:ruleLst/>
                  <dgm:forEach name="Name158" ref="rep2a"/>
                </dgm:layoutNode>
                <dgm:layoutNode name="hierChild7">
                  <dgm:choose name="Name159">
                    <dgm:if name="Name160" func="var" arg="dir" op="equ" val="norm">
                      <dgm:alg type="hierChild">
                        <dgm:param type="chAlign" val="l"/>
                        <dgm:param type="linDir" val="fromT"/>
                        <dgm:param type="secChAlign" val="t"/>
                        <dgm:param type="secLinDir" val="fromL"/>
                      </dgm:alg>
                    </dgm:if>
                    <dgm:else name="Name161">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62" ref="rep2b"/>
                </dgm:layoutNode>
              </dgm:layoutNode>
            </dgm:forEach>
          </dgm:layoutNode>
        </dgm:layoutNode>
      </dgm:forEach>
    </dgm:forEach>
  </dgm:layoutNode>
</dgm:layoutDef>
</file>

<file path=ppt/diagrams/layout68.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69.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70.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71.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72.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73.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74.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75.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76.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77.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78.xml><?xml version="1.0" encoding="utf-8"?>
<dgm:layoutDef xmlns:dgm="http://schemas.openxmlformats.org/drawingml/2006/diagram" xmlns:a="http://schemas.openxmlformats.org/drawingml/2006/main" uniqueId="urn:microsoft.com/office/officeart/2005/8/layout/radial5">
  <dgm:title val=""/>
  <dgm:desc val=""/>
  <dgm:catLst>
    <dgm:cat type="relationship" pri="23000"/>
    <dgm:cat type="cycle" pri="11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Name0">
    <dgm:varLst>
      <dgm:chMax val="1"/>
      <dgm:dir/>
      <dgm:animLvl val="ctr"/>
      <dgm:resizeHandles val="exact"/>
    </dgm:varLst>
    <dgm:choose name="Name1">
      <dgm:if name="Name2" func="var" arg="dir" op="equ" val="norm">
        <dgm:alg type="cycle">
          <dgm:param type="stAng" val="0"/>
          <dgm:param type="spanAng" val="360"/>
          <dgm:param type="ctrShpMap" val="fNode"/>
        </dgm:alg>
      </dgm:if>
      <dgm:else name="Name3">
        <dgm:alg type="cycle">
          <dgm:param type="stAng" val="0"/>
          <dgm:param type="spanAng" val="-360"/>
          <dgm:param type="ctrShpMap" val="fNode"/>
        </dgm:alg>
      </dgm:else>
    </dgm:choose>
    <dgm:shape xmlns:r="http://schemas.openxmlformats.org/officeDocument/2006/relationships" r:blip="">
      <dgm:adjLst/>
    </dgm:shape>
    <dgm:presOf/>
    <dgm:constrLst>
      <dgm:constr type="w" for="ch" forName="centerShape" refType="w"/>
      <dgm:constr type="w" for="ch" forName="parTrans" refType="w" refFor="ch" refForName="centerShape" fact="0.4"/>
      <dgm:constr type="w" for="ch" forName="node" refType="w" refFor="ch" refForName="centerShape" op="equ" fact="1.25"/>
      <dgm:constr type="sp" refType="w" refFor="ch" refForName="centerShape" op="equ" fact="0.4"/>
      <dgm:constr type="sibSp" refType="w" refFor="ch" refForName="node" fact="0.3"/>
      <dgm:constr type="primFontSz" for="ch" forName="centerShape" val="65"/>
      <dgm:constr type="primFontSz" for="des" forName="node" op="equ" val="65"/>
      <dgm:constr type="primFontSz" for="des" forName="node" refType="primFontSz" refFor="ch" refForName="centerShape" op="lte"/>
      <dgm:constr type="primFontSz" for="des" forName="connectorText" op="equ" val="55"/>
      <dgm:constr type="primFontSz" for="des" forName="connectorText" refType="primFontSz" refFor="ch" refForName="centerShape" op="lte" fact="0.8"/>
      <dgm:constr type="primFontSz" for="des" forName="connectorText" refType="primFontSz" refFor="des" refForName="node" op="lte"/>
    </dgm:constrLst>
    <dgm:choose name="Name4">
      <dgm:if name="Name5" axis="ch ch" ptType="node node" st="1 1" cnt="1 0" func="cnt" op="lte" val="6">
        <dgm:ruleLst>
          <dgm:rule type="w" for="ch" forName="node" val="NaN" fact="1" max="NaN"/>
        </dgm:ruleLst>
      </dgm:if>
      <dgm:if name="Name6" axis="ch ch" ptType="node node" st="1 1" cnt="1 0" func="cnt" op="lte" val="8">
        <dgm:ruleLst>
          <dgm:rule type="w" for="ch" forName="node" val="NaN" fact="0.9" max="NaN"/>
        </dgm:ruleLst>
      </dgm:if>
      <dgm:if name="Name7" axis="ch ch" ptType="node node" st="1 1" cnt="1 0" func="cnt" op="lte" val="10">
        <dgm:ruleLst>
          <dgm:rule type="w" for="ch" forName="node" val="NaN" fact="0.8" max="NaN"/>
        </dgm:ruleLst>
      </dgm:if>
      <dgm:if name="Name8" axis="ch ch" ptType="node node" st="1 1" cnt="1 0" func="cnt" op="lte" val="12">
        <dgm:ruleLst>
          <dgm:rule type="w" for="ch" forName="node" val="NaN" fact="0.7" max="NaN"/>
        </dgm:ruleLst>
      </dgm:if>
      <dgm:if name="Name9" axis="ch ch" ptType="node node" st="1 1" cnt="1 0" func="cnt" op="lte" val="14">
        <dgm:ruleLst>
          <dgm:rule type="w" for="ch" forName="node" val="NaN" fact="0.6" max="NaN"/>
        </dgm:ruleLst>
      </dgm:if>
      <dgm:else name="Name10">
        <dgm:ruleLst>
          <dgm:rule type="w" for="ch" forName="node" val="NaN" fact="0.5" max="NaN"/>
        </dgm:ruleLst>
      </dgm:else>
    </dgm:choose>
    <dgm:forEach name="Name11"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12" axis="ch">
        <dgm:forEach name="Name13" axis="self" ptType="parTrans">
          <dgm:layoutNode name="parTrans" styleLbl="sibTrans2D1">
            <dgm:alg type="conn">
              <dgm:param type="begPts" val="auto"/>
              <dgm:param type="endPts" val="auto"/>
            </dgm:alg>
            <dgm:shape xmlns:r="http://schemas.openxmlformats.org/officeDocument/2006/relationships" type="conn" r:blip="">
              <dgm:adjLst/>
            </dgm:shape>
            <dgm:presOf axis="self"/>
            <dgm:constrLst>
              <dgm:constr type="h" refType="w" fact="0.85"/>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name="Name14" axis="self" ptType="node">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w" val="INF" fact="NaN" max="NaN"/>
              <dgm:rule type="primFontSz" val="5" fact="NaN" max="NaN"/>
            </dgm:ruleLst>
          </dgm:layoutNode>
        </dgm:forEach>
      </dgm:forEach>
    </dgm:forEach>
  </dgm:layoutNode>
</dgm:layoutDef>
</file>

<file path=ppt/diagrams/layout79.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80.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81.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82.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83.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84.xml><?xml version="1.0" encoding="utf-8"?>
<dgm:layoutDef xmlns:dgm="http://schemas.openxmlformats.org/drawingml/2006/diagram" xmlns:a="http://schemas.openxmlformats.org/drawingml/2006/main" uniqueId="urn:microsoft.com/office/officeart/2005/8/layout/radial1">
  <dgm:title val=""/>
  <dgm:desc val=""/>
  <dgm:catLst>
    <dgm:cat type="relationship" pri="22000"/>
    <dgm:cat type="cycle" pri="10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cycle">
    <dgm:varLst>
      <dgm:chMax val="1"/>
      <dgm:dir/>
      <dgm:animLvl val="ctr"/>
      <dgm:resizeHandles val="exact"/>
    </dgm:varLst>
    <dgm:choose name="Name0">
      <dgm:if name="Name1" func="var" arg="dir" op="equ" val="norm">
        <dgm:choose name="Name2">
          <dgm:if name="Name3" axis="ch ch" ptType="node node" st="1 1" cnt="1 0" func="cnt" op="lte" val="1">
            <dgm:alg type="cycle">
              <dgm:param type="stAng" val="90"/>
              <dgm:param type="spanAng" val="360"/>
              <dgm:param type="ctrShpMap" val="fNode"/>
            </dgm:alg>
          </dgm:if>
          <dgm:else name="Name4">
            <dgm:alg type="cycle">
              <dgm:param type="stAng" val="0"/>
              <dgm:param type="spanAng" val="360"/>
              <dgm:param type="ctrShpMap" val="fNode"/>
            </dgm:alg>
          </dgm:else>
        </dgm:choose>
      </dgm:if>
      <dgm:else name="Name5">
        <dgm:alg type="cycle">
          <dgm:param type="stAng" val="0"/>
          <dgm:param type="spanAng" val="-360"/>
          <dgm:param type="ctrShpMap" val="fNode"/>
        </dgm:alg>
      </dgm:else>
    </dgm:choose>
    <dgm:shape xmlns:r="http://schemas.openxmlformats.org/officeDocument/2006/relationships" r:blip="">
      <dgm:adjLst/>
    </dgm:shape>
    <dgm:presOf/>
    <dgm:constrLst>
      <dgm:constr type="w" for="ch" forName="centerShape" refType="w"/>
      <dgm:constr type="w" for="ch" forName="node" refType="w" refFor="ch" refForName="centerShape" op="equ"/>
      <dgm:constr type="sp" refType="w" refFor="ch" refForName="node" fact="0.3"/>
      <dgm:constr type="sibSp" refType="w" refFor="ch" refForName="node" fact="0.3"/>
      <dgm:constr type="primFontSz" for="ch" forName="centerShape" val="65"/>
      <dgm:constr type="primFontSz" for="des" forName="node" op="equ" val="65"/>
      <dgm:constr type="primFontSz" for="des" forName="connTx" val="55"/>
      <dgm:constr type="primFontSz" for="des" forName="connTx" refType="primFontSz" refFor="ch" refForName="centerShape" op="lte" fact="0.8"/>
    </dgm:constrLst>
    <dgm:ruleLst/>
    <dgm:forEach name="Name6"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forEach name="Name7" axis="ch">
        <dgm:forEach name="Name8" axis="self" ptType="parTrans">
          <dgm:layoutNode name="Name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connDist"/>
              <dgm:constr type="userA" for="ch" refType="connDist"/>
              <dgm:constr type="w" val="1"/>
              <dgm:constr type="h" val="5"/>
              <dgm:constr type="begPad"/>
              <dgm:constr type="endPad"/>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w" val="NaN" fact="0.8" max="NaN"/>
                <dgm:rule type="h" val="NaN" fact="1" max="NaN"/>
                <dgm:rule type="primFontSz" val="5" fact="NaN" max="NaN"/>
              </dgm:ruleLst>
            </dgm:layoutNode>
          </dgm:layoutNode>
        </dgm:forEach>
        <dgm:forEach name="Name10" axis="self" ptType="node">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forEach>
      </dgm:forEach>
    </dgm:forEach>
  </dgm:layoutNode>
</dgm:layoutDef>
</file>

<file path=ppt/diagrams/layout85.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86.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87.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8.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9.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0.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4.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5.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6.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7.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8.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0.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3.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4.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5.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6.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7.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8.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9.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0.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3.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4.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5.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6.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8.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9.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0.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3.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4.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6.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7.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4-06-05T10:22:06.652"/>
    </inkml:context>
    <inkml:brush xml:id="br0">
      <inkml:brushProperty name="width" value="0.05" units="cm"/>
      <inkml:brushProperty name="height" value="0.05" units="cm"/>
    </inkml:brush>
  </inkml:definitions>
  <inkml:trace contextRef="#ctx0" brushRef="#br0">0 1 208,'0'0'6323,"41"0"-7828,42 23-2625,-21 0 3298</inkml:trace>
</inkml:ink>
</file>

<file path=ppt/ink/ink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4-06-04T13:06:42.131"/>
    </inkml:context>
    <inkml:brush xml:id="br0">
      <inkml:brushProperty name="width" value="0.05" units="cm"/>
      <inkml:brushProperty name="height" value="0.05" units="cm"/>
    </inkml:brush>
  </inkml:definitions>
  <inkml:trace contextRef="#ctx0" brushRef="#br0">1 1 1185,'0'0'4354,"41"0"-8036</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EA77C1E-79FC-4705-8DC2-BB7683E6CAC1}" type="datetimeFigureOut">
              <a:rPr lang="en-IN" smtClean="0"/>
              <a:t>20-09-2024</a:t>
            </a:fld>
            <a:endParaRPr lang="en-I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I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F3670FF-D1DE-4F84-992C-451F75D33B8A}" type="slidenum">
              <a:rPr lang="en-IN" smtClean="0"/>
              <a:t>‹#›</a:t>
            </a:fld>
            <a:endParaRPr lang="en-IN"/>
          </a:p>
        </p:txBody>
      </p:sp>
    </p:spTree>
    <p:extLst>
      <p:ext uri="{BB962C8B-B14F-4D97-AF65-F5344CB8AC3E}">
        <p14:creationId xmlns:p14="http://schemas.microsoft.com/office/powerpoint/2010/main" val="35029104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DFF4B45-B224-4335-B940-CC8653EE0B8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285802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DFF4B45-B224-4335-B940-CC8653EE0B8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763626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DFF4B45-B224-4335-B940-CC8653EE0B8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194557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DFF4B45-B224-4335-B940-CC8653EE0B8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579913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951733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970366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8358889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069961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578389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486830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72700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6669557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6167066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003922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0527194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5099167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49942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47650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9680909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5751429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773943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6617692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060147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5341040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8020942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443842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9071471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291460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213261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444769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213261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487320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17158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813057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053780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9004714"/>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910310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516231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4378766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9947614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961948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852908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125638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616699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62592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0498986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9486148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2673911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7826187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013065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1948160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4136829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234344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511088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848171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941940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86861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0194078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a:p>
            <a:endParaRPr kumimoji="0" lang="en-US" sz="1200" b="0" i="0" u="none" strike="noStrike" kern="1200" cap="none" spc="0" normalizeH="0" baseline="0" noProof="0" dirty="0">
              <a:ln>
                <a:noFill/>
              </a:ln>
              <a:solidFill>
                <a:schemeClr val="bg1"/>
              </a:solidFill>
              <a:effectLst/>
              <a:uLnTx/>
              <a:uFillTx/>
              <a:ea typeface="+mn-ea"/>
              <a:cs typeface="+mn-cs"/>
            </a:endParaRPr>
          </a:p>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466264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7271060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536638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127179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913415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984483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0687472"/>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7850060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6792258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162736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042610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671503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0551452"/>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718405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7882343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426230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82644553"/>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1197231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204756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058224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136025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219262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558489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2496171"/>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86004264"/>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8933835"/>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7157903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563173"/>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447645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41722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3187310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033245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0931051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9422903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9833835"/>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6930592"/>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9130462"/>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9963662"/>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pPr marL="0" marR="91440" lvl="0" indent="0" algn="l" defTabSz="914400" rtl="0" eaLnBrk="1" fontAlgn="auto" latinLnBrk="0" hangingPunct="1">
              <a:lnSpc>
                <a:spcPct val="107000"/>
              </a:lnSpc>
              <a:spcBef>
                <a:spcPts val="600"/>
              </a:spcBef>
              <a:buClr>
                <a:schemeClr val="accent4"/>
              </a:buClr>
              <a:buSzPct val="100000"/>
              <a:buFont typeface="+mj-lt"/>
              <a:buNone/>
              <a:tabLst>
                <a:tab pos="457200" algn="l"/>
              </a:tabLst>
              <a:defRPr/>
            </a:pPr>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921652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0782463"/>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888996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IN" sz="1200" b="0" i="0" kern="1200" dirty="0">
              <a:solidFill>
                <a:schemeClr val="tx1"/>
              </a:solidFill>
              <a:effectLst/>
              <a:latin typeface="+mn-lt"/>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9585038"/>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33785718"/>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713210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43638754"/>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87851094"/>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2100595"/>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4772470"/>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395571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1200"/>
              </a:spcBef>
              <a:spcAft>
                <a:spcPts val="0"/>
              </a:spcAft>
              <a:buClr>
                <a:schemeClr val="accent4"/>
              </a:buClr>
              <a:buSzTx/>
              <a:buFont typeface="Wingdings" panose="05000000000000000000" pitchFamily="2" charset="2"/>
              <a:buNone/>
              <a:tabLst/>
              <a:defRPr/>
            </a:pPr>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8492482"/>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1200"/>
              </a:spcBef>
              <a:spcAft>
                <a:spcPts val="0"/>
              </a:spcAft>
              <a:buClr>
                <a:schemeClr val="accent4"/>
              </a:buClr>
              <a:buSzTx/>
              <a:buFont typeface="Wingdings" panose="05000000000000000000" pitchFamily="2" charset="2"/>
              <a:buNone/>
              <a:tabLst/>
              <a:defRPr/>
            </a:pPr>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4037977"/>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2683284"/>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2240877"/>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7105067"/>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8624448"/>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4768779"/>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6402274"/>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8159779"/>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1081564"/>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386935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75273102"/>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81714522"/>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90655463"/>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7086112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82915852"/>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37673238"/>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5825055"/>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5303569"/>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7962044"/>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90638489"/>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i="0" kern="1200" dirty="0">
              <a:solidFill>
                <a:schemeClr val="tx1"/>
              </a:solidFill>
              <a:effectLst/>
              <a:latin typeface="+mn-lt"/>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70698443"/>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2896848"/>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59054785"/>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4366764"/>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41432866"/>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0963564"/>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695670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prstClr val="black"/>
              </a:solidFill>
              <a:ea typeface="Calibri" panose="020F0502020204030204" pitchFamily="34" charset="0"/>
              <a:cs typeface="Times New Roman" panose="02020603050405020304" pitchFamily="18" charset="0"/>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44617609"/>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39146134"/>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63350723"/>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7760980"/>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6300712"/>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9266806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9256024"/>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29321973"/>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12504083"/>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6031603"/>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416654"/>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070237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10665139"/>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06588327"/>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3758851"/>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5010012"/>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i="0" kern="1200" dirty="0">
              <a:solidFill>
                <a:schemeClr val="tx1"/>
              </a:solidFill>
              <a:effectLst/>
              <a:latin typeface="+mn-lt"/>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7269909"/>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92388398"/>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6958741"/>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4532608"/>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9731419"/>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8080222"/>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968719"/>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50888196"/>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8579218"/>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4950616"/>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9553155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45252594"/>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72563674"/>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192853"/>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9833043"/>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0072048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42659406"/>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9208170"/>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2909448"/>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236604"/>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07639628"/>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20221029"/>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6507125"/>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44264565"/>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7268497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60542144"/>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0592516"/>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0529966"/>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805479"/>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pPr marL="0" lvl="0" indent="0">
              <a:spcBef>
                <a:spcPts val="1200"/>
              </a:spcBef>
              <a:buClr>
                <a:srgbClr val="FFC000"/>
              </a:buClr>
              <a:buFont typeface="Wingdings" panose="05000000000000000000" pitchFamily="2" charset="2"/>
              <a:buNone/>
              <a:defRPr/>
            </a:pPr>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6869927"/>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93827187"/>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9592781"/>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5766686"/>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2312247"/>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6259703"/>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70517692"/>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7304624"/>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4933038"/>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2751625"/>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1485654"/>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451350"/>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18409070"/>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02135102"/>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96859"/>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3067703"/>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382344"/>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0043530"/>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9695499"/>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57329527"/>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2636193"/>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prstClr val="black"/>
              </a:solidFill>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0173795"/>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prstClr val="black"/>
              </a:solidFill>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1889754"/>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62296952"/>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prstClr val="black"/>
              </a:solidFill>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6223928"/>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IN" sz="12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2403699"/>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IN" sz="12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24732059"/>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69961432"/>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en-US" sz="1800" kern="100" dirty="0">
                <a:effectLst/>
                <a:latin typeface="Aptos" panose="020B0004020202020204" pitchFamily="34" charset="0"/>
                <a:ea typeface="Aptos" panose="020B0004020202020204" pitchFamily="34" charset="0"/>
                <a:cs typeface="Times New Roman" panose="02020603050405020304" pitchFamily="18" charset="0"/>
              </a:rPr>
              <a:t>As I said if you directly try to memorize hard problems, then if the problem is slightly changed then you will not be able to solve it.</a:t>
            </a:r>
            <a:endParaRPr lang="en-IN" sz="1800" kern="100" dirty="0">
              <a:effectLst/>
              <a:latin typeface="Aptos" panose="020B0004020202020204" pitchFamily="34" charset="0"/>
              <a:ea typeface="Aptos" panose="020B0004020202020204" pitchFamily="34" charset="0"/>
              <a:cs typeface="Times New Roman" panose="02020603050405020304" pitchFamily="18" charset="0"/>
            </a:endParaRPr>
          </a:p>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6920415"/>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9695686"/>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72172715"/>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77786938"/>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496564"/>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436484"/>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4023279"/>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en-US" sz="1800" kern="100" dirty="0">
                <a:effectLst/>
                <a:latin typeface="Aptos" panose="020B0004020202020204" pitchFamily="34" charset="0"/>
                <a:ea typeface="Aptos" panose="020B0004020202020204" pitchFamily="34" charset="0"/>
                <a:cs typeface="Times New Roman" panose="02020603050405020304" pitchFamily="18" charset="0"/>
              </a:rPr>
              <a:t>As I said if you directly try to memorize hard problems, then if the problem is slightly changed then you will not be able to solve it.</a:t>
            </a:r>
            <a:endParaRPr lang="en-IN" sz="1800" kern="100" dirty="0">
              <a:effectLst/>
              <a:latin typeface="Aptos" panose="020B0004020202020204" pitchFamily="34" charset="0"/>
              <a:ea typeface="Aptos" panose="020B0004020202020204" pitchFamily="34" charset="0"/>
              <a:cs typeface="Times New Roman" panose="02020603050405020304" pitchFamily="18" charset="0"/>
            </a:endParaRPr>
          </a:p>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02212710"/>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2558879"/>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9579214"/>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16592599"/>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3063765"/>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33587154"/>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0101862"/>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6841125"/>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60473310"/>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5798960"/>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63757151"/>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2989302"/>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r>
              <a:rPr lang="en-US" sz="1200" b="0" dirty="0">
                <a:solidFill>
                  <a:schemeClr val="bg1"/>
                </a:solidFill>
                <a:ea typeface="+mn-ea"/>
                <a:cs typeface="+mn-cs"/>
              </a:rPr>
              <a:t>Duplicate</a:t>
            </a: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91357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solidFill>
                <a:schemeClr val="bg1"/>
              </a:solidFill>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39300741"/>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4868306"/>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7961131"/>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41501983"/>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8322813"/>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04120788"/>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45217534"/>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9120470"/>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64119417"/>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8124882"/>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19725675"/>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109232"/>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64832280"/>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59173641"/>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9305992"/>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6296991"/>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020230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4061848"/>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34823119"/>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DFF4B45-B224-4335-B940-CC8653EE0B8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96816077"/>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9517330"/>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59013554"/>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3221946"/>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9832870"/>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16418636"/>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2707150"/>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7207880"/>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2662425"/>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9609667"/>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76610341"/>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5477594"/>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84549838"/>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1976116"/>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4738273"/>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1430884"/>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94349034"/>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endParaRPr lang="en-IN" sz="1800" dirty="0">
              <a:effectLst/>
              <a:latin typeface="Times New Roman" panose="02020603050405020304" pitchFamily="18" charset="0"/>
              <a:ea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13781611"/>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3399172"/>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75600693"/>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solidFill>
                <a:prstClr val="black"/>
              </a:solidFill>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454844"/>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4778280"/>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8198617"/>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1026665"/>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8879887"/>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endParaRPr lang="en-IN" sz="1800" dirty="0">
              <a:effectLst/>
              <a:latin typeface="Times New Roman" panose="02020603050405020304" pitchFamily="18" charset="0"/>
              <a:ea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3174563"/>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68881949"/>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75006521"/>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0043469"/>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01810991"/>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7684745"/>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4547881"/>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9248729"/>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endParaRPr lang="en-IN" sz="1800" dirty="0">
              <a:effectLst/>
              <a:latin typeface="Times New Roman" panose="02020603050405020304" pitchFamily="18" charset="0"/>
              <a:ea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8809139"/>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3961001"/>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6000722"/>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2519078"/>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8185004"/>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0140545"/>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0735659"/>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5096960"/>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sz="1200"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35900948"/>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90400673"/>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5289811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839988"/>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4823275"/>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pPr lvl="0"/>
            <a:endParaRPr lang="en-IN" dirty="0"/>
          </a:p>
          <a:p>
            <a:endParaRPr kumimoji="0" lang="en-US" sz="1200" b="0"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4938834"/>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5164697"/>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0558072"/>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pPr marL="0" indent="0">
              <a:spcBef>
                <a:spcPts val="900"/>
              </a:spcBef>
              <a:buClr>
                <a:schemeClr val="accent4"/>
              </a:buClr>
              <a:buFont typeface="Wingdings" panose="05000000000000000000" pitchFamily="2" charset="2"/>
              <a:buNone/>
            </a:pPr>
            <a:endParaRPr lang="en-IN" b="0" dirty="0">
              <a:solidFill>
                <a:schemeClr val="tx1"/>
              </a:solidFill>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3478248"/>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05400219"/>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9637598"/>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9149114"/>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92503354"/>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1040717"/>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9939900"/>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4391736"/>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866905"/>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99714465"/>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405796"/>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solidFill>
                <a:schemeClr val="tx1"/>
              </a:solidFill>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0299559"/>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dirty="0">
              <a:solidFill>
                <a:schemeClr val="tx1"/>
              </a:solidFill>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8686399"/>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5319383"/>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3459908"/>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069317"/>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0687952"/>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2382760"/>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8614852"/>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77933251"/>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endParaRPr lang="en-IN" sz="1800" dirty="0">
              <a:effectLst/>
              <a:latin typeface="Times New Roman" panose="02020603050405020304" pitchFamily="18" charset="0"/>
              <a:ea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2314489"/>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7225359"/>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07099794"/>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59359275"/>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4054943"/>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9646204"/>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7753350"/>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pPr lvl="0" algn="l"/>
            <a:endParaRPr lang="en-US" sz="160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2878063"/>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92135249"/>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928319"/>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A8C6CE-6063-D3E4-5145-55FF41BA29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453B4E-BBC3-CAC2-372B-A8355131353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BCE6400-BEE5-43CD-B19D-3438E1C17422}"/>
              </a:ext>
            </a:extLst>
          </p:cNvPr>
          <p:cNvSpPr>
            <a:spLocks noGrp="1"/>
          </p:cNvSpPr>
          <p:nvPr>
            <p:ph type="body" idx="1"/>
          </p:nvPr>
        </p:nvSpPr>
        <p:spPr/>
        <p:txBody>
          <a:bodyPr/>
          <a:lstStyle/>
          <a:p>
            <a:endParaRPr lang="en-US" b="0" i="0" dirty="0">
              <a:solidFill>
                <a:srgbClr val="282625"/>
              </a:solidFill>
              <a:effectLst/>
              <a:latin typeface="Source Sans Pro" panose="020B0503030403020204" pitchFamily="34" charset="0"/>
            </a:endParaRPr>
          </a:p>
        </p:txBody>
      </p:sp>
      <p:sp>
        <p:nvSpPr>
          <p:cNvPr id="4" name="Slide Number Placeholder 3">
            <a:extLst>
              <a:ext uri="{FF2B5EF4-FFF2-40B4-BE49-F238E27FC236}">
                <a16:creationId xmlns:a16="http://schemas.microsoft.com/office/drawing/2014/main" id="{A5536F09-C184-6A22-1969-85CF37442BE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4314532"/>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A8C6CE-6063-D3E4-5145-55FF41BA29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453B4E-BBC3-CAC2-372B-A8355131353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BCE6400-BEE5-43CD-B19D-3438E1C17422}"/>
              </a:ext>
            </a:extLst>
          </p:cNvPr>
          <p:cNvSpPr>
            <a:spLocks noGrp="1"/>
          </p:cNvSpPr>
          <p:nvPr>
            <p:ph type="body" idx="1"/>
          </p:nvPr>
        </p:nvSpPr>
        <p:spPr/>
        <p:txBody>
          <a:bodyPr/>
          <a:lstStyle/>
          <a:p>
            <a:endParaRPr lang="en-IN" b="0" dirty="0"/>
          </a:p>
        </p:txBody>
      </p:sp>
      <p:sp>
        <p:nvSpPr>
          <p:cNvPr id="4" name="Slide Number Placeholder 3">
            <a:extLst>
              <a:ext uri="{FF2B5EF4-FFF2-40B4-BE49-F238E27FC236}">
                <a16:creationId xmlns:a16="http://schemas.microsoft.com/office/drawing/2014/main" id="{A5536F09-C184-6A22-1969-85CF37442BE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8680937"/>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A8C6CE-6063-D3E4-5145-55FF41BA29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453B4E-BBC3-CAC2-372B-A8355131353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BCE6400-BEE5-43CD-B19D-3438E1C1742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5536F09-C184-6A22-1969-85CF37442BE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43653450"/>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A8C6CE-6063-D3E4-5145-55FF41BA29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453B4E-BBC3-CAC2-372B-A8355131353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BCE6400-BEE5-43CD-B19D-3438E1C1742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5536F09-C184-6A22-1969-85CF37442BE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7047681"/>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A8C6CE-6063-D3E4-5145-55FF41BA29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453B4E-BBC3-CAC2-372B-A8355131353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BCE6400-BEE5-43CD-B19D-3438E1C1742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5536F09-C184-6A22-1969-85CF37442BE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58913748"/>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E70327-20BF-1CC5-F3C8-9A84C022971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57B7AC8-B83C-5F70-BBFA-757A5ACED4E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A078BD7-DD3B-7079-C9E3-76E2A56871CB}"/>
              </a:ext>
            </a:extLst>
          </p:cNvPr>
          <p:cNvSpPr>
            <a:spLocks noGrp="1"/>
          </p:cNvSpPr>
          <p:nvPr>
            <p:ph type="body" idx="1"/>
          </p:nvPr>
        </p:nvSpPr>
        <p:spPr/>
        <p:txBody>
          <a:bodyPr/>
          <a:lstStyle/>
          <a:p>
            <a:endParaRPr lang="en-US" sz="1200" b="0" i="0" kern="1200" dirty="0">
              <a:solidFill>
                <a:schemeClr val="tx1"/>
              </a:solidFill>
              <a:effectLst/>
              <a:latin typeface="+mn-lt"/>
              <a:ea typeface="+mn-ea"/>
              <a:cs typeface="+mn-cs"/>
            </a:endParaRPr>
          </a:p>
        </p:txBody>
      </p:sp>
      <p:sp>
        <p:nvSpPr>
          <p:cNvPr id="4" name="Slide Number Placeholder 3">
            <a:extLst>
              <a:ext uri="{FF2B5EF4-FFF2-40B4-BE49-F238E27FC236}">
                <a16:creationId xmlns:a16="http://schemas.microsoft.com/office/drawing/2014/main" id="{730F326C-2701-97F8-7C0C-04E6B66341A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3927491"/>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endParaRPr lang="en-IN" sz="1800" dirty="0">
              <a:effectLst/>
              <a:latin typeface="Times New Roman" panose="02020603050405020304" pitchFamily="18" charset="0"/>
              <a:ea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60158412"/>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A8C6CE-6063-D3E4-5145-55FF41BA29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453B4E-BBC3-CAC2-372B-A8355131353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BCE6400-BEE5-43CD-B19D-3438E1C17422}"/>
              </a:ext>
            </a:extLst>
          </p:cNvPr>
          <p:cNvSpPr>
            <a:spLocks noGrp="1"/>
          </p:cNvSpPr>
          <p:nvPr>
            <p:ph type="body" idx="1"/>
          </p:nvPr>
        </p:nvSpPr>
        <p:spPr/>
        <p:txBody>
          <a:bodyPr/>
          <a:lstStyle/>
          <a:p>
            <a:endParaRPr lang="en-IN" b="0" dirty="0"/>
          </a:p>
        </p:txBody>
      </p:sp>
      <p:sp>
        <p:nvSpPr>
          <p:cNvPr id="4" name="Slide Number Placeholder 3">
            <a:extLst>
              <a:ext uri="{FF2B5EF4-FFF2-40B4-BE49-F238E27FC236}">
                <a16:creationId xmlns:a16="http://schemas.microsoft.com/office/drawing/2014/main" id="{A5536F09-C184-6A22-1969-85CF37442BE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7420239"/>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70C92C-8D01-A6ED-8363-F52D5347EE7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5AC9CA7-F884-CFD8-C97B-EAFFB2C6954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569DBDF-455E-93D4-08D3-CCEB7516994B}"/>
              </a:ext>
            </a:extLst>
          </p:cNvPr>
          <p:cNvSpPr>
            <a:spLocks noGrp="1"/>
          </p:cNvSpPr>
          <p:nvPr>
            <p:ph type="body" idx="1"/>
          </p:nvPr>
        </p:nvSpPr>
        <p:spPr/>
        <p:txBody>
          <a:bodyPr/>
          <a:lstStyle/>
          <a:p>
            <a:endParaRPr lang="en-US" sz="1200" b="0" dirty="0">
              <a:effectLst/>
            </a:endParaRPr>
          </a:p>
        </p:txBody>
      </p:sp>
      <p:sp>
        <p:nvSpPr>
          <p:cNvPr id="4" name="Slide Number Placeholder 3">
            <a:extLst>
              <a:ext uri="{FF2B5EF4-FFF2-40B4-BE49-F238E27FC236}">
                <a16:creationId xmlns:a16="http://schemas.microsoft.com/office/drawing/2014/main" id="{90F5B756-2DDF-F527-0D10-68C00FDAAE9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53930441"/>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C00D54-3AB6-FA65-3C9F-11AE3D63FEB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2617A85-0B8A-E5CD-9CB4-A3D2D8104C3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5333669-8B9D-1F50-4533-1FC4E5A2E71A}"/>
              </a:ext>
            </a:extLst>
          </p:cNvPr>
          <p:cNvSpPr>
            <a:spLocks noGrp="1"/>
          </p:cNvSpPr>
          <p:nvPr>
            <p:ph type="body" idx="1"/>
          </p:nvPr>
        </p:nvSpPr>
        <p:spPr/>
        <p:txBody>
          <a:bodyPr/>
          <a:lstStyle/>
          <a:p>
            <a:endParaRPr lang="en-IN" b="0" dirty="0"/>
          </a:p>
        </p:txBody>
      </p:sp>
      <p:sp>
        <p:nvSpPr>
          <p:cNvPr id="4" name="Slide Number Placeholder 3">
            <a:extLst>
              <a:ext uri="{FF2B5EF4-FFF2-40B4-BE49-F238E27FC236}">
                <a16:creationId xmlns:a16="http://schemas.microsoft.com/office/drawing/2014/main" id="{2E910798-3FC9-C872-077C-B8E43ED1B7F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36046984"/>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54557F-F89C-B73C-711F-54E57463685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2CDF331-8072-36DE-5379-ABB7C27774D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E87409C-E1A4-3BCE-EB81-5D997B8AAF91}"/>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EC87DBFE-FB75-C4E5-897F-900DC1B1907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5024615"/>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C263D7-8EC6-B8EB-38AA-6F9A7B4A3B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ACBA971-9456-96A4-FBFE-5FCCD582F1D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297946E-B923-2163-A640-8F543C76CA6B}"/>
              </a:ext>
            </a:extLst>
          </p:cNvPr>
          <p:cNvSpPr>
            <a:spLocks noGrp="1"/>
          </p:cNvSpPr>
          <p:nvPr>
            <p:ph type="body" idx="1"/>
          </p:nvPr>
        </p:nvSpPr>
        <p:spPr/>
        <p:txBody>
          <a:bodyPr/>
          <a:lstStyle/>
          <a:p>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8DB16143-DC70-9AAE-DE75-4CB79BFF40C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3654455"/>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50493157"/>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BB9CF6-2844-49BD-6410-BF7360AAE73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DBCC873-D1B1-B0DB-F94D-B5D38C2B6B2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4B87D17-C1A6-9CF6-7E1F-7E7163F7148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65A49B6-FDF8-BE84-E41B-2E624931E8B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1696972"/>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3F4ABB-4FB0-7F58-DE51-E3AA4A09D23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8DEF2EE-7230-6CC1-3B58-D4B7170E8C7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1774768-DDA8-8BA8-9023-CF7E1172298F}"/>
              </a:ext>
            </a:extLst>
          </p:cNvPr>
          <p:cNvSpPr>
            <a:spLocks noGrp="1"/>
          </p:cNvSpPr>
          <p:nvPr>
            <p:ph type="body" idx="1"/>
          </p:nvPr>
        </p:nvSpPr>
        <p:spPr/>
        <p:txBody>
          <a:bodyPr/>
          <a:lstStyle/>
          <a:p>
            <a:endParaRPr lang="en-IN" b="0" dirty="0"/>
          </a:p>
        </p:txBody>
      </p:sp>
      <p:sp>
        <p:nvSpPr>
          <p:cNvPr id="4" name="Slide Number Placeholder 3">
            <a:extLst>
              <a:ext uri="{FF2B5EF4-FFF2-40B4-BE49-F238E27FC236}">
                <a16:creationId xmlns:a16="http://schemas.microsoft.com/office/drawing/2014/main" id="{C919BB91-5447-E825-0713-2B12DCA96AD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81721932"/>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84FE7C-5F2D-48A2-50D5-1CA67E65B93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B1BB02E-2FC7-F330-0E1A-6611F3E00AF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875C883-2BB4-DF36-FEA4-D5DB3A5C400B}"/>
              </a:ext>
            </a:extLst>
          </p:cNvPr>
          <p:cNvSpPr>
            <a:spLocks noGrp="1"/>
          </p:cNvSpPr>
          <p:nvPr>
            <p:ph type="body" idx="1"/>
          </p:nvPr>
        </p:nvSpPr>
        <p:spPr/>
        <p:txBody>
          <a:bodyPr/>
          <a:lstStyle/>
          <a:p>
            <a:endParaRPr lang="en-IN" b="0" dirty="0"/>
          </a:p>
        </p:txBody>
      </p:sp>
      <p:sp>
        <p:nvSpPr>
          <p:cNvPr id="4" name="Slide Number Placeholder 3">
            <a:extLst>
              <a:ext uri="{FF2B5EF4-FFF2-40B4-BE49-F238E27FC236}">
                <a16:creationId xmlns:a16="http://schemas.microsoft.com/office/drawing/2014/main" id="{7835FDAE-A84D-F924-DA8F-5F3CDEE36CB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7585707"/>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E1FA80-FCFC-5A7E-7330-0B60E1A156B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61E8B43-4911-CEC0-CBEA-E45ED56F55F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3173EA7-63B5-5FC8-EA0D-6B7633FB0B85}"/>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0220580C-B45D-6B96-99D1-17748003A0A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7204945"/>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A8C6CE-6063-D3E4-5145-55FF41BA29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453B4E-BBC3-CAC2-372B-A8355131353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BCE6400-BEE5-43CD-B19D-3438E1C17422}"/>
              </a:ext>
            </a:extLst>
          </p:cNvPr>
          <p:cNvSpPr>
            <a:spLocks noGrp="1"/>
          </p:cNvSpPr>
          <p:nvPr>
            <p:ph type="body" idx="1"/>
          </p:nvPr>
        </p:nvSpPr>
        <p:spPr/>
        <p:txBody>
          <a:bodyPr/>
          <a:lstStyle/>
          <a:p>
            <a:endParaRPr lang="en-IN" b="0" dirty="0"/>
          </a:p>
        </p:txBody>
      </p:sp>
      <p:sp>
        <p:nvSpPr>
          <p:cNvPr id="4" name="Slide Number Placeholder 3">
            <a:extLst>
              <a:ext uri="{FF2B5EF4-FFF2-40B4-BE49-F238E27FC236}">
                <a16:creationId xmlns:a16="http://schemas.microsoft.com/office/drawing/2014/main" id="{A5536F09-C184-6A22-1969-85CF37442BE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3603450"/>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US"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935218"/>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A8C6CE-6063-D3E4-5145-55FF41BA29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453B4E-BBC3-CAC2-372B-A8355131353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BCE6400-BEE5-43CD-B19D-3438E1C17422}"/>
              </a:ext>
            </a:extLst>
          </p:cNvPr>
          <p:cNvSpPr>
            <a:spLocks noGrp="1"/>
          </p:cNvSpPr>
          <p:nvPr>
            <p:ph type="body" idx="1"/>
          </p:nvPr>
        </p:nvSpPr>
        <p:spPr/>
        <p:txBody>
          <a:bodyPr/>
          <a:lstStyle/>
          <a:p>
            <a:endParaRPr kumimoji="0" lang="en-US" sz="1200" b="0" i="0" u="none" strike="noStrike" kern="1200" cap="none" spc="0" normalizeH="0" baseline="0" noProof="0" dirty="0">
              <a:ln>
                <a:noFill/>
              </a:ln>
              <a:solidFill>
                <a:schemeClr val="bg1"/>
              </a:solidFill>
              <a:effectLst/>
              <a:uLnTx/>
              <a:uFillTx/>
              <a:ea typeface="+mn-ea"/>
              <a:cs typeface="+mn-cs"/>
            </a:endParaRPr>
          </a:p>
        </p:txBody>
      </p:sp>
      <p:sp>
        <p:nvSpPr>
          <p:cNvPr id="4" name="Slide Number Placeholder 3">
            <a:extLst>
              <a:ext uri="{FF2B5EF4-FFF2-40B4-BE49-F238E27FC236}">
                <a16:creationId xmlns:a16="http://schemas.microsoft.com/office/drawing/2014/main" id="{A5536F09-C184-6A22-1969-85CF37442BE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3603450"/>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b="0" dirty="0">
              <a:solidFill>
                <a:schemeClr val="bg1"/>
              </a:solidFill>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542134"/>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C2AECF-A97E-6B6C-7203-E0D9BFE8B1D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5231FB7-C475-C570-4FF8-BB96806D108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DCA9517-E239-3707-A7EC-0EC39E4559A6}"/>
              </a:ext>
            </a:extLst>
          </p:cNvPr>
          <p:cNvSpPr>
            <a:spLocks noGrp="1"/>
          </p:cNvSpPr>
          <p:nvPr>
            <p:ph type="body" idx="1"/>
          </p:nvPr>
        </p:nvSpPr>
        <p:spPr/>
        <p:txBody>
          <a:bodyPr/>
          <a:lstStyle/>
          <a:p>
            <a:endParaRPr lang="en-US" sz="1200" b="0" dirty="0">
              <a:solidFill>
                <a:schemeClr val="bg1"/>
              </a:solidFill>
            </a:endParaRPr>
          </a:p>
        </p:txBody>
      </p:sp>
      <p:sp>
        <p:nvSpPr>
          <p:cNvPr id="4" name="Slide Number Placeholder 3">
            <a:extLst>
              <a:ext uri="{FF2B5EF4-FFF2-40B4-BE49-F238E27FC236}">
                <a16:creationId xmlns:a16="http://schemas.microsoft.com/office/drawing/2014/main" id="{7ED2C87B-EBFE-77DB-B01B-F67071F3667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69120780"/>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62DE37-69C8-F100-B7E0-694089CE1FC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FE7E54-18E2-D516-58E6-29C017773FB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3C2F311-DDC4-5F2E-CD33-A8FCC6A054DC}"/>
              </a:ext>
            </a:extLst>
          </p:cNvPr>
          <p:cNvSpPr>
            <a:spLocks noGrp="1"/>
          </p:cNvSpPr>
          <p:nvPr>
            <p:ph type="body" idx="1"/>
          </p:nvPr>
        </p:nvSpPr>
        <p:spPr/>
        <p:txBody>
          <a:bodyPr/>
          <a:lstStyle/>
          <a:p>
            <a:endParaRPr lang="en-US" sz="1200" b="0" dirty="0">
              <a:solidFill>
                <a:schemeClr val="bg1"/>
              </a:solidFill>
            </a:endParaRPr>
          </a:p>
        </p:txBody>
      </p:sp>
      <p:sp>
        <p:nvSpPr>
          <p:cNvPr id="4" name="Slide Number Placeholder 3">
            <a:extLst>
              <a:ext uri="{FF2B5EF4-FFF2-40B4-BE49-F238E27FC236}">
                <a16:creationId xmlns:a16="http://schemas.microsoft.com/office/drawing/2014/main" id="{D5664DC1-DD34-7F99-FBB8-F7D3A46C450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51834806"/>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6459244"/>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0618486"/>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2163385"/>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82048424"/>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59753606"/>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42661850"/>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0106319"/>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44358874"/>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77498"/>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424250"/>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2224016"/>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49602799"/>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3287882"/>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6943217"/>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68938465"/>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8824426"/>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5296303"/>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0253878"/>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4993643"/>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4404725"/>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100161"/>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0400312"/>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3027252"/>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98006026"/>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6537999"/>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3081350"/>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93302097"/>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582824"/>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4940344"/>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71836602"/>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78383"/>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3141876"/>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7136403"/>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06866892"/>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75938421"/>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0392531"/>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20006799"/>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7141621"/>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4095974"/>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9913323"/>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37106733"/>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6770138"/>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1855144"/>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2892646"/>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8526566"/>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9173729"/>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19558128"/>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8106470"/>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7710861"/>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24464716"/>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8752449"/>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4631097"/>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7148677"/>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03347914"/>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9429654"/>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21620309"/>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1033760"/>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546002"/>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19149203"/>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8038651"/>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79667571"/>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8633905"/>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0913960"/>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5034222"/>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42458533"/>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1671059"/>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57654170"/>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51228387"/>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9075148"/>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9821100"/>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IN" b="0" dirty="0">
              <a:solidFill>
                <a:prstClr val="black"/>
              </a:solidFill>
              <a:latin typeface="Calibri" panose="020F0502020204030204"/>
            </a:endParaRPr>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0348302"/>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7000"/>
              </a:lnSpc>
              <a:spcAft>
                <a:spcPts val="800"/>
              </a:spcAft>
            </a:pPr>
            <a:endParaRPr lang="en-IN"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46173123"/>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958217"/>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23841960"/>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94549413"/>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2283547"/>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64582637"/>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61837591"/>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75801469"/>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endParaRPr lang="en-IN" sz="1800" dirty="0">
              <a:effectLst/>
              <a:latin typeface="Times New Roman" panose="02020603050405020304" pitchFamily="18" charset="0"/>
              <a:ea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5366077"/>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5647246"/>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3821512"/>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54624113"/>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1021815"/>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73587854"/>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7648887"/>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80707624"/>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6170123"/>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7217696"/>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4788566"/>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02099530"/>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endParaRPr lang="en-IN" sz="1800" dirty="0">
              <a:effectLst/>
              <a:latin typeface="Times New Roman" panose="02020603050405020304" pitchFamily="18" charset="0"/>
              <a:ea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5267288"/>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6286900"/>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70948819"/>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46199168"/>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2447111"/>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511691"/>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9249229"/>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9094369"/>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endParaRPr lang="en-IN" sz="1800" dirty="0">
              <a:effectLst/>
              <a:latin typeface="Times New Roman" panose="02020603050405020304" pitchFamily="18" charset="0"/>
              <a:ea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D63CDB5-C4D5-4741-8E11-C73D014710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92286940"/>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3386569"/>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6117344"/>
      </p:ext>
    </p:extLst>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9982279"/>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76392628"/>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5086496"/>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5262923"/>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4665916"/>
      </p:ext>
    </p:extLst>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1925635"/>
      </p:ext>
    </p:extLst>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1EC30-A860-8635-FE34-AB2B778807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24846-B939-C267-B180-717CF16E9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E99389-67ED-CB68-7BF7-3EE5A93E4700}"/>
              </a:ext>
            </a:extLst>
          </p:cNvPr>
          <p:cNvSpPr>
            <a:spLocks noGrp="1"/>
          </p:cNvSpPr>
          <p:nvPr>
            <p:ph type="body" idx="1"/>
          </p:nvPr>
        </p:nvSpPr>
        <p:spPr/>
        <p:txBody>
          <a:bodyPr/>
          <a:lstStyle/>
          <a:p>
            <a:endParaRPr lang="en-US" b="0" dirty="0"/>
          </a:p>
        </p:txBody>
      </p:sp>
      <p:sp>
        <p:nvSpPr>
          <p:cNvPr id="4" name="Slide Number Placeholder 3">
            <a:extLst>
              <a:ext uri="{FF2B5EF4-FFF2-40B4-BE49-F238E27FC236}">
                <a16:creationId xmlns:a16="http://schemas.microsoft.com/office/drawing/2014/main" id="{FAB31CA1-8E35-FAE8-34BD-E7EB92D9CB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D72E9-802F-475F-A399-3315A32CEF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538219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F8F64B-A7C3-35C3-A676-F576865BA04A}"/>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A7AF3D2B-F4FC-A646-9507-A5499B893F17}"/>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a:extLst>
              <a:ext uri="{FF2B5EF4-FFF2-40B4-BE49-F238E27FC236}">
                <a16:creationId xmlns:a16="http://schemas.microsoft.com/office/drawing/2014/main" id="{EA137FE8-DED8-3517-4860-00E19F97230F}"/>
              </a:ext>
            </a:extLst>
          </p:cNvPr>
          <p:cNvSpPr>
            <a:spLocks noGrp="1"/>
          </p:cNvSpPr>
          <p:nvPr>
            <p:ph type="dt" sz="half" idx="10"/>
          </p:nvPr>
        </p:nvSpPr>
        <p:spPr/>
        <p:txBody>
          <a:bodyPr/>
          <a:lstStyle/>
          <a:p>
            <a:fld id="{FD67B667-B99B-4EDA-8217-6C3A5978D7DE}" type="datetimeFigureOut">
              <a:rPr lang="en-IN" smtClean="0"/>
              <a:t>20-09-2024</a:t>
            </a:fld>
            <a:endParaRPr lang="en-IN"/>
          </a:p>
        </p:txBody>
      </p:sp>
      <p:sp>
        <p:nvSpPr>
          <p:cNvPr id="5" name="Footer Placeholder 4">
            <a:extLst>
              <a:ext uri="{FF2B5EF4-FFF2-40B4-BE49-F238E27FC236}">
                <a16:creationId xmlns:a16="http://schemas.microsoft.com/office/drawing/2014/main" id="{3EE5D0F1-BC1F-22B4-EABC-29D417623294}"/>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B5F78A9B-01EA-BF57-5F20-3FC3A5627B1A}"/>
              </a:ext>
            </a:extLst>
          </p:cNvPr>
          <p:cNvSpPr>
            <a:spLocks noGrp="1"/>
          </p:cNvSpPr>
          <p:nvPr>
            <p:ph type="sldNum" sz="quarter" idx="12"/>
          </p:nvPr>
        </p:nvSpPr>
        <p:spPr/>
        <p:txBody>
          <a:bodyPr/>
          <a:lstStyle/>
          <a:p>
            <a:fld id="{68EE06F1-9333-4A73-BBDF-4FB27CB9550A}" type="slidenum">
              <a:rPr lang="en-IN" smtClean="0"/>
              <a:t>‹#›</a:t>
            </a:fld>
            <a:endParaRPr lang="en-IN"/>
          </a:p>
        </p:txBody>
      </p:sp>
    </p:spTree>
    <p:extLst>
      <p:ext uri="{BB962C8B-B14F-4D97-AF65-F5344CB8AC3E}">
        <p14:creationId xmlns:p14="http://schemas.microsoft.com/office/powerpoint/2010/main" val="340743404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A6B407-3952-3F2B-D8FE-9766A281D9DF}"/>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FFE7DDAD-9A61-6296-50EC-2998B7B7476F}"/>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538A0D4D-2691-5D35-CBC4-41372DB5F051}"/>
              </a:ext>
            </a:extLst>
          </p:cNvPr>
          <p:cNvSpPr>
            <a:spLocks noGrp="1"/>
          </p:cNvSpPr>
          <p:nvPr>
            <p:ph type="dt" sz="half" idx="10"/>
          </p:nvPr>
        </p:nvSpPr>
        <p:spPr/>
        <p:txBody>
          <a:bodyPr/>
          <a:lstStyle/>
          <a:p>
            <a:fld id="{FD67B667-B99B-4EDA-8217-6C3A5978D7DE}" type="datetimeFigureOut">
              <a:rPr lang="en-IN" smtClean="0"/>
              <a:t>20-09-2024</a:t>
            </a:fld>
            <a:endParaRPr lang="en-IN"/>
          </a:p>
        </p:txBody>
      </p:sp>
      <p:sp>
        <p:nvSpPr>
          <p:cNvPr id="5" name="Footer Placeholder 4">
            <a:extLst>
              <a:ext uri="{FF2B5EF4-FFF2-40B4-BE49-F238E27FC236}">
                <a16:creationId xmlns:a16="http://schemas.microsoft.com/office/drawing/2014/main" id="{04371227-18DD-9D73-7D4D-0D81A15350DF}"/>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CD1DAB1D-86EF-CFDF-898E-474520A2990D}"/>
              </a:ext>
            </a:extLst>
          </p:cNvPr>
          <p:cNvSpPr>
            <a:spLocks noGrp="1"/>
          </p:cNvSpPr>
          <p:nvPr>
            <p:ph type="sldNum" sz="quarter" idx="12"/>
          </p:nvPr>
        </p:nvSpPr>
        <p:spPr/>
        <p:txBody>
          <a:bodyPr/>
          <a:lstStyle/>
          <a:p>
            <a:fld id="{68EE06F1-9333-4A73-BBDF-4FB27CB9550A}" type="slidenum">
              <a:rPr lang="en-IN" smtClean="0"/>
              <a:t>‹#›</a:t>
            </a:fld>
            <a:endParaRPr lang="en-IN"/>
          </a:p>
        </p:txBody>
      </p:sp>
    </p:spTree>
    <p:extLst>
      <p:ext uri="{BB962C8B-B14F-4D97-AF65-F5344CB8AC3E}">
        <p14:creationId xmlns:p14="http://schemas.microsoft.com/office/powerpoint/2010/main" val="241911091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26412C-3DCD-0A69-ED50-6BB8E428802B}"/>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IN"/>
          </a:p>
        </p:txBody>
      </p:sp>
      <p:sp>
        <p:nvSpPr>
          <p:cNvPr id="3" name="Text Placeholder 2">
            <a:extLst>
              <a:ext uri="{FF2B5EF4-FFF2-40B4-BE49-F238E27FC236}">
                <a16:creationId xmlns:a16="http://schemas.microsoft.com/office/drawing/2014/main" id="{8A502C38-FF2A-41F0-FD12-8AF8DBA87578}"/>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C662A826-9091-EE32-D137-D5A4382F3C8E}"/>
              </a:ext>
            </a:extLst>
          </p:cNvPr>
          <p:cNvSpPr>
            <a:spLocks noGrp="1"/>
          </p:cNvSpPr>
          <p:nvPr>
            <p:ph type="dt" sz="half" idx="10"/>
          </p:nvPr>
        </p:nvSpPr>
        <p:spPr/>
        <p:txBody>
          <a:bodyPr/>
          <a:lstStyle/>
          <a:p>
            <a:fld id="{FD67B667-B99B-4EDA-8217-6C3A5978D7DE}" type="datetimeFigureOut">
              <a:rPr lang="en-IN" smtClean="0"/>
              <a:t>20-09-2024</a:t>
            </a:fld>
            <a:endParaRPr lang="en-IN"/>
          </a:p>
        </p:txBody>
      </p:sp>
      <p:sp>
        <p:nvSpPr>
          <p:cNvPr id="5" name="Footer Placeholder 4">
            <a:extLst>
              <a:ext uri="{FF2B5EF4-FFF2-40B4-BE49-F238E27FC236}">
                <a16:creationId xmlns:a16="http://schemas.microsoft.com/office/drawing/2014/main" id="{43758736-373F-EC48-551C-0178BF0903AB}"/>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841F1AEC-647B-2452-0131-B37677697B0C}"/>
              </a:ext>
            </a:extLst>
          </p:cNvPr>
          <p:cNvSpPr>
            <a:spLocks noGrp="1"/>
          </p:cNvSpPr>
          <p:nvPr>
            <p:ph type="sldNum" sz="quarter" idx="12"/>
          </p:nvPr>
        </p:nvSpPr>
        <p:spPr/>
        <p:txBody>
          <a:bodyPr/>
          <a:lstStyle/>
          <a:p>
            <a:fld id="{68EE06F1-9333-4A73-BBDF-4FB27CB9550A}" type="slidenum">
              <a:rPr lang="en-IN" smtClean="0"/>
              <a:t>‹#›</a:t>
            </a:fld>
            <a:endParaRPr lang="en-IN"/>
          </a:p>
        </p:txBody>
      </p:sp>
    </p:spTree>
    <p:extLst>
      <p:ext uri="{BB962C8B-B14F-4D97-AF65-F5344CB8AC3E}">
        <p14:creationId xmlns:p14="http://schemas.microsoft.com/office/powerpoint/2010/main" val="195407247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A2B9A9-81CF-2DC7-16A3-9492AE78DA2C}"/>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33B26730-4270-24FC-0253-C0E0E3AEE8EC}"/>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Content Placeholder 3">
            <a:extLst>
              <a:ext uri="{FF2B5EF4-FFF2-40B4-BE49-F238E27FC236}">
                <a16:creationId xmlns:a16="http://schemas.microsoft.com/office/drawing/2014/main" id="{302974E6-3573-D72F-7407-C8CA427C78B1}"/>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Date Placeholder 4">
            <a:extLst>
              <a:ext uri="{FF2B5EF4-FFF2-40B4-BE49-F238E27FC236}">
                <a16:creationId xmlns:a16="http://schemas.microsoft.com/office/drawing/2014/main" id="{BE164754-84FA-D0DD-2D10-D7D3383EFC6C}"/>
              </a:ext>
            </a:extLst>
          </p:cNvPr>
          <p:cNvSpPr>
            <a:spLocks noGrp="1"/>
          </p:cNvSpPr>
          <p:nvPr>
            <p:ph type="dt" sz="half" idx="10"/>
          </p:nvPr>
        </p:nvSpPr>
        <p:spPr/>
        <p:txBody>
          <a:bodyPr/>
          <a:lstStyle/>
          <a:p>
            <a:fld id="{FD67B667-B99B-4EDA-8217-6C3A5978D7DE}" type="datetimeFigureOut">
              <a:rPr lang="en-IN" smtClean="0"/>
              <a:t>20-09-2024</a:t>
            </a:fld>
            <a:endParaRPr lang="en-IN"/>
          </a:p>
        </p:txBody>
      </p:sp>
      <p:sp>
        <p:nvSpPr>
          <p:cNvPr id="6" name="Footer Placeholder 5">
            <a:extLst>
              <a:ext uri="{FF2B5EF4-FFF2-40B4-BE49-F238E27FC236}">
                <a16:creationId xmlns:a16="http://schemas.microsoft.com/office/drawing/2014/main" id="{C3EC7822-5CD2-05D5-E191-78C8BE8E42B4}"/>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15C6E782-5366-92A1-46FF-9BB6D42FAEF0}"/>
              </a:ext>
            </a:extLst>
          </p:cNvPr>
          <p:cNvSpPr>
            <a:spLocks noGrp="1"/>
          </p:cNvSpPr>
          <p:nvPr>
            <p:ph type="sldNum" sz="quarter" idx="12"/>
          </p:nvPr>
        </p:nvSpPr>
        <p:spPr/>
        <p:txBody>
          <a:bodyPr/>
          <a:lstStyle/>
          <a:p>
            <a:fld id="{68EE06F1-9333-4A73-BBDF-4FB27CB9550A}" type="slidenum">
              <a:rPr lang="en-IN" smtClean="0"/>
              <a:t>‹#›</a:t>
            </a:fld>
            <a:endParaRPr lang="en-IN"/>
          </a:p>
        </p:txBody>
      </p:sp>
    </p:spTree>
    <p:extLst>
      <p:ext uri="{BB962C8B-B14F-4D97-AF65-F5344CB8AC3E}">
        <p14:creationId xmlns:p14="http://schemas.microsoft.com/office/powerpoint/2010/main" val="134419104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30E666-8575-8749-7698-015EDCF28CF3}"/>
              </a:ext>
            </a:extLst>
          </p:cNvPr>
          <p:cNvSpPr>
            <a:spLocks noGrp="1"/>
          </p:cNvSpPr>
          <p:nvPr>
            <p:ph type="title"/>
          </p:nvPr>
        </p:nvSpPr>
        <p:spPr>
          <a:xfrm>
            <a:off x="839788" y="365125"/>
            <a:ext cx="10515600" cy="1325563"/>
          </a:xfrm>
        </p:spPr>
        <p:txBody>
          <a:bodyPr/>
          <a:lstStyle/>
          <a:p>
            <a:r>
              <a:rPr lang="en-US"/>
              <a:t>Click to edit Master title style</a:t>
            </a:r>
            <a:endParaRPr lang="en-IN"/>
          </a:p>
        </p:txBody>
      </p:sp>
      <p:sp>
        <p:nvSpPr>
          <p:cNvPr id="3" name="Text Placeholder 2">
            <a:extLst>
              <a:ext uri="{FF2B5EF4-FFF2-40B4-BE49-F238E27FC236}">
                <a16:creationId xmlns:a16="http://schemas.microsoft.com/office/drawing/2014/main" id="{99EAC7D8-F50C-161A-A8D0-5794CAE55FE1}"/>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42B413AD-E5DF-2166-EDE4-B86715E27994}"/>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Text Placeholder 4">
            <a:extLst>
              <a:ext uri="{FF2B5EF4-FFF2-40B4-BE49-F238E27FC236}">
                <a16:creationId xmlns:a16="http://schemas.microsoft.com/office/drawing/2014/main" id="{8E99C540-9DC2-3391-7730-D614739328EE}"/>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375369BE-C658-5BBA-0215-97CC481264A1}"/>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7" name="Date Placeholder 6">
            <a:extLst>
              <a:ext uri="{FF2B5EF4-FFF2-40B4-BE49-F238E27FC236}">
                <a16:creationId xmlns:a16="http://schemas.microsoft.com/office/drawing/2014/main" id="{FF1641F9-F16B-F754-BEF3-5CDCD50D48BB}"/>
              </a:ext>
            </a:extLst>
          </p:cNvPr>
          <p:cNvSpPr>
            <a:spLocks noGrp="1"/>
          </p:cNvSpPr>
          <p:nvPr>
            <p:ph type="dt" sz="half" idx="10"/>
          </p:nvPr>
        </p:nvSpPr>
        <p:spPr/>
        <p:txBody>
          <a:bodyPr/>
          <a:lstStyle/>
          <a:p>
            <a:fld id="{FD67B667-B99B-4EDA-8217-6C3A5978D7DE}" type="datetimeFigureOut">
              <a:rPr lang="en-IN" smtClean="0"/>
              <a:t>20-09-2024</a:t>
            </a:fld>
            <a:endParaRPr lang="en-IN"/>
          </a:p>
        </p:txBody>
      </p:sp>
      <p:sp>
        <p:nvSpPr>
          <p:cNvPr id="8" name="Footer Placeholder 7">
            <a:extLst>
              <a:ext uri="{FF2B5EF4-FFF2-40B4-BE49-F238E27FC236}">
                <a16:creationId xmlns:a16="http://schemas.microsoft.com/office/drawing/2014/main" id="{723364D7-301F-627D-669C-474205CAEB20}"/>
              </a:ext>
            </a:extLst>
          </p:cNvPr>
          <p:cNvSpPr>
            <a:spLocks noGrp="1"/>
          </p:cNvSpPr>
          <p:nvPr>
            <p:ph type="ftr" sz="quarter" idx="11"/>
          </p:nvPr>
        </p:nvSpPr>
        <p:spPr/>
        <p:txBody>
          <a:bodyPr/>
          <a:lstStyle/>
          <a:p>
            <a:endParaRPr lang="en-IN"/>
          </a:p>
        </p:txBody>
      </p:sp>
      <p:sp>
        <p:nvSpPr>
          <p:cNvPr id="9" name="Slide Number Placeholder 8">
            <a:extLst>
              <a:ext uri="{FF2B5EF4-FFF2-40B4-BE49-F238E27FC236}">
                <a16:creationId xmlns:a16="http://schemas.microsoft.com/office/drawing/2014/main" id="{6330B3ED-AABA-C265-CE26-77DAA6DA0E46}"/>
              </a:ext>
            </a:extLst>
          </p:cNvPr>
          <p:cNvSpPr>
            <a:spLocks noGrp="1"/>
          </p:cNvSpPr>
          <p:nvPr>
            <p:ph type="sldNum" sz="quarter" idx="12"/>
          </p:nvPr>
        </p:nvSpPr>
        <p:spPr/>
        <p:txBody>
          <a:bodyPr/>
          <a:lstStyle/>
          <a:p>
            <a:fld id="{68EE06F1-9333-4A73-BBDF-4FB27CB9550A}" type="slidenum">
              <a:rPr lang="en-IN" smtClean="0"/>
              <a:t>‹#›</a:t>
            </a:fld>
            <a:endParaRPr lang="en-IN"/>
          </a:p>
        </p:txBody>
      </p:sp>
    </p:spTree>
    <p:extLst>
      <p:ext uri="{BB962C8B-B14F-4D97-AF65-F5344CB8AC3E}">
        <p14:creationId xmlns:p14="http://schemas.microsoft.com/office/powerpoint/2010/main" val="278703122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622F1B-3057-EC27-4ABB-0CC9A5F9BBB7}"/>
              </a:ext>
            </a:extLst>
          </p:cNvPr>
          <p:cNvSpPr>
            <a:spLocks noGrp="1"/>
          </p:cNvSpPr>
          <p:nvPr>
            <p:ph type="title"/>
          </p:nvPr>
        </p:nvSpPr>
        <p:spPr/>
        <p:txBody>
          <a:bodyPr/>
          <a:lstStyle/>
          <a:p>
            <a:r>
              <a:rPr lang="en-US"/>
              <a:t>Click to edit Master title style</a:t>
            </a:r>
            <a:endParaRPr lang="en-IN"/>
          </a:p>
        </p:txBody>
      </p:sp>
      <p:sp>
        <p:nvSpPr>
          <p:cNvPr id="3" name="Date Placeholder 2">
            <a:extLst>
              <a:ext uri="{FF2B5EF4-FFF2-40B4-BE49-F238E27FC236}">
                <a16:creationId xmlns:a16="http://schemas.microsoft.com/office/drawing/2014/main" id="{FF746A0D-29E6-AFDD-790C-A2083557D8E1}"/>
              </a:ext>
            </a:extLst>
          </p:cNvPr>
          <p:cNvSpPr>
            <a:spLocks noGrp="1"/>
          </p:cNvSpPr>
          <p:nvPr>
            <p:ph type="dt" sz="half" idx="10"/>
          </p:nvPr>
        </p:nvSpPr>
        <p:spPr/>
        <p:txBody>
          <a:bodyPr/>
          <a:lstStyle/>
          <a:p>
            <a:fld id="{FD67B667-B99B-4EDA-8217-6C3A5978D7DE}" type="datetimeFigureOut">
              <a:rPr lang="en-IN" smtClean="0"/>
              <a:t>20-09-2024</a:t>
            </a:fld>
            <a:endParaRPr lang="en-IN"/>
          </a:p>
        </p:txBody>
      </p:sp>
      <p:sp>
        <p:nvSpPr>
          <p:cNvPr id="4" name="Footer Placeholder 3">
            <a:extLst>
              <a:ext uri="{FF2B5EF4-FFF2-40B4-BE49-F238E27FC236}">
                <a16:creationId xmlns:a16="http://schemas.microsoft.com/office/drawing/2014/main" id="{F821B420-621D-24B2-7EAA-2589C20C43A4}"/>
              </a:ext>
            </a:extLst>
          </p:cNvPr>
          <p:cNvSpPr>
            <a:spLocks noGrp="1"/>
          </p:cNvSpPr>
          <p:nvPr>
            <p:ph type="ftr" sz="quarter" idx="11"/>
          </p:nvPr>
        </p:nvSpPr>
        <p:spPr/>
        <p:txBody>
          <a:bodyPr/>
          <a:lstStyle/>
          <a:p>
            <a:endParaRPr lang="en-IN"/>
          </a:p>
        </p:txBody>
      </p:sp>
      <p:sp>
        <p:nvSpPr>
          <p:cNvPr id="5" name="Slide Number Placeholder 4">
            <a:extLst>
              <a:ext uri="{FF2B5EF4-FFF2-40B4-BE49-F238E27FC236}">
                <a16:creationId xmlns:a16="http://schemas.microsoft.com/office/drawing/2014/main" id="{BE945283-5E44-1D80-BD09-94C446C84107}"/>
              </a:ext>
            </a:extLst>
          </p:cNvPr>
          <p:cNvSpPr>
            <a:spLocks noGrp="1"/>
          </p:cNvSpPr>
          <p:nvPr>
            <p:ph type="sldNum" sz="quarter" idx="12"/>
          </p:nvPr>
        </p:nvSpPr>
        <p:spPr/>
        <p:txBody>
          <a:bodyPr/>
          <a:lstStyle/>
          <a:p>
            <a:fld id="{68EE06F1-9333-4A73-BBDF-4FB27CB9550A}" type="slidenum">
              <a:rPr lang="en-IN" smtClean="0"/>
              <a:t>‹#›</a:t>
            </a:fld>
            <a:endParaRPr lang="en-IN"/>
          </a:p>
        </p:txBody>
      </p:sp>
    </p:spTree>
    <p:extLst>
      <p:ext uri="{BB962C8B-B14F-4D97-AF65-F5344CB8AC3E}">
        <p14:creationId xmlns:p14="http://schemas.microsoft.com/office/powerpoint/2010/main" val="21531208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41CD749-93BF-0665-4AB0-60F5A5337644}"/>
              </a:ext>
            </a:extLst>
          </p:cNvPr>
          <p:cNvSpPr>
            <a:spLocks noGrp="1"/>
          </p:cNvSpPr>
          <p:nvPr>
            <p:ph type="dt" sz="half" idx="10"/>
          </p:nvPr>
        </p:nvSpPr>
        <p:spPr/>
        <p:txBody>
          <a:bodyPr/>
          <a:lstStyle/>
          <a:p>
            <a:fld id="{FD67B667-B99B-4EDA-8217-6C3A5978D7DE}" type="datetimeFigureOut">
              <a:rPr lang="en-IN" smtClean="0"/>
              <a:t>20-09-2024</a:t>
            </a:fld>
            <a:endParaRPr lang="en-IN"/>
          </a:p>
        </p:txBody>
      </p:sp>
      <p:sp>
        <p:nvSpPr>
          <p:cNvPr id="3" name="Footer Placeholder 2">
            <a:extLst>
              <a:ext uri="{FF2B5EF4-FFF2-40B4-BE49-F238E27FC236}">
                <a16:creationId xmlns:a16="http://schemas.microsoft.com/office/drawing/2014/main" id="{C95B279A-BB6F-39F9-3534-B6D824715BBE}"/>
              </a:ext>
            </a:extLst>
          </p:cNvPr>
          <p:cNvSpPr>
            <a:spLocks noGrp="1"/>
          </p:cNvSpPr>
          <p:nvPr>
            <p:ph type="ftr" sz="quarter" idx="11"/>
          </p:nvPr>
        </p:nvSpPr>
        <p:spPr/>
        <p:txBody>
          <a:bodyPr/>
          <a:lstStyle/>
          <a:p>
            <a:endParaRPr lang="en-IN"/>
          </a:p>
        </p:txBody>
      </p:sp>
      <p:sp>
        <p:nvSpPr>
          <p:cNvPr id="4" name="Slide Number Placeholder 3">
            <a:extLst>
              <a:ext uri="{FF2B5EF4-FFF2-40B4-BE49-F238E27FC236}">
                <a16:creationId xmlns:a16="http://schemas.microsoft.com/office/drawing/2014/main" id="{187AECAC-9798-1151-4CE4-046211CBC36F}"/>
              </a:ext>
            </a:extLst>
          </p:cNvPr>
          <p:cNvSpPr>
            <a:spLocks noGrp="1"/>
          </p:cNvSpPr>
          <p:nvPr>
            <p:ph type="sldNum" sz="quarter" idx="12"/>
          </p:nvPr>
        </p:nvSpPr>
        <p:spPr/>
        <p:txBody>
          <a:bodyPr/>
          <a:lstStyle/>
          <a:p>
            <a:fld id="{68EE06F1-9333-4A73-BBDF-4FB27CB9550A}" type="slidenum">
              <a:rPr lang="en-IN" smtClean="0"/>
              <a:t>‹#›</a:t>
            </a:fld>
            <a:endParaRPr lang="en-IN"/>
          </a:p>
        </p:txBody>
      </p:sp>
    </p:spTree>
    <p:extLst>
      <p:ext uri="{BB962C8B-B14F-4D97-AF65-F5344CB8AC3E}">
        <p14:creationId xmlns:p14="http://schemas.microsoft.com/office/powerpoint/2010/main" val="354652901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178B39-8875-1056-F202-543BF471205D}"/>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Content Placeholder 2">
            <a:extLst>
              <a:ext uri="{FF2B5EF4-FFF2-40B4-BE49-F238E27FC236}">
                <a16:creationId xmlns:a16="http://schemas.microsoft.com/office/drawing/2014/main" id="{6200F62B-E920-6009-BDB8-C3BAA0D3FCAB}"/>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Text Placeholder 3">
            <a:extLst>
              <a:ext uri="{FF2B5EF4-FFF2-40B4-BE49-F238E27FC236}">
                <a16:creationId xmlns:a16="http://schemas.microsoft.com/office/drawing/2014/main" id="{FC2D2332-D6BD-AEF0-933F-86A7ACE4EE2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617E1FED-91CA-1994-E692-BED792038821}"/>
              </a:ext>
            </a:extLst>
          </p:cNvPr>
          <p:cNvSpPr>
            <a:spLocks noGrp="1"/>
          </p:cNvSpPr>
          <p:nvPr>
            <p:ph type="dt" sz="half" idx="10"/>
          </p:nvPr>
        </p:nvSpPr>
        <p:spPr/>
        <p:txBody>
          <a:bodyPr/>
          <a:lstStyle/>
          <a:p>
            <a:fld id="{FD67B667-B99B-4EDA-8217-6C3A5978D7DE}" type="datetimeFigureOut">
              <a:rPr lang="en-IN" smtClean="0"/>
              <a:t>20-09-2024</a:t>
            </a:fld>
            <a:endParaRPr lang="en-IN"/>
          </a:p>
        </p:txBody>
      </p:sp>
      <p:sp>
        <p:nvSpPr>
          <p:cNvPr id="6" name="Footer Placeholder 5">
            <a:extLst>
              <a:ext uri="{FF2B5EF4-FFF2-40B4-BE49-F238E27FC236}">
                <a16:creationId xmlns:a16="http://schemas.microsoft.com/office/drawing/2014/main" id="{85F888D0-4D1C-D05F-9AC3-D7114BA84495}"/>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DE9C834A-48E6-1C42-5CC3-1872CF02ED20}"/>
              </a:ext>
            </a:extLst>
          </p:cNvPr>
          <p:cNvSpPr>
            <a:spLocks noGrp="1"/>
          </p:cNvSpPr>
          <p:nvPr>
            <p:ph type="sldNum" sz="quarter" idx="12"/>
          </p:nvPr>
        </p:nvSpPr>
        <p:spPr/>
        <p:txBody>
          <a:bodyPr/>
          <a:lstStyle/>
          <a:p>
            <a:fld id="{68EE06F1-9333-4A73-BBDF-4FB27CB9550A}" type="slidenum">
              <a:rPr lang="en-IN" smtClean="0"/>
              <a:t>‹#›</a:t>
            </a:fld>
            <a:endParaRPr lang="en-IN"/>
          </a:p>
        </p:txBody>
      </p:sp>
    </p:spTree>
    <p:extLst>
      <p:ext uri="{BB962C8B-B14F-4D97-AF65-F5344CB8AC3E}">
        <p14:creationId xmlns:p14="http://schemas.microsoft.com/office/powerpoint/2010/main" val="16828799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C72B913-56FC-BFBA-DD4E-4F7814B12307}"/>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Picture Placeholder 2">
            <a:extLst>
              <a:ext uri="{FF2B5EF4-FFF2-40B4-BE49-F238E27FC236}">
                <a16:creationId xmlns:a16="http://schemas.microsoft.com/office/drawing/2014/main" id="{074489BB-8A00-577A-F38C-C6714A7929EC}"/>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IN"/>
          </a:p>
        </p:txBody>
      </p:sp>
      <p:sp>
        <p:nvSpPr>
          <p:cNvPr id="4" name="Text Placeholder 3">
            <a:extLst>
              <a:ext uri="{FF2B5EF4-FFF2-40B4-BE49-F238E27FC236}">
                <a16:creationId xmlns:a16="http://schemas.microsoft.com/office/drawing/2014/main" id="{D8C4A2C0-74FF-99D9-8546-A05ED4D30A1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6DB67401-2090-85A7-F288-CC4FF4DFBB18}"/>
              </a:ext>
            </a:extLst>
          </p:cNvPr>
          <p:cNvSpPr>
            <a:spLocks noGrp="1"/>
          </p:cNvSpPr>
          <p:nvPr>
            <p:ph type="dt" sz="half" idx="10"/>
          </p:nvPr>
        </p:nvSpPr>
        <p:spPr/>
        <p:txBody>
          <a:bodyPr/>
          <a:lstStyle/>
          <a:p>
            <a:fld id="{FD67B667-B99B-4EDA-8217-6C3A5978D7DE}" type="datetimeFigureOut">
              <a:rPr lang="en-IN" smtClean="0"/>
              <a:t>20-09-2024</a:t>
            </a:fld>
            <a:endParaRPr lang="en-IN"/>
          </a:p>
        </p:txBody>
      </p:sp>
      <p:sp>
        <p:nvSpPr>
          <p:cNvPr id="6" name="Footer Placeholder 5">
            <a:extLst>
              <a:ext uri="{FF2B5EF4-FFF2-40B4-BE49-F238E27FC236}">
                <a16:creationId xmlns:a16="http://schemas.microsoft.com/office/drawing/2014/main" id="{8FFA9C09-909F-E971-91A5-B863A1EC0347}"/>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17B978D4-3BC6-73A6-2CB6-861CABE3E03E}"/>
              </a:ext>
            </a:extLst>
          </p:cNvPr>
          <p:cNvSpPr>
            <a:spLocks noGrp="1"/>
          </p:cNvSpPr>
          <p:nvPr>
            <p:ph type="sldNum" sz="quarter" idx="12"/>
          </p:nvPr>
        </p:nvSpPr>
        <p:spPr/>
        <p:txBody>
          <a:bodyPr/>
          <a:lstStyle/>
          <a:p>
            <a:fld id="{68EE06F1-9333-4A73-BBDF-4FB27CB9550A}" type="slidenum">
              <a:rPr lang="en-IN" smtClean="0"/>
              <a:t>‹#›</a:t>
            </a:fld>
            <a:endParaRPr lang="en-IN"/>
          </a:p>
        </p:txBody>
      </p:sp>
    </p:spTree>
    <p:extLst>
      <p:ext uri="{BB962C8B-B14F-4D97-AF65-F5344CB8AC3E}">
        <p14:creationId xmlns:p14="http://schemas.microsoft.com/office/powerpoint/2010/main" val="84885058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710C30-2FE7-4E1B-D13B-0FBCAE17400F}"/>
              </a:ext>
            </a:extLst>
          </p:cNvPr>
          <p:cNvSpPr>
            <a:spLocks noGrp="1"/>
          </p:cNvSpPr>
          <p:nvPr>
            <p:ph type="title"/>
          </p:nvPr>
        </p:nvSpPr>
        <p:spPr/>
        <p:txBody>
          <a:bodyPr/>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8937D723-ED04-FF3A-CA0A-C845B9D89516}"/>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1300FDA2-9A7A-A1E3-424D-6B1882282CC1}"/>
              </a:ext>
            </a:extLst>
          </p:cNvPr>
          <p:cNvSpPr>
            <a:spLocks noGrp="1"/>
          </p:cNvSpPr>
          <p:nvPr>
            <p:ph type="dt" sz="half" idx="10"/>
          </p:nvPr>
        </p:nvSpPr>
        <p:spPr/>
        <p:txBody>
          <a:bodyPr/>
          <a:lstStyle/>
          <a:p>
            <a:fld id="{FD67B667-B99B-4EDA-8217-6C3A5978D7DE}" type="datetimeFigureOut">
              <a:rPr lang="en-IN" smtClean="0"/>
              <a:t>20-09-2024</a:t>
            </a:fld>
            <a:endParaRPr lang="en-IN"/>
          </a:p>
        </p:txBody>
      </p:sp>
      <p:sp>
        <p:nvSpPr>
          <p:cNvPr id="5" name="Footer Placeholder 4">
            <a:extLst>
              <a:ext uri="{FF2B5EF4-FFF2-40B4-BE49-F238E27FC236}">
                <a16:creationId xmlns:a16="http://schemas.microsoft.com/office/drawing/2014/main" id="{A738FD85-DBAD-96BE-55A4-1A6329DDB100}"/>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63D92677-E8B4-AB00-5CB5-51F9082B2675}"/>
              </a:ext>
            </a:extLst>
          </p:cNvPr>
          <p:cNvSpPr>
            <a:spLocks noGrp="1"/>
          </p:cNvSpPr>
          <p:nvPr>
            <p:ph type="sldNum" sz="quarter" idx="12"/>
          </p:nvPr>
        </p:nvSpPr>
        <p:spPr/>
        <p:txBody>
          <a:bodyPr/>
          <a:lstStyle/>
          <a:p>
            <a:fld id="{68EE06F1-9333-4A73-BBDF-4FB27CB9550A}" type="slidenum">
              <a:rPr lang="en-IN" smtClean="0"/>
              <a:t>‹#›</a:t>
            </a:fld>
            <a:endParaRPr lang="en-IN"/>
          </a:p>
        </p:txBody>
      </p:sp>
    </p:spTree>
    <p:extLst>
      <p:ext uri="{BB962C8B-B14F-4D97-AF65-F5344CB8AC3E}">
        <p14:creationId xmlns:p14="http://schemas.microsoft.com/office/powerpoint/2010/main" val="304795000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8326C520-BEA6-3BBE-0BED-DE3F7CEBAE6E}"/>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BE1A156B-E675-14B1-B7BC-E4591B8B416A}"/>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017FE54E-2400-527F-0ECF-3000146508C9}"/>
              </a:ext>
            </a:extLst>
          </p:cNvPr>
          <p:cNvSpPr>
            <a:spLocks noGrp="1"/>
          </p:cNvSpPr>
          <p:nvPr>
            <p:ph type="dt" sz="half" idx="10"/>
          </p:nvPr>
        </p:nvSpPr>
        <p:spPr/>
        <p:txBody>
          <a:bodyPr/>
          <a:lstStyle/>
          <a:p>
            <a:fld id="{FD67B667-B99B-4EDA-8217-6C3A5978D7DE}" type="datetimeFigureOut">
              <a:rPr lang="en-IN" smtClean="0"/>
              <a:t>20-09-2024</a:t>
            </a:fld>
            <a:endParaRPr lang="en-IN"/>
          </a:p>
        </p:txBody>
      </p:sp>
      <p:sp>
        <p:nvSpPr>
          <p:cNvPr id="5" name="Footer Placeholder 4">
            <a:extLst>
              <a:ext uri="{FF2B5EF4-FFF2-40B4-BE49-F238E27FC236}">
                <a16:creationId xmlns:a16="http://schemas.microsoft.com/office/drawing/2014/main" id="{149EE262-6341-AC8C-CAB1-5A14B8FF8CC0}"/>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2BADF345-0AC1-38CD-CC9B-3F46AF36E6D6}"/>
              </a:ext>
            </a:extLst>
          </p:cNvPr>
          <p:cNvSpPr>
            <a:spLocks noGrp="1"/>
          </p:cNvSpPr>
          <p:nvPr>
            <p:ph type="sldNum" sz="quarter" idx="12"/>
          </p:nvPr>
        </p:nvSpPr>
        <p:spPr/>
        <p:txBody>
          <a:bodyPr/>
          <a:lstStyle/>
          <a:p>
            <a:fld id="{68EE06F1-9333-4A73-BBDF-4FB27CB9550A}" type="slidenum">
              <a:rPr lang="en-IN" smtClean="0"/>
              <a:t>‹#›</a:t>
            </a:fld>
            <a:endParaRPr lang="en-IN"/>
          </a:p>
        </p:txBody>
      </p:sp>
    </p:spTree>
    <p:extLst>
      <p:ext uri="{BB962C8B-B14F-4D97-AF65-F5344CB8AC3E}">
        <p14:creationId xmlns:p14="http://schemas.microsoft.com/office/powerpoint/2010/main" val="47216315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F6C7C6-7812-40CD-A1BB-0D8F29B7E568}"/>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193469BC-6113-48E5-B25C-239E807913DD}"/>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0D84338F-114B-4502-B2F1-D71A19F848B5}"/>
              </a:ext>
            </a:extLst>
          </p:cNvPr>
          <p:cNvSpPr>
            <a:spLocks noGrp="1"/>
          </p:cNvSpPr>
          <p:nvPr>
            <p:ph type="dt" sz="half" idx="10"/>
          </p:nvPr>
        </p:nvSpPr>
        <p:spPr/>
        <p:txBody>
          <a:bodyPr/>
          <a:lstStyle/>
          <a:p>
            <a:fld id="{B5056311-2E14-4433-BC18-B6F984C9CD1A}" type="datetimeFigureOut">
              <a:rPr lang="en-US" smtClean="0"/>
              <a:t>9/20/2024</a:t>
            </a:fld>
            <a:endParaRPr lang="en-US"/>
          </a:p>
        </p:txBody>
      </p:sp>
      <p:sp>
        <p:nvSpPr>
          <p:cNvPr id="5" name="Footer Placeholder 4">
            <a:extLst>
              <a:ext uri="{FF2B5EF4-FFF2-40B4-BE49-F238E27FC236}">
                <a16:creationId xmlns:a16="http://schemas.microsoft.com/office/drawing/2014/main" id="{83C61730-EF5E-486E-A851-C8920F3A656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EEF00D0-5112-47ED-8649-BB0BF149FB0D}"/>
              </a:ext>
            </a:extLst>
          </p:cNvPr>
          <p:cNvSpPr>
            <a:spLocks noGrp="1"/>
          </p:cNvSpPr>
          <p:nvPr>
            <p:ph type="sldNum" sz="quarter" idx="12"/>
          </p:nvPr>
        </p:nvSpPr>
        <p:spPr/>
        <p:txBody>
          <a:bodyPr/>
          <a:lstStyle/>
          <a:p>
            <a:fld id="{0D77D067-D429-41D7-8121-E5D2025F471B}" type="slidenum">
              <a:rPr lang="en-US" smtClean="0"/>
              <a:t>‹#›</a:t>
            </a:fld>
            <a:endParaRPr lang="en-US"/>
          </a:p>
        </p:txBody>
      </p:sp>
    </p:spTree>
    <p:extLst>
      <p:ext uri="{BB962C8B-B14F-4D97-AF65-F5344CB8AC3E}">
        <p14:creationId xmlns:p14="http://schemas.microsoft.com/office/powerpoint/2010/main" val="323395170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4CE4DD-7E80-486B-B48E-8FA45D4C1B16}"/>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79362B49-C8DE-496F-BC09-66F940FA4DD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6E71575-DF5C-4270-9C9A-8581BFB10C82}"/>
              </a:ext>
            </a:extLst>
          </p:cNvPr>
          <p:cNvSpPr>
            <a:spLocks noGrp="1"/>
          </p:cNvSpPr>
          <p:nvPr>
            <p:ph type="dt" sz="half" idx="10"/>
          </p:nvPr>
        </p:nvSpPr>
        <p:spPr/>
        <p:txBody>
          <a:bodyPr/>
          <a:lstStyle/>
          <a:p>
            <a:fld id="{B5056311-2E14-4433-BC18-B6F984C9CD1A}" type="datetimeFigureOut">
              <a:rPr lang="en-US" smtClean="0"/>
              <a:t>9/20/2024</a:t>
            </a:fld>
            <a:endParaRPr lang="en-US"/>
          </a:p>
        </p:txBody>
      </p:sp>
      <p:sp>
        <p:nvSpPr>
          <p:cNvPr id="5" name="Footer Placeholder 4">
            <a:extLst>
              <a:ext uri="{FF2B5EF4-FFF2-40B4-BE49-F238E27FC236}">
                <a16:creationId xmlns:a16="http://schemas.microsoft.com/office/drawing/2014/main" id="{97BCD327-51DD-4974-B5F5-6CE1FCA9B1E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C1F269B-6C38-4339-9E6C-6EA4E8B13198}"/>
              </a:ext>
            </a:extLst>
          </p:cNvPr>
          <p:cNvSpPr>
            <a:spLocks noGrp="1"/>
          </p:cNvSpPr>
          <p:nvPr>
            <p:ph type="sldNum" sz="quarter" idx="12"/>
          </p:nvPr>
        </p:nvSpPr>
        <p:spPr/>
        <p:txBody>
          <a:bodyPr/>
          <a:lstStyle/>
          <a:p>
            <a:fld id="{0D77D067-D429-41D7-8121-E5D2025F471B}" type="slidenum">
              <a:rPr lang="en-US" smtClean="0"/>
              <a:t>‹#›</a:t>
            </a:fld>
            <a:endParaRPr lang="en-US"/>
          </a:p>
        </p:txBody>
      </p:sp>
    </p:spTree>
    <p:extLst>
      <p:ext uri="{BB962C8B-B14F-4D97-AF65-F5344CB8AC3E}">
        <p14:creationId xmlns:p14="http://schemas.microsoft.com/office/powerpoint/2010/main" val="117193457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D2EC6C-3382-4649-A625-6859048B768E}"/>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659E2BEB-7C82-43C4-9809-3F4E5FA74B86}"/>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9401085A-98A8-4323-B8B5-7B0827F2FCBD}"/>
              </a:ext>
            </a:extLst>
          </p:cNvPr>
          <p:cNvSpPr>
            <a:spLocks noGrp="1"/>
          </p:cNvSpPr>
          <p:nvPr>
            <p:ph type="dt" sz="half" idx="10"/>
          </p:nvPr>
        </p:nvSpPr>
        <p:spPr/>
        <p:txBody>
          <a:bodyPr/>
          <a:lstStyle/>
          <a:p>
            <a:fld id="{B5056311-2E14-4433-BC18-B6F984C9CD1A}" type="datetimeFigureOut">
              <a:rPr lang="en-US" smtClean="0"/>
              <a:t>9/20/2024</a:t>
            </a:fld>
            <a:endParaRPr lang="en-US"/>
          </a:p>
        </p:txBody>
      </p:sp>
      <p:sp>
        <p:nvSpPr>
          <p:cNvPr id="5" name="Footer Placeholder 4">
            <a:extLst>
              <a:ext uri="{FF2B5EF4-FFF2-40B4-BE49-F238E27FC236}">
                <a16:creationId xmlns:a16="http://schemas.microsoft.com/office/drawing/2014/main" id="{8D76E3B5-1473-47E1-A704-E32840FB9ED3}"/>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1F5B51D-4779-40EF-94B0-41E43D9D2EE4}"/>
              </a:ext>
            </a:extLst>
          </p:cNvPr>
          <p:cNvSpPr>
            <a:spLocks noGrp="1"/>
          </p:cNvSpPr>
          <p:nvPr>
            <p:ph type="sldNum" sz="quarter" idx="12"/>
          </p:nvPr>
        </p:nvSpPr>
        <p:spPr/>
        <p:txBody>
          <a:bodyPr/>
          <a:lstStyle/>
          <a:p>
            <a:fld id="{0D77D067-D429-41D7-8121-E5D2025F471B}" type="slidenum">
              <a:rPr lang="en-US" smtClean="0"/>
              <a:t>‹#›</a:t>
            </a:fld>
            <a:endParaRPr lang="en-US"/>
          </a:p>
        </p:txBody>
      </p:sp>
    </p:spTree>
    <p:extLst>
      <p:ext uri="{BB962C8B-B14F-4D97-AF65-F5344CB8AC3E}">
        <p14:creationId xmlns:p14="http://schemas.microsoft.com/office/powerpoint/2010/main" val="312570891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02AC07-353C-45D2-89A1-925D2A514317}"/>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620C8D1D-D360-4BDE-BAB3-1E37EF1FDB0F}"/>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F82FC2C3-E7EC-48DC-AFF9-EF73705F5A7A}"/>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DCAD5B9-DFF1-493B-A940-063107DF84C7}"/>
              </a:ext>
            </a:extLst>
          </p:cNvPr>
          <p:cNvSpPr>
            <a:spLocks noGrp="1"/>
          </p:cNvSpPr>
          <p:nvPr>
            <p:ph type="dt" sz="half" idx="10"/>
          </p:nvPr>
        </p:nvSpPr>
        <p:spPr/>
        <p:txBody>
          <a:bodyPr/>
          <a:lstStyle/>
          <a:p>
            <a:fld id="{B5056311-2E14-4433-BC18-B6F984C9CD1A}" type="datetimeFigureOut">
              <a:rPr lang="en-US" smtClean="0"/>
              <a:t>9/20/2024</a:t>
            </a:fld>
            <a:endParaRPr lang="en-US"/>
          </a:p>
        </p:txBody>
      </p:sp>
      <p:sp>
        <p:nvSpPr>
          <p:cNvPr id="6" name="Footer Placeholder 5">
            <a:extLst>
              <a:ext uri="{FF2B5EF4-FFF2-40B4-BE49-F238E27FC236}">
                <a16:creationId xmlns:a16="http://schemas.microsoft.com/office/drawing/2014/main" id="{A660F99C-F634-4A84-AE11-2F592FF29E4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FB575663-F1E4-426C-8602-8EFF8F91FB73}"/>
              </a:ext>
            </a:extLst>
          </p:cNvPr>
          <p:cNvSpPr>
            <a:spLocks noGrp="1"/>
          </p:cNvSpPr>
          <p:nvPr>
            <p:ph type="sldNum" sz="quarter" idx="12"/>
          </p:nvPr>
        </p:nvSpPr>
        <p:spPr/>
        <p:txBody>
          <a:bodyPr/>
          <a:lstStyle/>
          <a:p>
            <a:fld id="{0D77D067-D429-41D7-8121-E5D2025F471B}" type="slidenum">
              <a:rPr lang="en-US" smtClean="0"/>
              <a:t>‹#›</a:t>
            </a:fld>
            <a:endParaRPr lang="en-US"/>
          </a:p>
        </p:txBody>
      </p:sp>
    </p:spTree>
    <p:extLst>
      <p:ext uri="{BB962C8B-B14F-4D97-AF65-F5344CB8AC3E}">
        <p14:creationId xmlns:p14="http://schemas.microsoft.com/office/powerpoint/2010/main" val="186239450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68FF17-920A-4F33-8A00-EA0B56EE9570}"/>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A39EBE97-DBDD-435B-B58C-3E109B440486}"/>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F653A99B-9F64-4A1F-81F5-6E295CE018E1}"/>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B1CADC6C-146E-4650-99F7-75F1785431D9}"/>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8E86704-A90D-47A8-993B-509D8AFE4ACA}"/>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D2EBE331-502D-4651-A49B-623445FCD732}"/>
              </a:ext>
            </a:extLst>
          </p:cNvPr>
          <p:cNvSpPr>
            <a:spLocks noGrp="1"/>
          </p:cNvSpPr>
          <p:nvPr>
            <p:ph type="dt" sz="half" idx="10"/>
          </p:nvPr>
        </p:nvSpPr>
        <p:spPr/>
        <p:txBody>
          <a:bodyPr/>
          <a:lstStyle/>
          <a:p>
            <a:fld id="{B5056311-2E14-4433-BC18-B6F984C9CD1A}" type="datetimeFigureOut">
              <a:rPr lang="en-US" smtClean="0"/>
              <a:t>9/20/2024</a:t>
            </a:fld>
            <a:endParaRPr lang="en-US"/>
          </a:p>
        </p:txBody>
      </p:sp>
      <p:sp>
        <p:nvSpPr>
          <p:cNvPr id="8" name="Footer Placeholder 7">
            <a:extLst>
              <a:ext uri="{FF2B5EF4-FFF2-40B4-BE49-F238E27FC236}">
                <a16:creationId xmlns:a16="http://schemas.microsoft.com/office/drawing/2014/main" id="{4EB28B5C-0E93-42DA-82DB-3AD2F07B347C}"/>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0EA2128F-D2DF-49B6-A1B5-07A2F9D1BAB0}"/>
              </a:ext>
            </a:extLst>
          </p:cNvPr>
          <p:cNvSpPr>
            <a:spLocks noGrp="1"/>
          </p:cNvSpPr>
          <p:nvPr>
            <p:ph type="sldNum" sz="quarter" idx="12"/>
          </p:nvPr>
        </p:nvSpPr>
        <p:spPr/>
        <p:txBody>
          <a:bodyPr/>
          <a:lstStyle/>
          <a:p>
            <a:fld id="{0D77D067-D429-41D7-8121-E5D2025F471B}" type="slidenum">
              <a:rPr lang="en-US" smtClean="0"/>
              <a:t>‹#›</a:t>
            </a:fld>
            <a:endParaRPr lang="en-US"/>
          </a:p>
        </p:txBody>
      </p:sp>
    </p:spTree>
    <p:extLst>
      <p:ext uri="{BB962C8B-B14F-4D97-AF65-F5344CB8AC3E}">
        <p14:creationId xmlns:p14="http://schemas.microsoft.com/office/powerpoint/2010/main" val="318838513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11AF5F-5E99-49CF-AF19-DF09EFD0117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9C90F4D4-F7CC-48D7-936C-F9EE17219096}"/>
              </a:ext>
            </a:extLst>
          </p:cNvPr>
          <p:cNvSpPr>
            <a:spLocks noGrp="1"/>
          </p:cNvSpPr>
          <p:nvPr>
            <p:ph type="dt" sz="half" idx="10"/>
          </p:nvPr>
        </p:nvSpPr>
        <p:spPr/>
        <p:txBody>
          <a:bodyPr/>
          <a:lstStyle/>
          <a:p>
            <a:fld id="{B5056311-2E14-4433-BC18-B6F984C9CD1A}" type="datetimeFigureOut">
              <a:rPr lang="en-US" smtClean="0"/>
              <a:t>9/20/2024</a:t>
            </a:fld>
            <a:endParaRPr lang="en-US"/>
          </a:p>
        </p:txBody>
      </p:sp>
      <p:sp>
        <p:nvSpPr>
          <p:cNvPr id="4" name="Footer Placeholder 3">
            <a:extLst>
              <a:ext uri="{FF2B5EF4-FFF2-40B4-BE49-F238E27FC236}">
                <a16:creationId xmlns:a16="http://schemas.microsoft.com/office/drawing/2014/main" id="{8E813318-8BCB-41D9-9ADF-127F146A2358}"/>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07F402EE-08E9-4131-A6E7-B9A0E985B3C2}"/>
              </a:ext>
            </a:extLst>
          </p:cNvPr>
          <p:cNvSpPr>
            <a:spLocks noGrp="1"/>
          </p:cNvSpPr>
          <p:nvPr>
            <p:ph type="sldNum" sz="quarter" idx="12"/>
          </p:nvPr>
        </p:nvSpPr>
        <p:spPr/>
        <p:txBody>
          <a:bodyPr/>
          <a:lstStyle/>
          <a:p>
            <a:fld id="{0D77D067-D429-41D7-8121-E5D2025F471B}" type="slidenum">
              <a:rPr lang="en-US" smtClean="0"/>
              <a:t>‹#›</a:t>
            </a:fld>
            <a:endParaRPr lang="en-US"/>
          </a:p>
        </p:txBody>
      </p:sp>
    </p:spTree>
    <p:extLst>
      <p:ext uri="{BB962C8B-B14F-4D97-AF65-F5344CB8AC3E}">
        <p14:creationId xmlns:p14="http://schemas.microsoft.com/office/powerpoint/2010/main" val="280116739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F7ACDAF-ABD4-4952-9458-FDFDC8308516}"/>
              </a:ext>
            </a:extLst>
          </p:cNvPr>
          <p:cNvSpPr>
            <a:spLocks noGrp="1"/>
          </p:cNvSpPr>
          <p:nvPr>
            <p:ph type="dt" sz="half" idx="10"/>
          </p:nvPr>
        </p:nvSpPr>
        <p:spPr/>
        <p:txBody>
          <a:bodyPr/>
          <a:lstStyle/>
          <a:p>
            <a:fld id="{B5056311-2E14-4433-BC18-B6F984C9CD1A}" type="datetimeFigureOut">
              <a:rPr lang="en-US" smtClean="0"/>
              <a:t>9/20/2024</a:t>
            </a:fld>
            <a:endParaRPr lang="en-US"/>
          </a:p>
        </p:txBody>
      </p:sp>
      <p:sp>
        <p:nvSpPr>
          <p:cNvPr id="3" name="Footer Placeholder 2">
            <a:extLst>
              <a:ext uri="{FF2B5EF4-FFF2-40B4-BE49-F238E27FC236}">
                <a16:creationId xmlns:a16="http://schemas.microsoft.com/office/drawing/2014/main" id="{27CCEB08-1784-491D-9078-820DF3A331F6}"/>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783CB1DB-8596-4EE5-B87F-1410CF224BD8}"/>
              </a:ext>
            </a:extLst>
          </p:cNvPr>
          <p:cNvSpPr>
            <a:spLocks noGrp="1"/>
          </p:cNvSpPr>
          <p:nvPr>
            <p:ph type="sldNum" sz="quarter" idx="12"/>
          </p:nvPr>
        </p:nvSpPr>
        <p:spPr/>
        <p:txBody>
          <a:bodyPr/>
          <a:lstStyle/>
          <a:p>
            <a:fld id="{0D77D067-D429-41D7-8121-E5D2025F471B}" type="slidenum">
              <a:rPr lang="en-US" smtClean="0"/>
              <a:t>‹#›</a:t>
            </a:fld>
            <a:endParaRPr lang="en-US"/>
          </a:p>
        </p:txBody>
      </p:sp>
    </p:spTree>
    <p:extLst>
      <p:ext uri="{BB962C8B-B14F-4D97-AF65-F5344CB8AC3E}">
        <p14:creationId xmlns:p14="http://schemas.microsoft.com/office/powerpoint/2010/main" val="101103024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5B4A47-26CA-4246-A8F5-884D8C3684D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80B25BD2-D36A-48FF-AC61-5EBBE3789131}"/>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C575F148-9211-4644-BB23-C09B5EF6C9B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7DAF30D-D36A-4322-8FB6-587C9E16B54A}"/>
              </a:ext>
            </a:extLst>
          </p:cNvPr>
          <p:cNvSpPr>
            <a:spLocks noGrp="1"/>
          </p:cNvSpPr>
          <p:nvPr>
            <p:ph type="dt" sz="half" idx="10"/>
          </p:nvPr>
        </p:nvSpPr>
        <p:spPr/>
        <p:txBody>
          <a:bodyPr/>
          <a:lstStyle/>
          <a:p>
            <a:fld id="{B5056311-2E14-4433-BC18-B6F984C9CD1A}" type="datetimeFigureOut">
              <a:rPr lang="en-US" smtClean="0"/>
              <a:t>9/20/2024</a:t>
            </a:fld>
            <a:endParaRPr lang="en-US"/>
          </a:p>
        </p:txBody>
      </p:sp>
      <p:sp>
        <p:nvSpPr>
          <p:cNvPr id="6" name="Footer Placeholder 5">
            <a:extLst>
              <a:ext uri="{FF2B5EF4-FFF2-40B4-BE49-F238E27FC236}">
                <a16:creationId xmlns:a16="http://schemas.microsoft.com/office/drawing/2014/main" id="{D523A4C6-F610-444B-98D7-AA211026D3A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2FA50518-337D-41BE-8BEC-F8639E234832}"/>
              </a:ext>
            </a:extLst>
          </p:cNvPr>
          <p:cNvSpPr>
            <a:spLocks noGrp="1"/>
          </p:cNvSpPr>
          <p:nvPr>
            <p:ph type="sldNum" sz="quarter" idx="12"/>
          </p:nvPr>
        </p:nvSpPr>
        <p:spPr/>
        <p:txBody>
          <a:bodyPr/>
          <a:lstStyle/>
          <a:p>
            <a:fld id="{0D77D067-D429-41D7-8121-E5D2025F471B}" type="slidenum">
              <a:rPr lang="en-US" smtClean="0"/>
              <a:t>‹#›</a:t>
            </a:fld>
            <a:endParaRPr lang="en-US"/>
          </a:p>
        </p:txBody>
      </p:sp>
    </p:spTree>
    <p:extLst>
      <p:ext uri="{BB962C8B-B14F-4D97-AF65-F5344CB8AC3E}">
        <p14:creationId xmlns:p14="http://schemas.microsoft.com/office/powerpoint/2010/main" val="247490917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3B6202-E3F8-4B51-88C8-57F2A1834B6F}"/>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E6694F58-9123-4104-B677-E7DA086B42B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F2D065AF-6FC8-42EB-9773-B1D5546ABC9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74716D53-A227-4119-8D17-EE39F888A2B0}"/>
              </a:ext>
            </a:extLst>
          </p:cNvPr>
          <p:cNvSpPr>
            <a:spLocks noGrp="1"/>
          </p:cNvSpPr>
          <p:nvPr>
            <p:ph type="dt" sz="half" idx="10"/>
          </p:nvPr>
        </p:nvSpPr>
        <p:spPr/>
        <p:txBody>
          <a:bodyPr/>
          <a:lstStyle/>
          <a:p>
            <a:fld id="{B5056311-2E14-4433-BC18-B6F984C9CD1A}" type="datetimeFigureOut">
              <a:rPr lang="en-US" smtClean="0"/>
              <a:t>9/20/2024</a:t>
            </a:fld>
            <a:endParaRPr lang="en-US"/>
          </a:p>
        </p:txBody>
      </p:sp>
      <p:sp>
        <p:nvSpPr>
          <p:cNvPr id="6" name="Footer Placeholder 5">
            <a:extLst>
              <a:ext uri="{FF2B5EF4-FFF2-40B4-BE49-F238E27FC236}">
                <a16:creationId xmlns:a16="http://schemas.microsoft.com/office/drawing/2014/main" id="{A4036F8C-FAF1-4AC4-BF87-3575B840E4CD}"/>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ED52BB3-07AE-403E-B8D2-52CF59A27648}"/>
              </a:ext>
            </a:extLst>
          </p:cNvPr>
          <p:cNvSpPr>
            <a:spLocks noGrp="1"/>
          </p:cNvSpPr>
          <p:nvPr>
            <p:ph type="sldNum" sz="quarter" idx="12"/>
          </p:nvPr>
        </p:nvSpPr>
        <p:spPr/>
        <p:txBody>
          <a:bodyPr/>
          <a:lstStyle/>
          <a:p>
            <a:fld id="{0D77D067-D429-41D7-8121-E5D2025F471B}" type="slidenum">
              <a:rPr lang="en-US" smtClean="0"/>
              <a:t>‹#›</a:t>
            </a:fld>
            <a:endParaRPr lang="en-US"/>
          </a:p>
        </p:txBody>
      </p:sp>
    </p:spTree>
    <p:extLst>
      <p:ext uri="{BB962C8B-B14F-4D97-AF65-F5344CB8AC3E}">
        <p14:creationId xmlns:p14="http://schemas.microsoft.com/office/powerpoint/2010/main" val="368442069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DBD6EB-A4C7-490F-A250-943909AA1BC7}"/>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56B6EC70-238B-4C8C-B4C5-5235F59B350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6E4D3BD-FABF-4435-992F-C4825DA6E6E7}"/>
              </a:ext>
            </a:extLst>
          </p:cNvPr>
          <p:cNvSpPr>
            <a:spLocks noGrp="1"/>
          </p:cNvSpPr>
          <p:nvPr>
            <p:ph type="dt" sz="half" idx="10"/>
          </p:nvPr>
        </p:nvSpPr>
        <p:spPr/>
        <p:txBody>
          <a:bodyPr/>
          <a:lstStyle/>
          <a:p>
            <a:fld id="{B5056311-2E14-4433-BC18-B6F984C9CD1A}" type="datetimeFigureOut">
              <a:rPr lang="en-US" smtClean="0"/>
              <a:t>9/20/2024</a:t>
            </a:fld>
            <a:endParaRPr lang="en-US"/>
          </a:p>
        </p:txBody>
      </p:sp>
      <p:sp>
        <p:nvSpPr>
          <p:cNvPr id="5" name="Footer Placeholder 4">
            <a:extLst>
              <a:ext uri="{FF2B5EF4-FFF2-40B4-BE49-F238E27FC236}">
                <a16:creationId xmlns:a16="http://schemas.microsoft.com/office/drawing/2014/main" id="{A4C296FF-7CEF-4CEA-8A00-E1D8A10BBC0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4DD0550-5893-4FE9-A2B5-1F05FD553E0A}"/>
              </a:ext>
            </a:extLst>
          </p:cNvPr>
          <p:cNvSpPr>
            <a:spLocks noGrp="1"/>
          </p:cNvSpPr>
          <p:nvPr>
            <p:ph type="sldNum" sz="quarter" idx="12"/>
          </p:nvPr>
        </p:nvSpPr>
        <p:spPr/>
        <p:txBody>
          <a:bodyPr/>
          <a:lstStyle/>
          <a:p>
            <a:fld id="{0D77D067-D429-41D7-8121-E5D2025F471B}" type="slidenum">
              <a:rPr lang="en-US" smtClean="0"/>
              <a:t>‹#›</a:t>
            </a:fld>
            <a:endParaRPr lang="en-US"/>
          </a:p>
        </p:txBody>
      </p:sp>
    </p:spTree>
    <p:extLst>
      <p:ext uri="{BB962C8B-B14F-4D97-AF65-F5344CB8AC3E}">
        <p14:creationId xmlns:p14="http://schemas.microsoft.com/office/powerpoint/2010/main" val="15220939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997634AA-B741-49FE-9D82-3C87CC32ABD0}"/>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04270B27-EAD9-4888-9E2F-C0712E042B06}"/>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760CE9C-D9B9-4AC3-AA66-A99C25C6B275}"/>
              </a:ext>
            </a:extLst>
          </p:cNvPr>
          <p:cNvSpPr>
            <a:spLocks noGrp="1"/>
          </p:cNvSpPr>
          <p:nvPr>
            <p:ph type="dt" sz="half" idx="10"/>
          </p:nvPr>
        </p:nvSpPr>
        <p:spPr/>
        <p:txBody>
          <a:bodyPr/>
          <a:lstStyle/>
          <a:p>
            <a:fld id="{B5056311-2E14-4433-BC18-B6F984C9CD1A}" type="datetimeFigureOut">
              <a:rPr lang="en-US" smtClean="0"/>
              <a:t>9/20/2024</a:t>
            </a:fld>
            <a:endParaRPr lang="en-US"/>
          </a:p>
        </p:txBody>
      </p:sp>
      <p:sp>
        <p:nvSpPr>
          <p:cNvPr id="5" name="Footer Placeholder 4">
            <a:extLst>
              <a:ext uri="{FF2B5EF4-FFF2-40B4-BE49-F238E27FC236}">
                <a16:creationId xmlns:a16="http://schemas.microsoft.com/office/drawing/2014/main" id="{2B98CB64-2C3B-424A-B7C4-B9982FABE71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0BE7C68-100C-473C-B88A-199E40514F8F}"/>
              </a:ext>
            </a:extLst>
          </p:cNvPr>
          <p:cNvSpPr>
            <a:spLocks noGrp="1"/>
          </p:cNvSpPr>
          <p:nvPr>
            <p:ph type="sldNum" sz="quarter" idx="12"/>
          </p:nvPr>
        </p:nvSpPr>
        <p:spPr/>
        <p:txBody>
          <a:bodyPr/>
          <a:lstStyle/>
          <a:p>
            <a:fld id="{0D77D067-D429-41D7-8121-E5D2025F471B}" type="slidenum">
              <a:rPr lang="en-US" smtClean="0"/>
              <a:t>‹#›</a:t>
            </a:fld>
            <a:endParaRPr lang="en-US"/>
          </a:p>
        </p:txBody>
      </p:sp>
    </p:spTree>
    <p:extLst>
      <p:ext uri="{BB962C8B-B14F-4D97-AF65-F5344CB8AC3E}">
        <p14:creationId xmlns:p14="http://schemas.microsoft.com/office/powerpoint/2010/main" val="176900683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F9BD74-3B9F-F490-8F5A-B6211A8F80EB}"/>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D02A2B80-AE1A-42E5-CB58-C2A5DA82D857}"/>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a:extLst>
              <a:ext uri="{FF2B5EF4-FFF2-40B4-BE49-F238E27FC236}">
                <a16:creationId xmlns:a16="http://schemas.microsoft.com/office/drawing/2014/main" id="{12745256-1E8D-EFD6-BB85-189EF37EDF45}"/>
              </a:ext>
            </a:extLst>
          </p:cNvPr>
          <p:cNvSpPr>
            <a:spLocks noGrp="1"/>
          </p:cNvSpPr>
          <p:nvPr>
            <p:ph type="dt" sz="half" idx="10"/>
          </p:nvPr>
        </p:nvSpPr>
        <p:spPr/>
        <p:txBody>
          <a:bodyPr/>
          <a:lstStyle/>
          <a:p>
            <a:fld id="{44666450-E0D6-4678-BEE6-6721530C1FEB}" type="datetimeFigureOut">
              <a:rPr lang="en-IN" smtClean="0"/>
              <a:t>20-09-2024</a:t>
            </a:fld>
            <a:endParaRPr lang="en-IN"/>
          </a:p>
        </p:txBody>
      </p:sp>
      <p:sp>
        <p:nvSpPr>
          <p:cNvPr id="5" name="Footer Placeholder 4">
            <a:extLst>
              <a:ext uri="{FF2B5EF4-FFF2-40B4-BE49-F238E27FC236}">
                <a16:creationId xmlns:a16="http://schemas.microsoft.com/office/drawing/2014/main" id="{ACD24D58-7DB4-518D-AD71-ED866C593B5D}"/>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89A943E1-ECDC-AC10-3CB7-EF4FBC6B07F7}"/>
              </a:ext>
            </a:extLst>
          </p:cNvPr>
          <p:cNvSpPr>
            <a:spLocks noGrp="1"/>
          </p:cNvSpPr>
          <p:nvPr>
            <p:ph type="sldNum" sz="quarter" idx="12"/>
          </p:nvPr>
        </p:nvSpPr>
        <p:spPr/>
        <p:txBody>
          <a:bodyPr/>
          <a:lstStyle/>
          <a:p>
            <a:fld id="{9A1CC234-2931-4C44-88D7-7E1F08677AFC}" type="slidenum">
              <a:rPr lang="en-IN" smtClean="0"/>
              <a:t>‹#›</a:t>
            </a:fld>
            <a:endParaRPr lang="en-IN"/>
          </a:p>
        </p:txBody>
      </p:sp>
    </p:spTree>
    <p:extLst>
      <p:ext uri="{BB962C8B-B14F-4D97-AF65-F5344CB8AC3E}">
        <p14:creationId xmlns:p14="http://schemas.microsoft.com/office/powerpoint/2010/main" val="330940096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A22EE5-4815-0E1F-337F-196721EB7376}"/>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99D7DD38-7B46-4D42-134F-F349DC131ECB}"/>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D1AFE646-21BF-8030-9757-5C8F61749E54}"/>
              </a:ext>
            </a:extLst>
          </p:cNvPr>
          <p:cNvSpPr>
            <a:spLocks noGrp="1"/>
          </p:cNvSpPr>
          <p:nvPr>
            <p:ph type="dt" sz="half" idx="10"/>
          </p:nvPr>
        </p:nvSpPr>
        <p:spPr/>
        <p:txBody>
          <a:bodyPr/>
          <a:lstStyle/>
          <a:p>
            <a:fld id="{44666450-E0D6-4678-BEE6-6721530C1FEB}" type="datetimeFigureOut">
              <a:rPr lang="en-IN" smtClean="0"/>
              <a:t>20-09-2024</a:t>
            </a:fld>
            <a:endParaRPr lang="en-IN"/>
          </a:p>
        </p:txBody>
      </p:sp>
      <p:sp>
        <p:nvSpPr>
          <p:cNvPr id="5" name="Footer Placeholder 4">
            <a:extLst>
              <a:ext uri="{FF2B5EF4-FFF2-40B4-BE49-F238E27FC236}">
                <a16:creationId xmlns:a16="http://schemas.microsoft.com/office/drawing/2014/main" id="{018CAEA7-FD51-5D2A-FF38-4212D75F056D}"/>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4A57EB02-9081-47B3-9738-FFDA5AD3F7B0}"/>
              </a:ext>
            </a:extLst>
          </p:cNvPr>
          <p:cNvSpPr>
            <a:spLocks noGrp="1"/>
          </p:cNvSpPr>
          <p:nvPr>
            <p:ph type="sldNum" sz="quarter" idx="12"/>
          </p:nvPr>
        </p:nvSpPr>
        <p:spPr/>
        <p:txBody>
          <a:bodyPr/>
          <a:lstStyle/>
          <a:p>
            <a:fld id="{9A1CC234-2931-4C44-88D7-7E1F08677AFC}" type="slidenum">
              <a:rPr lang="en-IN" smtClean="0"/>
              <a:t>‹#›</a:t>
            </a:fld>
            <a:endParaRPr lang="en-IN"/>
          </a:p>
        </p:txBody>
      </p:sp>
    </p:spTree>
    <p:extLst>
      <p:ext uri="{BB962C8B-B14F-4D97-AF65-F5344CB8AC3E}">
        <p14:creationId xmlns:p14="http://schemas.microsoft.com/office/powerpoint/2010/main" val="307562093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848947-5150-E0C6-9F57-594CD4708F47}"/>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IN"/>
          </a:p>
        </p:txBody>
      </p:sp>
      <p:sp>
        <p:nvSpPr>
          <p:cNvPr id="3" name="Text Placeholder 2">
            <a:extLst>
              <a:ext uri="{FF2B5EF4-FFF2-40B4-BE49-F238E27FC236}">
                <a16:creationId xmlns:a16="http://schemas.microsoft.com/office/drawing/2014/main" id="{32C5CA22-6233-17D0-3174-DA1D32E05D64}"/>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0981D6DD-5F70-82B8-511C-9067B1FF0AA7}"/>
              </a:ext>
            </a:extLst>
          </p:cNvPr>
          <p:cNvSpPr>
            <a:spLocks noGrp="1"/>
          </p:cNvSpPr>
          <p:nvPr>
            <p:ph type="dt" sz="half" idx="10"/>
          </p:nvPr>
        </p:nvSpPr>
        <p:spPr/>
        <p:txBody>
          <a:bodyPr/>
          <a:lstStyle/>
          <a:p>
            <a:fld id="{44666450-E0D6-4678-BEE6-6721530C1FEB}" type="datetimeFigureOut">
              <a:rPr lang="en-IN" smtClean="0"/>
              <a:t>20-09-2024</a:t>
            </a:fld>
            <a:endParaRPr lang="en-IN"/>
          </a:p>
        </p:txBody>
      </p:sp>
      <p:sp>
        <p:nvSpPr>
          <p:cNvPr id="5" name="Footer Placeholder 4">
            <a:extLst>
              <a:ext uri="{FF2B5EF4-FFF2-40B4-BE49-F238E27FC236}">
                <a16:creationId xmlns:a16="http://schemas.microsoft.com/office/drawing/2014/main" id="{44C511AE-BF5A-DCEE-8243-E3FEB55BA931}"/>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21B25262-9EF0-1804-65FA-CB625245FCE8}"/>
              </a:ext>
            </a:extLst>
          </p:cNvPr>
          <p:cNvSpPr>
            <a:spLocks noGrp="1"/>
          </p:cNvSpPr>
          <p:nvPr>
            <p:ph type="sldNum" sz="quarter" idx="12"/>
          </p:nvPr>
        </p:nvSpPr>
        <p:spPr/>
        <p:txBody>
          <a:bodyPr/>
          <a:lstStyle/>
          <a:p>
            <a:fld id="{9A1CC234-2931-4C44-88D7-7E1F08677AFC}" type="slidenum">
              <a:rPr lang="en-IN" smtClean="0"/>
              <a:t>‹#›</a:t>
            </a:fld>
            <a:endParaRPr lang="en-IN"/>
          </a:p>
        </p:txBody>
      </p:sp>
    </p:spTree>
    <p:extLst>
      <p:ext uri="{BB962C8B-B14F-4D97-AF65-F5344CB8AC3E}">
        <p14:creationId xmlns:p14="http://schemas.microsoft.com/office/powerpoint/2010/main" val="149739318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8D61FF-5559-9E3D-A914-3CF20C2FBAD4}"/>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86C8B5FE-A0B1-907D-3C8F-3E33DB0D9BD5}"/>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Content Placeholder 3">
            <a:extLst>
              <a:ext uri="{FF2B5EF4-FFF2-40B4-BE49-F238E27FC236}">
                <a16:creationId xmlns:a16="http://schemas.microsoft.com/office/drawing/2014/main" id="{85DBB7A3-BE13-2AFE-1C8C-B99B8F7A67C1}"/>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Date Placeholder 4">
            <a:extLst>
              <a:ext uri="{FF2B5EF4-FFF2-40B4-BE49-F238E27FC236}">
                <a16:creationId xmlns:a16="http://schemas.microsoft.com/office/drawing/2014/main" id="{30660098-1102-8DE5-F17E-7FE69DFAAFF4}"/>
              </a:ext>
            </a:extLst>
          </p:cNvPr>
          <p:cNvSpPr>
            <a:spLocks noGrp="1"/>
          </p:cNvSpPr>
          <p:nvPr>
            <p:ph type="dt" sz="half" idx="10"/>
          </p:nvPr>
        </p:nvSpPr>
        <p:spPr/>
        <p:txBody>
          <a:bodyPr/>
          <a:lstStyle/>
          <a:p>
            <a:fld id="{44666450-E0D6-4678-BEE6-6721530C1FEB}" type="datetimeFigureOut">
              <a:rPr lang="en-IN" smtClean="0"/>
              <a:t>20-09-2024</a:t>
            </a:fld>
            <a:endParaRPr lang="en-IN"/>
          </a:p>
        </p:txBody>
      </p:sp>
      <p:sp>
        <p:nvSpPr>
          <p:cNvPr id="6" name="Footer Placeholder 5">
            <a:extLst>
              <a:ext uri="{FF2B5EF4-FFF2-40B4-BE49-F238E27FC236}">
                <a16:creationId xmlns:a16="http://schemas.microsoft.com/office/drawing/2014/main" id="{50E094CF-B830-577F-4957-FCC55A4AF959}"/>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3D7C72A3-661B-1A44-9328-EB6E7387E608}"/>
              </a:ext>
            </a:extLst>
          </p:cNvPr>
          <p:cNvSpPr>
            <a:spLocks noGrp="1"/>
          </p:cNvSpPr>
          <p:nvPr>
            <p:ph type="sldNum" sz="quarter" idx="12"/>
          </p:nvPr>
        </p:nvSpPr>
        <p:spPr/>
        <p:txBody>
          <a:bodyPr/>
          <a:lstStyle/>
          <a:p>
            <a:fld id="{9A1CC234-2931-4C44-88D7-7E1F08677AFC}" type="slidenum">
              <a:rPr lang="en-IN" smtClean="0"/>
              <a:t>‹#›</a:t>
            </a:fld>
            <a:endParaRPr lang="en-IN"/>
          </a:p>
        </p:txBody>
      </p:sp>
    </p:spTree>
    <p:extLst>
      <p:ext uri="{BB962C8B-B14F-4D97-AF65-F5344CB8AC3E}">
        <p14:creationId xmlns:p14="http://schemas.microsoft.com/office/powerpoint/2010/main" val="419215153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D91198-DFF0-8B95-6B23-561C19031D7D}"/>
              </a:ext>
            </a:extLst>
          </p:cNvPr>
          <p:cNvSpPr>
            <a:spLocks noGrp="1"/>
          </p:cNvSpPr>
          <p:nvPr>
            <p:ph type="title"/>
          </p:nvPr>
        </p:nvSpPr>
        <p:spPr>
          <a:xfrm>
            <a:off x="839788" y="365125"/>
            <a:ext cx="10515600" cy="1325563"/>
          </a:xfrm>
        </p:spPr>
        <p:txBody>
          <a:bodyPr/>
          <a:lstStyle/>
          <a:p>
            <a:r>
              <a:rPr lang="en-US"/>
              <a:t>Click to edit Master title style</a:t>
            </a:r>
            <a:endParaRPr lang="en-IN"/>
          </a:p>
        </p:txBody>
      </p:sp>
      <p:sp>
        <p:nvSpPr>
          <p:cNvPr id="3" name="Text Placeholder 2">
            <a:extLst>
              <a:ext uri="{FF2B5EF4-FFF2-40B4-BE49-F238E27FC236}">
                <a16:creationId xmlns:a16="http://schemas.microsoft.com/office/drawing/2014/main" id="{D075E528-6AC7-0548-E655-7CCBB18F835E}"/>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B9E5E77E-6D81-42D9-387C-D938D9F71733}"/>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Text Placeholder 4">
            <a:extLst>
              <a:ext uri="{FF2B5EF4-FFF2-40B4-BE49-F238E27FC236}">
                <a16:creationId xmlns:a16="http://schemas.microsoft.com/office/drawing/2014/main" id="{D7B945CD-C052-6022-4D52-47E337DFDA39}"/>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A8E964E3-C52C-2388-99B4-529A769E8F3C}"/>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7" name="Date Placeholder 6">
            <a:extLst>
              <a:ext uri="{FF2B5EF4-FFF2-40B4-BE49-F238E27FC236}">
                <a16:creationId xmlns:a16="http://schemas.microsoft.com/office/drawing/2014/main" id="{FA8ABB6B-A7C9-D70D-09ED-C2A9EE994BFD}"/>
              </a:ext>
            </a:extLst>
          </p:cNvPr>
          <p:cNvSpPr>
            <a:spLocks noGrp="1"/>
          </p:cNvSpPr>
          <p:nvPr>
            <p:ph type="dt" sz="half" idx="10"/>
          </p:nvPr>
        </p:nvSpPr>
        <p:spPr/>
        <p:txBody>
          <a:bodyPr/>
          <a:lstStyle/>
          <a:p>
            <a:fld id="{44666450-E0D6-4678-BEE6-6721530C1FEB}" type="datetimeFigureOut">
              <a:rPr lang="en-IN" smtClean="0"/>
              <a:t>20-09-2024</a:t>
            </a:fld>
            <a:endParaRPr lang="en-IN"/>
          </a:p>
        </p:txBody>
      </p:sp>
      <p:sp>
        <p:nvSpPr>
          <p:cNvPr id="8" name="Footer Placeholder 7">
            <a:extLst>
              <a:ext uri="{FF2B5EF4-FFF2-40B4-BE49-F238E27FC236}">
                <a16:creationId xmlns:a16="http://schemas.microsoft.com/office/drawing/2014/main" id="{2473BB9A-5640-BEAE-A685-528568931EA9}"/>
              </a:ext>
            </a:extLst>
          </p:cNvPr>
          <p:cNvSpPr>
            <a:spLocks noGrp="1"/>
          </p:cNvSpPr>
          <p:nvPr>
            <p:ph type="ftr" sz="quarter" idx="11"/>
          </p:nvPr>
        </p:nvSpPr>
        <p:spPr/>
        <p:txBody>
          <a:bodyPr/>
          <a:lstStyle/>
          <a:p>
            <a:endParaRPr lang="en-IN"/>
          </a:p>
        </p:txBody>
      </p:sp>
      <p:sp>
        <p:nvSpPr>
          <p:cNvPr id="9" name="Slide Number Placeholder 8">
            <a:extLst>
              <a:ext uri="{FF2B5EF4-FFF2-40B4-BE49-F238E27FC236}">
                <a16:creationId xmlns:a16="http://schemas.microsoft.com/office/drawing/2014/main" id="{97A63143-81D3-F589-B081-9EEEA3A409CB}"/>
              </a:ext>
            </a:extLst>
          </p:cNvPr>
          <p:cNvSpPr>
            <a:spLocks noGrp="1"/>
          </p:cNvSpPr>
          <p:nvPr>
            <p:ph type="sldNum" sz="quarter" idx="12"/>
          </p:nvPr>
        </p:nvSpPr>
        <p:spPr/>
        <p:txBody>
          <a:bodyPr/>
          <a:lstStyle/>
          <a:p>
            <a:fld id="{9A1CC234-2931-4C44-88D7-7E1F08677AFC}" type="slidenum">
              <a:rPr lang="en-IN" smtClean="0"/>
              <a:t>‹#›</a:t>
            </a:fld>
            <a:endParaRPr lang="en-IN"/>
          </a:p>
        </p:txBody>
      </p:sp>
    </p:spTree>
    <p:extLst>
      <p:ext uri="{BB962C8B-B14F-4D97-AF65-F5344CB8AC3E}">
        <p14:creationId xmlns:p14="http://schemas.microsoft.com/office/powerpoint/2010/main" val="371284311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D82189-BC2A-742B-BAFB-3B82EAAA62CB}"/>
              </a:ext>
            </a:extLst>
          </p:cNvPr>
          <p:cNvSpPr>
            <a:spLocks noGrp="1"/>
          </p:cNvSpPr>
          <p:nvPr>
            <p:ph type="title"/>
          </p:nvPr>
        </p:nvSpPr>
        <p:spPr/>
        <p:txBody>
          <a:bodyPr/>
          <a:lstStyle/>
          <a:p>
            <a:r>
              <a:rPr lang="en-US"/>
              <a:t>Click to edit Master title style</a:t>
            </a:r>
            <a:endParaRPr lang="en-IN"/>
          </a:p>
        </p:txBody>
      </p:sp>
      <p:sp>
        <p:nvSpPr>
          <p:cNvPr id="3" name="Date Placeholder 2">
            <a:extLst>
              <a:ext uri="{FF2B5EF4-FFF2-40B4-BE49-F238E27FC236}">
                <a16:creationId xmlns:a16="http://schemas.microsoft.com/office/drawing/2014/main" id="{910CD036-1039-EF3F-BCD0-956F9E68AC9F}"/>
              </a:ext>
            </a:extLst>
          </p:cNvPr>
          <p:cNvSpPr>
            <a:spLocks noGrp="1"/>
          </p:cNvSpPr>
          <p:nvPr>
            <p:ph type="dt" sz="half" idx="10"/>
          </p:nvPr>
        </p:nvSpPr>
        <p:spPr/>
        <p:txBody>
          <a:bodyPr/>
          <a:lstStyle/>
          <a:p>
            <a:fld id="{44666450-E0D6-4678-BEE6-6721530C1FEB}" type="datetimeFigureOut">
              <a:rPr lang="en-IN" smtClean="0"/>
              <a:t>20-09-2024</a:t>
            </a:fld>
            <a:endParaRPr lang="en-IN"/>
          </a:p>
        </p:txBody>
      </p:sp>
      <p:sp>
        <p:nvSpPr>
          <p:cNvPr id="4" name="Footer Placeholder 3">
            <a:extLst>
              <a:ext uri="{FF2B5EF4-FFF2-40B4-BE49-F238E27FC236}">
                <a16:creationId xmlns:a16="http://schemas.microsoft.com/office/drawing/2014/main" id="{217680BE-9ED1-0766-03E7-DB5D1604D2E0}"/>
              </a:ext>
            </a:extLst>
          </p:cNvPr>
          <p:cNvSpPr>
            <a:spLocks noGrp="1"/>
          </p:cNvSpPr>
          <p:nvPr>
            <p:ph type="ftr" sz="quarter" idx="11"/>
          </p:nvPr>
        </p:nvSpPr>
        <p:spPr/>
        <p:txBody>
          <a:bodyPr/>
          <a:lstStyle/>
          <a:p>
            <a:endParaRPr lang="en-IN"/>
          </a:p>
        </p:txBody>
      </p:sp>
      <p:sp>
        <p:nvSpPr>
          <p:cNvPr id="5" name="Slide Number Placeholder 4">
            <a:extLst>
              <a:ext uri="{FF2B5EF4-FFF2-40B4-BE49-F238E27FC236}">
                <a16:creationId xmlns:a16="http://schemas.microsoft.com/office/drawing/2014/main" id="{49F29FE0-482C-6913-C58F-AD0BF28E2B98}"/>
              </a:ext>
            </a:extLst>
          </p:cNvPr>
          <p:cNvSpPr>
            <a:spLocks noGrp="1"/>
          </p:cNvSpPr>
          <p:nvPr>
            <p:ph type="sldNum" sz="quarter" idx="12"/>
          </p:nvPr>
        </p:nvSpPr>
        <p:spPr/>
        <p:txBody>
          <a:bodyPr/>
          <a:lstStyle/>
          <a:p>
            <a:fld id="{9A1CC234-2931-4C44-88D7-7E1F08677AFC}" type="slidenum">
              <a:rPr lang="en-IN" smtClean="0"/>
              <a:t>‹#›</a:t>
            </a:fld>
            <a:endParaRPr lang="en-IN"/>
          </a:p>
        </p:txBody>
      </p:sp>
    </p:spTree>
    <p:extLst>
      <p:ext uri="{BB962C8B-B14F-4D97-AF65-F5344CB8AC3E}">
        <p14:creationId xmlns:p14="http://schemas.microsoft.com/office/powerpoint/2010/main" val="1890187400"/>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022EE60-85FD-EE0D-FCC6-502C0B8DE23D}"/>
              </a:ext>
            </a:extLst>
          </p:cNvPr>
          <p:cNvSpPr>
            <a:spLocks noGrp="1"/>
          </p:cNvSpPr>
          <p:nvPr>
            <p:ph type="dt" sz="half" idx="10"/>
          </p:nvPr>
        </p:nvSpPr>
        <p:spPr/>
        <p:txBody>
          <a:bodyPr/>
          <a:lstStyle/>
          <a:p>
            <a:fld id="{44666450-E0D6-4678-BEE6-6721530C1FEB}" type="datetimeFigureOut">
              <a:rPr lang="en-IN" smtClean="0"/>
              <a:t>20-09-2024</a:t>
            </a:fld>
            <a:endParaRPr lang="en-IN"/>
          </a:p>
        </p:txBody>
      </p:sp>
      <p:sp>
        <p:nvSpPr>
          <p:cNvPr id="3" name="Footer Placeholder 2">
            <a:extLst>
              <a:ext uri="{FF2B5EF4-FFF2-40B4-BE49-F238E27FC236}">
                <a16:creationId xmlns:a16="http://schemas.microsoft.com/office/drawing/2014/main" id="{6C59738A-7357-2CA9-B523-CBAA5A2F5795}"/>
              </a:ext>
            </a:extLst>
          </p:cNvPr>
          <p:cNvSpPr>
            <a:spLocks noGrp="1"/>
          </p:cNvSpPr>
          <p:nvPr>
            <p:ph type="ftr" sz="quarter" idx="11"/>
          </p:nvPr>
        </p:nvSpPr>
        <p:spPr/>
        <p:txBody>
          <a:bodyPr/>
          <a:lstStyle/>
          <a:p>
            <a:endParaRPr lang="en-IN"/>
          </a:p>
        </p:txBody>
      </p:sp>
      <p:sp>
        <p:nvSpPr>
          <p:cNvPr id="4" name="Slide Number Placeholder 3">
            <a:extLst>
              <a:ext uri="{FF2B5EF4-FFF2-40B4-BE49-F238E27FC236}">
                <a16:creationId xmlns:a16="http://schemas.microsoft.com/office/drawing/2014/main" id="{F9078393-8BD6-2092-4AC9-1692D6163C73}"/>
              </a:ext>
            </a:extLst>
          </p:cNvPr>
          <p:cNvSpPr>
            <a:spLocks noGrp="1"/>
          </p:cNvSpPr>
          <p:nvPr>
            <p:ph type="sldNum" sz="quarter" idx="12"/>
          </p:nvPr>
        </p:nvSpPr>
        <p:spPr/>
        <p:txBody>
          <a:bodyPr/>
          <a:lstStyle/>
          <a:p>
            <a:fld id="{9A1CC234-2931-4C44-88D7-7E1F08677AFC}" type="slidenum">
              <a:rPr lang="en-IN" smtClean="0"/>
              <a:t>‹#›</a:t>
            </a:fld>
            <a:endParaRPr lang="en-IN"/>
          </a:p>
        </p:txBody>
      </p:sp>
    </p:spTree>
    <p:extLst>
      <p:ext uri="{BB962C8B-B14F-4D97-AF65-F5344CB8AC3E}">
        <p14:creationId xmlns:p14="http://schemas.microsoft.com/office/powerpoint/2010/main" val="60621550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CA8BAE-3066-6596-16F1-59C6672DC3AB}"/>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Content Placeholder 2">
            <a:extLst>
              <a:ext uri="{FF2B5EF4-FFF2-40B4-BE49-F238E27FC236}">
                <a16:creationId xmlns:a16="http://schemas.microsoft.com/office/drawing/2014/main" id="{04F6A1E5-F0EA-2475-DEA7-BC4CC2952471}"/>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Text Placeholder 3">
            <a:extLst>
              <a:ext uri="{FF2B5EF4-FFF2-40B4-BE49-F238E27FC236}">
                <a16:creationId xmlns:a16="http://schemas.microsoft.com/office/drawing/2014/main" id="{B01BCF3B-6E1E-2164-0897-4B2463AF1CB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2238EBA-396F-9C2D-C18C-F169D5811FF1}"/>
              </a:ext>
            </a:extLst>
          </p:cNvPr>
          <p:cNvSpPr>
            <a:spLocks noGrp="1"/>
          </p:cNvSpPr>
          <p:nvPr>
            <p:ph type="dt" sz="half" idx="10"/>
          </p:nvPr>
        </p:nvSpPr>
        <p:spPr/>
        <p:txBody>
          <a:bodyPr/>
          <a:lstStyle/>
          <a:p>
            <a:fld id="{44666450-E0D6-4678-BEE6-6721530C1FEB}" type="datetimeFigureOut">
              <a:rPr lang="en-IN" smtClean="0"/>
              <a:t>20-09-2024</a:t>
            </a:fld>
            <a:endParaRPr lang="en-IN"/>
          </a:p>
        </p:txBody>
      </p:sp>
      <p:sp>
        <p:nvSpPr>
          <p:cNvPr id="6" name="Footer Placeholder 5">
            <a:extLst>
              <a:ext uri="{FF2B5EF4-FFF2-40B4-BE49-F238E27FC236}">
                <a16:creationId xmlns:a16="http://schemas.microsoft.com/office/drawing/2014/main" id="{D6E98AB2-579B-DAF5-CA14-35E33AFD0F1C}"/>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9A8F16C7-EA33-97BE-904C-D2CCEF99FAF1}"/>
              </a:ext>
            </a:extLst>
          </p:cNvPr>
          <p:cNvSpPr>
            <a:spLocks noGrp="1"/>
          </p:cNvSpPr>
          <p:nvPr>
            <p:ph type="sldNum" sz="quarter" idx="12"/>
          </p:nvPr>
        </p:nvSpPr>
        <p:spPr/>
        <p:txBody>
          <a:bodyPr/>
          <a:lstStyle/>
          <a:p>
            <a:fld id="{9A1CC234-2931-4C44-88D7-7E1F08677AFC}" type="slidenum">
              <a:rPr lang="en-IN" smtClean="0"/>
              <a:t>‹#›</a:t>
            </a:fld>
            <a:endParaRPr lang="en-IN"/>
          </a:p>
        </p:txBody>
      </p:sp>
    </p:spTree>
    <p:extLst>
      <p:ext uri="{BB962C8B-B14F-4D97-AF65-F5344CB8AC3E}">
        <p14:creationId xmlns:p14="http://schemas.microsoft.com/office/powerpoint/2010/main" val="19582867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85242A-418F-ECC1-E1CB-395DEBAD54BB}"/>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Picture Placeholder 2">
            <a:extLst>
              <a:ext uri="{FF2B5EF4-FFF2-40B4-BE49-F238E27FC236}">
                <a16:creationId xmlns:a16="http://schemas.microsoft.com/office/drawing/2014/main" id="{C1188A45-FBF2-36A4-F533-FAE337A5899B}"/>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IN"/>
          </a:p>
        </p:txBody>
      </p:sp>
      <p:sp>
        <p:nvSpPr>
          <p:cNvPr id="4" name="Text Placeholder 3">
            <a:extLst>
              <a:ext uri="{FF2B5EF4-FFF2-40B4-BE49-F238E27FC236}">
                <a16:creationId xmlns:a16="http://schemas.microsoft.com/office/drawing/2014/main" id="{A31F4913-CAE1-CA9D-13F6-9E145F6973F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F3CF878-FACD-F054-9385-1A75D07D9093}"/>
              </a:ext>
            </a:extLst>
          </p:cNvPr>
          <p:cNvSpPr>
            <a:spLocks noGrp="1"/>
          </p:cNvSpPr>
          <p:nvPr>
            <p:ph type="dt" sz="half" idx="10"/>
          </p:nvPr>
        </p:nvSpPr>
        <p:spPr/>
        <p:txBody>
          <a:bodyPr/>
          <a:lstStyle/>
          <a:p>
            <a:fld id="{44666450-E0D6-4678-BEE6-6721530C1FEB}" type="datetimeFigureOut">
              <a:rPr lang="en-IN" smtClean="0"/>
              <a:t>20-09-2024</a:t>
            </a:fld>
            <a:endParaRPr lang="en-IN"/>
          </a:p>
        </p:txBody>
      </p:sp>
      <p:sp>
        <p:nvSpPr>
          <p:cNvPr id="6" name="Footer Placeholder 5">
            <a:extLst>
              <a:ext uri="{FF2B5EF4-FFF2-40B4-BE49-F238E27FC236}">
                <a16:creationId xmlns:a16="http://schemas.microsoft.com/office/drawing/2014/main" id="{AEB8C5B2-C543-D73A-D31A-30F790A186EA}"/>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6C54AB92-E98D-DF55-71F2-ABADA0142B95}"/>
              </a:ext>
            </a:extLst>
          </p:cNvPr>
          <p:cNvSpPr>
            <a:spLocks noGrp="1"/>
          </p:cNvSpPr>
          <p:nvPr>
            <p:ph type="sldNum" sz="quarter" idx="12"/>
          </p:nvPr>
        </p:nvSpPr>
        <p:spPr/>
        <p:txBody>
          <a:bodyPr/>
          <a:lstStyle/>
          <a:p>
            <a:fld id="{9A1CC234-2931-4C44-88D7-7E1F08677AFC}" type="slidenum">
              <a:rPr lang="en-IN" smtClean="0"/>
              <a:t>‹#›</a:t>
            </a:fld>
            <a:endParaRPr lang="en-IN"/>
          </a:p>
        </p:txBody>
      </p:sp>
    </p:spTree>
    <p:extLst>
      <p:ext uri="{BB962C8B-B14F-4D97-AF65-F5344CB8AC3E}">
        <p14:creationId xmlns:p14="http://schemas.microsoft.com/office/powerpoint/2010/main" val="322352368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DA61EC-CC28-7C00-1AB7-870831BCF5D3}"/>
              </a:ext>
            </a:extLst>
          </p:cNvPr>
          <p:cNvSpPr>
            <a:spLocks noGrp="1"/>
          </p:cNvSpPr>
          <p:nvPr>
            <p:ph type="title"/>
          </p:nvPr>
        </p:nvSpPr>
        <p:spPr/>
        <p:txBody>
          <a:bodyPr/>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0E2CA64C-2ADA-D37D-9001-8C270DEFD6E1}"/>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99D1001A-778F-1124-397A-9CDDA82DB47D}"/>
              </a:ext>
            </a:extLst>
          </p:cNvPr>
          <p:cNvSpPr>
            <a:spLocks noGrp="1"/>
          </p:cNvSpPr>
          <p:nvPr>
            <p:ph type="dt" sz="half" idx="10"/>
          </p:nvPr>
        </p:nvSpPr>
        <p:spPr/>
        <p:txBody>
          <a:bodyPr/>
          <a:lstStyle/>
          <a:p>
            <a:fld id="{44666450-E0D6-4678-BEE6-6721530C1FEB}" type="datetimeFigureOut">
              <a:rPr lang="en-IN" smtClean="0"/>
              <a:t>20-09-2024</a:t>
            </a:fld>
            <a:endParaRPr lang="en-IN"/>
          </a:p>
        </p:txBody>
      </p:sp>
      <p:sp>
        <p:nvSpPr>
          <p:cNvPr id="5" name="Footer Placeholder 4">
            <a:extLst>
              <a:ext uri="{FF2B5EF4-FFF2-40B4-BE49-F238E27FC236}">
                <a16:creationId xmlns:a16="http://schemas.microsoft.com/office/drawing/2014/main" id="{88DC5943-3E05-A97B-13A6-3A5FD25AD83B}"/>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0B437ADA-866C-8DBA-4860-DA188A87BB49}"/>
              </a:ext>
            </a:extLst>
          </p:cNvPr>
          <p:cNvSpPr>
            <a:spLocks noGrp="1"/>
          </p:cNvSpPr>
          <p:nvPr>
            <p:ph type="sldNum" sz="quarter" idx="12"/>
          </p:nvPr>
        </p:nvSpPr>
        <p:spPr/>
        <p:txBody>
          <a:bodyPr/>
          <a:lstStyle/>
          <a:p>
            <a:fld id="{9A1CC234-2931-4C44-88D7-7E1F08677AFC}" type="slidenum">
              <a:rPr lang="en-IN" smtClean="0"/>
              <a:t>‹#›</a:t>
            </a:fld>
            <a:endParaRPr lang="en-IN"/>
          </a:p>
        </p:txBody>
      </p:sp>
    </p:spTree>
    <p:extLst>
      <p:ext uri="{BB962C8B-B14F-4D97-AF65-F5344CB8AC3E}">
        <p14:creationId xmlns:p14="http://schemas.microsoft.com/office/powerpoint/2010/main" val="260524090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E1651B7-A50F-8ADC-27FB-F89217EEF519}"/>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ABB972DF-4183-EF35-DF75-21834434124B}"/>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B5DAAE10-2318-4345-4F83-3478A8742A66}"/>
              </a:ext>
            </a:extLst>
          </p:cNvPr>
          <p:cNvSpPr>
            <a:spLocks noGrp="1"/>
          </p:cNvSpPr>
          <p:nvPr>
            <p:ph type="dt" sz="half" idx="10"/>
          </p:nvPr>
        </p:nvSpPr>
        <p:spPr/>
        <p:txBody>
          <a:bodyPr/>
          <a:lstStyle/>
          <a:p>
            <a:fld id="{44666450-E0D6-4678-BEE6-6721530C1FEB}" type="datetimeFigureOut">
              <a:rPr lang="en-IN" smtClean="0"/>
              <a:t>20-09-2024</a:t>
            </a:fld>
            <a:endParaRPr lang="en-IN"/>
          </a:p>
        </p:txBody>
      </p:sp>
      <p:sp>
        <p:nvSpPr>
          <p:cNvPr id="5" name="Footer Placeholder 4">
            <a:extLst>
              <a:ext uri="{FF2B5EF4-FFF2-40B4-BE49-F238E27FC236}">
                <a16:creationId xmlns:a16="http://schemas.microsoft.com/office/drawing/2014/main" id="{0DC3D652-95C6-0C89-DB39-02ACAF102315}"/>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6E40C0A6-19DE-3E02-B153-E3C6A2B24828}"/>
              </a:ext>
            </a:extLst>
          </p:cNvPr>
          <p:cNvSpPr>
            <a:spLocks noGrp="1"/>
          </p:cNvSpPr>
          <p:nvPr>
            <p:ph type="sldNum" sz="quarter" idx="12"/>
          </p:nvPr>
        </p:nvSpPr>
        <p:spPr/>
        <p:txBody>
          <a:bodyPr/>
          <a:lstStyle/>
          <a:p>
            <a:fld id="{9A1CC234-2931-4C44-88D7-7E1F08677AFC}" type="slidenum">
              <a:rPr lang="en-IN" smtClean="0"/>
              <a:t>‹#›</a:t>
            </a:fld>
            <a:endParaRPr lang="en-IN"/>
          </a:p>
        </p:txBody>
      </p:sp>
    </p:spTree>
    <p:extLst>
      <p:ext uri="{BB962C8B-B14F-4D97-AF65-F5344CB8AC3E}">
        <p14:creationId xmlns:p14="http://schemas.microsoft.com/office/powerpoint/2010/main" val="325108071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F3BAA728-CE31-5948-A292-14FA07E5D38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IN"/>
          </a:p>
        </p:txBody>
      </p:sp>
      <p:sp>
        <p:nvSpPr>
          <p:cNvPr id="3" name="Text Placeholder 2">
            <a:extLst>
              <a:ext uri="{FF2B5EF4-FFF2-40B4-BE49-F238E27FC236}">
                <a16:creationId xmlns:a16="http://schemas.microsoft.com/office/drawing/2014/main" id="{9951433C-3EBE-2625-BEAC-A73B7E6DC80A}"/>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39A2B53A-BCF7-0CC3-8E6A-4AAF45E7B97D}"/>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D67B667-B99B-4EDA-8217-6C3A5978D7DE}" type="datetimeFigureOut">
              <a:rPr lang="en-IN" smtClean="0"/>
              <a:t>20-09-2024</a:t>
            </a:fld>
            <a:endParaRPr lang="en-IN"/>
          </a:p>
        </p:txBody>
      </p:sp>
      <p:sp>
        <p:nvSpPr>
          <p:cNvPr id="5" name="Footer Placeholder 4">
            <a:extLst>
              <a:ext uri="{FF2B5EF4-FFF2-40B4-BE49-F238E27FC236}">
                <a16:creationId xmlns:a16="http://schemas.microsoft.com/office/drawing/2014/main" id="{0CF65E92-5F04-3716-5A6E-D98240684FC7}"/>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IN"/>
          </a:p>
        </p:txBody>
      </p:sp>
      <p:sp>
        <p:nvSpPr>
          <p:cNvPr id="6" name="Slide Number Placeholder 5">
            <a:extLst>
              <a:ext uri="{FF2B5EF4-FFF2-40B4-BE49-F238E27FC236}">
                <a16:creationId xmlns:a16="http://schemas.microsoft.com/office/drawing/2014/main" id="{B428618A-4032-7CED-93D6-07AB9C9BEEA7}"/>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8EE06F1-9333-4A73-BBDF-4FB27CB9550A}" type="slidenum">
              <a:rPr lang="en-IN" smtClean="0"/>
              <a:t>‹#›</a:t>
            </a:fld>
            <a:endParaRPr lang="en-IN"/>
          </a:p>
        </p:txBody>
      </p:sp>
    </p:spTree>
    <p:extLst>
      <p:ext uri="{BB962C8B-B14F-4D97-AF65-F5344CB8AC3E}">
        <p14:creationId xmlns:p14="http://schemas.microsoft.com/office/powerpoint/2010/main" val="2563626885"/>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CFF80921-5F7F-410D-BF06-CBA1FFE9C16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28E61825-80E5-449C-8807-5EDEEF29B388}"/>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33F520E-980D-445F-8394-9877CE4EE26F}"/>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FBAF20E9-EF2C-4403-9778-EC90424A790D}" type="datetimeFigureOut">
              <a:rPr kumimoji="0" lang="en-US" sz="1000" b="0" i="0" u="none" strike="noStrike" kern="1200" cap="none" spc="0" normalizeH="0" baseline="0" noProof="0" smtClean="0">
                <a:ln>
                  <a:noFill/>
                </a:ln>
                <a:solidFill>
                  <a:prstClr val="black"/>
                </a:solidFill>
                <a:effectLst/>
                <a:uLnTx/>
                <a:uFillTx/>
                <a:latin typeface="Garamond" panose="02020404030301010803"/>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9/20/2024</a:t>
            </a:fld>
            <a:endParaRPr kumimoji="0" lang="en-US" sz="1000" b="0" i="0" u="none" strike="noStrike" kern="1200" cap="none" spc="0" normalizeH="0" baseline="0" noProof="0">
              <a:ln>
                <a:noFill/>
              </a:ln>
              <a:solidFill>
                <a:prstClr val="black"/>
              </a:solidFill>
              <a:effectLst/>
              <a:uLnTx/>
              <a:uFillTx/>
              <a:latin typeface="Garamond" panose="02020404030301010803"/>
              <a:ea typeface="+mn-ea"/>
              <a:cs typeface="+mn-cs"/>
            </a:endParaRPr>
          </a:p>
        </p:txBody>
      </p:sp>
      <p:sp>
        <p:nvSpPr>
          <p:cNvPr id="5" name="Footer Placeholder 4">
            <a:extLst>
              <a:ext uri="{FF2B5EF4-FFF2-40B4-BE49-F238E27FC236}">
                <a16:creationId xmlns:a16="http://schemas.microsoft.com/office/drawing/2014/main" id="{3EA44312-F65C-4A2D-8CD2-FE8374F0E4E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Garamond" panose="02020404030301010803"/>
              <a:ea typeface="+mn-ea"/>
              <a:cs typeface="+mn-cs"/>
            </a:endParaRPr>
          </a:p>
        </p:txBody>
      </p:sp>
      <p:sp>
        <p:nvSpPr>
          <p:cNvPr id="6" name="Slide Number Placeholder 5">
            <a:extLst>
              <a:ext uri="{FF2B5EF4-FFF2-40B4-BE49-F238E27FC236}">
                <a16:creationId xmlns:a16="http://schemas.microsoft.com/office/drawing/2014/main" id="{0ACCE962-0ED4-4A85-B883-1B7C7E19044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CB6D1FFB-81B5-4B28-A4A9-8C32C476DA2A}" type="slidenum">
              <a:rPr kumimoji="0" lang="en-US" sz="1000" b="0" i="0" u="none" strike="noStrike" kern="1200" cap="none" spc="0" normalizeH="0" baseline="0" noProof="0" smtClean="0">
                <a:ln>
                  <a:noFill/>
                </a:ln>
                <a:solidFill>
                  <a:prstClr val="black"/>
                </a:solidFill>
                <a:effectLst/>
                <a:uLnTx/>
                <a:uFillTx/>
                <a:latin typeface="Garamond" panose="02020404030301010803"/>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000" b="0" i="0" u="none" strike="noStrike" kern="1200" cap="none" spc="0" normalizeH="0" baseline="0" noProof="0">
              <a:ln>
                <a:noFill/>
              </a:ln>
              <a:solidFill>
                <a:prstClr val="black"/>
              </a:solidFill>
              <a:effectLst/>
              <a:uLnTx/>
              <a:uFillTx/>
              <a:latin typeface="Garamond" panose="02020404030301010803"/>
              <a:ea typeface="+mn-ea"/>
              <a:cs typeface="+mn-cs"/>
            </a:endParaRPr>
          </a:p>
        </p:txBody>
      </p:sp>
    </p:spTree>
    <p:extLst>
      <p:ext uri="{BB962C8B-B14F-4D97-AF65-F5344CB8AC3E}">
        <p14:creationId xmlns:p14="http://schemas.microsoft.com/office/powerpoint/2010/main" val="4152020479"/>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251C266C-CB79-8CE4-DB6E-F399C01A13E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IN"/>
          </a:p>
        </p:txBody>
      </p:sp>
      <p:sp>
        <p:nvSpPr>
          <p:cNvPr id="3" name="Text Placeholder 2">
            <a:extLst>
              <a:ext uri="{FF2B5EF4-FFF2-40B4-BE49-F238E27FC236}">
                <a16:creationId xmlns:a16="http://schemas.microsoft.com/office/drawing/2014/main" id="{8C485798-9F01-2CA4-C93A-16D9F705660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C526E17F-425C-A422-E392-637E13EBD1EF}"/>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44666450-E0D6-4678-BEE6-6721530C1FEB}" type="datetimeFigureOut">
              <a:rPr lang="en-IN" smtClean="0"/>
              <a:t>20-09-2024</a:t>
            </a:fld>
            <a:endParaRPr lang="en-IN"/>
          </a:p>
        </p:txBody>
      </p:sp>
      <p:sp>
        <p:nvSpPr>
          <p:cNvPr id="5" name="Footer Placeholder 4">
            <a:extLst>
              <a:ext uri="{FF2B5EF4-FFF2-40B4-BE49-F238E27FC236}">
                <a16:creationId xmlns:a16="http://schemas.microsoft.com/office/drawing/2014/main" id="{044B2F6A-E7CE-D234-8C90-C693B52B1A8E}"/>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IN"/>
          </a:p>
        </p:txBody>
      </p:sp>
      <p:sp>
        <p:nvSpPr>
          <p:cNvPr id="6" name="Slide Number Placeholder 5">
            <a:extLst>
              <a:ext uri="{FF2B5EF4-FFF2-40B4-BE49-F238E27FC236}">
                <a16:creationId xmlns:a16="http://schemas.microsoft.com/office/drawing/2014/main" id="{0B745529-B4BA-4623-443D-C055C721D55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9A1CC234-2931-4C44-88D7-7E1F08677AFC}" type="slidenum">
              <a:rPr lang="en-IN" smtClean="0"/>
              <a:t>‹#›</a:t>
            </a:fld>
            <a:endParaRPr lang="en-IN"/>
          </a:p>
        </p:txBody>
      </p:sp>
    </p:spTree>
    <p:extLst>
      <p:ext uri="{BB962C8B-B14F-4D97-AF65-F5344CB8AC3E}">
        <p14:creationId xmlns:p14="http://schemas.microsoft.com/office/powerpoint/2010/main" val="1494250041"/>
      </p:ext>
    </p:extLst>
  </p:cSld>
  <p:clrMap bg1="lt1" tx1="dk1" bg2="lt2" tx2="dk2" accent1="accent1" accent2="accent2" accent3="accent3" accent4="accent4" accent5="accent5" accent6="accent6" hlink="hlink" folHlink="folHlink"/>
  <p:sldLayoutIdLst>
    <p:sldLayoutId id="2147483697" r:id="rId1"/>
    <p:sldLayoutId id="2147483698" r:id="rId2"/>
    <p:sldLayoutId id="2147483699" r:id="rId3"/>
    <p:sldLayoutId id="2147483700" r:id="rId4"/>
    <p:sldLayoutId id="2147483701" r:id="rId5"/>
    <p:sldLayoutId id="2147483702" r:id="rId6"/>
    <p:sldLayoutId id="2147483703" r:id="rId7"/>
    <p:sldLayoutId id="2147483704" r:id="rId8"/>
    <p:sldLayoutId id="2147483705" r:id="rId9"/>
    <p:sldLayoutId id="2147483706" r:id="rId10"/>
    <p:sldLayoutId id="2147483707"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8" Type="http://schemas.openxmlformats.org/officeDocument/2006/relationships/hyperlink" Target="Top-250-Java-Interview-Questions.pptx#-1,1,39" TargetMode="External"/><Relationship Id="rId13" Type="http://schemas.openxmlformats.org/officeDocument/2006/relationships/slide" Target="slide68.xml"/><Relationship Id="rId18" Type="http://schemas.openxmlformats.org/officeDocument/2006/relationships/slide" Target="slide120.xml"/><Relationship Id="rId26" Type="http://schemas.openxmlformats.org/officeDocument/2006/relationships/slide" Target="slide192.xml"/><Relationship Id="rId3" Type="http://schemas.openxmlformats.org/officeDocument/2006/relationships/slide" Target="slide7.xml"/><Relationship Id="rId21" Type="http://schemas.openxmlformats.org/officeDocument/2006/relationships/slide" Target="slide150.xml"/><Relationship Id="rId7" Type="http://schemas.openxmlformats.org/officeDocument/2006/relationships/slide" Target="slide36.xml"/><Relationship Id="rId12" Type="http://schemas.openxmlformats.org/officeDocument/2006/relationships/slide" Target="slide59.xml"/><Relationship Id="rId17" Type="http://schemas.openxmlformats.org/officeDocument/2006/relationships/slide" Target="slide109.xml"/><Relationship Id="rId25" Type="http://schemas.openxmlformats.org/officeDocument/2006/relationships/slide" Target="slide185.xml"/><Relationship Id="rId2" Type="http://schemas.openxmlformats.org/officeDocument/2006/relationships/notesSlide" Target="../notesSlides/notesSlide1.xml"/><Relationship Id="rId16" Type="http://schemas.openxmlformats.org/officeDocument/2006/relationships/slide" Target="slide96.xml"/><Relationship Id="rId20" Type="http://schemas.openxmlformats.org/officeDocument/2006/relationships/slide" Target="slide134.xml"/><Relationship Id="rId29" Type="http://schemas.openxmlformats.org/officeDocument/2006/relationships/image" Target="../media/image3.jpeg"/><Relationship Id="rId1" Type="http://schemas.openxmlformats.org/officeDocument/2006/relationships/slideLayout" Target="../slideLayouts/slideLayout13.xml"/><Relationship Id="rId6" Type="http://schemas.openxmlformats.org/officeDocument/2006/relationships/slide" Target="slide30.xml"/><Relationship Id="rId11" Type="http://schemas.openxmlformats.org/officeDocument/2006/relationships/slide" Target="slide53.xml"/><Relationship Id="rId24" Type="http://schemas.openxmlformats.org/officeDocument/2006/relationships/slide" Target="slide178.xml"/><Relationship Id="rId5" Type="http://schemas.openxmlformats.org/officeDocument/2006/relationships/slide" Target="slide21.xml"/><Relationship Id="rId15" Type="http://schemas.openxmlformats.org/officeDocument/2006/relationships/slide" Target="slide90.xml"/><Relationship Id="rId23" Type="http://schemas.openxmlformats.org/officeDocument/2006/relationships/slide" Target="slide169.xml"/><Relationship Id="rId28" Type="http://schemas.openxmlformats.org/officeDocument/2006/relationships/slide" Target="slide203.xml"/><Relationship Id="rId10" Type="http://schemas.openxmlformats.org/officeDocument/2006/relationships/slide" Target="slide48.xml"/><Relationship Id="rId19" Type="http://schemas.openxmlformats.org/officeDocument/2006/relationships/slide" Target="slide127.xml"/><Relationship Id="rId4" Type="http://schemas.openxmlformats.org/officeDocument/2006/relationships/slide" Target="slide16.xml"/><Relationship Id="rId9" Type="http://schemas.openxmlformats.org/officeDocument/2006/relationships/slide" Target="slide42.xml"/><Relationship Id="rId14" Type="http://schemas.openxmlformats.org/officeDocument/2006/relationships/slide" Target="slide76.xml"/><Relationship Id="rId22" Type="http://schemas.openxmlformats.org/officeDocument/2006/relationships/slide" Target="slide164.xml"/><Relationship Id="rId27" Type="http://schemas.openxmlformats.org/officeDocument/2006/relationships/slide" Target="slide197.xml"/></Relationships>
</file>

<file path=ppt/slides/_rels/slide4.xml.rels><?xml version="1.0" encoding="UTF-8" standalone="yes"?>
<Relationships xmlns="http://schemas.openxmlformats.org/package/2006/relationships"><Relationship Id="rId8" Type="http://schemas.openxmlformats.org/officeDocument/2006/relationships/slide" Target="slide245.xml"/><Relationship Id="rId3" Type="http://schemas.openxmlformats.org/officeDocument/2006/relationships/slide" Target="slide219.xml"/><Relationship Id="rId7" Type="http://schemas.openxmlformats.org/officeDocument/2006/relationships/slide" Target="slide237.xml"/><Relationship Id="rId2" Type="http://schemas.openxmlformats.org/officeDocument/2006/relationships/notesSlide" Target="../notesSlides/notesSlide2.xml"/><Relationship Id="rId1" Type="http://schemas.openxmlformats.org/officeDocument/2006/relationships/slideLayout" Target="../slideLayouts/slideLayout13.xml"/><Relationship Id="rId6" Type="http://schemas.openxmlformats.org/officeDocument/2006/relationships/slide" Target="slide230.xml"/><Relationship Id="rId5" Type="http://schemas.openxmlformats.org/officeDocument/2006/relationships/slide" Target="slide225.xml"/><Relationship Id="rId10" Type="http://schemas.openxmlformats.org/officeDocument/2006/relationships/image" Target="../media/image4.png"/><Relationship Id="rId4" Type="http://schemas.openxmlformats.org/officeDocument/2006/relationships/slide" Target="slide211.xml"/><Relationship Id="rId9" Type="http://schemas.openxmlformats.org/officeDocument/2006/relationships/image" Target="../media/image3.jpeg"/></Relationships>
</file>

<file path=ppt/slides/_rels/slide5.xml.rels><?xml version="1.0" encoding="UTF-8" standalone="yes"?>
<Relationships xmlns="http://schemas.openxmlformats.org/package/2006/relationships"><Relationship Id="rId8" Type="http://schemas.microsoft.com/office/2007/relationships/diagramDrawing" Target="../diagrams/drawing1.xml"/><Relationship Id="rId13" Type="http://schemas.openxmlformats.org/officeDocument/2006/relationships/slide" Target="slide343.xml"/><Relationship Id="rId3" Type="http://schemas.openxmlformats.org/officeDocument/2006/relationships/image" Target="../media/image3.jpeg"/><Relationship Id="rId7" Type="http://schemas.openxmlformats.org/officeDocument/2006/relationships/diagramColors" Target="../diagrams/colors1.xml"/><Relationship Id="rId12" Type="http://schemas.openxmlformats.org/officeDocument/2006/relationships/slide" Target="slide337.xml"/><Relationship Id="rId2" Type="http://schemas.openxmlformats.org/officeDocument/2006/relationships/notesSlide" Target="../notesSlides/notesSlide3.xml"/><Relationship Id="rId1" Type="http://schemas.openxmlformats.org/officeDocument/2006/relationships/slideLayout" Target="../slideLayouts/slideLayout13.xml"/><Relationship Id="rId6" Type="http://schemas.openxmlformats.org/officeDocument/2006/relationships/diagramQuickStyle" Target="../diagrams/quickStyle1.xml"/><Relationship Id="rId11" Type="http://schemas.openxmlformats.org/officeDocument/2006/relationships/slide" Target="slide330.xml"/><Relationship Id="rId5" Type="http://schemas.openxmlformats.org/officeDocument/2006/relationships/diagramLayout" Target="../diagrams/layout1.xml"/><Relationship Id="rId10" Type="http://schemas.openxmlformats.org/officeDocument/2006/relationships/image" Target="../media/image6.png"/><Relationship Id="rId4" Type="http://schemas.openxmlformats.org/officeDocument/2006/relationships/diagramData" Target="../diagrams/data1.xml"/><Relationship Id="rId9" Type="http://schemas.openxmlformats.org/officeDocument/2006/relationships/image" Target="../media/image5.png"/><Relationship Id="rId14" Type="http://schemas.openxmlformats.org/officeDocument/2006/relationships/slide" Target="slide349.xml"/></Relationships>
</file>

<file path=ppt/slides/_rels/slide6.xml.rels><?xml version="1.0" encoding="UTF-8" standalone="yes"?>
<Relationships xmlns="http://schemas.openxmlformats.org/package/2006/relationships"><Relationship Id="rId8" Type="http://schemas.microsoft.com/office/2007/relationships/diagramDrawing" Target="../diagrams/drawing2.xml"/><Relationship Id="rId3" Type="http://schemas.openxmlformats.org/officeDocument/2006/relationships/image" Target="../media/image3.jpeg"/><Relationship Id="rId7" Type="http://schemas.openxmlformats.org/officeDocument/2006/relationships/diagramColors" Target="../diagrams/colors2.xml"/><Relationship Id="rId2" Type="http://schemas.openxmlformats.org/officeDocument/2006/relationships/notesSlide" Target="../notesSlides/notesSlide4.xml"/><Relationship Id="rId1" Type="http://schemas.openxmlformats.org/officeDocument/2006/relationships/slideLayout" Target="../slideLayouts/slideLayout13.xml"/><Relationship Id="rId6" Type="http://schemas.openxmlformats.org/officeDocument/2006/relationships/diagramQuickStyle" Target="../diagrams/quickStyle2.xml"/><Relationship Id="rId5" Type="http://schemas.openxmlformats.org/officeDocument/2006/relationships/diagramLayout" Target="../diagrams/layout2.xml"/><Relationship Id="rId4" Type="http://schemas.openxmlformats.org/officeDocument/2006/relationships/diagramData" Target="../diagrams/data2.xml"/><Relationship Id="rId9" Type="http://schemas.openxmlformats.org/officeDocument/2006/relationships/image" Target="../media/image7.jpeg"/></Relationships>
</file>

<file path=ppt/slides/_rels/slide7.xml.rels><?xml version="1.0" encoding="UTF-8" standalone="yes"?>
<Relationships xmlns="http://schemas.openxmlformats.org/package/2006/relationships"><Relationship Id="rId8" Type="http://schemas.openxmlformats.org/officeDocument/2006/relationships/slide" Target="slide13.xml"/><Relationship Id="rId13" Type="http://schemas.openxmlformats.org/officeDocument/2006/relationships/slide" Target="slide3.xml"/><Relationship Id="rId3" Type="http://schemas.openxmlformats.org/officeDocument/2006/relationships/slide" Target="slide8.xml"/><Relationship Id="rId7" Type="http://schemas.openxmlformats.org/officeDocument/2006/relationships/slide" Target="slide12.xml"/><Relationship Id="rId12" Type="http://schemas.openxmlformats.org/officeDocument/2006/relationships/image" Target="../media/image8.png"/><Relationship Id="rId2" Type="http://schemas.openxmlformats.org/officeDocument/2006/relationships/notesSlide" Target="../notesSlides/notesSlide5.xml"/><Relationship Id="rId1" Type="http://schemas.openxmlformats.org/officeDocument/2006/relationships/slideLayout" Target="../slideLayouts/slideLayout6.xml"/><Relationship Id="rId6" Type="http://schemas.openxmlformats.org/officeDocument/2006/relationships/slide" Target="slide11.xml"/><Relationship Id="rId11" Type="http://schemas.openxmlformats.org/officeDocument/2006/relationships/image" Target="../media/image3.jpeg"/><Relationship Id="rId5" Type="http://schemas.openxmlformats.org/officeDocument/2006/relationships/slide" Target="slide10.xml"/><Relationship Id="rId10" Type="http://schemas.openxmlformats.org/officeDocument/2006/relationships/slide" Target="slide15.xml"/><Relationship Id="rId4" Type="http://schemas.openxmlformats.org/officeDocument/2006/relationships/slide" Target="slide9.xml"/><Relationship Id="rId9" Type="http://schemas.openxmlformats.org/officeDocument/2006/relationships/slide" Target="slide14.xml"/></Relationships>
</file>

<file path=ppt/slides/_rels/slide8.xml.rels><?xml version="1.0" encoding="UTF-8" standalone="yes"?>
<Relationships xmlns="http://schemas.openxmlformats.org/package/2006/relationships"><Relationship Id="rId8" Type="http://schemas.openxmlformats.org/officeDocument/2006/relationships/image" Target="../media/image2.png"/><Relationship Id="rId13" Type="http://schemas.openxmlformats.org/officeDocument/2006/relationships/diagramColors" Target="../diagrams/colors4.xml"/><Relationship Id="rId3" Type="http://schemas.openxmlformats.org/officeDocument/2006/relationships/diagramData" Target="../diagrams/data3.xml"/><Relationship Id="rId7" Type="http://schemas.microsoft.com/office/2007/relationships/diagramDrawing" Target="../diagrams/drawing3.xml"/><Relationship Id="rId12" Type="http://schemas.openxmlformats.org/officeDocument/2006/relationships/diagramQuickStyle" Target="../diagrams/quickStyle4.xml"/><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diagramColors" Target="../diagrams/colors3.xml"/><Relationship Id="rId11" Type="http://schemas.openxmlformats.org/officeDocument/2006/relationships/diagramLayout" Target="../diagrams/layout4.xml"/><Relationship Id="rId5" Type="http://schemas.openxmlformats.org/officeDocument/2006/relationships/diagramQuickStyle" Target="../diagrams/quickStyle3.xml"/><Relationship Id="rId15" Type="http://schemas.openxmlformats.org/officeDocument/2006/relationships/slide" Target="slide7.xml"/><Relationship Id="rId10" Type="http://schemas.openxmlformats.org/officeDocument/2006/relationships/diagramData" Target="../diagrams/data4.xml"/><Relationship Id="rId4" Type="http://schemas.openxmlformats.org/officeDocument/2006/relationships/diagramLayout" Target="../diagrams/layout3.xml"/><Relationship Id="rId9" Type="http://schemas.openxmlformats.org/officeDocument/2006/relationships/image" Target="../media/image9.png"/><Relationship Id="rId14" Type="http://schemas.microsoft.com/office/2007/relationships/diagramDrawing" Target="../diagrams/drawing4.xml"/></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2.xml"/><Relationship Id="rId5" Type="http://schemas.openxmlformats.org/officeDocument/2006/relationships/slide" Target="slide7.xml"/><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slide" Target="slide7.xml"/></Relationships>
</file>

<file path=ppt/slides/_rels/slide11.xml.rels><?xml version="1.0" encoding="UTF-8" standalone="yes"?>
<Relationships xmlns="http://schemas.openxmlformats.org/package/2006/relationships"><Relationship Id="rId8" Type="http://schemas.openxmlformats.org/officeDocument/2006/relationships/diagramColors" Target="../diagrams/colors5.xml"/><Relationship Id="rId3" Type="http://schemas.openxmlformats.org/officeDocument/2006/relationships/image" Target="../media/image8.png"/><Relationship Id="rId7" Type="http://schemas.openxmlformats.org/officeDocument/2006/relationships/diagramQuickStyle" Target="../diagrams/quickStyle5.xml"/><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diagramLayout" Target="../diagrams/layout5.xml"/><Relationship Id="rId5" Type="http://schemas.openxmlformats.org/officeDocument/2006/relationships/diagramData" Target="../diagrams/data5.xml"/><Relationship Id="rId10" Type="http://schemas.openxmlformats.org/officeDocument/2006/relationships/slide" Target="slide7.xml"/><Relationship Id="rId4" Type="http://schemas.openxmlformats.org/officeDocument/2006/relationships/image" Target="../media/image2.png"/><Relationship Id="rId9" Type="http://schemas.microsoft.com/office/2007/relationships/diagramDrawing" Target="../diagrams/drawing5.xml"/></Relationships>
</file>

<file path=ppt/slides/_rels/slide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1.svg"/><Relationship Id="rId4" Type="http://schemas.openxmlformats.org/officeDocument/2006/relationships/image" Target="../media/image10.png"/></Relationships>
</file>

<file path=ppt/slides/_rels/slide13.xml.rels><?xml version="1.0" encoding="UTF-8" standalone="yes"?>
<Relationships xmlns="http://schemas.openxmlformats.org/package/2006/relationships"><Relationship Id="rId8" Type="http://schemas.microsoft.com/office/2007/relationships/diagramDrawing" Target="../diagrams/drawing6.xml"/><Relationship Id="rId3" Type="http://schemas.openxmlformats.org/officeDocument/2006/relationships/image" Target="../media/image2.png"/><Relationship Id="rId7" Type="http://schemas.openxmlformats.org/officeDocument/2006/relationships/diagramColors" Target="../diagrams/colors6.xml"/><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diagramQuickStyle" Target="../diagrams/quickStyle6.xml"/><Relationship Id="rId5" Type="http://schemas.openxmlformats.org/officeDocument/2006/relationships/diagramLayout" Target="../diagrams/layout6.xml"/><Relationship Id="rId4" Type="http://schemas.openxmlformats.org/officeDocument/2006/relationships/diagramData" Target="../diagrams/data6.xml"/><Relationship Id="rId9" Type="http://schemas.openxmlformats.org/officeDocument/2006/relationships/slide" Target="slide7.xml"/></Relationships>
</file>

<file path=ppt/slides/_rels/slide14.xml.rels><?xml version="1.0" encoding="UTF-8" standalone="yes"?>
<Relationships xmlns="http://schemas.openxmlformats.org/package/2006/relationships"><Relationship Id="rId8" Type="http://schemas.microsoft.com/office/2007/relationships/diagramDrawing" Target="../diagrams/drawing7.xml"/><Relationship Id="rId3" Type="http://schemas.openxmlformats.org/officeDocument/2006/relationships/image" Target="../media/image2.png"/><Relationship Id="rId7" Type="http://schemas.openxmlformats.org/officeDocument/2006/relationships/diagramColors" Target="../diagrams/colors7.xml"/><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diagramQuickStyle" Target="../diagrams/quickStyle7.xml"/><Relationship Id="rId5" Type="http://schemas.openxmlformats.org/officeDocument/2006/relationships/diagramLayout" Target="../diagrams/layout7.xml"/><Relationship Id="rId10" Type="http://schemas.openxmlformats.org/officeDocument/2006/relationships/slide" Target="slide7.xml"/><Relationship Id="rId4" Type="http://schemas.openxmlformats.org/officeDocument/2006/relationships/diagramData" Target="../diagrams/data7.xml"/><Relationship Id="rId9" Type="http://schemas.openxmlformats.org/officeDocument/2006/relationships/image" Target="../media/image8.png"/></Relationships>
</file>

<file path=ppt/slides/_rels/slide15.xml.rels><?xml version="1.0" encoding="UTF-8" standalone="yes"?>
<Relationships xmlns="http://schemas.openxmlformats.org/package/2006/relationships"><Relationship Id="rId8" Type="http://schemas.openxmlformats.org/officeDocument/2006/relationships/diagramLayout" Target="../diagrams/layout8.xml"/><Relationship Id="rId3" Type="http://schemas.openxmlformats.org/officeDocument/2006/relationships/image" Target="../media/image2.png"/><Relationship Id="rId7" Type="http://schemas.openxmlformats.org/officeDocument/2006/relationships/diagramData" Target="../diagrams/data8.xml"/><Relationship Id="rId12" Type="http://schemas.openxmlformats.org/officeDocument/2006/relationships/slide" Target="slide7.xml"/><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image" Target="../media/image12.png"/><Relationship Id="rId11" Type="http://schemas.microsoft.com/office/2007/relationships/diagramDrawing" Target="../diagrams/drawing8.xml"/><Relationship Id="rId5" Type="http://schemas.openxmlformats.org/officeDocument/2006/relationships/image" Target="../media/image11.svg"/><Relationship Id="rId10" Type="http://schemas.openxmlformats.org/officeDocument/2006/relationships/diagramColors" Target="../diagrams/colors8.xml"/><Relationship Id="rId4" Type="http://schemas.openxmlformats.org/officeDocument/2006/relationships/image" Target="../media/image10.png"/><Relationship Id="rId9" Type="http://schemas.openxmlformats.org/officeDocument/2006/relationships/diagramQuickStyle" Target="../diagrams/quickStyle8.xml"/></Relationships>
</file>

<file path=ppt/slides/_rels/slide16.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slide" Target="slide17.xml"/><Relationship Id="rId7" Type="http://schemas.openxmlformats.org/officeDocument/2006/relationships/image" Target="../media/image3.jpeg"/><Relationship Id="rId2" Type="http://schemas.openxmlformats.org/officeDocument/2006/relationships/notesSlide" Target="../notesSlides/notesSlide14.xml"/><Relationship Id="rId1" Type="http://schemas.openxmlformats.org/officeDocument/2006/relationships/slideLayout" Target="../slideLayouts/slideLayout6.xml"/><Relationship Id="rId6" Type="http://schemas.openxmlformats.org/officeDocument/2006/relationships/slide" Target="slide20.xml"/><Relationship Id="rId5" Type="http://schemas.openxmlformats.org/officeDocument/2006/relationships/slide" Target="slide19.xml"/><Relationship Id="rId4" Type="http://schemas.openxmlformats.org/officeDocument/2006/relationships/slide" Target="slide18.xml"/><Relationship Id="rId9" Type="http://schemas.openxmlformats.org/officeDocument/2006/relationships/slide" Target="slide3.xml"/></Relationships>
</file>

<file path=ppt/slides/_rels/slide17.xml.rels><?xml version="1.0" encoding="UTF-8" standalone="yes"?>
<Relationships xmlns="http://schemas.openxmlformats.org/package/2006/relationships"><Relationship Id="rId8" Type="http://schemas.microsoft.com/office/2007/relationships/diagramDrawing" Target="../diagrams/drawing9.xml"/><Relationship Id="rId3" Type="http://schemas.openxmlformats.org/officeDocument/2006/relationships/image" Target="../media/image2.png"/><Relationship Id="rId7" Type="http://schemas.openxmlformats.org/officeDocument/2006/relationships/diagramColors" Target="../diagrams/colors9.xml"/><Relationship Id="rId2" Type="http://schemas.openxmlformats.org/officeDocument/2006/relationships/notesSlide" Target="../notesSlides/notesSlide15.xml"/><Relationship Id="rId1" Type="http://schemas.openxmlformats.org/officeDocument/2006/relationships/slideLayout" Target="../slideLayouts/slideLayout2.xml"/><Relationship Id="rId6" Type="http://schemas.openxmlformats.org/officeDocument/2006/relationships/diagramQuickStyle" Target="../diagrams/quickStyle9.xml"/><Relationship Id="rId5" Type="http://schemas.openxmlformats.org/officeDocument/2006/relationships/diagramLayout" Target="../diagrams/layout9.xml"/><Relationship Id="rId4" Type="http://schemas.openxmlformats.org/officeDocument/2006/relationships/diagramData" Target="../diagrams/data9.xml"/><Relationship Id="rId9" Type="http://schemas.openxmlformats.org/officeDocument/2006/relationships/slide" Target="slide16.xml"/></Relationships>
</file>

<file path=ppt/slides/_rels/slide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6.xml"/><Relationship Id="rId1" Type="http://schemas.openxmlformats.org/officeDocument/2006/relationships/slideLayout" Target="../slideLayouts/slideLayout2.xml"/><Relationship Id="rId6" Type="http://schemas.openxmlformats.org/officeDocument/2006/relationships/slide" Target="slide16.xml"/><Relationship Id="rId5" Type="http://schemas.openxmlformats.org/officeDocument/2006/relationships/image" Target="../media/image14.png"/><Relationship Id="rId4" Type="http://schemas.openxmlformats.org/officeDocument/2006/relationships/image" Target="../media/image13.png"/></Relationships>
</file>

<file path=ppt/slides/_rels/slide19.xml.rels><?xml version="1.0" encoding="UTF-8" standalone="yes"?>
<Relationships xmlns="http://schemas.openxmlformats.org/package/2006/relationships"><Relationship Id="rId8" Type="http://schemas.openxmlformats.org/officeDocument/2006/relationships/diagramQuickStyle" Target="../diagrams/quickStyle10.xml"/><Relationship Id="rId3" Type="http://schemas.openxmlformats.org/officeDocument/2006/relationships/image" Target="../media/image2.png"/><Relationship Id="rId7" Type="http://schemas.openxmlformats.org/officeDocument/2006/relationships/diagramLayout" Target="../diagrams/layout10.xml"/><Relationship Id="rId2" Type="http://schemas.openxmlformats.org/officeDocument/2006/relationships/notesSlide" Target="../notesSlides/notesSlide17.xml"/><Relationship Id="rId1" Type="http://schemas.openxmlformats.org/officeDocument/2006/relationships/slideLayout" Target="../slideLayouts/slideLayout2.xml"/><Relationship Id="rId6" Type="http://schemas.openxmlformats.org/officeDocument/2006/relationships/diagramData" Target="../diagrams/data10.xml"/><Relationship Id="rId11" Type="http://schemas.openxmlformats.org/officeDocument/2006/relationships/slide" Target="slide16.xml"/><Relationship Id="rId5" Type="http://schemas.openxmlformats.org/officeDocument/2006/relationships/image" Target="../media/image14.png"/><Relationship Id="rId10" Type="http://schemas.microsoft.com/office/2007/relationships/diagramDrawing" Target="../diagrams/drawing10.xml"/><Relationship Id="rId4" Type="http://schemas.openxmlformats.org/officeDocument/2006/relationships/image" Target="../media/image8.png"/><Relationship Id="rId9" Type="http://schemas.openxmlformats.org/officeDocument/2006/relationships/diagramColors" Target="../diagrams/colors10.xml"/></Relationships>
</file>

<file path=ppt/slides/_rels/slide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8.xml"/><Relationship Id="rId1" Type="http://schemas.openxmlformats.org/officeDocument/2006/relationships/slideLayout" Target="../slideLayouts/slideLayout2.xml"/><Relationship Id="rId6" Type="http://schemas.openxmlformats.org/officeDocument/2006/relationships/slide" Target="slide16.xml"/><Relationship Id="rId5" Type="http://schemas.openxmlformats.org/officeDocument/2006/relationships/image" Target="../media/image14.png"/><Relationship Id="rId4" Type="http://schemas.openxmlformats.org/officeDocument/2006/relationships/image" Target="../media/image8.png"/></Relationships>
</file>

<file path=ppt/slides/_rels/slide21.xml.rels><?xml version="1.0" encoding="UTF-8" standalone="yes"?>
<Relationships xmlns="http://schemas.openxmlformats.org/package/2006/relationships"><Relationship Id="rId8" Type="http://schemas.openxmlformats.org/officeDocument/2006/relationships/slide" Target="slide27.xml"/><Relationship Id="rId13" Type="http://schemas.openxmlformats.org/officeDocument/2006/relationships/slide" Target="slide3.xml"/><Relationship Id="rId3" Type="http://schemas.openxmlformats.org/officeDocument/2006/relationships/slide" Target="slide22.xml"/><Relationship Id="rId7" Type="http://schemas.openxmlformats.org/officeDocument/2006/relationships/slide" Target="slide26.xml"/><Relationship Id="rId12" Type="http://schemas.openxmlformats.org/officeDocument/2006/relationships/image" Target="../media/image8.png"/><Relationship Id="rId2" Type="http://schemas.openxmlformats.org/officeDocument/2006/relationships/notesSlide" Target="../notesSlides/notesSlide19.xml"/><Relationship Id="rId1" Type="http://schemas.openxmlformats.org/officeDocument/2006/relationships/slideLayout" Target="../slideLayouts/slideLayout6.xml"/><Relationship Id="rId6" Type="http://schemas.openxmlformats.org/officeDocument/2006/relationships/slide" Target="slide25.xml"/><Relationship Id="rId11" Type="http://schemas.openxmlformats.org/officeDocument/2006/relationships/image" Target="../media/image3.jpeg"/><Relationship Id="rId5" Type="http://schemas.openxmlformats.org/officeDocument/2006/relationships/slide" Target="slide24.xml"/><Relationship Id="rId10" Type="http://schemas.openxmlformats.org/officeDocument/2006/relationships/slide" Target="slide29.xml"/><Relationship Id="rId4" Type="http://schemas.openxmlformats.org/officeDocument/2006/relationships/slide" Target="slide23.xml"/><Relationship Id="rId9" Type="http://schemas.openxmlformats.org/officeDocument/2006/relationships/slide" Target="slide28.xml"/></Relationships>
</file>

<file path=ppt/slides/_rels/slide22.xml.rels><?xml version="1.0" encoding="UTF-8" standalone="yes"?>
<Relationships xmlns="http://schemas.openxmlformats.org/package/2006/relationships"><Relationship Id="rId8" Type="http://schemas.openxmlformats.org/officeDocument/2006/relationships/diagramColors" Target="../diagrams/colors11.xml"/><Relationship Id="rId3" Type="http://schemas.openxmlformats.org/officeDocument/2006/relationships/image" Target="../media/image2.png"/><Relationship Id="rId7" Type="http://schemas.openxmlformats.org/officeDocument/2006/relationships/diagramQuickStyle" Target="../diagrams/quickStyle11.xml"/><Relationship Id="rId2" Type="http://schemas.openxmlformats.org/officeDocument/2006/relationships/notesSlide" Target="../notesSlides/notesSlide20.xml"/><Relationship Id="rId1" Type="http://schemas.openxmlformats.org/officeDocument/2006/relationships/slideLayout" Target="../slideLayouts/slideLayout2.xml"/><Relationship Id="rId6" Type="http://schemas.openxmlformats.org/officeDocument/2006/relationships/diagramLayout" Target="../diagrams/layout11.xml"/><Relationship Id="rId5" Type="http://schemas.openxmlformats.org/officeDocument/2006/relationships/diagramData" Target="../diagrams/data11.xml"/><Relationship Id="rId10" Type="http://schemas.openxmlformats.org/officeDocument/2006/relationships/slide" Target="slide21.xml"/><Relationship Id="rId4" Type="http://schemas.openxmlformats.org/officeDocument/2006/relationships/image" Target="../media/image15.png"/><Relationship Id="rId9" Type="http://schemas.microsoft.com/office/2007/relationships/diagramDrawing" Target="../diagrams/drawing11.xml"/></Relationships>
</file>

<file path=ppt/slides/_rels/slide23.xml.rels><?xml version="1.0" encoding="UTF-8" standalone="yes"?>
<Relationships xmlns="http://schemas.openxmlformats.org/package/2006/relationships"><Relationship Id="rId8" Type="http://schemas.microsoft.com/office/2007/relationships/diagramDrawing" Target="../diagrams/drawing12.xml"/><Relationship Id="rId3" Type="http://schemas.openxmlformats.org/officeDocument/2006/relationships/image" Target="../media/image2.png"/><Relationship Id="rId7" Type="http://schemas.openxmlformats.org/officeDocument/2006/relationships/diagramColors" Target="../diagrams/colors12.xml"/><Relationship Id="rId2" Type="http://schemas.openxmlformats.org/officeDocument/2006/relationships/notesSlide" Target="../notesSlides/notesSlide21.xml"/><Relationship Id="rId1" Type="http://schemas.openxmlformats.org/officeDocument/2006/relationships/slideLayout" Target="../slideLayouts/slideLayout2.xml"/><Relationship Id="rId6" Type="http://schemas.openxmlformats.org/officeDocument/2006/relationships/diagramQuickStyle" Target="../diagrams/quickStyle12.xml"/><Relationship Id="rId5" Type="http://schemas.openxmlformats.org/officeDocument/2006/relationships/diagramLayout" Target="../diagrams/layout12.xml"/><Relationship Id="rId10" Type="http://schemas.openxmlformats.org/officeDocument/2006/relationships/slide" Target="slide21.xml"/><Relationship Id="rId4" Type="http://schemas.openxmlformats.org/officeDocument/2006/relationships/diagramData" Target="../diagrams/data12.xml"/><Relationship Id="rId9" Type="http://schemas.openxmlformats.org/officeDocument/2006/relationships/image" Target="../media/image16.png"/></Relationships>
</file>

<file path=ppt/slides/_rels/slide24.xml.rels><?xml version="1.0" encoding="UTF-8" standalone="yes"?>
<Relationships xmlns="http://schemas.openxmlformats.org/package/2006/relationships"><Relationship Id="rId8" Type="http://schemas.openxmlformats.org/officeDocument/2006/relationships/diagramColors" Target="../diagrams/colors13.xml"/><Relationship Id="rId3" Type="http://schemas.openxmlformats.org/officeDocument/2006/relationships/image" Target="../media/image2.png"/><Relationship Id="rId7" Type="http://schemas.openxmlformats.org/officeDocument/2006/relationships/diagramQuickStyle" Target="../diagrams/quickStyle13.xml"/><Relationship Id="rId2" Type="http://schemas.openxmlformats.org/officeDocument/2006/relationships/notesSlide" Target="../notesSlides/notesSlide22.xml"/><Relationship Id="rId1" Type="http://schemas.openxmlformats.org/officeDocument/2006/relationships/slideLayout" Target="../slideLayouts/slideLayout2.xml"/><Relationship Id="rId6" Type="http://schemas.openxmlformats.org/officeDocument/2006/relationships/diagramLayout" Target="../diagrams/layout13.xml"/><Relationship Id="rId5" Type="http://schemas.openxmlformats.org/officeDocument/2006/relationships/diagramData" Target="../diagrams/data13.xml"/><Relationship Id="rId10" Type="http://schemas.openxmlformats.org/officeDocument/2006/relationships/slide" Target="slide21.xml"/><Relationship Id="rId4" Type="http://schemas.openxmlformats.org/officeDocument/2006/relationships/image" Target="../media/image17.png"/><Relationship Id="rId9" Type="http://schemas.microsoft.com/office/2007/relationships/diagramDrawing" Target="../diagrams/drawing13.xml"/></Relationships>
</file>

<file path=ppt/slides/_rels/slide25.xml.rels><?xml version="1.0" encoding="UTF-8" standalone="yes"?>
<Relationships xmlns="http://schemas.openxmlformats.org/package/2006/relationships"><Relationship Id="rId8" Type="http://schemas.microsoft.com/office/2007/relationships/diagramDrawing" Target="../diagrams/drawing14.xml"/><Relationship Id="rId3" Type="http://schemas.openxmlformats.org/officeDocument/2006/relationships/image" Target="../media/image2.png"/><Relationship Id="rId7" Type="http://schemas.openxmlformats.org/officeDocument/2006/relationships/diagramColors" Target="../diagrams/colors14.xml"/><Relationship Id="rId2" Type="http://schemas.openxmlformats.org/officeDocument/2006/relationships/notesSlide" Target="../notesSlides/notesSlide23.xml"/><Relationship Id="rId1" Type="http://schemas.openxmlformats.org/officeDocument/2006/relationships/slideLayout" Target="../slideLayouts/slideLayout2.xml"/><Relationship Id="rId6" Type="http://schemas.openxmlformats.org/officeDocument/2006/relationships/diagramQuickStyle" Target="../diagrams/quickStyle14.xml"/><Relationship Id="rId5" Type="http://schemas.openxmlformats.org/officeDocument/2006/relationships/diagramLayout" Target="../diagrams/layout14.xml"/><Relationship Id="rId4" Type="http://schemas.openxmlformats.org/officeDocument/2006/relationships/diagramData" Target="../diagrams/data14.xml"/><Relationship Id="rId9" Type="http://schemas.openxmlformats.org/officeDocument/2006/relationships/slide" Target="slide21.xml"/></Relationships>
</file>

<file path=ppt/slides/_rels/slide26.xml.rels><?xml version="1.0" encoding="UTF-8" standalone="yes"?>
<Relationships xmlns="http://schemas.openxmlformats.org/package/2006/relationships"><Relationship Id="rId8" Type="http://schemas.microsoft.com/office/2007/relationships/diagramDrawing" Target="../diagrams/drawing15.xml"/><Relationship Id="rId3" Type="http://schemas.openxmlformats.org/officeDocument/2006/relationships/image" Target="../media/image2.png"/><Relationship Id="rId7" Type="http://schemas.openxmlformats.org/officeDocument/2006/relationships/diagramColors" Target="../diagrams/colors15.xml"/><Relationship Id="rId2" Type="http://schemas.openxmlformats.org/officeDocument/2006/relationships/notesSlide" Target="../notesSlides/notesSlide24.xml"/><Relationship Id="rId1" Type="http://schemas.openxmlformats.org/officeDocument/2006/relationships/slideLayout" Target="../slideLayouts/slideLayout2.xml"/><Relationship Id="rId6" Type="http://schemas.openxmlformats.org/officeDocument/2006/relationships/diagramQuickStyle" Target="../diagrams/quickStyle15.xml"/><Relationship Id="rId5" Type="http://schemas.openxmlformats.org/officeDocument/2006/relationships/diagramLayout" Target="../diagrams/layout15.xml"/><Relationship Id="rId4" Type="http://schemas.openxmlformats.org/officeDocument/2006/relationships/diagramData" Target="../diagrams/data15.xml"/><Relationship Id="rId9" Type="http://schemas.openxmlformats.org/officeDocument/2006/relationships/slide" Target="slide21.xml"/></Relationships>
</file>

<file path=ppt/slides/_rels/slide27.xml.rels><?xml version="1.0" encoding="UTF-8" standalone="yes"?>
<Relationships xmlns="http://schemas.openxmlformats.org/package/2006/relationships"><Relationship Id="rId8" Type="http://schemas.microsoft.com/office/2007/relationships/diagramDrawing" Target="../diagrams/drawing16.xml"/><Relationship Id="rId3" Type="http://schemas.openxmlformats.org/officeDocument/2006/relationships/image" Target="../media/image2.png"/><Relationship Id="rId7" Type="http://schemas.openxmlformats.org/officeDocument/2006/relationships/diagramColors" Target="../diagrams/colors16.xml"/><Relationship Id="rId2" Type="http://schemas.openxmlformats.org/officeDocument/2006/relationships/notesSlide" Target="../notesSlides/notesSlide25.xml"/><Relationship Id="rId1" Type="http://schemas.openxmlformats.org/officeDocument/2006/relationships/slideLayout" Target="../slideLayouts/slideLayout2.xml"/><Relationship Id="rId6" Type="http://schemas.openxmlformats.org/officeDocument/2006/relationships/diagramQuickStyle" Target="../diagrams/quickStyle16.xml"/><Relationship Id="rId5" Type="http://schemas.openxmlformats.org/officeDocument/2006/relationships/diagramLayout" Target="../diagrams/layout16.xml"/><Relationship Id="rId4" Type="http://schemas.openxmlformats.org/officeDocument/2006/relationships/diagramData" Target="../diagrams/data16.xml"/><Relationship Id="rId9" Type="http://schemas.openxmlformats.org/officeDocument/2006/relationships/slide" Target="slide21.xml"/></Relationships>
</file>

<file path=ppt/slides/_rels/slide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6.xml"/><Relationship Id="rId1" Type="http://schemas.openxmlformats.org/officeDocument/2006/relationships/slideLayout" Target="../slideLayouts/slideLayout2.xml"/><Relationship Id="rId6" Type="http://schemas.openxmlformats.org/officeDocument/2006/relationships/slide" Target="slide21.xml"/><Relationship Id="rId5" Type="http://schemas.openxmlformats.org/officeDocument/2006/relationships/image" Target="../media/image18.png"/><Relationship Id="rId4" Type="http://schemas.openxmlformats.org/officeDocument/2006/relationships/image" Target="../media/image8.png"/></Relationships>
</file>

<file path=ppt/slides/_rels/slide29.xml.rels><?xml version="1.0" encoding="UTF-8" standalone="yes"?>
<Relationships xmlns="http://schemas.openxmlformats.org/package/2006/relationships"><Relationship Id="rId8" Type="http://schemas.microsoft.com/office/2007/relationships/diagramDrawing" Target="../diagrams/drawing17.xml"/><Relationship Id="rId3" Type="http://schemas.openxmlformats.org/officeDocument/2006/relationships/image" Target="../media/image2.png"/><Relationship Id="rId7" Type="http://schemas.openxmlformats.org/officeDocument/2006/relationships/diagramColors" Target="../diagrams/colors17.xml"/><Relationship Id="rId2" Type="http://schemas.openxmlformats.org/officeDocument/2006/relationships/notesSlide" Target="../notesSlides/notesSlide27.xml"/><Relationship Id="rId1" Type="http://schemas.openxmlformats.org/officeDocument/2006/relationships/slideLayout" Target="../slideLayouts/slideLayout2.xml"/><Relationship Id="rId6" Type="http://schemas.openxmlformats.org/officeDocument/2006/relationships/diagramQuickStyle" Target="../diagrams/quickStyle17.xml"/><Relationship Id="rId5" Type="http://schemas.openxmlformats.org/officeDocument/2006/relationships/diagramLayout" Target="../diagrams/layout17.xml"/><Relationship Id="rId4" Type="http://schemas.openxmlformats.org/officeDocument/2006/relationships/diagramData" Target="../diagrams/data17.xml"/><Relationship Id="rId9" Type="http://schemas.openxmlformats.org/officeDocument/2006/relationships/slide" Target="slide21.xml"/></Relationships>
</file>

<file path=ppt/slides/_rels/slide30.xml.rels><?xml version="1.0" encoding="UTF-8" standalone="yes"?>
<Relationships xmlns="http://schemas.openxmlformats.org/package/2006/relationships"><Relationship Id="rId8" Type="http://schemas.openxmlformats.org/officeDocument/2006/relationships/image" Target="../media/image3.jpeg"/><Relationship Id="rId3" Type="http://schemas.openxmlformats.org/officeDocument/2006/relationships/slide" Target="slide31.xml"/><Relationship Id="rId7" Type="http://schemas.openxmlformats.org/officeDocument/2006/relationships/slide" Target="slide35.xml"/><Relationship Id="rId2" Type="http://schemas.openxmlformats.org/officeDocument/2006/relationships/notesSlide" Target="../notesSlides/notesSlide28.xml"/><Relationship Id="rId1" Type="http://schemas.openxmlformats.org/officeDocument/2006/relationships/slideLayout" Target="../slideLayouts/slideLayout6.xml"/><Relationship Id="rId6" Type="http://schemas.openxmlformats.org/officeDocument/2006/relationships/slide" Target="slide34.xml"/><Relationship Id="rId5" Type="http://schemas.openxmlformats.org/officeDocument/2006/relationships/slide" Target="slide33.xml"/><Relationship Id="rId10" Type="http://schemas.openxmlformats.org/officeDocument/2006/relationships/slide" Target="slide3.xml"/><Relationship Id="rId4" Type="http://schemas.openxmlformats.org/officeDocument/2006/relationships/slide" Target="slide32.xml"/><Relationship Id="rId9" Type="http://schemas.openxmlformats.org/officeDocument/2006/relationships/image" Target="../media/image8.png"/></Relationships>
</file>

<file path=ppt/slides/_rels/slide31.xml.rels><?xml version="1.0" encoding="UTF-8" standalone="yes"?>
<Relationships xmlns="http://schemas.openxmlformats.org/package/2006/relationships"><Relationship Id="rId8" Type="http://schemas.microsoft.com/office/2007/relationships/diagramDrawing" Target="../diagrams/drawing18.xml"/><Relationship Id="rId13" Type="http://schemas.openxmlformats.org/officeDocument/2006/relationships/image" Target="../media/image8.png"/><Relationship Id="rId3" Type="http://schemas.openxmlformats.org/officeDocument/2006/relationships/image" Target="../media/image2.png"/><Relationship Id="rId7" Type="http://schemas.openxmlformats.org/officeDocument/2006/relationships/diagramColors" Target="../diagrams/colors18.xml"/><Relationship Id="rId12" Type="http://schemas.openxmlformats.org/officeDocument/2006/relationships/image" Target="../media/image22.svg"/><Relationship Id="rId2" Type="http://schemas.openxmlformats.org/officeDocument/2006/relationships/notesSlide" Target="../notesSlides/notesSlide29.xml"/><Relationship Id="rId1" Type="http://schemas.openxmlformats.org/officeDocument/2006/relationships/slideLayout" Target="../slideLayouts/slideLayout2.xml"/><Relationship Id="rId6" Type="http://schemas.openxmlformats.org/officeDocument/2006/relationships/diagramQuickStyle" Target="../diagrams/quickStyle18.xml"/><Relationship Id="rId11" Type="http://schemas.openxmlformats.org/officeDocument/2006/relationships/image" Target="../media/image21.png"/><Relationship Id="rId5" Type="http://schemas.openxmlformats.org/officeDocument/2006/relationships/diagramLayout" Target="../diagrams/layout18.xml"/><Relationship Id="rId10" Type="http://schemas.openxmlformats.org/officeDocument/2006/relationships/image" Target="../media/image20.svg"/><Relationship Id="rId4" Type="http://schemas.openxmlformats.org/officeDocument/2006/relationships/diagramData" Target="../diagrams/data18.xml"/><Relationship Id="rId9" Type="http://schemas.openxmlformats.org/officeDocument/2006/relationships/image" Target="../media/image19.png"/><Relationship Id="rId14" Type="http://schemas.openxmlformats.org/officeDocument/2006/relationships/slide" Target="slide30.xml"/></Relationships>
</file>

<file path=ppt/slides/_rels/slide32.xml.rels><?xml version="1.0" encoding="UTF-8" standalone="yes"?>
<Relationships xmlns="http://schemas.openxmlformats.org/package/2006/relationships"><Relationship Id="rId8" Type="http://schemas.microsoft.com/office/2007/relationships/diagramDrawing" Target="../diagrams/drawing19.xml"/><Relationship Id="rId3" Type="http://schemas.openxmlformats.org/officeDocument/2006/relationships/image" Target="../media/image2.png"/><Relationship Id="rId7" Type="http://schemas.openxmlformats.org/officeDocument/2006/relationships/diagramColors" Target="../diagrams/colors19.xml"/><Relationship Id="rId2" Type="http://schemas.openxmlformats.org/officeDocument/2006/relationships/notesSlide" Target="../notesSlides/notesSlide30.xml"/><Relationship Id="rId1" Type="http://schemas.openxmlformats.org/officeDocument/2006/relationships/slideLayout" Target="../slideLayouts/slideLayout2.xml"/><Relationship Id="rId6" Type="http://schemas.openxmlformats.org/officeDocument/2006/relationships/diagramQuickStyle" Target="../diagrams/quickStyle19.xml"/><Relationship Id="rId5" Type="http://schemas.openxmlformats.org/officeDocument/2006/relationships/diagramLayout" Target="../diagrams/layout19.xml"/><Relationship Id="rId4" Type="http://schemas.openxmlformats.org/officeDocument/2006/relationships/diagramData" Target="../diagrams/data19.xml"/><Relationship Id="rId9" Type="http://schemas.openxmlformats.org/officeDocument/2006/relationships/slide" Target="slide30.xml"/></Relationships>
</file>

<file path=ppt/slides/_rels/slide33.xml.rels><?xml version="1.0" encoding="UTF-8" standalone="yes"?>
<Relationships xmlns="http://schemas.openxmlformats.org/package/2006/relationships"><Relationship Id="rId8" Type="http://schemas.microsoft.com/office/2007/relationships/diagramDrawing" Target="../diagrams/drawing20.xml"/><Relationship Id="rId3" Type="http://schemas.openxmlformats.org/officeDocument/2006/relationships/image" Target="../media/image2.png"/><Relationship Id="rId7" Type="http://schemas.openxmlformats.org/officeDocument/2006/relationships/diagramColors" Target="../diagrams/colors20.xml"/><Relationship Id="rId2" Type="http://schemas.openxmlformats.org/officeDocument/2006/relationships/notesSlide" Target="../notesSlides/notesSlide31.xml"/><Relationship Id="rId1" Type="http://schemas.openxmlformats.org/officeDocument/2006/relationships/slideLayout" Target="../slideLayouts/slideLayout2.xml"/><Relationship Id="rId6" Type="http://schemas.openxmlformats.org/officeDocument/2006/relationships/diagramQuickStyle" Target="../diagrams/quickStyle20.xml"/><Relationship Id="rId5" Type="http://schemas.openxmlformats.org/officeDocument/2006/relationships/diagramLayout" Target="../diagrams/layout20.xml"/><Relationship Id="rId4" Type="http://schemas.openxmlformats.org/officeDocument/2006/relationships/diagramData" Target="../diagrams/data20.xml"/><Relationship Id="rId9" Type="http://schemas.openxmlformats.org/officeDocument/2006/relationships/slide" Target="slide30.xml"/></Relationships>
</file>

<file path=ppt/slides/_rels/slide3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2.xml"/><Relationship Id="rId1" Type="http://schemas.openxmlformats.org/officeDocument/2006/relationships/slideLayout" Target="../slideLayouts/slideLayout2.xml"/><Relationship Id="rId4" Type="http://schemas.openxmlformats.org/officeDocument/2006/relationships/slide" Target="slide30.xml"/></Relationships>
</file>

<file path=ppt/slides/_rels/slide3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3.xml"/><Relationship Id="rId1" Type="http://schemas.openxmlformats.org/officeDocument/2006/relationships/slideLayout" Target="../slideLayouts/slideLayout2.xml"/><Relationship Id="rId5" Type="http://schemas.openxmlformats.org/officeDocument/2006/relationships/slide" Target="slide30.xml"/><Relationship Id="rId4" Type="http://schemas.openxmlformats.org/officeDocument/2006/relationships/image" Target="../media/image8.png"/></Relationships>
</file>

<file path=ppt/slides/_rels/slide36.xml.rels><?xml version="1.0" encoding="UTF-8" standalone="yes"?>
<Relationships xmlns="http://schemas.openxmlformats.org/package/2006/relationships"><Relationship Id="rId8" Type="http://schemas.openxmlformats.org/officeDocument/2006/relationships/image" Target="../media/image3.jpeg"/><Relationship Id="rId3" Type="http://schemas.openxmlformats.org/officeDocument/2006/relationships/slide" Target="slide37.xml"/><Relationship Id="rId7" Type="http://schemas.openxmlformats.org/officeDocument/2006/relationships/slide" Target="slide41.xml"/><Relationship Id="rId2" Type="http://schemas.openxmlformats.org/officeDocument/2006/relationships/notesSlide" Target="../notesSlides/notesSlide34.xml"/><Relationship Id="rId1" Type="http://schemas.openxmlformats.org/officeDocument/2006/relationships/slideLayout" Target="../slideLayouts/slideLayout6.xml"/><Relationship Id="rId6" Type="http://schemas.openxmlformats.org/officeDocument/2006/relationships/slide" Target="slide40.xml"/><Relationship Id="rId5" Type="http://schemas.openxmlformats.org/officeDocument/2006/relationships/slide" Target="slide39.xml"/><Relationship Id="rId10" Type="http://schemas.openxmlformats.org/officeDocument/2006/relationships/slide" Target="slide3.xml"/><Relationship Id="rId4" Type="http://schemas.openxmlformats.org/officeDocument/2006/relationships/slide" Target="slide38.xml"/><Relationship Id="rId9" Type="http://schemas.openxmlformats.org/officeDocument/2006/relationships/image" Target="../media/image8.png"/></Relationships>
</file>

<file path=ppt/slides/_rels/slide3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5.xml"/><Relationship Id="rId1" Type="http://schemas.openxmlformats.org/officeDocument/2006/relationships/slideLayout" Target="../slideLayouts/slideLayout2.xml"/><Relationship Id="rId5" Type="http://schemas.openxmlformats.org/officeDocument/2006/relationships/slide" Target="slide36.xml"/><Relationship Id="rId4" Type="http://schemas.openxmlformats.org/officeDocument/2006/relationships/image" Target="../media/image8.png"/></Relationships>
</file>

<file path=ppt/slides/_rels/slide3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6.xml"/><Relationship Id="rId1" Type="http://schemas.openxmlformats.org/officeDocument/2006/relationships/slideLayout" Target="../slideLayouts/slideLayout2.xml"/><Relationship Id="rId5" Type="http://schemas.openxmlformats.org/officeDocument/2006/relationships/slide" Target="slide36.xml"/><Relationship Id="rId4" Type="http://schemas.openxmlformats.org/officeDocument/2006/relationships/image" Target="../media/image8.png"/></Relationships>
</file>

<file path=ppt/slides/_rels/slide3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7.xml"/><Relationship Id="rId1" Type="http://schemas.openxmlformats.org/officeDocument/2006/relationships/slideLayout" Target="../slideLayouts/slideLayout2.xml"/><Relationship Id="rId4" Type="http://schemas.openxmlformats.org/officeDocument/2006/relationships/slide" Target="slide36.xml"/></Relationships>
</file>

<file path=ppt/slides/_rels/slide40.xml.rels><?xml version="1.0" encoding="UTF-8" standalone="yes"?>
<Relationships xmlns="http://schemas.openxmlformats.org/package/2006/relationships"><Relationship Id="rId8" Type="http://schemas.microsoft.com/office/2007/relationships/diagramDrawing" Target="../diagrams/drawing21.xml"/><Relationship Id="rId3" Type="http://schemas.openxmlformats.org/officeDocument/2006/relationships/image" Target="../media/image2.png"/><Relationship Id="rId7" Type="http://schemas.openxmlformats.org/officeDocument/2006/relationships/diagramColors" Target="../diagrams/colors21.xml"/><Relationship Id="rId2" Type="http://schemas.openxmlformats.org/officeDocument/2006/relationships/notesSlide" Target="../notesSlides/notesSlide38.xml"/><Relationship Id="rId1" Type="http://schemas.openxmlformats.org/officeDocument/2006/relationships/slideLayout" Target="../slideLayouts/slideLayout2.xml"/><Relationship Id="rId6" Type="http://schemas.openxmlformats.org/officeDocument/2006/relationships/diagramQuickStyle" Target="../diagrams/quickStyle21.xml"/><Relationship Id="rId5" Type="http://schemas.openxmlformats.org/officeDocument/2006/relationships/diagramLayout" Target="../diagrams/layout21.xml"/><Relationship Id="rId4" Type="http://schemas.openxmlformats.org/officeDocument/2006/relationships/diagramData" Target="../diagrams/data21.xml"/><Relationship Id="rId9" Type="http://schemas.openxmlformats.org/officeDocument/2006/relationships/slide" Target="slide36.xml"/></Relationships>
</file>

<file path=ppt/slides/_rels/slide41.xml.rels><?xml version="1.0" encoding="UTF-8" standalone="yes"?>
<Relationships xmlns="http://schemas.openxmlformats.org/package/2006/relationships"><Relationship Id="rId8" Type="http://schemas.openxmlformats.org/officeDocument/2006/relationships/slide" Target="slide36.xml"/><Relationship Id="rId3" Type="http://schemas.openxmlformats.org/officeDocument/2006/relationships/image" Target="../media/image2.png"/><Relationship Id="rId7" Type="http://schemas.openxmlformats.org/officeDocument/2006/relationships/image" Target="../media/image25.png"/><Relationship Id="rId2" Type="http://schemas.openxmlformats.org/officeDocument/2006/relationships/notesSlide" Target="../notesSlides/notesSlide39.xml"/><Relationship Id="rId1" Type="http://schemas.openxmlformats.org/officeDocument/2006/relationships/slideLayout" Target="../slideLayouts/slideLayout2.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8.png"/></Relationships>
</file>

<file path=ppt/slides/_rels/slide42.xml.rels><?xml version="1.0" encoding="UTF-8" standalone="yes"?>
<Relationships xmlns="http://schemas.openxmlformats.org/package/2006/relationships"><Relationship Id="rId8" Type="http://schemas.openxmlformats.org/officeDocument/2006/relationships/image" Target="../media/image3.jpeg"/><Relationship Id="rId3" Type="http://schemas.openxmlformats.org/officeDocument/2006/relationships/slide" Target="slide43.xml"/><Relationship Id="rId7" Type="http://schemas.openxmlformats.org/officeDocument/2006/relationships/slide" Target="slide47.xml"/><Relationship Id="rId2" Type="http://schemas.openxmlformats.org/officeDocument/2006/relationships/notesSlide" Target="../notesSlides/notesSlide40.xml"/><Relationship Id="rId1" Type="http://schemas.openxmlformats.org/officeDocument/2006/relationships/slideLayout" Target="../slideLayouts/slideLayout6.xml"/><Relationship Id="rId6" Type="http://schemas.openxmlformats.org/officeDocument/2006/relationships/slide" Target="slide46.xml"/><Relationship Id="rId5" Type="http://schemas.openxmlformats.org/officeDocument/2006/relationships/slide" Target="slide45.xml"/><Relationship Id="rId10" Type="http://schemas.openxmlformats.org/officeDocument/2006/relationships/slide" Target="slide3.xml"/><Relationship Id="rId4" Type="http://schemas.openxmlformats.org/officeDocument/2006/relationships/slide" Target="slide44.xml"/><Relationship Id="rId9" Type="http://schemas.openxmlformats.org/officeDocument/2006/relationships/image" Target="../media/image8.png"/></Relationships>
</file>

<file path=ppt/slides/_rels/slide43.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42.xml"/><Relationship Id="rId2" Type="http://schemas.openxmlformats.org/officeDocument/2006/relationships/notesSlide" Target="../notesSlides/notesSlide41.xml"/><Relationship Id="rId1" Type="http://schemas.openxmlformats.org/officeDocument/2006/relationships/slideLayout" Target="../slideLayouts/slideLayout2.xml"/><Relationship Id="rId6" Type="http://schemas.openxmlformats.org/officeDocument/2006/relationships/image" Target="NULL"/><Relationship Id="rId5" Type="http://schemas.openxmlformats.org/officeDocument/2006/relationships/customXml" Target="../ink/ink1.xml"/><Relationship Id="rId4" Type="http://schemas.openxmlformats.org/officeDocument/2006/relationships/image" Target="../media/image8.png"/></Relationships>
</file>

<file path=ppt/slides/_rels/slide4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2.xml"/><Relationship Id="rId1" Type="http://schemas.openxmlformats.org/officeDocument/2006/relationships/slideLayout" Target="../slideLayouts/slideLayout2.xml"/><Relationship Id="rId4" Type="http://schemas.openxmlformats.org/officeDocument/2006/relationships/slide" Target="slide42.xml"/></Relationships>
</file>

<file path=ppt/slides/_rels/slide4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3.xml"/><Relationship Id="rId1" Type="http://schemas.openxmlformats.org/officeDocument/2006/relationships/slideLayout" Target="../slideLayouts/slideLayout2.xml"/><Relationship Id="rId4" Type="http://schemas.openxmlformats.org/officeDocument/2006/relationships/slide" Target="slide42.xml"/></Relationships>
</file>

<file path=ppt/slides/_rels/slide4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4.xml"/><Relationship Id="rId1" Type="http://schemas.openxmlformats.org/officeDocument/2006/relationships/slideLayout" Target="../slideLayouts/slideLayout2.xml"/><Relationship Id="rId6" Type="http://schemas.openxmlformats.org/officeDocument/2006/relationships/slide" Target="slide42.xml"/><Relationship Id="rId5" Type="http://schemas.openxmlformats.org/officeDocument/2006/relationships/image" Target="../media/image11.svg"/><Relationship Id="rId4" Type="http://schemas.openxmlformats.org/officeDocument/2006/relationships/image" Target="../media/image10.png"/></Relationships>
</file>

<file path=ppt/slides/_rels/slide4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5.xml"/><Relationship Id="rId1" Type="http://schemas.openxmlformats.org/officeDocument/2006/relationships/slideLayout" Target="../slideLayouts/slideLayout2.xml"/><Relationship Id="rId4" Type="http://schemas.openxmlformats.org/officeDocument/2006/relationships/slide" Target="slide42.xml"/></Relationships>
</file>

<file path=ppt/slides/_rels/slide48.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slide" Target="slide49.xml"/><Relationship Id="rId7" Type="http://schemas.openxmlformats.org/officeDocument/2006/relationships/image" Target="../media/image3.jpeg"/><Relationship Id="rId2" Type="http://schemas.openxmlformats.org/officeDocument/2006/relationships/notesSlide" Target="../notesSlides/notesSlide46.xml"/><Relationship Id="rId1" Type="http://schemas.openxmlformats.org/officeDocument/2006/relationships/slideLayout" Target="../slideLayouts/slideLayout6.xml"/><Relationship Id="rId6" Type="http://schemas.openxmlformats.org/officeDocument/2006/relationships/slide" Target="slide52.xml"/><Relationship Id="rId5" Type="http://schemas.openxmlformats.org/officeDocument/2006/relationships/slide" Target="slide51.xml"/><Relationship Id="rId4" Type="http://schemas.openxmlformats.org/officeDocument/2006/relationships/slide" Target="slide50.xml"/><Relationship Id="rId9" Type="http://schemas.openxmlformats.org/officeDocument/2006/relationships/slide" Target="slide3.xml"/></Relationships>
</file>

<file path=ppt/slides/_rels/slide4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7.xml"/><Relationship Id="rId1" Type="http://schemas.openxmlformats.org/officeDocument/2006/relationships/slideLayout" Target="../slideLayouts/slideLayout2.xml"/><Relationship Id="rId6" Type="http://schemas.openxmlformats.org/officeDocument/2006/relationships/slide" Target="slide48.xml"/><Relationship Id="rId5" Type="http://schemas.openxmlformats.org/officeDocument/2006/relationships/image" Target="../media/image8.png"/><Relationship Id="rId4" Type="http://schemas.openxmlformats.org/officeDocument/2006/relationships/image" Target="../media/image26.png"/></Relationships>
</file>

<file path=ppt/slides/_rels/slide5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8.xml"/><Relationship Id="rId1" Type="http://schemas.openxmlformats.org/officeDocument/2006/relationships/slideLayout" Target="../slideLayouts/slideLayout2.xml"/><Relationship Id="rId4" Type="http://schemas.openxmlformats.org/officeDocument/2006/relationships/slide" Target="slide48.xml"/></Relationships>
</file>

<file path=ppt/slides/_rels/slide5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9.xml"/><Relationship Id="rId1" Type="http://schemas.openxmlformats.org/officeDocument/2006/relationships/slideLayout" Target="../slideLayouts/slideLayout2.xml"/><Relationship Id="rId4" Type="http://schemas.openxmlformats.org/officeDocument/2006/relationships/slide" Target="slide48.xml"/></Relationships>
</file>

<file path=ppt/slides/_rels/slide5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0.xml"/><Relationship Id="rId1" Type="http://schemas.openxmlformats.org/officeDocument/2006/relationships/slideLayout" Target="../slideLayouts/slideLayout2.xml"/><Relationship Id="rId4" Type="http://schemas.openxmlformats.org/officeDocument/2006/relationships/slide" Target="slide48.xml"/></Relationships>
</file>

<file path=ppt/slides/_rels/slide53.xml.rels><?xml version="1.0" encoding="UTF-8" standalone="yes"?>
<Relationships xmlns="http://schemas.openxmlformats.org/package/2006/relationships"><Relationship Id="rId8" Type="http://schemas.openxmlformats.org/officeDocument/2006/relationships/image" Target="../media/image3.jpeg"/><Relationship Id="rId3" Type="http://schemas.openxmlformats.org/officeDocument/2006/relationships/slide" Target="slide54.xml"/><Relationship Id="rId7" Type="http://schemas.openxmlformats.org/officeDocument/2006/relationships/slide" Target="slide58.xml"/><Relationship Id="rId2" Type="http://schemas.openxmlformats.org/officeDocument/2006/relationships/notesSlide" Target="../notesSlides/notesSlide51.xml"/><Relationship Id="rId1" Type="http://schemas.openxmlformats.org/officeDocument/2006/relationships/slideLayout" Target="../slideLayouts/slideLayout6.xml"/><Relationship Id="rId6" Type="http://schemas.openxmlformats.org/officeDocument/2006/relationships/slide" Target="slide57.xml"/><Relationship Id="rId5" Type="http://schemas.openxmlformats.org/officeDocument/2006/relationships/slide" Target="slide56.xml"/><Relationship Id="rId10" Type="http://schemas.openxmlformats.org/officeDocument/2006/relationships/slide" Target="slide3.xml"/><Relationship Id="rId4" Type="http://schemas.openxmlformats.org/officeDocument/2006/relationships/slide" Target="slide55.xml"/><Relationship Id="rId9" Type="http://schemas.openxmlformats.org/officeDocument/2006/relationships/image" Target="../media/image8.png"/></Relationships>
</file>

<file path=ppt/slides/_rels/slide54.xml.rels><?xml version="1.0" encoding="UTF-8" standalone="yes"?>
<Relationships xmlns="http://schemas.openxmlformats.org/package/2006/relationships"><Relationship Id="rId8" Type="http://schemas.openxmlformats.org/officeDocument/2006/relationships/diagramColors" Target="../diagrams/colors22.xml"/><Relationship Id="rId3" Type="http://schemas.openxmlformats.org/officeDocument/2006/relationships/image" Target="../media/image2.png"/><Relationship Id="rId7" Type="http://schemas.openxmlformats.org/officeDocument/2006/relationships/diagramQuickStyle" Target="../diagrams/quickStyle22.xml"/><Relationship Id="rId2" Type="http://schemas.openxmlformats.org/officeDocument/2006/relationships/notesSlide" Target="../notesSlides/notesSlide52.xml"/><Relationship Id="rId1" Type="http://schemas.openxmlformats.org/officeDocument/2006/relationships/slideLayout" Target="../slideLayouts/slideLayout2.xml"/><Relationship Id="rId6" Type="http://schemas.openxmlformats.org/officeDocument/2006/relationships/diagramLayout" Target="../diagrams/layout22.xml"/><Relationship Id="rId5" Type="http://schemas.openxmlformats.org/officeDocument/2006/relationships/diagramData" Target="../diagrams/data22.xml"/><Relationship Id="rId10" Type="http://schemas.openxmlformats.org/officeDocument/2006/relationships/slide" Target="slide53.xml"/><Relationship Id="rId4" Type="http://schemas.openxmlformats.org/officeDocument/2006/relationships/image" Target="../media/image8.png"/><Relationship Id="rId9" Type="http://schemas.microsoft.com/office/2007/relationships/diagramDrawing" Target="../diagrams/drawing22.xml"/></Relationships>
</file>

<file path=ppt/slides/_rels/slide55.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53.xml"/><Relationship Id="rId2" Type="http://schemas.openxmlformats.org/officeDocument/2006/relationships/notesSlide" Target="../notesSlides/notesSlide53.xml"/><Relationship Id="rId1" Type="http://schemas.openxmlformats.org/officeDocument/2006/relationships/slideLayout" Target="../slideLayouts/slideLayout2.xml"/><Relationship Id="rId6" Type="http://schemas.openxmlformats.org/officeDocument/2006/relationships/image" Target="../media/image28.svg"/><Relationship Id="rId5" Type="http://schemas.openxmlformats.org/officeDocument/2006/relationships/image" Target="../media/image27.png"/><Relationship Id="rId4" Type="http://schemas.openxmlformats.org/officeDocument/2006/relationships/image" Target="../media/image8.png"/></Relationships>
</file>

<file path=ppt/slides/_rels/slide56.xml.rels><?xml version="1.0" encoding="UTF-8" standalone="yes"?>
<Relationships xmlns="http://schemas.openxmlformats.org/package/2006/relationships"><Relationship Id="rId8" Type="http://schemas.microsoft.com/office/2007/relationships/diagramDrawing" Target="../diagrams/drawing23.xml"/><Relationship Id="rId3" Type="http://schemas.openxmlformats.org/officeDocument/2006/relationships/image" Target="../media/image2.png"/><Relationship Id="rId7" Type="http://schemas.openxmlformats.org/officeDocument/2006/relationships/diagramColors" Target="../diagrams/colors23.xml"/><Relationship Id="rId2" Type="http://schemas.openxmlformats.org/officeDocument/2006/relationships/notesSlide" Target="../notesSlides/notesSlide54.xml"/><Relationship Id="rId1" Type="http://schemas.openxmlformats.org/officeDocument/2006/relationships/slideLayout" Target="../slideLayouts/slideLayout2.xml"/><Relationship Id="rId6" Type="http://schemas.openxmlformats.org/officeDocument/2006/relationships/diagramQuickStyle" Target="../diagrams/quickStyle23.xml"/><Relationship Id="rId5" Type="http://schemas.openxmlformats.org/officeDocument/2006/relationships/diagramLayout" Target="../diagrams/layout23.xml"/><Relationship Id="rId4" Type="http://schemas.openxmlformats.org/officeDocument/2006/relationships/diagramData" Target="../diagrams/data23.xml"/><Relationship Id="rId9" Type="http://schemas.openxmlformats.org/officeDocument/2006/relationships/slide" Target="slide53.xml"/></Relationships>
</file>

<file path=ppt/slides/_rels/slide57.xml.rels><?xml version="1.0" encoding="UTF-8" standalone="yes"?>
<Relationships xmlns="http://schemas.openxmlformats.org/package/2006/relationships"><Relationship Id="rId8" Type="http://schemas.microsoft.com/office/2007/relationships/diagramDrawing" Target="../diagrams/drawing24.xml"/><Relationship Id="rId3" Type="http://schemas.openxmlformats.org/officeDocument/2006/relationships/image" Target="../media/image2.png"/><Relationship Id="rId7" Type="http://schemas.openxmlformats.org/officeDocument/2006/relationships/diagramColors" Target="../diagrams/colors24.xml"/><Relationship Id="rId2" Type="http://schemas.openxmlformats.org/officeDocument/2006/relationships/notesSlide" Target="../notesSlides/notesSlide55.xml"/><Relationship Id="rId1" Type="http://schemas.openxmlformats.org/officeDocument/2006/relationships/slideLayout" Target="../slideLayouts/slideLayout2.xml"/><Relationship Id="rId6" Type="http://schemas.openxmlformats.org/officeDocument/2006/relationships/diagramQuickStyle" Target="../diagrams/quickStyle24.xml"/><Relationship Id="rId5" Type="http://schemas.openxmlformats.org/officeDocument/2006/relationships/diagramLayout" Target="../diagrams/layout24.xml"/><Relationship Id="rId4" Type="http://schemas.openxmlformats.org/officeDocument/2006/relationships/diagramData" Target="../diagrams/data24.xml"/><Relationship Id="rId9" Type="http://schemas.openxmlformats.org/officeDocument/2006/relationships/slide" Target="slide53.xml"/></Relationships>
</file>

<file path=ppt/slides/_rels/slide58.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56.xml"/><Relationship Id="rId1" Type="http://schemas.openxmlformats.org/officeDocument/2006/relationships/slideLayout" Target="../slideLayouts/slideLayout2.xml"/><Relationship Id="rId6" Type="http://schemas.openxmlformats.org/officeDocument/2006/relationships/slide" Target="slide53.xml"/><Relationship Id="rId5" Type="http://schemas.openxmlformats.org/officeDocument/2006/relationships/image" Target="../media/image2.png"/><Relationship Id="rId4" Type="http://schemas.openxmlformats.org/officeDocument/2006/relationships/image" Target="../media/image30.png"/></Relationships>
</file>

<file path=ppt/slides/_rels/slide59.xml.rels><?xml version="1.0" encoding="UTF-8" standalone="yes"?>
<Relationships xmlns="http://schemas.openxmlformats.org/package/2006/relationships"><Relationship Id="rId8" Type="http://schemas.openxmlformats.org/officeDocument/2006/relationships/slide" Target="slide66.xml"/><Relationship Id="rId3" Type="http://schemas.openxmlformats.org/officeDocument/2006/relationships/slide" Target="slide60.xml"/><Relationship Id="rId7" Type="http://schemas.openxmlformats.org/officeDocument/2006/relationships/slide" Target="slide65.xml"/><Relationship Id="rId12" Type="http://schemas.openxmlformats.org/officeDocument/2006/relationships/slide" Target="slide3.xml"/><Relationship Id="rId2" Type="http://schemas.openxmlformats.org/officeDocument/2006/relationships/notesSlide" Target="../notesSlides/notesSlide57.xml"/><Relationship Id="rId1" Type="http://schemas.openxmlformats.org/officeDocument/2006/relationships/slideLayout" Target="../slideLayouts/slideLayout6.xml"/><Relationship Id="rId6" Type="http://schemas.openxmlformats.org/officeDocument/2006/relationships/slide" Target="slide64.xml"/><Relationship Id="rId11" Type="http://schemas.openxmlformats.org/officeDocument/2006/relationships/image" Target="../media/image8.png"/><Relationship Id="rId5" Type="http://schemas.openxmlformats.org/officeDocument/2006/relationships/slide" Target="slide63.xml"/><Relationship Id="rId10" Type="http://schemas.openxmlformats.org/officeDocument/2006/relationships/image" Target="../media/image3.jpeg"/><Relationship Id="rId4" Type="http://schemas.openxmlformats.org/officeDocument/2006/relationships/slide" Target="slide61.xml"/><Relationship Id="rId9" Type="http://schemas.openxmlformats.org/officeDocument/2006/relationships/slide" Target="slide67.xml"/></Relationships>
</file>

<file path=ppt/slides/_rels/slide6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8.xml"/><Relationship Id="rId1" Type="http://schemas.openxmlformats.org/officeDocument/2006/relationships/slideLayout" Target="../slideLayouts/slideLayout2.xml"/><Relationship Id="rId5" Type="http://schemas.openxmlformats.org/officeDocument/2006/relationships/slide" Target="slide59.xml"/><Relationship Id="rId4" Type="http://schemas.openxmlformats.org/officeDocument/2006/relationships/image" Target="../media/image8.png"/></Relationships>
</file>

<file path=ppt/slides/_rels/slide6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9.xml"/><Relationship Id="rId1" Type="http://schemas.openxmlformats.org/officeDocument/2006/relationships/slideLayout" Target="../slideLayouts/slideLayout2.xml"/><Relationship Id="rId4" Type="http://schemas.openxmlformats.org/officeDocument/2006/relationships/slide" Target="slide59.xml"/></Relationships>
</file>

<file path=ppt/slides/_rels/slide6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0.xml"/><Relationship Id="rId1" Type="http://schemas.openxmlformats.org/officeDocument/2006/relationships/slideLayout" Target="../slideLayouts/slideLayout2.xml"/><Relationship Id="rId4" Type="http://schemas.openxmlformats.org/officeDocument/2006/relationships/slide" Target="slide59.xml"/></Relationships>
</file>

<file path=ppt/slides/_rels/slide6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1.xml"/><Relationship Id="rId1" Type="http://schemas.openxmlformats.org/officeDocument/2006/relationships/slideLayout" Target="../slideLayouts/slideLayout2.xml"/><Relationship Id="rId5" Type="http://schemas.openxmlformats.org/officeDocument/2006/relationships/slide" Target="slide59.xml"/><Relationship Id="rId4" Type="http://schemas.openxmlformats.org/officeDocument/2006/relationships/image" Target="../media/image8.png"/></Relationships>
</file>

<file path=ppt/slides/_rels/slide6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2.xml"/><Relationship Id="rId1" Type="http://schemas.openxmlformats.org/officeDocument/2006/relationships/slideLayout" Target="../slideLayouts/slideLayout2.xml"/><Relationship Id="rId6" Type="http://schemas.openxmlformats.org/officeDocument/2006/relationships/slide" Target="slide59.xml"/><Relationship Id="rId5" Type="http://schemas.openxmlformats.org/officeDocument/2006/relationships/image" Target="../media/image11.svg"/><Relationship Id="rId4" Type="http://schemas.openxmlformats.org/officeDocument/2006/relationships/image" Target="../media/image10.png"/></Relationships>
</file>

<file path=ppt/slides/_rels/slide6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3.xml"/><Relationship Id="rId1" Type="http://schemas.openxmlformats.org/officeDocument/2006/relationships/slideLayout" Target="../slideLayouts/slideLayout2.xml"/><Relationship Id="rId4" Type="http://schemas.openxmlformats.org/officeDocument/2006/relationships/slide" Target="slide59.xml"/></Relationships>
</file>

<file path=ppt/slides/_rels/slide6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4.xml"/><Relationship Id="rId1" Type="http://schemas.openxmlformats.org/officeDocument/2006/relationships/slideLayout" Target="../slideLayouts/slideLayout2.xml"/><Relationship Id="rId4" Type="http://schemas.openxmlformats.org/officeDocument/2006/relationships/slide" Target="slide59.xml"/></Relationships>
</file>

<file path=ppt/slides/_rels/slide67.xml.rels><?xml version="1.0" encoding="UTF-8" standalone="yes"?>
<Relationships xmlns="http://schemas.openxmlformats.org/package/2006/relationships"><Relationship Id="rId8" Type="http://schemas.openxmlformats.org/officeDocument/2006/relationships/diagramColors" Target="../diagrams/colors25.xml"/><Relationship Id="rId3" Type="http://schemas.openxmlformats.org/officeDocument/2006/relationships/image" Target="../media/image2.png"/><Relationship Id="rId7" Type="http://schemas.openxmlformats.org/officeDocument/2006/relationships/diagramQuickStyle" Target="../diagrams/quickStyle25.xml"/><Relationship Id="rId2" Type="http://schemas.openxmlformats.org/officeDocument/2006/relationships/notesSlide" Target="../notesSlides/notesSlide65.xml"/><Relationship Id="rId1" Type="http://schemas.openxmlformats.org/officeDocument/2006/relationships/slideLayout" Target="../slideLayouts/slideLayout2.xml"/><Relationship Id="rId6" Type="http://schemas.openxmlformats.org/officeDocument/2006/relationships/diagramLayout" Target="../diagrams/layout25.xml"/><Relationship Id="rId5" Type="http://schemas.openxmlformats.org/officeDocument/2006/relationships/diagramData" Target="../diagrams/data25.xml"/><Relationship Id="rId10" Type="http://schemas.openxmlformats.org/officeDocument/2006/relationships/slide" Target="slide59.xml"/><Relationship Id="rId4" Type="http://schemas.openxmlformats.org/officeDocument/2006/relationships/image" Target="../media/image8.png"/><Relationship Id="rId9" Type="http://schemas.microsoft.com/office/2007/relationships/diagramDrawing" Target="../diagrams/drawing25.xml"/></Relationships>
</file>

<file path=ppt/slides/_rels/slide68.xml.rels><?xml version="1.0" encoding="UTF-8" standalone="yes"?>
<Relationships xmlns="http://schemas.openxmlformats.org/package/2006/relationships"><Relationship Id="rId8" Type="http://schemas.openxmlformats.org/officeDocument/2006/relationships/slide" Target="slide74.xml"/><Relationship Id="rId3" Type="http://schemas.openxmlformats.org/officeDocument/2006/relationships/slide" Target="slide69.xml"/><Relationship Id="rId7" Type="http://schemas.openxmlformats.org/officeDocument/2006/relationships/slide" Target="slide73.xml"/><Relationship Id="rId12" Type="http://schemas.openxmlformats.org/officeDocument/2006/relationships/slide" Target="slide3.xml"/><Relationship Id="rId2" Type="http://schemas.openxmlformats.org/officeDocument/2006/relationships/notesSlide" Target="../notesSlides/notesSlide66.xml"/><Relationship Id="rId1" Type="http://schemas.openxmlformats.org/officeDocument/2006/relationships/slideLayout" Target="../slideLayouts/slideLayout6.xml"/><Relationship Id="rId6" Type="http://schemas.openxmlformats.org/officeDocument/2006/relationships/slide" Target="slide72.xml"/><Relationship Id="rId11" Type="http://schemas.openxmlformats.org/officeDocument/2006/relationships/image" Target="../media/image8.png"/><Relationship Id="rId5" Type="http://schemas.openxmlformats.org/officeDocument/2006/relationships/slide" Target="slide71.xml"/><Relationship Id="rId10" Type="http://schemas.openxmlformats.org/officeDocument/2006/relationships/image" Target="../media/image3.jpeg"/><Relationship Id="rId4" Type="http://schemas.openxmlformats.org/officeDocument/2006/relationships/slide" Target="slide70.xml"/><Relationship Id="rId9" Type="http://schemas.openxmlformats.org/officeDocument/2006/relationships/slide" Target="slide75.xml"/></Relationships>
</file>

<file path=ppt/slides/_rels/slide6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7.xml"/><Relationship Id="rId1" Type="http://schemas.openxmlformats.org/officeDocument/2006/relationships/slideLayout" Target="../slideLayouts/slideLayout2.xml"/><Relationship Id="rId5" Type="http://schemas.openxmlformats.org/officeDocument/2006/relationships/slide" Target="slide68.xml"/><Relationship Id="rId4" Type="http://schemas.openxmlformats.org/officeDocument/2006/relationships/image" Target="../media/image8.png"/></Relationships>
</file>

<file path=ppt/slides/_rels/slide7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8.xml"/><Relationship Id="rId1" Type="http://schemas.openxmlformats.org/officeDocument/2006/relationships/slideLayout" Target="../slideLayouts/slideLayout2.xml"/><Relationship Id="rId5" Type="http://schemas.openxmlformats.org/officeDocument/2006/relationships/slide" Target="slide68.xml"/><Relationship Id="rId4" Type="http://schemas.openxmlformats.org/officeDocument/2006/relationships/image" Target="../media/image8.png"/></Relationships>
</file>

<file path=ppt/slides/_rels/slide71.xml.rels><?xml version="1.0" encoding="UTF-8" standalone="yes"?>
<Relationships xmlns="http://schemas.openxmlformats.org/package/2006/relationships"><Relationship Id="rId8" Type="http://schemas.openxmlformats.org/officeDocument/2006/relationships/diagramColors" Target="../diagrams/colors26.xml"/><Relationship Id="rId13" Type="http://schemas.openxmlformats.org/officeDocument/2006/relationships/diagramColors" Target="../diagrams/colors27.xml"/><Relationship Id="rId18" Type="http://schemas.openxmlformats.org/officeDocument/2006/relationships/diagramColors" Target="../diagrams/colors28.xml"/><Relationship Id="rId3" Type="http://schemas.openxmlformats.org/officeDocument/2006/relationships/image" Target="../media/image2.png"/><Relationship Id="rId7" Type="http://schemas.openxmlformats.org/officeDocument/2006/relationships/diagramQuickStyle" Target="../diagrams/quickStyle26.xml"/><Relationship Id="rId12" Type="http://schemas.openxmlformats.org/officeDocument/2006/relationships/diagramQuickStyle" Target="../diagrams/quickStyle27.xml"/><Relationship Id="rId17" Type="http://schemas.openxmlformats.org/officeDocument/2006/relationships/diagramQuickStyle" Target="../diagrams/quickStyle28.xml"/><Relationship Id="rId2" Type="http://schemas.openxmlformats.org/officeDocument/2006/relationships/notesSlide" Target="../notesSlides/notesSlide69.xml"/><Relationship Id="rId16" Type="http://schemas.openxmlformats.org/officeDocument/2006/relationships/diagramLayout" Target="../diagrams/layout28.xml"/><Relationship Id="rId20" Type="http://schemas.openxmlformats.org/officeDocument/2006/relationships/slide" Target="slide68.xml"/><Relationship Id="rId1" Type="http://schemas.openxmlformats.org/officeDocument/2006/relationships/slideLayout" Target="../slideLayouts/slideLayout2.xml"/><Relationship Id="rId6" Type="http://schemas.openxmlformats.org/officeDocument/2006/relationships/diagramLayout" Target="../diagrams/layout26.xml"/><Relationship Id="rId11" Type="http://schemas.openxmlformats.org/officeDocument/2006/relationships/diagramLayout" Target="../diagrams/layout27.xml"/><Relationship Id="rId5" Type="http://schemas.openxmlformats.org/officeDocument/2006/relationships/diagramData" Target="../diagrams/data26.xml"/><Relationship Id="rId15" Type="http://schemas.openxmlformats.org/officeDocument/2006/relationships/diagramData" Target="../diagrams/data28.xml"/><Relationship Id="rId10" Type="http://schemas.openxmlformats.org/officeDocument/2006/relationships/diagramData" Target="../diagrams/data27.xml"/><Relationship Id="rId19" Type="http://schemas.microsoft.com/office/2007/relationships/diagramDrawing" Target="../diagrams/drawing28.xml"/><Relationship Id="rId4" Type="http://schemas.openxmlformats.org/officeDocument/2006/relationships/image" Target="../media/image8.png"/><Relationship Id="rId9" Type="http://schemas.microsoft.com/office/2007/relationships/diagramDrawing" Target="../diagrams/drawing26.xml"/><Relationship Id="rId14" Type="http://schemas.microsoft.com/office/2007/relationships/diagramDrawing" Target="../diagrams/drawing27.xml"/></Relationships>
</file>

<file path=ppt/slides/_rels/slide7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0.xml"/><Relationship Id="rId1" Type="http://schemas.openxmlformats.org/officeDocument/2006/relationships/slideLayout" Target="../slideLayouts/slideLayout2.xml"/><Relationship Id="rId6" Type="http://schemas.openxmlformats.org/officeDocument/2006/relationships/slide" Target="slide68.xml"/><Relationship Id="rId5" Type="http://schemas.openxmlformats.org/officeDocument/2006/relationships/image" Target="../media/image22.svg"/><Relationship Id="rId4" Type="http://schemas.openxmlformats.org/officeDocument/2006/relationships/image" Target="../media/image21.png"/></Relationships>
</file>

<file path=ppt/slides/_rels/slide7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1.xml"/><Relationship Id="rId1" Type="http://schemas.openxmlformats.org/officeDocument/2006/relationships/slideLayout" Target="../slideLayouts/slideLayout2.xml"/><Relationship Id="rId6" Type="http://schemas.openxmlformats.org/officeDocument/2006/relationships/slide" Target="slide68.xml"/><Relationship Id="rId5" Type="http://schemas.openxmlformats.org/officeDocument/2006/relationships/image" Target="../media/image11.svg"/><Relationship Id="rId4" Type="http://schemas.openxmlformats.org/officeDocument/2006/relationships/image" Target="../media/image10.png"/></Relationships>
</file>

<file path=ppt/slides/_rels/slide74.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68.xml"/><Relationship Id="rId2" Type="http://schemas.openxmlformats.org/officeDocument/2006/relationships/notesSlide" Target="../notesSlides/notesSlide72.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11.svg"/><Relationship Id="rId4" Type="http://schemas.openxmlformats.org/officeDocument/2006/relationships/image" Target="../media/image10.png"/></Relationships>
</file>

<file path=ppt/slides/_rels/slide75.xml.rels><?xml version="1.0" encoding="UTF-8" standalone="yes"?>
<Relationships xmlns="http://schemas.openxmlformats.org/package/2006/relationships"><Relationship Id="rId8" Type="http://schemas.openxmlformats.org/officeDocument/2006/relationships/slide" Target="slide68.xml"/><Relationship Id="rId3" Type="http://schemas.openxmlformats.org/officeDocument/2006/relationships/image" Target="../media/image2.png"/><Relationship Id="rId7" Type="http://schemas.openxmlformats.org/officeDocument/2006/relationships/image" Target="../media/image11.svg"/><Relationship Id="rId2" Type="http://schemas.openxmlformats.org/officeDocument/2006/relationships/notesSlide" Target="../notesSlides/notesSlide73.xml"/><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32.svg"/><Relationship Id="rId4" Type="http://schemas.openxmlformats.org/officeDocument/2006/relationships/image" Target="../media/image31.png"/></Relationships>
</file>

<file path=ppt/slides/_rels/slide76.xml.rels><?xml version="1.0" encoding="UTF-8" standalone="yes"?>
<Relationships xmlns="http://schemas.openxmlformats.org/package/2006/relationships"><Relationship Id="rId8" Type="http://schemas.openxmlformats.org/officeDocument/2006/relationships/slide" Target="slide82.xml"/><Relationship Id="rId13" Type="http://schemas.openxmlformats.org/officeDocument/2006/relationships/slide" Target="slide87.xml"/><Relationship Id="rId3" Type="http://schemas.openxmlformats.org/officeDocument/2006/relationships/slide" Target="slide77.xml"/><Relationship Id="rId7" Type="http://schemas.openxmlformats.org/officeDocument/2006/relationships/slide" Target="slide81.xml"/><Relationship Id="rId12" Type="http://schemas.openxmlformats.org/officeDocument/2006/relationships/slide" Target="slide86.xml"/><Relationship Id="rId17" Type="http://schemas.openxmlformats.org/officeDocument/2006/relationships/slide" Target="slide3.xml"/><Relationship Id="rId2" Type="http://schemas.openxmlformats.org/officeDocument/2006/relationships/notesSlide" Target="../notesSlides/notesSlide74.xml"/><Relationship Id="rId16" Type="http://schemas.openxmlformats.org/officeDocument/2006/relationships/image" Target="../media/image8.png"/><Relationship Id="rId1" Type="http://schemas.openxmlformats.org/officeDocument/2006/relationships/slideLayout" Target="../slideLayouts/slideLayout6.xml"/><Relationship Id="rId6" Type="http://schemas.openxmlformats.org/officeDocument/2006/relationships/slide" Target="slide80.xml"/><Relationship Id="rId11" Type="http://schemas.openxmlformats.org/officeDocument/2006/relationships/slide" Target="slide85.xml"/><Relationship Id="rId5" Type="http://schemas.openxmlformats.org/officeDocument/2006/relationships/slide" Target="slide79.xml"/><Relationship Id="rId15" Type="http://schemas.openxmlformats.org/officeDocument/2006/relationships/image" Target="../media/image3.jpeg"/><Relationship Id="rId10" Type="http://schemas.openxmlformats.org/officeDocument/2006/relationships/slide" Target="slide84.xml"/><Relationship Id="rId4" Type="http://schemas.openxmlformats.org/officeDocument/2006/relationships/slide" Target="slide78.xml"/><Relationship Id="rId9" Type="http://schemas.openxmlformats.org/officeDocument/2006/relationships/slide" Target="slide83.xml"/><Relationship Id="rId14" Type="http://schemas.openxmlformats.org/officeDocument/2006/relationships/slide" Target="slide89.xml"/></Relationships>
</file>

<file path=ppt/slides/_rels/slide7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5.xml"/><Relationship Id="rId1" Type="http://schemas.openxmlformats.org/officeDocument/2006/relationships/slideLayout" Target="../slideLayouts/slideLayout2.xml"/><Relationship Id="rId4" Type="http://schemas.openxmlformats.org/officeDocument/2006/relationships/slide" Target="slide76.xml"/></Relationships>
</file>

<file path=ppt/slides/_rels/slide78.xml.rels><?xml version="1.0" encoding="UTF-8" standalone="yes"?>
<Relationships xmlns="http://schemas.openxmlformats.org/package/2006/relationships"><Relationship Id="rId8" Type="http://schemas.microsoft.com/office/2007/relationships/diagramDrawing" Target="../diagrams/drawing29.xml"/><Relationship Id="rId3" Type="http://schemas.openxmlformats.org/officeDocument/2006/relationships/image" Target="../media/image2.png"/><Relationship Id="rId7" Type="http://schemas.openxmlformats.org/officeDocument/2006/relationships/diagramColors" Target="../diagrams/colors29.xml"/><Relationship Id="rId12" Type="http://schemas.openxmlformats.org/officeDocument/2006/relationships/slide" Target="slide76.xml"/><Relationship Id="rId2" Type="http://schemas.openxmlformats.org/officeDocument/2006/relationships/notesSlide" Target="../notesSlides/notesSlide76.xml"/><Relationship Id="rId1" Type="http://schemas.openxmlformats.org/officeDocument/2006/relationships/slideLayout" Target="../slideLayouts/slideLayout2.xml"/><Relationship Id="rId6" Type="http://schemas.openxmlformats.org/officeDocument/2006/relationships/diagramQuickStyle" Target="../diagrams/quickStyle29.xml"/><Relationship Id="rId11" Type="http://schemas.openxmlformats.org/officeDocument/2006/relationships/image" Target="../media/image8.png"/><Relationship Id="rId5" Type="http://schemas.openxmlformats.org/officeDocument/2006/relationships/diagramLayout" Target="../diagrams/layout29.xml"/><Relationship Id="rId10" Type="http://schemas.openxmlformats.org/officeDocument/2006/relationships/image" Target="../media/image34.svg"/><Relationship Id="rId4" Type="http://schemas.openxmlformats.org/officeDocument/2006/relationships/diagramData" Target="../diagrams/data29.xml"/><Relationship Id="rId9" Type="http://schemas.openxmlformats.org/officeDocument/2006/relationships/image" Target="../media/image33.png"/></Relationships>
</file>

<file path=ppt/slides/_rels/slide7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7.xml"/><Relationship Id="rId1" Type="http://schemas.openxmlformats.org/officeDocument/2006/relationships/slideLayout" Target="../slideLayouts/slideLayout2.xml"/><Relationship Id="rId4" Type="http://schemas.openxmlformats.org/officeDocument/2006/relationships/slide" Target="slide76.xml"/></Relationships>
</file>

<file path=ppt/slides/_rels/slide80.xml.rels><?xml version="1.0" encoding="UTF-8" standalone="yes"?>
<Relationships xmlns="http://schemas.openxmlformats.org/package/2006/relationships"><Relationship Id="rId8" Type="http://schemas.openxmlformats.org/officeDocument/2006/relationships/diagramQuickStyle" Target="../diagrams/quickStyle30.xml"/><Relationship Id="rId3" Type="http://schemas.openxmlformats.org/officeDocument/2006/relationships/image" Target="../media/image2.png"/><Relationship Id="rId7" Type="http://schemas.openxmlformats.org/officeDocument/2006/relationships/diagramLayout" Target="../diagrams/layout30.xml"/><Relationship Id="rId2" Type="http://schemas.openxmlformats.org/officeDocument/2006/relationships/notesSlide" Target="../notesSlides/notesSlide78.xml"/><Relationship Id="rId1" Type="http://schemas.openxmlformats.org/officeDocument/2006/relationships/slideLayout" Target="../slideLayouts/slideLayout2.xml"/><Relationship Id="rId6" Type="http://schemas.openxmlformats.org/officeDocument/2006/relationships/diagramData" Target="../diagrams/data30.xml"/><Relationship Id="rId11" Type="http://schemas.openxmlformats.org/officeDocument/2006/relationships/slide" Target="slide76.xml"/><Relationship Id="rId5" Type="http://schemas.openxmlformats.org/officeDocument/2006/relationships/image" Target="../media/image11.svg"/><Relationship Id="rId10" Type="http://schemas.microsoft.com/office/2007/relationships/diagramDrawing" Target="../diagrams/drawing30.xml"/><Relationship Id="rId4" Type="http://schemas.openxmlformats.org/officeDocument/2006/relationships/image" Target="../media/image10.png"/><Relationship Id="rId9" Type="http://schemas.openxmlformats.org/officeDocument/2006/relationships/diagramColors" Target="../diagrams/colors30.xml"/></Relationships>
</file>

<file path=ppt/slides/_rels/slide8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9.xml"/><Relationship Id="rId1" Type="http://schemas.openxmlformats.org/officeDocument/2006/relationships/slideLayout" Target="../slideLayouts/slideLayout2.xml"/><Relationship Id="rId5" Type="http://schemas.openxmlformats.org/officeDocument/2006/relationships/slide" Target="slide76.xml"/><Relationship Id="rId4" Type="http://schemas.openxmlformats.org/officeDocument/2006/relationships/image" Target="../media/image8.png"/></Relationships>
</file>

<file path=ppt/slides/_rels/slide8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0.xml"/><Relationship Id="rId1" Type="http://schemas.openxmlformats.org/officeDocument/2006/relationships/slideLayout" Target="../slideLayouts/slideLayout2.xml"/><Relationship Id="rId6" Type="http://schemas.openxmlformats.org/officeDocument/2006/relationships/slide" Target="slide76.xml"/><Relationship Id="rId5" Type="http://schemas.openxmlformats.org/officeDocument/2006/relationships/image" Target="../media/image11.svg"/><Relationship Id="rId4" Type="http://schemas.openxmlformats.org/officeDocument/2006/relationships/image" Target="../media/image10.png"/></Relationships>
</file>

<file path=ppt/slides/_rels/slide83.xml.rels><?xml version="1.0" encoding="UTF-8" standalone="yes"?>
<Relationships xmlns="http://schemas.openxmlformats.org/package/2006/relationships"><Relationship Id="rId8" Type="http://schemas.openxmlformats.org/officeDocument/2006/relationships/diagramColors" Target="../diagrams/colors31.xml"/><Relationship Id="rId3" Type="http://schemas.openxmlformats.org/officeDocument/2006/relationships/image" Target="../media/image2.png"/><Relationship Id="rId7" Type="http://schemas.openxmlformats.org/officeDocument/2006/relationships/diagramQuickStyle" Target="../diagrams/quickStyle31.xml"/><Relationship Id="rId2" Type="http://schemas.openxmlformats.org/officeDocument/2006/relationships/notesSlide" Target="../notesSlides/notesSlide81.xml"/><Relationship Id="rId1" Type="http://schemas.openxmlformats.org/officeDocument/2006/relationships/slideLayout" Target="../slideLayouts/slideLayout2.xml"/><Relationship Id="rId6" Type="http://schemas.openxmlformats.org/officeDocument/2006/relationships/diagramLayout" Target="../diagrams/layout31.xml"/><Relationship Id="rId11" Type="http://schemas.openxmlformats.org/officeDocument/2006/relationships/slide" Target="slide76.xml"/><Relationship Id="rId5" Type="http://schemas.openxmlformats.org/officeDocument/2006/relationships/diagramData" Target="../diagrams/data31.xml"/><Relationship Id="rId10" Type="http://schemas.openxmlformats.org/officeDocument/2006/relationships/image" Target="../media/image35.png"/><Relationship Id="rId4" Type="http://schemas.openxmlformats.org/officeDocument/2006/relationships/image" Target="../media/image8.png"/><Relationship Id="rId9" Type="http://schemas.microsoft.com/office/2007/relationships/diagramDrawing" Target="../diagrams/drawing31.xml"/></Relationships>
</file>

<file path=ppt/slides/_rels/slide84.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76.xml"/><Relationship Id="rId2" Type="http://schemas.openxmlformats.org/officeDocument/2006/relationships/notesSlide" Target="../notesSlides/notesSlide82.xml"/><Relationship Id="rId1" Type="http://schemas.openxmlformats.org/officeDocument/2006/relationships/slideLayout" Target="../slideLayouts/slideLayout2.xml"/><Relationship Id="rId6" Type="http://schemas.openxmlformats.org/officeDocument/2006/relationships/image" Target="../media/image11.svg"/><Relationship Id="rId5" Type="http://schemas.openxmlformats.org/officeDocument/2006/relationships/image" Target="../media/image10.png"/><Relationship Id="rId4" Type="http://schemas.openxmlformats.org/officeDocument/2006/relationships/image" Target="../media/image35.png"/></Relationships>
</file>

<file path=ppt/slides/_rels/slide8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3.xml"/><Relationship Id="rId1" Type="http://schemas.openxmlformats.org/officeDocument/2006/relationships/slideLayout" Target="../slideLayouts/slideLayout2.xml"/><Relationship Id="rId4" Type="http://schemas.openxmlformats.org/officeDocument/2006/relationships/slide" Target="slide76.xml"/></Relationships>
</file>

<file path=ppt/slides/_rels/slide8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4.xml"/><Relationship Id="rId1" Type="http://schemas.openxmlformats.org/officeDocument/2006/relationships/slideLayout" Target="../slideLayouts/slideLayout2.xml"/><Relationship Id="rId6" Type="http://schemas.openxmlformats.org/officeDocument/2006/relationships/slide" Target="slide76.xml"/><Relationship Id="rId5" Type="http://schemas.openxmlformats.org/officeDocument/2006/relationships/image" Target="../media/image11.svg"/><Relationship Id="rId4" Type="http://schemas.openxmlformats.org/officeDocument/2006/relationships/image" Target="../media/image10.png"/></Relationships>
</file>

<file path=ppt/slides/_rels/slide8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5.xml"/><Relationship Id="rId1" Type="http://schemas.openxmlformats.org/officeDocument/2006/relationships/slideLayout" Target="../slideLayouts/slideLayout2.xml"/><Relationship Id="rId5" Type="http://schemas.openxmlformats.org/officeDocument/2006/relationships/slide" Target="slide76.xml"/><Relationship Id="rId4" Type="http://schemas.openxmlformats.org/officeDocument/2006/relationships/image" Target="../media/image8.png"/></Relationships>
</file>

<file path=ppt/slides/_rels/slide8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6.xml"/><Relationship Id="rId1" Type="http://schemas.openxmlformats.org/officeDocument/2006/relationships/slideLayout" Target="../slideLayouts/slideLayout2.xml"/><Relationship Id="rId5" Type="http://schemas.openxmlformats.org/officeDocument/2006/relationships/slide" Target="slide76.xml"/><Relationship Id="rId4" Type="http://schemas.openxmlformats.org/officeDocument/2006/relationships/image" Target="../media/image8.png"/></Relationships>
</file>

<file path=ppt/slides/_rels/slide89.xml.rels><?xml version="1.0" encoding="UTF-8" standalone="yes"?>
<Relationships xmlns="http://schemas.openxmlformats.org/package/2006/relationships"><Relationship Id="rId8" Type="http://schemas.microsoft.com/office/2007/relationships/diagramDrawing" Target="../diagrams/drawing32.xml"/><Relationship Id="rId3" Type="http://schemas.openxmlformats.org/officeDocument/2006/relationships/image" Target="../media/image2.png"/><Relationship Id="rId7" Type="http://schemas.openxmlformats.org/officeDocument/2006/relationships/diagramColors" Target="../diagrams/colors32.xml"/><Relationship Id="rId2" Type="http://schemas.openxmlformats.org/officeDocument/2006/relationships/notesSlide" Target="../notesSlides/notesSlide87.xml"/><Relationship Id="rId1" Type="http://schemas.openxmlformats.org/officeDocument/2006/relationships/slideLayout" Target="../slideLayouts/slideLayout2.xml"/><Relationship Id="rId6" Type="http://schemas.openxmlformats.org/officeDocument/2006/relationships/diagramQuickStyle" Target="../diagrams/quickStyle32.xml"/><Relationship Id="rId5" Type="http://schemas.openxmlformats.org/officeDocument/2006/relationships/diagramLayout" Target="../diagrams/layout32.xml"/><Relationship Id="rId4" Type="http://schemas.openxmlformats.org/officeDocument/2006/relationships/diagramData" Target="../diagrams/data32.xml"/><Relationship Id="rId9" Type="http://schemas.openxmlformats.org/officeDocument/2006/relationships/slide" Target="slide76.xml"/></Relationships>
</file>

<file path=ppt/slides/_rels/slide90.xml.rels><?xml version="1.0" encoding="UTF-8" standalone="yes"?>
<Relationships xmlns="http://schemas.openxmlformats.org/package/2006/relationships"><Relationship Id="rId8" Type="http://schemas.openxmlformats.org/officeDocument/2006/relationships/image" Target="../media/image3.jpeg"/><Relationship Id="rId3" Type="http://schemas.openxmlformats.org/officeDocument/2006/relationships/slide" Target="slide91.xml"/><Relationship Id="rId7" Type="http://schemas.openxmlformats.org/officeDocument/2006/relationships/slide" Target="slide95.xml"/><Relationship Id="rId2" Type="http://schemas.openxmlformats.org/officeDocument/2006/relationships/notesSlide" Target="../notesSlides/notesSlide88.xml"/><Relationship Id="rId1" Type="http://schemas.openxmlformats.org/officeDocument/2006/relationships/slideLayout" Target="../slideLayouts/slideLayout6.xml"/><Relationship Id="rId6" Type="http://schemas.openxmlformats.org/officeDocument/2006/relationships/slide" Target="slide94.xml"/><Relationship Id="rId5" Type="http://schemas.openxmlformats.org/officeDocument/2006/relationships/slide" Target="slide93.xml"/><Relationship Id="rId10" Type="http://schemas.openxmlformats.org/officeDocument/2006/relationships/slide" Target="slide3.xml"/><Relationship Id="rId4" Type="http://schemas.openxmlformats.org/officeDocument/2006/relationships/slide" Target="slide92.xml"/><Relationship Id="rId9" Type="http://schemas.openxmlformats.org/officeDocument/2006/relationships/image" Target="../media/image8.png"/></Relationships>
</file>

<file path=ppt/slides/_rels/slide91.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90.xml"/><Relationship Id="rId2" Type="http://schemas.openxmlformats.org/officeDocument/2006/relationships/notesSlide" Target="../notesSlides/notesSlide89.xml"/><Relationship Id="rId1" Type="http://schemas.openxmlformats.org/officeDocument/2006/relationships/slideLayout" Target="../slideLayouts/slideLayout2.xml"/><Relationship Id="rId6" Type="http://schemas.openxmlformats.org/officeDocument/2006/relationships/image" Target="../media/image37.jpeg"/><Relationship Id="rId5" Type="http://schemas.openxmlformats.org/officeDocument/2006/relationships/image" Target="../media/image36.jpeg"/><Relationship Id="rId4" Type="http://schemas.openxmlformats.org/officeDocument/2006/relationships/image" Target="../media/image8.png"/></Relationships>
</file>

<file path=ppt/slides/_rels/slide9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0.xml"/><Relationship Id="rId1" Type="http://schemas.openxmlformats.org/officeDocument/2006/relationships/slideLayout" Target="../slideLayouts/slideLayout2.xml"/><Relationship Id="rId5" Type="http://schemas.openxmlformats.org/officeDocument/2006/relationships/slide" Target="slide90.xml"/><Relationship Id="rId4" Type="http://schemas.openxmlformats.org/officeDocument/2006/relationships/image" Target="../media/image8.png"/></Relationships>
</file>

<file path=ppt/slides/_rels/slide93.xml.rels><?xml version="1.0" encoding="UTF-8" standalone="yes"?>
<Relationships xmlns="http://schemas.openxmlformats.org/package/2006/relationships"><Relationship Id="rId8" Type="http://schemas.microsoft.com/office/2007/relationships/diagramDrawing" Target="../diagrams/drawing33.xml"/><Relationship Id="rId3" Type="http://schemas.openxmlformats.org/officeDocument/2006/relationships/image" Target="../media/image2.png"/><Relationship Id="rId7" Type="http://schemas.openxmlformats.org/officeDocument/2006/relationships/diagramColors" Target="../diagrams/colors33.xml"/><Relationship Id="rId2" Type="http://schemas.openxmlformats.org/officeDocument/2006/relationships/notesSlide" Target="../notesSlides/notesSlide91.xml"/><Relationship Id="rId1" Type="http://schemas.openxmlformats.org/officeDocument/2006/relationships/slideLayout" Target="../slideLayouts/slideLayout2.xml"/><Relationship Id="rId6" Type="http://schemas.openxmlformats.org/officeDocument/2006/relationships/diagramQuickStyle" Target="../diagrams/quickStyle33.xml"/><Relationship Id="rId5" Type="http://schemas.openxmlformats.org/officeDocument/2006/relationships/diagramLayout" Target="../diagrams/layout33.xml"/><Relationship Id="rId4" Type="http://schemas.openxmlformats.org/officeDocument/2006/relationships/diagramData" Target="../diagrams/data33.xml"/><Relationship Id="rId9" Type="http://schemas.openxmlformats.org/officeDocument/2006/relationships/slide" Target="slide90.xml"/></Relationships>
</file>

<file path=ppt/slides/_rels/slide94.xml.rels><?xml version="1.0" encoding="UTF-8" standalone="yes"?>
<Relationships xmlns="http://schemas.openxmlformats.org/package/2006/relationships"><Relationship Id="rId8" Type="http://schemas.openxmlformats.org/officeDocument/2006/relationships/image" Target="../media/image40.svg"/><Relationship Id="rId3" Type="http://schemas.openxmlformats.org/officeDocument/2006/relationships/image" Target="../media/image2.png"/><Relationship Id="rId7" Type="http://schemas.openxmlformats.org/officeDocument/2006/relationships/image" Target="../media/image39.png"/><Relationship Id="rId2" Type="http://schemas.openxmlformats.org/officeDocument/2006/relationships/notesSlide" Target="../notesSlides/notesSlide92.xml"/><Relationship Id="rId1" Type="http://schemas.openxmlformats.org/officeDocument/2006/relationships/slideLayout" Target="../slideLayouts/slideLayout2.xml"/><Relationship Id="rId6" Type="http://schemas.openxmlformats.org/officeDocument/2006/relationships/image" Target="../media/image28.svg"/><Relationship Id="rId11" Type="http://schemas.openxmlformats.org/officeDocument/2006/relationships/slide" Target="slide90.xml"/><Relationship Id="rId5" Type="http://schemas.openxmlformats.org/officeDocument/2006/relationships/image" Target="../media/image27.png"/><Relationship Id="rId10" Type="http://schemas.openxmlformats.org/officeDocument/2006/relationships/image" Target="../media/image42.svg"/><Relationship Id="rId4" Type="http://schemas.openxmlformats.org/officeDocument/2006/relationships/image" Target="../media/image38.png"/><Relationship Id="rId9" Type="http://schemas.openxmlformats.org/officeDocument/2006/relationships/image" Target="../media/image41.png"/></Relationships>
</file>

<file path=ppt/slides/_rels/slide9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3.xml"/><Relationship Id="rId1" Type="http://schemas.openxmlformats.org/officeDocument/2006/relationships/slideLayout" Target="../slideLayouts/slideLayout2.xml"/><Relationship Id="rId5" Type="http://schemas.openxmlformats.org/officeDocument/2006/relationships/slide" Target="slide90.xml"/><Relationship Id="rId4" Type="http://schemas.openxmlformats.org/officeDocument/2006/relationships/image" Target="../media/image8.png"/></Relationships>
</file>

<file path=ppt/slides/_rels/slide96.xml.rels><?xml version="1.0" encoding="UTF-8" standalone="yes"?>
<Relationships xmlns="http://schemas.openxmlformats.org/package/2006/relationships"><Relationship Id="rId8" Type="http://schemas.openxmlformats.org/officeDocument/2006/relationships/slide" Target="slide103.xml"/><Relationship Id="rId13" Type="http://schemas.openxmlformats.org/officeDocument/2006/relationships/slide" Target="slide108.xml"/><Relationship Id="rId3" Type="http://schemas.openxmlformats.org/officeDocument/2006/relationships/slide" Target="slide97.xml"/><Relationship Id="rId7" Type="http://schemas.openxmlformats.org/officeDocument/2006/relationships/slide" Target="slide101.xml"/><Relationship Id="rId12" Type="http://schemas.openxmlformats.org/officeDocument/2006/relationships/slide" Target="slide107.xml"/><Relationship Id="rId2" Type="http://schemas.openxmlformats.org/officeDocument/2006/relationships/notesSlide" Target="../notesSlides/notesSlide94.xml"/><Relationship Id="rId16" Type="http://schemas.openxmlformats.org/officeDocument/2006/relationships/slide" Target="slide3.xml"/><Relationship Id="rId1" Type="http://schemas.openxmlformats.org/officeDocument/2006/relationships/slideLayout" Target="../slideLayouts/slideLayout6.xml"/><Relationship Id="rId6" Type="http://schemas.openxmlformats.org/officeDocument/2006/relationships/slide" Target="slide100.xml"/><Relationship Id="rId11" Type="http://schemas.openxmlformats.org/officeDocument/2006/relationships/slide" Target="slide106.xml"/><Relationship Id="rId5" Type="http://schemas.openxmlformats.org/officeDocument/2006/relationships/slide" Target="slide99.xml"/><Relationship Id="rId15" Type="http://schemas.openxmlformats.org/officeDocument/2006/relationships/image" Target="../media/image8.png"/><Relationship Id="rId10" Type="http://schemas.openxmlformats.org/officeDocument/2006/relationships/slide" Target="slide105.xml"/><Relationship Id="rId4" Type="http://schemas.openxmlformats.org/officeDocument/2006/relationships/slide" Target="slide98.xml"/><Relationship Id="rId9" Type="http://schemas.openxmlformats.org/officeDocument/2006/relationships/slide" Target="slide104.xml"/><Relationship Id="rId14" Type="http://schemas.openxmlformats.org/officeDocument/2006/relationships/image" Target="../media/image3.jpeg"/></Relationships>
</file>

<file path=ppt/slides/_rels/slide9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5.xml"/><Relationship Id="rId1" Type="http://schemas.openxmlformats.org/officeDocument/2006/relationships/slideLayout" Target="../slideLayouts/slideLayout2.xml"/><Relationship Id="rId6" Type="http://schemas.openxmlformats.org/officeDocument/2006/relationships/slide" Target="slide96.xml"/><Relationship Id="rId5" Type="http://schemas.openxmlformats.org/officeDocument/2006/relationships/image" Target="../media/image44.png"/><Relationship Id="rId4" Type="http://schemas.openxmlformats.org/officeDocument/2006/relationships/image" Target="../media/image43.png"/></Relationships>
</file>

<file path=ppt/slides/_rels/slide9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6.xml"/><Relationship Id="rId1" Type="http://schemas.openxmlformats.org/officeDocument/2006/relationships/slideLayout" Target="../slideLayouts/slideLayout2.xml"/><Relationship Id="rId5" Type="http://schemas.openxmlformats.org/officeDocument/2006/relationships/slide" Target="slide96.xml"/><Relationship Id="rId4" Type="http://schemas.openxmlformats.org/officeDocument/2006/relationships/image" Target="../media/image8.png"/></Relationships>
</file>

<file path=ppt/slides/_rels/slide9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7.xml"/><Relationship Id="rId1" Type="http://schemas.openxmlformats.org/officeDocument/2006/relationships/slideLayout" Target="../slideLayouts/slideLayout2.xml"/><Relationship Id="rId4" Type="http://schemas.openxmlformats.org/officeDocument/2006/relationships/slide" Target="slide96.xml"/></Relationships>
</file>

<file path=ppt/slides/_rels/slide10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8.xml"/><Relationship Id="rId1" Type="http://schemas.openxmlformats.org/officeDocument/2006/relationships/slideLayout" Target="../slideLayouts/slideLayout2.xml"/><Relationship Id="rId5" Type="http://schemas.openxmlformats.org/officeDocument/2006/relationships/slide" Target="slide96.xml"/><Relationship Id="rId4" Type="http://schemas.openxmlformats.org/officeDocument/2006/relationships/image" Target="../media/image8.png"/></Relationships>
</file>

<file path=ppt/slides/_rels/slide10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9.xml"/><Relationship Id="rId1" Type="http://schemas.openxmlformats.org/officeDocument/2006/relationships/slideLayout" Target="../slideLayouts/slideLayout2.xml"/><Relationship Id="rId5" Type="http://schemas.openxmlformats.org/officeDocument/2006/relationships/slide" Target="slide96.xml"/><Relationship Id="rId4" Type="http://schemas.openxmlformats.org/officeDocument/2006/relationships/image" Target="../media/image8.png"/></Relationships>
</file>

<file path=ppt/slides/_rels/slide10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0.xml"/><Relationship Id="rId1" Type="http://schemas.openxmlformats.org/officeDocument/2006/relationships/slideLayout" Target="../slideLayouts/slideLayout2.xml"/><Relationship Id="rId5" Type="http://schemas.openxmlformats.org/officeDocument/2006/relationships/slide" Target="slide96.xml"/><Relationship Id="rId4" Type="http://schemas.openxmlformats.org/officeDocument/2006/relationships/image" Target="../media/image8.png"/></Relationships>
</file>

<file path=ppt/slides/_rels/slide10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1.xml"/><Relationship Id="rId1" Type="http://schemas.openxmlformats.org/officeDocument/2006/relationships/slideLayout" Target="../slideLayouts/slideLayout2.xml"/><Relationship Id="rId6" Type="http://schemas.openxmlformats.org/officeDocument/2006/relationships/slide" Target="slide96.xml"/><Relationship Id="rId5" Type="http://schemas.openxmlformats.org/officeDocument/2006/relationships/image" Target="../media/image210.png"/><Relationship Id="rId4" Type="http://schemas.openxmlformats.org/officeDocument/2006/relationships/customXml" Target="../ink/ink2.xml"/></Relationships>
</file>

<file path=ppt/slides/_rels/slide10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2.xml"/><Relationship Id="rId1" Type="http://schemas.openxmlformats.org/officeDocument/2006/relationships/slideLayout" Target="../slideLayouts/slideLayout2.xml"/><Relationship Id="rId6" Type="http://schemas.openxmlformats.org/officeDocument/2006/relationships/slide" Target="slide96.xml"/><Relationship Id="rId5" Type="http://schemas.openxmlformats.org/officeDocument/2006/relationships/image" Target="../media/image11.svg"/><Relationship Id="rId4" Type="http://schemas.openxmlformats.org/officeDocument/2006/relationships/image" Target="../media/image10.png"/></Relationships>
</file>

<file path=ppt/slides/_rels/slide10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3.xml"/><Relationship Id="rId1" Type="http://schemas.openxmlformats.org/officeDocument/2006/relationships/slideLayout" Target="../slideLayouts/slideLayout2.xml"/><Relationship Id="rId6" Type="http://schemas.openxmlformats.org/officeDocument/2006/relationships/slide" Target="slide96.xml"/><Relationship Id="rId5" Type="http://schemas.openxmlformats.org/officeDocument/2006/relationships/image" Target="../media/image11.svg"/><Relationship Id="rId4" Type="http://schemas.openxmlformats.org/officeDocument/2006/relationships/image" Target="../media/image10.png"/></Relationships>
</file>

<file path=ppt/slides/_rels/slide106.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96.xml"/><Relationship Id="rId2" Type="http://schemas.openxmlformats.org/officeDocument/2006/relationships/notesSlide" Target="../notesSlides/notesSlide104.xml"/><Relationship Id="rId1" Type="http://schemas.openxmlformats.org/officeDocument/2006/relationships/slideLayout" Target="../slideLayouts/slideLayout2.xml"/><Relationship Id="rId6" Type="http://schemas.openxmlformats.org/officeDocument/2006/relationships/image" Target="../media/image45.png"/><Relationship Id="rId5" Type="http://schemas.openxmlformats.org/officeDocument/2006/relationships/image" Target="../media/image11.svg"/><Relationship Id="rId4" Type="http://schemas.openxmlformats.org/officeDocument/2006/relationships/image" Target="../media/image10.png"/></Relationships>
</file>

<file path=ppt/slides/_rels/slide107.xml.rels><?xml version="1.0" encoding="UTF-8" standalone="yes"?>
<Relationships xmlns="http://schemas.openxmlformats.org/package/2006/relationships"><Relationship Id="rId8" Type="http://schemas.microsoft.com/office/2007/relationships/diagramDrawing" Target="../diagrams/drawing34.xml"/><Relationship Id="rId13" Type="http://schemas.microsoft.com/office/2007/relationships/diagramDrawing" Target="../diagrams/drawing35.xml"/><Relationship Id="rId3" Type="http://schemas.openxmlformats.org/officeDocument/2006/relationships/image" Target="../media/image2.png"/><Relationship Id="rId7" Type="http://schemas.openxmlformats.org/officeDocument/2006/relationships/diagramColors" Target="../diagrams/colors34.xml"/><Relationship Id="rId12" Type="http://schemas.openxmlformats.org/officeDocument/2006/relationships/diagramColors" Target="../diagrams/colors35.xml"/><Relationship Id="rId2" Type="http://schemas.openxmlformats.org/officeDocument/2006/relationships/notesSlide" Target="../notesSlides/notesSlide105.xml"/><Relationship Id="rId1" Type="http://schemas.openxmlformats.org/officeDocument/2006/relationships/slideLayout" Target="../slideLayouts/slideLayout2.xml"/><Relationship Id="rId6" Type="http://schemas.openxmlformats.org/officeDocument/2006/relationships/diagramQuickStyle" Target="../diagrams/quickStyle34.xml"/><Relationship Id="rId11" Type="http://schemas.openxmlformats.org/officeDocument/2006/relationships/diagramQuickStyle" Target="../diagrams/quickStyle35.xml"/><Relationship Id="rId5" Type="http://schemas.openxmlformats.org/officeDocument/2006/relationships/diagramLayout" Target="../diagrams/layout34.xml"/><Relationship Id="rId10" Type="http://schemas.openxmlformats.org/officeDocument/2006/relationships/diagramLayout" Target="../diagrams/layout35.xml"/><Relationship Id="rId4" Type="http://schemas.openxmlformats.org/officeDocument/2006/relationships/diagramData" Target="../diagrams/data34.xml"/><Relationship Id="rId9" Type="http://schemas.openxmlformats.org/officeDocument/2006/relationships/diagramData" Target="../diagrams/data35.xml"/><Relationship Id="rId14" Type="http://schemas.openxmlformats.org/officeDocument/2006/relationships/slide" Target="slide96.xml"/></Relationships>
</file>

<file path=ppt/slides/_rels/slide108.xml.rels><?xml version="1.0" encoding="UTF-8" standalone="yes"?>
<Relationships xmlns="http://schemas.openxmlformats.org/package/2006/relationships"><Relationship Id="rId8" Type="http://schemas.openxmlformats.org/officeDocument/2006/relationships/diagramQuickStyle" Target="../diagrams/quickStyle36.xml"/><Relationship Id="rId3" Type="http://schemas.openxmlformats.org/officeDocument/2006/relationships/image" Target="../media/image2.png"/><Relationship Id="rId7" Type="http://schemas.openxmlformats.org/officeDocument/2006/relationships/diagramLayout" Target="../diagrams/layout36.xml"/><Relationship Id="rId2" Type="http://schemas.openxmlformats.org/officeDocument/2006/relationships/notesSlide" Target="../notesSlides/notesSlide106.xml"/><Relationship Id="rId1" Type="http://schemas.openxmlformats.org/officeDocument/2006/relationships/slideLayout" Target="../slideLayouts/slideLayout2.xml"/><Relationship Id="rId6" Type="http://schemas.openxmlformats.org/officeDocument/2006/relationships/diagramData" Target="../diagrams/data36.xml"/><Relationship Id="rId11" Type="http://schemas.openxmlformats.org/officeDocument/2006/relationships/slide" Target="slide96.xml"/><Relationship Id="rId5" Type="http://schemas.openxmlformats.org/officeDocument/2006/relationships/image" Target="../media/image11.svg"/><Relationship Id="rId10" Type="http://schemas.microsoft.com/office/2007/relationships/diagramDrawing" Target="../diagrams/drawing36.xml"/><Relationship Id="rId4" Type="http://schemas.openxmlformats.org/officeDocument/2006/relationships/image" Target="../media/image10.png"/><Relationship Id="rId9" Type="http://schemas.openxmlformats.org/officeDocument/2006/relationships/diagramColors" Target="../diagrams/colors36.xml"/></Relationships>
</file>

<file path=ppt/slides/_rels/slide109.xml.rels><?xml version="1.0" encoding="UTF-8" standalone="yes"?>
<Relationships xmlns="http://schemas.openxmlformats.org/package/2006/relationships"><Relationship Id="rId8" Type="http://schemas.openxmlformats.org/officeDocument/2006/relationships/slide" Target="slide115.xml"/><Relationship Id="rId13" Type="http://schemas.openxmlformats.org/officeDocument/2006/relationships/image" Target="../media/image3.jpeg"/><Relationship Id="rId3" Type="http://schemas.openxmlformats.org/officeDocument/2006/relationships/slide" Target="slide110.xml"/><Relationship Id="rId7" Type="http://schemas.openxmlformats.org/officeDocument/2006/relationships/slide" Target="slide114.xml"/><Relationship Id="rId12" Type="http://schemas.openxmlformats.org/officeDocument/2006/relationships/slide" Target="slide119.xml"/><Relationship Id="rId2" Type="http://schemas.openxmlformats.org/officeDocument/2006/relationships/notesSlide" Target="../notesSlides/notesSlide107.xml"/><Relationship Id="rId1" Type="http://schemas.openxmlformats.org/officeDocument/2006/relationships/slideLayout" Target="../slideLayouts/slideLayout6.xml"/><Relationship Id="rId6" Type="http://schemas.openxmlformats.org/officeDocument/2006/relationships/slide" Target="slide113.xml"/><Relationship Id="rId11" Type="http://schemas.openxmlformats.org/officeDocument/2006/relationships/slide" Target="slide118.xml"/><Relationship Id="rId5" Type="http://schemas.openxmlformats.org/officeDocument/2006/relationships/slide" Target="slide112.xml"/><Relationship Id="rId15" Type="http://schemas.openxmlformats.org/officeDocument/2006/relationships/slide" Target="slide3.xml"/><Relationship Id="rId10" Type="http://schemas.openxmlformats.org/officeDocument/2006/relationships/slide" Target="slide117.xml"/><Relationship Id="rId4" Type="http://schemas.openxmlformats.org/officeDocument/2006/relationships/slide" Target="slide111.xml"/><Relationship Id="rId9" Type="http://schemas.openxmlformats.org/officeDocument/2006/relationships/slide" Target="slide116.xml"/><Relationship Id="rId14" Type="http://schemas.openxmlformats.org/officeDocument/2006/relationships/image" Target="../media/image8.png"/></Relationships>
</file>

<file path=ppt/slides/_rels/slide1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8.xml"/><Relationship Id="rId1" Type="http://schemas.openxmlformats.org/officeDocument/2006/relationships/slideLayout" Target="../slideLayouts/slideLayout2.xml"/><Relationship Id="rId5" Type="http://schemas.openxmlformats.org/officeDocument/2006/relationships/slide" Target="slide109.xml"/><Relationship Id="rId4" Type="http://schemas.openxmlformats.org/officeDocument/2006/relationships/image" Target="../media/image8.png"/></Relationships>
</file>

<file path=ppt/slides/_rels/slide111.xml.rels><?xml version="1.0" encoding="UTF-8" standalone="yes"?>
<Relationships xmlns="http://schemas.openxmlformats.org/package/2006/relationships"><Relationship Id="rId8" Type="http://schemas.microsoft.com/office/2007/relationships/diagramDrawing" Target="../diagrams/drawing37.xml"/><Relationship Id="rId3" Type="http://schemas.openxmlformats.org/officeDocument/2006/relationships/image" Target="../media/image2.png"/><Relationship Id="rId7" Type="http://schemas.openxmlformats.org/officeDocument/2006/relationships/diagramColors" Target="../diagrams/colors37.xml"/><Relationship Id="rId2" Type="http://schemas.openxmlformats.org/officeDocument/2006/relationships/notesSlide" Target="../notesSlides/notesSlide109.xml"/><Relationship Id="rId1" Type="http://schemas.openxmlformats.org/officeDocument/2006/relationships/slideLayout" Target="../slideLayouts/slideLayout2.xml"/><Relationship Id="rId6" Type="http://schemas.openxmlformats.org/officeDocument/2006/relationships/diagramQuickStyle" Target="../diagrams/quickStyle37.xml"/><Relationship Id="rId5" Type="http://schemas.openxmlformats.org/officeDocument/2006/relationships/diagramLayout" Target="../diagrams/layout37.xml"/><Relationship Id="rId10" Type="http://schemas.openxmlformats.org/officeDocument/2006/relationships/slide" Target="slide109.xml"/><Relationship Id="rId4" Type="http://schemas.openxmlformats.org/officeDocument/2006/relationships/diagramData" Target="../diagrams/data37.xml"/><Relationship Id="rId9" Type="http://schemas.openxmlformats.org/officeDocument/2006/relationships/image" Target="../media/image8.png"/></Relationships>
</file>

<file path=ppt/slides/_rels/slide112.xml.rels><?xml version="1.0" encoding="UTF-8" standalone="yes"?>
<Relationships xmlns="http://schemas.openxmlformats.org/package/2006/relationships"><Relationship Id="rId8" Type="http://schemas.microsoft.com/office/2007/relationships/diagramDrawing" Target="../diagrams/drawing38.xml"/><Relationship Id="rId3" Type="http://schemas.openxmlformats.org/officeDocument/2006/relationships/image" Target="../media/image2.png"/><Relationship Id="rId7" Type="http://schemas.openxmlformats.org/officeDocument/2006/relationships/diagramColors" Target="../diagrams/colors38.xml"/><Relationship Id="rId2" Type="http://schemas.openxmlformats.org/officeDocument/2006/relationships/notesSlide" Target="../notesSlides/notesSlide110.xml"/><Relationship Id="rId1" Type="http://schemas.openxmlformats.org/officeDocument/2006/relationships/slideLayout" Target="../slideLayouts/slideLayout2.xml"/><Relationship Id="rId6" Type="http://schemas.openxmlformats.org/officeDocument/2006/relationships/diagramQuickStyle" Target="../diagrams/quickStyle38.xml"/><Relationship Id="rId5" Type="http://schemas.openxmlformats.org/officeDocument/2006/relationships/diagramLayout" Target="../diagrams/layout38.xml"/><Relationship Id="rId10" Type="http://schemas.openxmlformats.org/officeDocument/2006/relationships/slide" Target="slide109.xml"/><Relationship Id="rId4" Type="http://schemas.openxmlformats.org/officeDocument/2006/relationships/diagramData" Target="../diagrams/data38.xml"/><Relationship Id="rId9" Type="http://schemas.openxmlformats.org/officeDocument/2006/relationships/image" Target="../media/image8.png"/></Relationships>
</file>

<file path=ppt/slides/_rels/slide1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11.xml"/><Relationship Id="rId1" Type="http://schemas.openxmlformats.org/officeDocument/2006/relationships/slideLayout" Target="../slideLayouts/slideLayout2.xml"/><Relationship Id="rId4" Type="http://schemas.openxmlformats.org/officeDocument/2006/relationships/slide" Target="slide109.xml"/></Relationships>
</file>

<file path=ppt/slides/_rels/slide1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12.xml"/><Relationship Id="rId1" Type="http://schemas.openxmlformats.org/officeDocument/2006/relationships/slideLayout" Target="../slideLayouts/slideLayout2.xml"/><Relationship Id="rId4" Type="http://schemas.openxmlformats.org/officeDocument/2006/relationships/slide" Target="slide109.xml"/></Relationships>
</file>

<file path=ppt/slides/_rels/slide1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13.xml"/><Relationship Id="rId1" Type="http://schemas.openxmlformats.org/officeDocument/2006/relationships/slideLayout" Target="../slideLayouts/slideLayout2.xml"/><Relationship Id="rId4" Type="http://schemas.openxmlformats.org/officeDocument/2006/relationships/slide" Target="slide109.xml"/></Relationships>
</file>

<file path=ppt/slides/_rels/slide1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14.xml"/><Relationship Id="rId1" Type="http://schemas.openxmlformats.org/officeDocument/2006/relationships/slideLayout" Target="../slideLayouts/slideLayout2.xml"/><Relationship Id="rId4" Type="http://schemas.openxmlformats.org/officeDocument/2006/relationships/slide" Target="slide109.xml"/></Relationships>
</file>

<file path=ppt/slides/_rels/slide1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15.xml"/><Relationship Id="rId1" Type="http://schemas.openxmlformats.org/officeDocument/2006/relationships/slideLayout" Target="../slideLayouts/slideLayout2.xml"/><Relationship Id="rId6" Type="http://schemas.openxmlformats.org/officeDocument/2006/relationships/slide" Target="slide109.xml"/><Relationship Id="rId5" Type="http://schemas.openxmlformats.org/officeDocument/2006/relationships/image" Target="../media/image11.svg"/><Relationship Id="rId4" Type="http://schemas.openxmlformats.org/officeDocument/2006/relationships/image" Target="../media/image10.png"/></Relationships>
</file>

<file path=ppt/slides/_rels/slide1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16.xml"/><Relationship Id="rId1" Type="http://schemas.openxmlformats.org/officeDocument/2006/relationships/slideLayout" Target="../slideLayouts/slideLayout2.xml"/><Relationship Id="rId6" Type="http://schemas.openxmlformats.org/officeDocument/2006/relationships/slide" Target="slide109.xml"/><Relationship Id="rId5" Type="http://schemas.openxmlformats.org/officeDocument/2006/relationships/image" Target="../media/image11.svg"/><Relationship Id="rId4" Type="http://schemas.openxmlformats.org/officeDocument/2006/relationships/image" Target="../media/image10.png"/></Relationships>
</file>

<file path=ppt/slides/_rels/slide1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17.xml"/><Relationship Id="rId1" Type="http://schemas.openxmlformats.org/officeDocument/2006/relationships/slideLayout" Target="../slideLayouts/slideLayout2.xml"/><Relationship Id="rId4" Type="http://schemas.openxmlformats.org/officeDocument/2006/relationships/slide" Target="slide109.xml"/></Relationships>
</file>

<file path=ppt/slides/_rels/slide120.xml.rels><?xml version="1.0" encoding="UTF-8" standalone="yes"?>
<Relationships xmlns="http://schemas.openxmlformats.org/package/2006/relationships"><Relationship Id="rId8" Type="http://schemas.openxmlformats.org/officeDocument/2006/relationships/slide" Target="slide126.xml"/><Relationship Id="rId3" Type="http://schemas.openxmlformats.org/officeDocument/2006/relationships/slide" Target="slide121.xml"/><Relationship Id="rId7" Type="http://schemas.openxmlformats.org/officeDocument/2006/relationships/slide" Target="slide125.xml"/><Relationship Id="rId2" Type="http://schemas.openxmlformats.org/officeDocument/2006/relationships/notesSlide" Target="../notesSlides/notesSlide118.xml"/><Relationship Id="rId1" Type="http://schemas.openxmlformats.org/officeDocument/2006/relationships/slideLayout" Target="../slideLayouts/slideLayout6.xml"/><Relationship Id="rId6" Type="http://schemas.openxmlformats.org/officeDocument/2006/relationships/slide" Target="slide124.xml"/><Relationship Id="rId11" Type="http://schemas.openxmlformats.org/officeDocument/2006/relationships/slide" Target="slide3.xml"/><Relationship Id="rId5" Type="http://schemas.openxmlformats.org/officeDocument/2006/relationships/slide" Target="slide123.xml"/><Relationship Id="rId10" Type="http://schemas.openxmlformats.org/officeDocument/2006/relationships/image" Target="../media/image8.png"/><Relationship Id="rId4" Type="http://schemas.openxmlformats.org/officeDocument/2006/relationships/slide" Target="slide122.xml"/><Relationship Id="rId9" Type="http://schemas.openxmlformats.org/officeDocument/2006/relationships/image" Target="../media/image3.jpeg"/></Relationships>
</file>

<file path=ppt/slides/_rels/slide121.xml.rels><?xml version="1.0" encoding="UTF-8" standalone="yes"?>
<Relationships xmlns="http://schemas.openxmlformats.org/package/2006/relationships"><Relationship Id="rId8" Type="http://schemas.microsoft.com/office/2007/relationships/diagramDrawing" Target="../diagrams/drawing39.xml"/><Relationship Id="rId3" Type="http://schemas.openxmlformats.org/officeDocument/2006/relationships/image" Target="../media/image2.png"/><Relationship Id="rId7" Type="http://schemas.openxmlformats.org/officeDocument/2006/relationships/diagramColors" Target="../diagrams/colors39.xml"/><Relationship Id="rId2" Type="http://schemas.openxmlformats.org/officeDocument/2006/relationships/notesSlide" Target="../notesSlides/notesSlide119.xml"/><Relationship Id="rId1" Type="http://schemas.openxmlformats.org/officeDocument/2006/relationships/slideLayout" Target="../slideLayouts/slideLayout2.xml"/><Relationship Id="rId6" Type="http://schemas.openxmlformats.org/officeDocument/2006/relationships/diagramQuickStyle" Target="../diagrams/quickStyle39.xml"/><Relationship Id="rId5" Type="http://schemas.openxmlformats.org/officeDocument/2006/relationships/diagramLayout" Target="../diagrams/layout39.xml"/><Relationship Id="rId10" Type="http://schemas.openxmlformats.org/officeDocument/2006/relationships/slide" Target="slide120.xml"/><Relationship Id="rId4" Type="http://schemas.openxmlformats.org/officeDocument/2006/relationships/diagramData" Target="../diagrams/data39.xml"/><Relationship Id="rId9" Type="http://schemas.openxmlformats.org/officeDocument/2006/relationships/image" Target="../media/image8.png"/></Relationships>
</file>

<file path=ppt/slides/_rels/slide1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20.xml"/><Relationship Id="rId1" Type="http://schemas.openxmlformats.org/officeDocument/2006/relationships/slideLayout" Target="../slideLayouts/slideLayout2.xml"/><Relationship Id="rId5" Type="http://schemas.openxmlformats.org/officeDocument/2006/relationships/slide" Target="slide120.xml"/><Relationship Id="rId4" Type="http://schemas.openxmlformats.org/officeDocument/2006/relationships/image" Target="../media/image8.png"/></Relationships>
</file>

<file path=ppt/slides/_rels/slide123.xml.rels><?xml version="1.0" encoding="UTF-8" standalone="yes"?>
<Relationships xmlns="http://schemas.openxmlformats.org/package/2006/relationships"><Relationship Id="rId8" Type="http://schemas.microsoft.com/office/2007/relationships/diagramDrawing" Target="../diagrams/drawing40.xml"/><Relationship Id="rId3" Type="http://schemas.openxmlformats.org/officeDocument/2006/relationships/image" Target="../media/image2.png"/><Relationship Id="rId7" Type="http://schemas.openxmlformats.org/officeDocument/2006/relationships/diagramColors" Target="../diagrams/colors40.xml"/><Relationship Id="rId2" Type="http://schemas.openxmlformats.org/officeDocument/2006/relationships/notesSlide" Target="../notesSlides/notesSlide121.xml"/><Relationship Id="rId1" Type="http://schemas.openxmlformats.org/officeDocument/2006/relationships/slideLayout" Target="../slideLayouts/slideLayout2.xml"/><Relationship Id="rId6" Type="http://schemas.openxmlformats.org/officeDocument/2006/relationships/diagramQuickStyle" Target="../diagrams/quickStyle40.xml"/><Relationship Id="rId5" Type="http://schemas.openxmlformats.org/officeDocument/2006/relationships/diagramLayout" Target="../diagrams/layout40.xml"/><Relationship Id="rId10" Type="http://schemas.openxmlformats.org/officeDocument/2006/relationships/slide" Target="slide120.xml"/><Relationship Id="rId4" Type="http://schemas.openxmlformats.org/officeDocument/2006/relationships/diagramData" Target="../diagrams/data40.xml"/><Relationship Id="rId9" Type="http://schemas.openxmlformats.org/officeDocument/2006/relationships/image" Target="../media/image46.png"/></Relationships>
</file>

<file path=ppt/slides/_rels/slide124.xml.rels><?xml version="1.0" encoding="UTF-8" standalone="yes"?>
<Relationships xmlns="http://schemas.openxmlformats.org/package/2006/relationships"><Relationship Id="rId8" Type="http://schemas.microsoft.com/office/2007/relationships/diagramDrawing" Target="../diagrams/drawing41.xml"/><Relationship Id="rId3" Type="http://schemas.openxmlformats.org/officeDocument/2006/relationships/image" Target="../media/image2.png"/><Relationship Id="rId7" Type="http://schemas.openxmlformats.org/officeDocument/2006/relationships/diagramColors" Target="../diagrams/colors41.xml"/><Relationship Id="rId2" Type="http://schemas.openxmlformats.org/officeDocument/2006/relationships/notesSlide" Target="../notesSlides/notesSlide122.xml"/><Relationship Id="rId1" Type="http://schemas.openxmlformats.org/officeDocument/2006/relationships/slideLayout" Target="../slideLayouts/slideLayout2.xml"/><Relationship Id="rId6" Type="http://schemas.openxmlformats.org/officeDocument/2006/relationships/diagramQuickStyle" Target="../diagrams/quickStyle41.xml"/><Relationship Id="rId5" Type="http://schemas.openxmlformats.org/officeDocument/2006/relationships/diagramLayout" Target="../diagrams/layout41.xml"/><Relationship Id="rId4" Type="http://schemas.openxmlformats.org/officeDocument/2006/relationships/diagramData" Target="../diagrams/data41.xml"/><Relationship Id="rId9" Type="http://schemas.openxmlformats.org/officeDocument/2006/relationships/slide" Target="slide120.xml"/></Relationships>
</file>

<file path=ppt/slides/_rels/slide12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23.xml"/><Relationship Id="rId1" Type="http://schemas.openxmlformats.org/officeDocument/2006/relationships/slideLayout" Target="../slideLayouts/slideLayout2.xml"/><Relationship Id="rId4" Type="http://schemas.openxmlformats.org/officeDocument/2006/relationships/slide" Target="slide120.xml"/></Relationships>
</file>

<file path=ppt/slides/_rels/slide12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24.xml"/><Relationship Id="rId1" Type="http://schemas.openxmlformats.org/officeDocument/2006/relationships/slideLayout" Target="../slideLayouts/slideLayout2.xml"/><Relationship Id="rId6" Type="http://schemas.openxmlformats.org/officeDocument/2006/relationships/slide" Target="slide120.xml"/><Relationship Id="rId5" Type="http://schemas.openxmlformats.org/officeDocument/2006/relationships/image" Target="../media/image11.svg"/><Relationship Id="rId4" Type="http://schemas.openxmlformats.org/officeDocument/2006/relationships/image" Target="../media/image10.png"/></Relationships>
</file>

<file path=ppt/slides/_rels/slide127.xml.rels><?xml version="1.0" encoding="UTF-8" standalone="yes"?>
<Relationships xmlns="http://schemas.openxmlformats.org/package/2006/relationships"><Relationship Id="rId8" Type="http://schemas.openxmlformats.org/officeDocument/2006/relationships/image" Target="../media/image3.jpeg"/><Relationship Id="rId3" Type="http://schemas.openxmlformats.org/officeDocument/2006/relationships/slide" Target="slide128.xml"/><Relationship Id="rId7" Type="http://schemas.openxmlformats.org/officeDocument/2006/relationships/slide" Target="slide133.xml"/><Relationship Id="rId2" Type="http://schemas.openxmlformats.org/officeDocument/2006/relationships/notesSlide" Target="../notesSlides/notesSlide125.xml"/><Relationship Id="rId1" Type="http://schemas.openxmlformats.org/officeDocument/2006/relationships/slideLayout" Target="../slideLayouts/slideLayout6.xml"/><Relationship Id="rId6" Type="http://schemas.openxmlformats.org/officeDocument/2006/relationships/slide" Target="slide132.xml"/><Relationship Id="rId5" Type="http://schemas.openxmlformats.org/officeDocument/2006/relationships/slide" Target="slide130.xml"/><Relationship Id="rId10" Type="http://schemas.openxmlformats.org/officeDocument/2006/relationships/slide" Target="slide3.xml"/><Relationship Id="rId4" Type="http://schemas.openxmlformats.org/officeDocument/2006/relationships/slide" Target="slide129.xml"/><Relationship Id="rId9" Type="http://schemas.openxmlformats.org/officeDocument/2006/relationships/image" Target="../media/image8.png"/></Relationships>
</file>

<file path=ppt/slides/_rels/slide1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26.xml"/><Relationship Id="rId1" Type="http://schemas.openxmlformats.org/officeDocument/2006/relationships/slideLayout" Target="../slideLayouts/slideLayout2.xml"/><Relationship Id="rId5" Type="http://schemas.openxmlformats.org/officeDocument/2006/relationships/slide" Target="slide127.xml"/><Relationship Id="rId4" Type="http://schemas.openxmlformats.org/officeDocument/2006/relationships/image" Target="../media/image8.png"/></Relationships>
</file>

<file path=ppt/slides/_rels/slide12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27.xml"/><Relationship Id="rId1" Type="http://schemas.openxmlformats.org/officeDocument/2006/relationships/slideLayout" Target="../slideLayouts/slideLayout2.xml"/><Relationship Id="rId4" Type="http://schemas.openxmlformats.org/officeDocument/2006/relationships/slide" Target="slide127.xml"/></Relationships>
</file>

<file path=ppt/slides/_rels/slide13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28.xml"/><Relationship Id="rId1" Type="http://schemas.openxmlformats.org/officeDocument/2006/relationships/slideLayout" Target="../slideLayouts/slideLayout2.xml"/><Relationship Id="rId5" Type="http://schemas.openxmlformats.org/officeDocument/2006/relationships/slide" Target="slide127.xml"/><Relationship Id="rId4" Type="http://schemas.openxmlformats.org/officeDocument/2006/relationships/image" Target="../media/image8.png"/></Relationships>
</file>

<file path=ppt/slides/_rels/slide13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29.xml"/><Relationship Id="rId1" Type="http://schemas.openxmlformats.org/officeDocument/2006/relationships/slideLayout" Target="../slideLayouts/slideLayout2.xml"/><Relationship Id="rId5" Type="http://schemas.openxmlformats.org/officeDocument/2006/relationships/slide" Target="slide127.xml"/><Relationship Id="rId4" Type="http://schemas.openxmlformats.org/officeDocument/2006/relationships/image" Target="../media/image8.png"/></Relationships>
</file>

<file path=ppt/slides/_rels/slide132.xml.rels><?xml version="1.0" encoding="UTF-8" standalone="yes"?>
<Relationships xmlns="http://schemas.openxmlformats.org/package/2006/relationships"><Relationship Id="rId8" Type="http://schemas.microsoft.com/office/2007/relationships/diagramDrawing" Target="../diagrams/drawing42.xml"/><Relationship Id="rId3" Type="http://schemas.openxmlformats.org/officeDocument/2006/relationships/image" Target="../media/image2.png"/><Relationship Id="rId7" Type="http://schemas.openxmlformats.org/officeDocument/2006/relationships/diagramColors" Target="../diagrams/colors42.xml"/><Relationship Id="rId2" Type="http://schemas.openxmlformats.org/officeDocument/2006/relationships/notesSlide" Target="../notesSlides/notesSlide130.xml"/><Relationship Id="rId1" Type="http://schemas.openxmlformats.org/officeDocument/2006/relationships/slideLayout" Target="../slideLayouts/slideLayout2.xml"/><Relationship Id="rId6" Type="http://schemas.openxmlformats.org/officeDocument/2006/relationships/diagramQuickStyle" Target="../diagrams/quickStyle42.xml"/><Relationship Id="rId5" Type="http://schemas.openxmlformats.org/officeDocument/2006/relationships/diagramLayout" Target="../diagrams/layout42.xml"/><Relationship Id="rId4" Type="http://schemas.openxmlformats.org/officeDocument/2006/relationships/diagramData" Target="../diagrams/data42.xml"/><Relationship Id="rId9" Type="http://schemas.openxmlformats.org/officeDocument/2006/relationships/slide" Target="slide127.xml"/></Relationships>
</file>

<file path=ppt/slides/_rels/slide13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1.xml"/><Relationship Id="rId1" Type="http://schemas.openxmlformats.org/officeDocument/2006/relationships/slideLayout" Target="../slideLayouts/slideLayout2.xml"/><Relationship Id="rId6" Type="http://schemas.openxmlformats.org/officeDocument/2006/relationships/slide" Target="slide127.xml"/><Relationship Id="rId5" Type="http://schemas.openxmlformats.org/officeDocument/2006/relationships/image" Target="../media/image48.png"/><Relationship Id="rId4" Type="http://schemas.openxmlformats.org/officeDocument/2006/relationships/image" Target="../media/image47.png"/></Relationships>
</file>

<file path=ppt/slides/_rels/slide134.xml.rels><?xml version="1.0" encoding="UTF-8" standalone="yes"?>
<Relationships xmlns="http://schemas.openxmlformats.org/package/2006/relationships"><Relationship Id="rId8" Type="http://schemas.openxmlformats.org/officeDocument/2006/relationships/slide" Target="slide140.xml"/><Relationship Id="rId13" Type="http://schemas.openxmlformats.org/officeDocument/2006/relationships/image" Target="../media/image3.jpeg"/><Relationship Id="rId3" Type="http://schemas.openxmlformats.org/officeDocument/2006/relationships/slide" Target="slide135.xml"/><Relationship Id="rId7" Type="http://schemas.openxmlformats.org/officeDocument/2006/relationships/slide" Target="slide139.xml"/><Relationship Id="rId12" Type="http://schemas.openxmlformats.org/officeDocument/2006/relationships/slide" Target="slide147.xml"/><Relationship Id="rId2" Type="http://schemas.openxmlformats.org/officeDocument/2006/relationships/notesSlide" Target="../notesSlides/notesSlide132.xml"/><Relationship Id="rId1" Type="http://schemas.openxmlformats.org/officeDocument/2006/relationships/slideLayout" Target="../slideLayouts/slideLayout6.xml"/><Relationship Id="rId6" Type="http://schemas.openxmlformats.org/officeDocument/2006/relationships/slide" Target="slide138.xml"/><Relationship Id="rId11" Type="http://schemas.openxmlformats.org/officeDocument/2006/relationships/slide" Target="slide146.xml"/><Relationship Id="rId5" Type="http://schemas.openxmlformats.org/officeDocument/2006/relationships/slide" Target="slide137.xml"/><Relationship Id="rId15" Type="http://schemas.openxmlformats.org/officeDocument/2006/relationships/slide" Target="slide3.xml"/><Relationship Id="rId10" Type="http://schemas.openxmlformats.org/officeDocument/2006/relationships/slide" Target="slide145.xml"/><Relationship Id="rId4" Type="http://schemas.openxmlformats.org/officeDocument/2006/relationships/slide" Target="slide136.xml"/><Relationship Id="rId9" Type="http://schemas.openxmlformats.org/officeDocument/2006/relationships/slide" Target="slide142.xml"/><Relationship Id="rId14" Type="http://schemas.openxmlformats.org/officeDocument/2006/relationships/image" Target="../media/image8.png"/></Relationships>
</file>

<file path=ppt/slides/_rels/slide13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3.xml"/><Relationship Id="rId1" Type="http://schemas.openxmlformats.org/officeDocument/2006/relationships/slideLayout" Target="../slideLayouts/slideLayout2.xml"/><Relationship Id="rId6" Type="http://schemas.openxmlformats.org/officeDocument/2006/relationships/slide" Target="slide134.xml"/><Relationship Id="rId5" Type="http://schemas.openxmlformats.org/officeDocument/2006/relationships/image" Target="../media/image8.png"/><Relationship Id="rId4" Type="http://schemas.openxmlformats.org/officeDocument/2006/relationships/image" Target="../media/image26.png"/></Relationships>
</file>

<file path=ppt/slides/_rels/slide13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4.xml"/><Relationship Id="rId1" Type="http://schemas.openxmlformats.org/officeDocument/2006/relationships/slideLayout" Target="../slideLayouts/slideLayout2.xml"/><Relationship Id="rId5" Type="http://schemas.openxmlformats.org/officeDocument/2006/relationships/slide" Target="slide134.xml"/><Relationship Id="rId4" Type="http://schemas.openxmlformats.org/officeDocument/2006/relationships/image" Target="../media/image8.png"/></Relationships>
</file>

<file path=ppt/slides/_rels/slide13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5.xml"/><Relationship Id="rId1" Type="http://schemas.openxmlformats.org/officeDocument/2006/relationships/slideLayout" Target="../slideLayouts/slideLayout2.xml"/><Relationship Id="rId4" Type="http://schemas.openxmlformats.org/officeDocument/2006/relationships/slide" Target="slide134.xml"/></Relationships>
</file>

<file path=ppt/slides/_rels/slide13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6.xml"/><Relationship Id="rId1" Type="http://schemas.openxmlformats.org/officeDocument/2006/relationships/slideLayout" Target="../slideLayouts/slideLayout2.xml"/><Relationship Id="rId5" Type="http://schemas.openxmlformats.org/officeDocument/2006/relationships/slide" Target="slide134.xml"/><Relationship Id="rId4" Type="http://schemas.openxmlformats.org/officeDocument/2006/relationships/image" Target="../media/image8.png"/></Relationships>
</file>

<file path=ppt/slides/_rels/slide13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7.xml"/><Relationship Id="rId1" Type="http://schemas.openxmlformats.org/officeDocument/2006/relationships/slideLayout" Target="../slideLayouts/slideLayout2.xml"/><Relationship Id="rId4" Type="http://schemas.openxmlformats.org/officeDocument/2006/relationships/slide" Target="slide134.xml"/></Relationships>
</file>

<file path=ppt/slides/_rels/slide14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8.xml"/><Relationship Id="rId1" Type="http://schemas.openxmlformats.org/officeDocument/2006/relationships/slideLayout" Target="../slideLayouts/slideLayout2.xml"/><Relationship Id="rId5" Type="http://schemas.openxmlformats.org/officeDocument/2006/relationships/slide" Target="slide134.xml"/><Relationship Id="rId4" Type="http://schemas.openxmlformats.org/officeDocument/2006/relationships/image" Target="../media/image8.png"/></Relationships>
</file>

<file path=ppt/slides/_rels/slide14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9.xml"/><Relationship Id="rId1" Type="http://schemas.openxmlformats.org/officeDocument/2006/relationships/slideLayout" Target="../slideLayouts/slideLayout2.xml"/><Relationship Id="rId5" Type="http://schemas.openxmlformats.org/officeDocument/2006/relationships/slide" Target="slide134.xml"/><Relationship Id="rId4" Type="http://schemas.openxmlformats.org/officeDocument/2006/relationships/image" Target="../media/image8.png"/></Relationships>
</file>

<file path=ppt/slides/_rels/slide14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0.xml"/><Relationship Id="rId1" Type="http://schemas.openxmlformats.org/officeDocument/2006/relationships/slideLayout" Target="../slideLayouts/slideLayout2.xml"/><Relationship Id="rId5" Type="http://schemas.openxmlformats.org/officeDocument/2006/relationships/slide" Target="slide134.xml"/><Relationship Id="rId4" Type="http://schemas.openxmlformats.org/officeDocument/2006/relationships/image" Target="../media/image8.png"/></Relationships>
</file>

<file path=ppt/slides/_rels/slide14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1.xml"/><Relationship Id="rId1" Type="http://schemas.openxmlformats.org/officeDocument/2006/relationships/slideLayout" Target="../slideLayouts/slideLayout2.xml"/><Relationship Id="rId5" Type="http://schemas.openxmlformats.org/officeDocument/2006/relationships/slide" Target="slide134.xml"/><Relationship Id="rId4" Type="http://schemas.openxmlformats.org/officeDocument/2006/relationships/image" Target="../media/image8.png"/></Relationships>
</file>

<file path=ppt/slides/_rels/slide14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2.xml"/><Relationship Id="rId1" Type="http://schemas.openxmlformats.org/officeDocument/2006/relationships/slideLayout" Target="../slideLayouts/slideLayout2.xml"/><Relationship Id="rId5" Type="http://schemas.openxmlformats.org/officeDocument/2006/relationships/slide" Target="slide134.xml"/><Relationship Id="rId4" Type="http://schemas.openxmlformats.org/officeDocument/2006/relationships/image" Target="../media/image8.png"/></Relationships>
</file>

<file path=ppt/slides/_rels/slide14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3.xml"/><Relationship Id="rId1" Type="http://schemas.openxmlformats.org/officeDocument/2006/relationships/slideLayout" Target="../slideLayouts/slideLayout2.xml"/><Relationship Id="rId5" Type="http://schemas.openxmlformats.org/officeDocument/2006/relationships/slide" Target="slide134.xml"/><Relationship Id="rId4" Type="http://schemas.openxmlformats.org/officeDocument/2006/relationships/image" Target="../media/image8.png"/></Relationships>
</file>

<file path=ppt/slides/_rels/slide14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4.xml"/><Relationship Id="rId1" Type="http://schemas.openxmlformats.org/officeDocument/2006/relationships/slideLayout" Target="../slideLayouts/slideLayout2.xml"/><Relationship Id="rId4" Type="http://schemas.openxmlformats.org/officeDocument/2006/relationships/slide" Target="slide134.xml"/></Relationships>
</file>

<file path=ppt/slides/_rels/slide14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5.xml"/><Relationship Id="rId1" Type="http://schemas.openxmlformats.org/officeDocument/2006/relationships/slideLayout" Target="../slideLayouts/slideLayout2.xml"/><Relationship Id="rId4" Type="http://schemas.openxmlformats.org/officeDocument/2006/relationships/slide" Target="slide134.xml"/></Relationships>
</file>

<file path=ppt/slides/_rels/slide14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6.xml"/><Relationship Id="rId1" Type="http://schemas.openxmlformats.org/officeDocument/2006/relationships/slideLayout" Target="../slideLayouts/slideLayout2.xml"/><Relationship Id="rId4" Type="http://schemas.openxmlformats.org/officeDocument/2006/relationships/slide" Target="slide134.xml"/></Relationships>
</file>

<file path=ppt/slides/_rels/slide14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7.xml"/><Relationship Id="rId1" Type="http://schemas.openxmlformats.org/officeDocument/2006/relationships/slideLayout" Target="../slideLayouts/slideLayout2.xml"/><Relationship Id="rId4" Type="http://schemas.openxmlformats.org/officeDocument/2006/relationships/slide" Target="slide134.xml"/></Relationships>
</file>

<file path=ppt/slides/_rels/slide150.xml.rels><?xml version="1.0" encoding="UTF-8" standalone="yes"?>
<Relationships xmlns="http://schemas.openxmlformats.org/package/2006/relationships"><Relationship Id="rId8" Type="http://schemas.openxmlformats.org/officeDocument/2006/relationships/slide" Target="slide159.xml"/><Relationship Id="rId13" Type="http://schemas.openxmlformats.org/officeDocument/2006/relationships/slide" Target="slide3.xml"/><Relationship Id="rId3" Type="http://schemas.openxmlformats.org/officeDocument/2006/relationships/slide" Target="slide151.xml"/><Relationship Id="rId7" Type="http://schemas.openxmlformats.org/officeDocument/2006/relationships/slide" Target="slide157.xml"/><Relationship Id="rId12" Type="http://schemas.openxmlformats.org/officeDocument/2006/relationships/image" Target="../media/image8.png"/><Relationship Id="rId2" Type="http://schemas.openxmlformats.org/officeDocument/2006/relationships/notesSlide" Target="../notesSlides/notesSlide148.xml"/><Relationship Id="rId1" Type="http://schemas.openxmlformats.org/officeDocument/2006/relationships/slideLayout" Target="../slideLayouts/slideLayout6.xml"/><Relationship Id="rId6" Type="http://schemas.openxmlformats.org/officeDocument/2006/relationships/slide" Target="slide155.xml"/><Relationship Id="rId11" Type="http://schemas.openxmlformats.org/officeDocument/2006/relationships/image" Target="../media/image3.jpeg"/><Relationship Id="rId5" Type="http://schemas.openxmlformats.org/officeDocument/2006/relationships/slide" Target="slide154.xml"/><Relationship Id="rId10" Type="http://schemas.openxmlformats.org/officeDocument/2006/relationships/slide" Target="slide163.xml"/><Relationship Id="rId4" Type="http://schemas.openxmlformats.org/officeDocument/2006/relationships/slide" Target="slide153.xml"/><Relationship Id="rId9" Type="http://schemas.openxmlformats.org/officeDocument/2006/relationships/slide" Target="slide160.xml"/></Relationships>
</file>

<file path=ppt/slides/_rels/slide15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9.xml"/><Relationship Id="rId1" Type="http://schemas.openxmlformats.org/officeDocument/2006/relationships/slideLayout" Target="../slideLayouts/slideLayout2.xml"/><Relationship Id="rId5" Type="http://schemas.openxmlformats.org/officeDocument/2006/relationships/slide" Target="slide150.xml"/><Relationship Id="rId4" Type="http://schemas.openxmlformats.org/officeDocument/2006/relationships/image" Target="../media/image8.png"/></Relationships>
</file>

<file path=ppt/slides/_rels/slide152.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150.xml"/><Relationship Id="rId2" Type="http://schemas.openxmlformats.org/officeDocument/2006/relationships/notesSlide" Target="../notesSlides/notesSlide150.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50.svg"/><Relationship Id="rId4" Type="http://schemas.openxmlformats.org/officeDocument/2006/relationships/image" Target="../media/image49.png"/></Relationships>
</file>

<file path=ppt/slides/_rels/slide15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1.xml"/><Relationship Id="rId1" Type="http://schemas.openxmlformats.org/officeDocument/2006/relationships/slideLayout" Target="../slideLayouts/slideLayout2.xml"/><Relationship Id="rId4" Type="http://schemas.openxmlformats.org/officeDocument/2006/relationships/slide" Target="slide150.xml"/></Relationships>
</file>

<file path=ppt/slides/_rels/slide15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2.xml"/><Relationship Id="rId1" Type="http://schemas.openxmlformats.org/officeDocument/2006/relationships/slideLayout" Target="../slideLayouts/slideLayout2.xml"/><Relationship Id="rId6" Type="http://schemas.openxmlformats.org/officeDocument/2006/relationships/slide" Target="slide150.xml"/><Relationship Id="rId5" Type="http://schemas.openxmlformats.org/officeDocument/2006/relationships/image" Target="../media/image52.svg"/><Relationship Id="rId4" Type="http://schemas.openxmlformats.org/officeDocument/2006/relationships/image" Target="../media/image51.png"/></Relationships>
</file>

<file path=ppt/slides/_rels/slide15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3.xml"/><Relationship Id="rId1" Type="http://schemas.openxmlformats.org/officeDocument/2006/relationships/slideLayout" Target="../slideLayouts/slideLayout2.xml"/><Relationship Id="rId4" Type="http://schemas.openxmlformats.org/officeDocument/2006/relationships/slide" Target="slide150.xml"/></Relationships>
</file>

<file path=ppt/slides/_rels/slide15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4.xml"/><Relationship Id="rId1" Type="http://schemas.openxmlformats.org/officeDocument/2006/relationships/slideLayout" Target="../slideLayouts/slideLayout2.xml"/><Relationship Id="rId4" Type="http://schemas.openxmlformats.org/officeDocument/2006/relationships/slide" Target="slide150.xml"/></Relationships>
</file>

<file path=ppt/slides/_rels/slide15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5.xml"/><Relationship Id="rId1" Type="http://schemas.openxmlformats.org/officeDocument/2006/relationships/slideLayout" Target="../slideLayouts/slideLayout2.xml"/><Relationship Id="rId4" Type="http://schemas.openxmlformats.org/officeDocument/2006/relationships/slide" Target="slide150.xml"/></Relationships>
</file>

<file path=ppt/slides/_rels/slide15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6.xml"/><Relationship Id="rId1" Type="http://schemas.openxmlformats.org/officeDocument/2006/relationships/slideLayout" Target="../slideLayouts/slideLayout2.xml"/><Relationship Id="rId4" Type="http://schemas.openxmlformats.org/officeDocument/2006/relationships/slide" Target="slide150.xml"/></Relationships>
</file>

<file path=ppt/slides/_rels/slide15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7.xml"/><Relationship Id="rId1" Type="http://schemas.openxmlformats.org/officeDocument/2006/relationships/slideLayout" Target="../slideLayouts/slideLayout2.xml"/><Relationship Id="rId4" Type="http://schemas.openxmlformats.org/officeDocument/2006/relationships/slide" Target="slide150.xml"/></Relationships>
</file>

<file path=ppt/slides/_rels/slide16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8.xml"/><Relationship Id="rId1" Type="http://schemas.openxmlformats.org/officeDocument/2006/relationships/slideLayout" Target="../slideLayouts/slideLayout2.xml"/><Relationship Id="rId4" Type="http://schemas.openxmlformats.org/officeDocument/2006/relationships/slide" Target="slide150.xml"/></Relationships>
</file>

<file path=ppt/slides/_rels/slide16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9.xml"/><Relationship Id="rId1" Type="http://schemas.openxmlformats.org/officeDocument/2006/relationships/slideLayout" Target="../slideLayouts/slideLayout2.xml"/><Relationship Id="rId4" Type="http://schemas.openxmlformats.org/officeDocument/2006/relationships/slide" Target="slide150.xml"/></Relationships>
</file>

<file path=ppt/slides/_rels/slide16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60.xml"/><Relationship Id="rId1" Type="http://schemas.openxmlformats.org/officeDocument/2006/relationships/slideLayout" Target="../slideLayouts/slideLayout2.xml"/><Relationship Id="rId4" Type="http://schemas.openxmlformats.org/officeDocument/2006/relationships/slide" Target="slide150.xml"/></Relationships>
</file>

<file path=ppt/slides/_rels/slide163.xml.rels><?xml version="1.0" encoding="UTF-8" standalone="yes"?>
<Relationships xmlns="http://schemas.openxmlformats.org/package/2006/relationships"><Relationship Id="rId8" Type="http://schemas.microsoft.com/office/2007/relationships/diagramDrawing" Target="../diagrams/drawing43.xml"/><Relationship Id="rId3" Type="http://schemas.openxmlformats.org/officeDocument/2006/relationships/image" Target="../media/image2.png"/><Relationship Id="rId7" Type="http://schemas.openxmlformats.org/officeDocument/2006/relationships/diagramColors" Target="../diagrams/colors43.xml"/><Relationship Id="rId2" Type="http://schemas.openxmlformats.org/officeDocument/2006/relationships/notesSlide" Target="../notesSlides/notesSlide161.xml"/><Relationship Id="rId1" Type="http://schemas.openxmlformats.org/officeDocument/2006/relationships/slideLayout" Target="../slideLayouts/slideLayout2.xml"/><Relationship Id="rId6" Type="http://schemas.openxmlformats.org/officeDocument/2006/relationships/diagramQuickStyle" Target="../diagrams/quickStyle43.xml"/><Relationship Id="rId5" Type="http://schemas.openxmlformats.org/officeDocument/2006/relationships/diagramLayout" Target="../diagrams/layout43.xml"/><Relationship Id="rId10" Type="http://schemas.openxmlformats.org/officeDocument/2006/relationships/slide" Target="slide150.xml"/><Relationship Id="rId4" Type="http://schemas.openxmlformats.org/officeDocument/2006/relationships/diagramData" Target="../diagrams/data43.xml"/><Relationship Id="rId9" Type="http://schemas.openxmlformats.org/officeDocument/2006/relationships/image" Target="../media/image8.png"/></Relationships>
</file>

<file path=ppt/slides/_rels/slide164.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slide" Target="slide165.xml"/><Relationship Id="rId7" Type="http://schemas.openxmlformats.org/officeDocument/2006/relationships/image" Target="../media/image3.jpeg"/><Relationship Id="rId2" Type="http://schemas.openxmlformats.org/officeDocument/2006/relationships/notesSlide" Target="../notesSlides/notesSlide162.xml"/><Relationship Id="rId1" Type="http://schemas.openxmlformats.org/officeDocument/2006/relationships/slideLayout" Target="../slideLayouts/slideLayout6.xml"/><Relationship Id="rId6" Type="http://schemas.openxmlformats.org/officeDocument/2006/relationships/slide" Target="slide168.xml"/><Relationship Id="rId5" Type="http://schemas.openxmlformats.org/officeDocument/2006/relationships/slide" Target="slide167.xml"/><Relationship Id="rId4" Type="http://schemas.openxmlformats.org/officeDocument/2006/relationships/slide" Target="slide166.xml"/><Relationship Id="rId9" Type="http://schemas.openxmlformats.org/officeDocument/2006/relationships/slide" Target="slide3.xml"/></Relationships>
</file>

<file path=ppt/slides/_rels/slide165.xml.rels><?xml version="1.0" encoding="UTF-8" standalone="yes"?>
<Relationships xmlns="http://schemas.openxmlformats.org/package/2006/relationships"><Relationship Id="rId8" Type="http://schemas.openxmlformats.org/officeDocument/2006/relationships/slide" Target="slide164.xml"/><Relationship Id="rId3" Type="http://schemas.openxmlformats.org/officeDocument/2006/relationships/image" Target="../media/image2.png"/><Relationship Id="rId7" Type="http://schemas.openxmlformats.org/officeDocument/2006/relationships/image" Target="../media/image56.png"/><Relationship Id="rId2" Type="http://schemas.openxmlformats.org/officeDocument/2006/relationships/notesSlide" Target="../notesSlides/notesSlide163.xml"/><Relationship Id="rId1" Type="http://schemas.openxmlformats.org/officeDocument/2006/relationships/slideLayout" Target="../slideLayouts/slideLayout2.xml"/><Relationship Id="rId6" Type="http://schemas.openxmlformats.org/officeDocument/2006/relationships/image" Target="../media/image55.png"/><Relationship Id="rId5" Type="http://schemas.openxmlformats.org/officeDocument/2006/relationships/image" Target="../media/image54.png"/><Relationship Id="rId4" Type="http://schemas.openxmlformats.org/officeDocument/2006/relationships/image" Target="../media/image53.png"/></Relationships>
</file>

<file path=ppt/slides/_rels/slide16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64.xml"/><Relationship Id="rId1" Type="http://schemas.openxmlformats.org/officeDocument/2006/relationships/slideLayout" Target="../slideLayouts/slideLayout2.xml"/><Relationship Id="rId4" Type="http://schemas.openxmlformats.org/officeDocument/2006/relationships/slide" Target="slide164.xml"/></Relationships>
</file>

<file path=ppt/slides/_rels/slide16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65.xml"/><Relationship Id="rId1" Type="http://schemas.openxmlformats.org/officeDocument/2006/relationships/slideLayout" Target="../slideLayouts/slideLayout2.xml"/><Relationship Id="rId5" Type="http://schemas.openxmlformats.org/officeDocument/2006/relationships/slide" Target="slide164.xml"/><Relationship Id="rId4" Type="http://schemas.openxmlformats.org/officeDocument/2006/relationships/image" Target="../media/image8.png"/></Relationships>
</file>

<file path=ppt/slides/_rels/slide168.xml.rels><?xml version="1.0" encoding="UTF-8" standalone="yes"?>
<Relationships xmlns="http://schemas.openxmlformats.org/package/2006/relationships"><Relationship Id="rId8" Type="http://schemas.microsoft.com/office/2007/relationships/diagramDrawing" Target="../diagrams/drawing44.xml"/><Relationship Id="rId3" Type="http://schemas.openxmlformats.org/officeDocument/2006/relationships/image" Target="../media/image2.png"/><Relationship Id="rId7" Type="http://schemas.openxmlformats.org/officeDocument/2006/relationships/diagramColors" Target="../diagrams/colors44.xml"/><Relationship Id="rId2" Type="http://schemas.openxmlformats.org/officeDocument/2006/relationships/notesSlide" Target="../notesSlides/notesSlide166.xml"/><Relationship Id="rId1" Type="http://schemas.openxmlformats.org/officeDocument/2006/relationships/slideLayout" Target="../slideLayouts/slideLayout2.xml"/><Relationship Id="rId6" Type="http://schemas.openxmlformats.org/officeDocument/2006/relationships/diagramQuickStyle" Target="../diagrams/quickStyle44.xml"/><Relationship Id="rId5" Type="http://schemas.openxmlformats.org/officeDocument/2006/relationships/diagramLayout" Target="../diagrams/layout44.xml"/><Relationship Id="rId4" Type="http://schemas.openxmlformats.org/officeDocument/2006/relationships/diagramData" Target="../diagrams/data44.xml"/><Relationship Id="rId9" Type="http://schemas.openxmlformats.org/officeDocument/2006/relationships/slide" Target="slide164.xml"/></Relationships>
</file>

<file path=ppt/slides/_rels/slide169.xml.rels><?xml version="1.0" encoding="UTF-8" standalone="yes"?>
<Relationships xmlns="http://schemas.openxmlformats.org/package/2006/relationships"><Relationship Id="rId8" Type="http://schemas.openxmlformats.org/officeDocument/2006/relationships/image" Target="../media/image3.jpeg"/><Relationship Id="rId3" Type="http://schemas.openxmlformats.org/officeDocument/2006/relationships/slide" Target="slide170.xml"/><Relationship Id="rId7" Type="http://schemas.openxmlformats.org/officeDocument/2006/relationships/slide" Target="slide177.xml"/><Relationship Id="rId2" Type="http://schemas.openxmlformats.org/officeDocument/2006/relationships/notesSlide" Target="../notesSlides/notesSlide167.xml"/><Relationship Id="rId1" Type="http://schemas.openxmlformats.org/officeDocument/2006/relationships/slideLayout" Target="../slideLayouts/slideLayout6.xml"/><Relationship Id="rId6" Type="http://schemas.openxmlformats.org/officeDocument/2006/relationships/slide" Target="slide175.xml"/><Relationship Id="rId5" Type="http://schemas.openxmlformats.org/officeDocument/2006/relationships/slide" Target="slide173.xml"/><Relationship Id="rId10" Type="http://schemas.openxmlformats.org/officeDocument/2006/relationships/slide" Target="slide3.xml"/><Relationship Id="rId4" Type="http://schemas.openxmlformats.org/officeDocument/2006/relationships/slide" Target="slide171.xml"/><Relationship Id="rId9" Type="http://schemas.openxmlformats.org/officeDocument/2006/relationships/image" Target="../media/image8.png"/></Relationships>
</file>

<file path=ppt/slides/_rels/slide170.xml.rels><?xml version="1.0" encoding="UTF-8" standalone="yes"?>
<Relationships xmlns="http://schemas.openxmlformats.org/package/2006/relationships"><Relationship Id="rId8" Type="http://schemas.microsoft.com/office/2007/relationships/diagramDrawing" Target="../diagrams/drawing45.xml"/><Relationship Id="rId3" Type="http://schemas.openxmlformats.org/officeDocument/2006/relationships/image" Target="../media/image2.png"/><Relationship Id="rId7" Type="http://schemas.openxmlformats.org/officeDocument/2006/relationships/diagramColors" Target="../diagrams/colors45.xml"/><Relationship Id="rId2" Type="http://schemas.openxmlformats.org/officeDocument/2006/relationships/notesSlide" Target="../notesSlides/notesSlide168.xml"/><Relationship Id="rId1" Type="http://schemas.openxmlformats.org/officeDocument/2006/relationships/slideLayout" Target="../slideLayouts/slideLayout2.xml"/><Relationship Id="rId6" Type="http://schemas.openxmlformats.org/officeDocument/2006/relationships/diagramQuickStyle" Target="../diagrams/quickStyle45.xml"/><Relationship Id="rId5" Type="http://schemas.openxmlformats.org/officeDocument/2006/relationships/diagramLayout" Target="../diagrams/layout45.xml"/><Relationship Id="rId10" Type="http://schemas.openxmlformats.org/officeDocument/2006/relationships/slide" Target="slide169.xml"/><Relationship Id="rId4" Type="http://schemas.openxmlformats.org/officeDocument/2006/relationships/diagramData" Target="../diagrams/data45.xml"/><Relationship Id="rId9" Type="http://schemas.openxmlformats.org/officeDocument/2006/relationships/image" Target="../media/image8.png"/></Relationships>
</file>

<file path=ppt/slides/_rels/slide171.xml.rels><?xml version="1.0" encoding="UTF-8" standalone="yes"?>
<Relationships xmlns="http://schemas.openxmlformats.org/package/2006/relationships"><Relationship Id="rId8" Type="http://schemas.microsoft.com/office/2007/relationships/diagramDrawing" Target="../diagrams/drawing46.xml"/><Relationship Id="rId3" Type="http://schemas.openxmlformats.org/officeDocument/2006/relationships/image" Target="../media/image2.png"/><Relationship Id="rId7" Type="http://schemas.openxmlformats.org/officeDocument/2006/relationships/diagramColors" Target="../diagrams/colors46.xml"/><Relationship Id="rId2" Type="http://schemas.openxmlformats.org/officeDocument/2006/relationships/notesSlide" Target="../notesSlides/notesSlide169.xml"/><Relationship Id="rId1" Type="http://schemas.openxmlformats.org/officeDocument/2006/relationships/slideLayout" Target="../slideLayouts/slideLayout2.xml"/><Relationship Id="rId6" Type="http://schemas.openxmlformats.org/officeDocument/2006/relationships/diagramQuickStyle" Target="../diagrams/quickStyle46.xml"/><Relationship Id="rId5" Type="http://schemas.openxmlformats.org/officeDocument/2006/relationships/diagramLayout" Target="../diagrams/layout46.xml"/><Relationship Id="rId4" Type="http://schemas.openxmlformats.org/officeDocument/2006/relationships/diagramData" Target="../diagrams/data46.xml"/><Relationship Id="rId9" Type="http://schemas.openxmlformats.org/officeDocument/2006/relationships/slide" Target="slide169.xml"/></Relationships>
</file>

<file path=ppt/slides/_rels/slide17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0.xml"/><Relationship Id="rId1" Type="http://schemas.openxmlformats.org/officeDocument/2006/relationships/slideLayout" Target="../slideLayouts/slideLayout2.xml"/><Relationship Id="rId4" Type="http://schemas.openxmlformats.org/officeDocument/2006/relationships/slide" Target="slide169.xml"/></Relationships>
</file>

<file path=ppt/slides/_rels/slide173.xml.rels><?xml version="1.0" encoding="UTF-8" standalone="yes"?>
<Relationships xmlns="http://schemas.openxmlformats.org/package/2006/relationships"><Relationship Id="rId8" Type="http://schemas.microsoft.com/office/2007/relationships/diagramDrawing" Target="../diagrams/drawing47.xml"/><Relationship Id="rId3" Type="http://schemas.openxmlformats.org/officeDocument/2006/relationships/image" Target="../media/image2.png"/><Relationship Id="rId7" Type="http://schemas.openxmlformats.org/officeDocument/2006/relationships/diagramColors" Target="../diagrams/colors47.xml"/><Relationship Id="rId2" Type="http://schemas.openxmlformats.org/officeDocument/2006/relationships/notesSlide" Target="../notesSlides/notesSlide171.xml"/><Relationship Id="rId1" Type="http://schemas.openxmlformats.org/officeDocument/2006/relationships/slideLayout" Target="../slideLayouts/slideLayout2.xml"/><Relationship Id="rId6" Type="http://schemas.openxmlformats.org/officeDocument/2006/relationships/diagramQuickStyle" Target="../diagrams/quickStyle47.xml"/><Relationship Id="rId5" Type="http://schemas.openxmlformats.org/officeDocument/2006/relationships/diagramLayout" Target="../diagrams/layout47.xml"/><Relationship Id="rId10" Type="http://schemas.openxmlformats.org/officeDocument/2006/relationships/slide" Target="slide169.xml"/><Relationship Id="rId4" Type="http://schemas.openxmlformats.org/officeDocument/2006/relationships/diagramData" Target="../diagrams/data47.xml"/><Relationship Id="rId9" Type="http://schemas.openxmlformats.org/officeDocument/2006/relationships/image" Target="../media/image8.png"/></Relationships>
</file>

<file path=ppt/slides/_rels/slide17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2.xml"/><Relationship Id="rId1" Type="http://schemas.openxmlformats.org/officeDocument/2006/relationships/slideLayout" Target="../slideLayouts/slideLayout2.xml"/><Relationship Id="rId5" Type="http://schemas.openxmlformats.org/officeDocument/2006/relationships/slide" Target="slide169.xml"/><Relationship Id="rId4" Type="http://schemas.openxmlformats.org/officeDocument/2006/relationships/image" Target="../media/image8.png"/></Relationships>
</file>

<file path=ppt/slides/_rels/slide17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3.xml"/><Relationship Id="rId1" Type="http://schemas.openxmlformats.org/officeDocument/2006/relationships/slideLayout" Target="../slideLayouts/slideLayout2.xml"/><Relationship Id="rId5" Type="http://schemas.openxmlformats.org/officeDocument/2006/relationships/slide" Target="slide169.xml"/><Relationship Id="rId4" Type="http://schemas.openxmlformats.org/officeDocument/2006/relationships/image" Target="../media/image8.png"/></Relationships>
</file>

<file path=ppt/slides/_rels/slide176.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169.xml"/><Relationship Id="rId2" Type="http://schemas.openxmlformats.org/officeDocument/2006/relationships/notesSlide" Target="../notesSlides/notesSlide174.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52.svg"/><Relationship Id="rId4" Type="http://schemas.openxmlformats.org/officeDocument/2006/relationships/image" Target="../media/image51.png"/></Relationships>
</file>

<file path=ppt/slides/_rels/slide17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5.xml"/><Relationship Id="rId1" Type="http://schemas.openxmlformats.org/officeDocument/2006/relationships/slideLayout" Target="../slideLayouts/slideLayout2.xml"/><Relationship Id="rId4" Type="http://schemas.openxmlformats.org/officeDocument/2006/relationships/slide" Target="slide169.xml"/></Relationships>
</file>

<file path=ppt/slides/_rels/slide178.xml.rels><?xml version="1.0" encoding="UTF-8" standalone="yes"?>
<Relationships xmlns="http://schemas.openxmlformats.org/package/2006/relationships"><Relationship Id="rId8" Type="http://schemas.openxmlformats.org/officeDocument/2006/relationships/image" Target="../media/image3.jpeg"/><Relationship Id="rId3" Type="http://schemas.openxmlformats.org/officeDocument/2006/relationships/slide" Target="slide179.xml"/><Relationship Id="rId7" Type="http://schemas.openxmlformats.org/officeDocument/2006/relationships/slide" Target="slide184.xml"/><Relationship Id="rId2" Type="http://schemas.openxmlformats.org/officeDocument/2006/relationships/notesSlide" Target="../notesSlides/notesSlide176.xml"/><Relationship Id="rId1" Type="http://schemas.openxmlformats.org/officeDocument/2006/relationships/slideLayout" Target="../slideLayouts/slideLayout6.xml"/><Relationship Id="rId6" Type="http://schemas.openxmlformats.org/officeDocument/2006/relationships/slide" Target="slide183.xml"/><Relationship Id="rId5" Type="http://schemas.openxmlformats.org/officeDocument/2006/relationships/slide" Target="slide182.xml"/><Relationship Id="rId10" Type="http://schemas.openxmlformats.org/officeDocument/2006/relationships/slide" Target="slide3.xml"/><Relationship Id="rId4" Type="http://schemas.openxmlformats.org/officeDocument/2006/relationships/slide" Target="slide180.xml"/><Relationship Id="rId9" Type="http://schemas.openxmlformats.org/officeDocument/2006/relationships/image" Target="../media/image8.png"/></Relationships>
</file>

<file path=ppt/slides/_rels/slide179.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178.xml"/><Relationship Id="rId2" Type="http://schemas.openxmlformats.org/officeDocument/2006/relationships/notesSlide" Target="../notesSlides/notesSlide177.xml"/><Relationship Id="rId1" Type="http://schemas.openxmlformats.org/officeDocument/2006/relationships/slideLayout" Target="../slideLayouts/slideLayout2.xml"/><Relationship Id="rId6" Type="http://schemas.openxmlformats.org/officeDocument/2006/relationships/image" Target="../media/image58.jpeg"/><Relationship Id="rId5" Type="http://schemas.openxmlformats.org/officeDocument/2006/relationships/image" Target="../media/image57.jpeg"/><Relationship Id="rId4" Type="http://schemas.openxmlformats.org/officeDocument/2006/relationships/image" Target="../media/image8.png"/></Relationships>
</file>

<file path=ppt/slides/_rels/slide18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8.xml"/><Relationship Id="rId1" Type="http://schemas.openxmlformats.org/officeDocument/2006/relationships/slideLayout" Target="../slideLayouts/slideLayout2.xml"/><Relationship Id="rId5" Type="http://schemas.openxmlformats.org/officeDocument/2006/relationships/slide" Target="slide178.xml"/><Relationship Id="rId4" Type="http://schemas.openxmlformats.org/officeDocument/2006/relationships/image" Target="../media/image8.png"/></Relationships>
</file>

<file path=ppt/slides/_rels/slide18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9.xml"/><Relationship Id="rId1" Type="http://schemas.openxmlformats.org/officeDocument/2006/relationships/slideLayout" Target="../slideLayouts/slideLayout2.xml"/><Relationship Id="rId5" Type="http://schemas.openxmlformats.org/officeDocument/2006/relationships/slide" Target="slide178.xml"/><Relationship Id="rId4" Type="http://schemas.openxmlformats.org/officeDocument/2006/relationships/image" Target="../media/image8.png"/></Relationships>
</file>

<file path=ppt/slides/_rels/slide18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80.xml"/><Relationship Id="rId1" Type="http://schemas.openxmlformats.org/officeDocument/2006/relationships/slideLayout" Target="../slideLayouts/slideLayout2.xml"/><Relationship Id="rId4" Type="http://schemas.openxmlformats.org/officeDocument/2006/relationships/slide" Target="slide178.xml"/></Relationships>
</file>

<file path=ppt/slides/_rels/slide18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81.xml"/><Relationship Id="rId1" Type="http://schemas.openxmlformats.org/officeDocument/2006/relationships/slideLayout" Target="../slideLayouts/slideLayout2.xml"/><Relationship Id="rId4" Type="http://schemas.openxmlformats.org/officeDocument/2006/relationships/slide" Target="slide178.xml"/></Relationships>
</file>

<file path=ppt/slides/_rels/slide184.xml.rels><?xml version="1.0" encoding="UTF-8" standalone="yes"?>
<Relationships xmlns="http://schemas.openxmlformats.org/package/2006/relationships"><Relationship Id="rId8" Type="http://schemas.microsoft.com/office/2007/relationships/diagramDrawing" Target="../diagrams/drawing48.xml"/><Relationship Id="rId13" Type="http://schemas.openxmlformats.org/officeDocument/2006/relationships/diagramQuickStyle" Target="../diagrams/quickStyle49.xml"/><Relationship Id="rId3" Type="http://schemas.openxmlformats.org/officeDocument/2006/relationships/image" Target="../media/image2.png"/><Relationship Id="rId7" Type="http://schemas.openxmlformats.org/officeDocument/2006/relationships/diagramColors" Target="../diagrams/colors48.xml"/><Relationship Id="rId12" Type="http://schemas.openxmlformats.org/officeDocument/2006/relationships/diagramLayout" Target="../diagrams/layout49.xml"/><Relationship Id="rId2" Type="http://schemas.openxmlformats.org/officeDocument/2006/relationships/notesSlide" Target="../notesSlides/notesSlide182.xml"/><Relationship Id="rId16" Type="http://schemas.openxmlformats.org/officeDocument/2006/relationships/slide" Target="slide178.xml"/><Relationship Id="rId1" Type="http://schemas.openxmlformats.org/officeDocument/2006/relationships/slideLayout" Target="../slideLayouts/slideLayout2.xml"/><Relationship Id="rId6" Type="http://schemas.openxmlformats.org/officeDocument/2006/relationships/diagramQuickStyle" Target="../diagrams/quickStyle48.xml"/><Relationship Id="rId11" Type="http://schemas.openxmlformats.org/officeDocument/2006/relationships/diagramData" Target="../diagrams/data49.xml"/><Relationship Id="rId5" Type="http://schemas.openxmlformats.org/officeDocument/2006/relationships/diagramLayout" Target="../diagrams/layout48.xml"/><Relationship Id="rId15" Type="http://schemas.microsoft.com/office/2007/relationships/diagramDrawing" Target="../diagrams/drawing49.xml"/><Relationship Id="rId10" Type="http://schemas.openxmlformats.org/officeDocument/2006/relationships/image" Target="../media/image11.svg"/><Relationship Id="rId4" Type="http://schemas.openxmlformats.org/officeDocument/2006/relationships/diagramData" Target="../diagrams/data48.xml"/><Relationship Id="rId9" Type="http://schemas.openxmlformats.org/officeDocument/2006/relationships/image" Target="../media/image10.png"/><Relationship Id="rId14" Type="http://schemas.openxmlformats.org/officeDocument/2006/relationships/diagramColors" Target="../diagrams/colors49.xml"/></Relationships>
</file>

<file path=ppt/slides/_rels/slide185.xml.rels><?xml version="1.0" encoding="UTF-8" standalone="yes"?>
<Relationships xmlns="http://schemas.openxmlformats.org/package/2006/relationships"><Relationship Id="rId8" Type="http://schemas.openxmlformats.org/officeDocument/2006/relationships/slide" Target="slide191.xml"/><Relationship Id="rId3" Type="http://schemas.openxmlformats.org/officeDocument/2006/relationships/slide" Target="slide186.xml"/><Relationship Id="rId7" Type="http://schemas.openxmlformats.org/officeDocument/2006/relationships/slide" Target="slide190.xml"/><Relationship Id="rId2" Type="http://schemas.openxmlformats.org/officeDocument/2006/relationships/notesSlide" Target="../notesSlides/notesSlide183.xml"/><Relationship Id="rId1" Type="http://schemas.openxmlformats.org/officeDocument/2006/relationships/slideLayout" Target="../slideLayouts/slideLayout6.xml"/><Relationship Id="rId6" Type="http://schemas.openxmlformats.org/officeDocument/2006/relationships/slide" Target="slide189.xml"/><Relationship Id="rId11" Type="http://schemas.openxmlformats.org/officeDocument/2006/relationships/slide" Target="slide3.xml"/><Relationship Id="rId5" Type="http://schemas.openxmlformats.org/officeDocument/2006/relationships/slide" Target="slide188.xml"/><Relationship Id="rId10" Type="http://schemas.openxmlformats.org/officeDocument/2006/relationships/image" Target="../media/image8.png"/><Relationship Id="rId4" Type="http://schemas.openxmlformats.org/officeDocument/2006/relationships/slide" Target="slide187.xml"/><Relationship Id="rId9" Type="http://schemas.openxmlformats.org/officeDocument/2006/relationships/image" Target="../media/image3.jpeg"/></Relationships>
</file>

<file path=ppt/slides/_rels/slide186.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184.xml"/><Relationship Id="rId1" Type="http://schemas.openxmlformats.org/officeDocument/2006/relationships/slideLayout" Target="../slideLayouts/slideLayout2.xml"/><Relationship Id="rId5" Type="http://schemas.openxmlformats.org/officeDocument/2006/relationships/slide" Target="slide185.xml"/><Relationship Id="rId4" Type="http://schemas.openxmlformats.org/officeDocument/2006/relationships/image" Target="../media/image2.png"/></Relationships>
</file>

<file path=ppt/slides/_rels/slide18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85.xml"/><Relationship Id="rId1" Type="http://schemas.openxmlformats.org/officeDocument/2006/relationships/slideLayout" Target="../slideLayouts/slideLayout2.xml"/><Relationship Id="rId6" Type="http://schemas.openxmlformats.org/officeDocument/2006/relationships/slide" Target="slide185.xml"/><Relationship Id="rId5" Type="http://schemas.openxmlformats.org/officeDocument/2006/relationships/image" Target="../media/image11.svg"/><Relationship Id="rId4" Type="http://schemas.openxmlformats.org/officeDocument/2006/relationships/image" Target="../media/image10.png"/></Relationships>
</file>

<file path=ppt/slides/_rels/slide18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86.xml"/><Relationship Id="rId1" Type="http://schemas.openxmlformats.org/officeDocument/2006/relationships/slideLayout" Target="../slideLayouts/slideLayout2.xml"/><Relationship Id="rId4" Type="http://schemas.openxmlformats.org/officeDocument/2006/relationships/slide" Target="slide185.xml"/></Relationships>
</file>

<file path=ppt/slides/_rels/slide189.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187.xml"/><Relationship Id="rId1" Type="http://schemas.openxmlformats.org/officeDocument/2006/relationships/slideLayout" Target="../slideLayouts/slideLayout2.xml"/><Relationship Id="rId5" Type="http://schemas.openxmlformats.org/officeDocument/2006/relationships/slide" Target="slide185.xml"/><Relationship Id="rId4" Type="http://schemas.openxmlformats.org/officeDocument/2006/relationships/image" Target="../media/image2.png"/></Relationships>
</file>

<file path=ppt/slides/_rels/slide19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88.xml"/><Relationship Id="rId1" Type="http://schemas.openxmlformats.org/officeDocument/2006/relationships/slideLayout" Target="../slideLayouts/slideLayout2.xml"/><Relationship Id="rId4" Type="http://schemas.openxmlformats.org/officeDocument/2006/relationships/slide" Target="slide185.xml"/></Relationships>
</file>

<file path=ppt/slides/_rels/slide191.xml.rels><?xml version="1.0" encoding="UTF-8" standalone="yes"?>
<Relationships xmlns="http://schemas.openxmlformats.org/package/2006/relationships"><Relationship Id="rId8" Type="http://schemas.microsoft.com/office/2007/relationships/diagramDrawing" Target="../diagrams/drawing50.xml"/><Relationship Id="rId3" Type="http://schemas.openxmlformats.org/officeDocument/2006/relationships/image" Target="../media/image2.png"/><Relationship Id="rId7" Type="http://schemas.openxmlformats.org/officeDocument/2006/relationships/diagramColors" Target="../diagrams/colors50.xml"/><Relationship Id="rId2" Type="http://schemas.openxmlformats.org/officeDocument/2006/relationships/notesSlide" Target="../notesSlides/notesSlide189.xml"/><Relationship Id="rId1" Type="http://schemas.openxmlformats.org/officeDocument/2006/relationships/slideLayout" Target="../slideLayouts/slideLayout2.xml"/><Relationship Id="rId6" Type="http://schemas.openxmlformats.org/officeDocument/2006/relationships/diagramQuickStyle" Target="../diagrams/quickStyle50.xml"/><Relationship Id="rId5" Type="http://schemas.openxmlformats.org/officeDocument/2006/relationships/diagramLayout" Target="../diagrams/layout50.xml"/><Relationship Id="rId10" Type="http://schemas.openxmlformats.org/officeDocument/2006/relationships/slide" Target="slide185.xml"/><Relationship Id="rId4" Type="http://schemas.openxmlformats.org/officeDocument/2006/relationships/diagramData" Target="../diagrams/data50.xml"/><Relationship Id="rId9" Type="http://schemas.openxmlformats.org/officeDocument/2006/relationships/image" Target="../media/image8.png"/></Relationships>
</file>

<file path=ppt/slides/_rels/slide192.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slide" Target="slide193.xml"/><Relationship Id="rId7" Type="http://schemas.openxmlformats.org/officeDocument/2006/relationships/image" Target="../media/image3.jpeg"/><Relationship Id="rId2" Type="http://schemas.openxmlformats.org/officeDocument/2006/relationships/notesSlide" Target="../notesSlides/notesSlide190.xml"/><Relationship Id="rId1" Type="http://schemas.openxmlformats.org/officeDocument/2006/relationships/slideLayout" Target="../slideLayouts/slideLayout6.xml"/><Relationship Id="rId6" Type="http://schemas.openxmlformats.org/officeDocument/2006/relationships/slide" Target="slide196.xml"/><Relationship Id="rId5" Type="http://schemas.openxmlformats.org/officeDocument/2006/relationships/slide" Target="slide195.xml"/><Relationship Id="rId4" Type="http://schemas.openxmlformats.org/officeDocument/2006/relationships/slide" Target="slide194.xml"/><Relationship Id="rId9" Type="http://schemas.openxmlformats.org/officeDocument/2006/relationships/slide" Target="slide3.xml"/></Relationships>
</file>

<file path=ppt/slides/_rels/slide19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91.xml"/><Relationship Id="rId1" Type="http://schemas.openxmlformats.org/officeDocument/2006/relationships/slideLayout" Target="../slideLayouts/slideLayout2.xml"/><Relationship Id="rId5" Type="http://schemas.openxmlformats.org/officeDocument/2006/relationships/slide" Target="slide192.xml"/><Relationship Id="rId4" Type="http://schemas.openxmlformats.org/officeDocument/2006/relationships/image" Target="../media/image8.png"/></Relationships>
</file>

<file path=ppt/slides/_rels/slide19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92.xml"/><Relationship Id="rId1" Type="http://schemas.openxmlformats.org/officeDocument/2006/relationships/slideLayout" Target="../slideLayouts/slideLayout2.xml"/><Relationship Id="rId4" Type="http://schemas.openxmlformats.org/officeDocument/2006/relationships/slide" Target="slide192.xml"/></Relationships>
</file>

<file path=ppt/slides/_rels/slide19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93.xml"/><Relationship Id="rId1" Type="http://schemas.openxmlformats.org/officeDocument/2006/relationships/slideLayout" Target="../slideLayouts/slideLayout2.xml"/><Relationship Id="rId4" Type="http://schemas.openxmlformats.org/officeDocument/2006/relationships/slide" Target="slide192.xml"/></Relationships>
</file>

<file path=ppt/slides/_rels/slide19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94.xml"/><Relationship Id="rId1" Type="http://schemas.openxmlformats.org/officeDocument/2006/relationships/slideLayout" Target="../slideLayouts/slideLayout2.xml"/><Relationship Id="rId6" Type="http://schemas.openxmlformats.org/officeDocument/2006/relationships/slide" Target="slide192.xml"/><Relationship Id="rId5" Type="http://schemas.openxmlformats.org/officeDocument/2006/relationships/image" Target="../media/image11.svg"/><Relationship Id="rId4" Type="http://schemas.openxmlformats.org/officeDocument/2006/relationships/image" Target="../media/image10.png"/></Relationships>
</file>

<file path=ppt/slides/_rels/slide197.xml.rels><?xml version="1.0" encoding="UTF-8" standalone="yes"?>
<Relationships xmlns="http://schemas.openxmlformats.org/package/2006/relationships"><Relationship Id="rId8" Type="http://schemas.openxmlformats.org/officeDocument/2006/relationships/image" Target="../media/image3.jpeg"/><Relationship Id="rId3" Type="http://schemas.openxmlformats.org/officeDocument/2006/relationships/slide" Target="slide198.xml"/><Relationship Id="rId7" Type="http://schemas.openxmlformats.org/officeDocument/2006/relationships/slide" Target="slide202.xml"/><Relationship Id="rId2" Type="http://schemas.openxmlformats.org/officeDocument/2006/relationships/notesSlide" Target="../notesSlides/notesSlide195.xml"/><Relationship Id="rId1" Type="http://schemas.openxmlformats.org/officeDocument/2006/relationships/slideLayout" Target="../slideLayouts/slideLayout6.xml"/><Relationship Id="rId6" Type="http://schemas.openxmlformats.org/officeDocument/2006/relationships/slide" Target="slide201.xml"/><Relationship Id="rId5" Type="http://schemas.openxmlformats.org/officeDocument/2006/relationships/slide" Target="slide200.xml"/><Relationship Id="rId10" Type="http://schemas.openxmlformats.org/officeDocument/2006/relationships/slide" Target="slide3.xml"/><Relationship Id="rId4" Type="http://schemas.openxmlformats.org/officeDocument/2006/relationships/slide" Target="slide199.xml"/><Relationship Id="rId9" Type="http://schemas.openxmlformats.org/officeDocument/2006/relationships/image" Target="../media/image8.png"/></Relationships>
</file>

<file path=ppt/slides/_rels/slide198.xml.rels><?xml version="1.0" encoding="UTF-8" standalone="yes"?>
<Relationships xmlns="http://schemas.openxmlformats.org/package/2006/relationships"><Relationship Id="rId8" Type="http://schemas.microsoft.com/office/2007/relationships/diagramDrawing" Target="../diagrams/drawing51.xml"/><Relationship Id="rId3" Type="http://schemas.openxmlformats.org/officeDocument/2006/relationships/image" Target="../media/image2.png"/><Relationship Id="rId7" Type="http://schemas.openxmlformats.org/officeDocument/2006/relationships/diagramColors" Target="../diagrams/colors51.xml"/><Relationship Id="rId2" Type="http://schemas.openxmlformats.org/officeDocument/2006/relationships/notesSlide" Target="../notesSlides/notesSlide196.xml"/><Relationship Id="rId1" Type="http://schemas.openxmlformats.org/officeDocument/2006/relationships/slideLayout" Target="../slideLayouts/slideLayout2.xml"/><Relationship Id="rId6" Type="http://schemas.openxmlformats.org/officeDocument/2006/relationships/diagramQuickStyle" Target="../diagrams/quickStyle51.xml"/><Relationship Id="rId5" Type="http://schemas.openxmlformats.org/officeDocument/2006/relationships/diagramLayout" Target="../diagrams/layout51.xml"/><Relationship Id="rId10" Type="http://schemas.openxmlformats.org/officeDocument/2006/relationships/slide" Target="slide197.xml"/><Relationship Id="rId4" Type="http://schemas.openxmlformats.org/officeDocument/2006/relationships/diagramData" Target="../diagrams/data51.xml"/><Relationship Id="rId9" Type="http://schemas.openxmlformats.org/officeDocument/2006/relationships/image" Target="../media/image8.png"/></Relationships>
</file>

<file path=ppt/slides/_rels/slide19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97.xml"/><Relationship Id="rId1" Type="http://schemas.openxmlformats.org/officeDocument/2006/relationships/slideLayout" Target="../slideLayouts/slideLayout2.xml"/><Relationship Id="rId4" Type="http://schemas.openxmlformats.org/officeDocument/2006/relationships/slide" Target="slide197.xml"/></Relationships>
</file>

<file path=ppt/slides/_rels/slide20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98.xml"/><Relationship Id="rId1" Type="http://schemas.openxmlformats.org/officeDocument/2006/relationships/slideLayout" Target="../slideLayouts/slideLayout2.xml"/><Relationship Id="rId5" Type="http://schemas.openxmlformats.org/officeDocument/2006/relationships/slide" Target="slide197.xml"/><Relationship Id="rId4" Type="http://schemas.openxmlformats.org/officeDocument/2006/relationships/image" Target="../media/image61.png"/></Relationships>
</file>

<file path=ppt/slides/_rels/slide201.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199.xml"/><Relationship Id="rId1" Type="http://schemas.openxmlformats.org/officeDocument/2006/relationships/slideLayout" Target="../slideLayouts/slideLayout2.xml"/><Relationship Id="rId5" Type="http://schemas.openxmlformats.org/officeDocument/2006/relationships/slide" Target="slide197.xml"/><Relationship Id="rId4" Type="http://schemas.openxmlformats.org/officeDocument/2006/relationships/image" Target="../media/image2.png"/></Relationships>
</file>

<file path=ppt/slides/_rels/slide20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00.xml"/><Relationship Id="rId1" Type="http://schemas.openxmlformats.org/officeDocument/2006/relationships/slideLayout" Target="../slideLayouts/slideLayout2.xml"/><Relationship Id="rId5" Type="http://schemas.openxmlformats.org/officeDocument/2006/relationships/slide" Target="slide197.xml"/><Relationship Id="rId4" Type="http://schemas.openxmlformats.org/officeDocument/2006/relationships/image" Target="../media/image8.png"/></Relationships>
</file>

<file path=ppt/slides/_rels/slide203.xml.rels><?xml version="1.0" encoding="UTF-8" standalone="yes"?>
<Relationships xmlns="http://schemas.openxmlformats.org/package/2006/relationships"><Relationship Id="rId8" Type="http://schemas.openxmlformats.org/officeDocument/2006/relationships/slide" Target="slide209.xml"/><Relationship Id="rId3" Type="http://schemas.openxmlformats.org/officeDocument/2006/relationships/slide" Target="slide204.xml"/><Relationship Id="rId7" Type="http://schemas.openxmlformats.org/officeDocument/2006/relationships/slide" Target="slide208.xml"/><Relationship Id="rId2" Type="http://schemas.openxmlformats.org/officeDocument/2006/relationships/notesSlide" Target="../notesSlides/notesSlide201.xml"/><Relationship Id="rId1" Type="http://schemas.openxmlformats.org/officeDocument/2006/relationships/slideLayout" Target="../slideLayouts/slideLayout6.xml"/><Relationship Id="rId6" Type="http://schemas.openxmlformats.org/officeDocument/2006/relationships/slide" Target="slide207.xml"/><Relationship Id="rId11" Type="http://schemas.openxmlformats.org/officeDocument/2006/relationships/slide" Target="slide3.xml"/><Relationship Id="rId5" Type="http://schemas.openxmlformats.org/officeDocument/2006/relationships/slide" Target="slide206.xml"/><Relationship Id="rId10" Type="http://schemas.openxmlformats.org/officeDocument/2006/relationships/image" Target="../media/image8.png"/><Relationship Id="rId4" Type="http://schemas.openxmlformats.org/officeDocument/2006/relationships/slide" Target="slide205.xml"/><Relationship Id="rId9" Type="http://schemas.openxmlformats.org/officeDocument/2006/relationships/image" Target="../media/image3.jpeg"/></Relationships>
</file>

<file path=ppt/slides/_rels/slide20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02.xml"/><Relationship Id="rId1" Type="http://schemas.openxmlformats.org/officeDocument/2006/relationships/slideLayout" Target="../slideLayouts/slideLayout2.xml"/><Relationship Id="rId5" Type="http://schemas.openxmlformats.org/officeDocument/2006/relationships/slide" Target="slide203.xml"/><Relationship Id="rId4" Type="http://schemas.openxmlformats.org/officeDocument/2006/relationships/image" Target="../media/image8.png"/></Relationships>
</file>

<file path=ppt/slides/_rels/slide20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03.xml"/><Relationship Id="rId1" Type="http://schemas.openxmlformats.org/officeDocument/2006/relationships/slideLayout" Target="../slideLayouts/slideLayout2.xml"/><Relationship Id="rId4" Type="http://schemas.openxmlformats.org/officeDocument/2006/relationships/slide" Target="slide203.xml"/></Relationships>
</file>

<file path=ppt/slides/_rels/slide20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04.xml"/><Relationship Id="rId1" Type="http://schemas.openxmlformats.org/officeDocument/2006/relationships/slideLayout" Target="../slideLayouts/slideLayout2.xml"/><Relationship Id="rId4" Type="http://schemas.openxmlformats.org/officeDocument/2006/relationships/slide" Target="slide203.xml"/></Relationships>
</file>

<file path=ppt/slides/_rels/slide20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05.xml"/><Relationship Id="rId1" Type="http://schemas.openxmlformats.org/officeDocument/2006/relationships/slideLayout" Target="../slideLayouts/slideLayout2.xml"/><Relationship Id="rId5" Type="http://schemas.openxmlformats.org/officeDocument/2006/relationships/slide" Target="slide203.xml"/><Relationship Id="rId4" Type="http://schemas.openxmlformats.org/officeDocument/2006/relationships/image" Target="../media/image8.png"/></Relationships>
</file>

<file path=ppt/slides/_rels/slide20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06.xml"/><Relationship Id="rId1" Type="http://schemas.openxmlformats.org/officeDocument/2006/relationships/slideLayout" Target="../slideLayouts/slideLayout2.xml"/><Relationship Id="rId4" Type="http://schemas.openxmlformats.org/officeDocument/2006/relationships/slide" Target="slide203.xml"/></Relationships>
</file>

<file path=ppt/slides/_rels/slide20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07.xml"/><Relationship Id="rId1" Type="http://schemas.openxmlformats.org/officeDocument/2006/relationships/slideLayout" Target="../slideLayouts/slideLayout2.xml"/><Relationship Id="rId4" Type="http://schemas.openxmlformats.org/officeDocument/2006/relationships/slide" Target="slide203.xml"/></Relationships>
</file>

<file path=ppt/slides/_rels/slide210.xml.rels><?xml version="1.0" encoding="UTF-8" standalone="yes"?>
<Relationships xmlns="http://schemas.openxmlformats.org/package/2006/relationships"><Relationship Id="rId8" Type="http://schemas.openxmlformats.org/officeDocument/2006/relationships/diagramColors" Target="../diagrams/colors52.xml"/><Relationship Id="rId13" Type="http://schemas.openxmlformats.org/officeDocument/2006/relationships/diagramQuickStyle" Target="../diagrams/quickStyle53.xml"/><Relationship Id="rId3" Type="http://schemas.openxmlformats.org/officeDocument/2006/relationships/image" Target="../media/image3.jpeg"/><Relationship Id="rId7" Type="http://schemas.openxmlformats.org/officeDocument/2006/relationships/diagramQuickStyle" Target="../diagrams/quickStyle52.xml"/><Relationship Id="rId12" Type="http://schemas.openxmlformats.org/officeDocument/2006/relationships/diagramLayout" Target="../diagrams/layout53.xml"/><Relationship Id="rId2" Type="http://schemas.openxmlformats.org/officeDocument/2006/relationships/notesSlide" Target="../notesSlides/notesSlide208.xml"/><Relationship Id="rId16" Type="http://schemas.openxmlformats.org/officeDocument/2006/relationships/image" Target="../media/image63.jpeg"/><Relationship Id="rId1" Type="http://schemas.openxmlformats.org/officeDocument/2006/relationships/slideLayout" Target="../slideLayouts/slideLayout6.xml"/><Relationship Id="rId6" Type="http://schemas.openxmlformats.org/officeDocument/2006/relationships/diagramLayout" Target="../diagrams/layout52.xml"/><Relationship Id="rId11" Type="http://schemas.openxmlformats.org/officeDocument/2006/relationships/diagramData" Target="../diagrams/data53.xml"/><Relationship Id="rId5" Type="http://schemas.openxmlformats.org/officeDocument/2006/relationships/diagramData" Target="../diagrams/data52.xml"/><Relationship Id="rId15" Type="http://schemas.microsoft.com/office/2007/relationships/diagramDrawing" Target="../diagrams/drawing53.xml"/><Relationship Id="rId10" Type="http://schemas.openxmlformats.org/officeDocument/2006/relationships/image" Target="../media/image4.png"/><Relationship Id="rId4" Type="http://schemas.openxmlformats.org/officeDocument/2006/relationships/slide" Target="slide3.xml"/><Relationship Id="rId9" Type="http://schemas.microsoft.com/office/2007/relationships/diagramDrawing" Target="../diagrams/drawing52.xml"/><Relationship Id="rId14" Type="http://schemas.openxmlformats.org/officeDocument/2006/relationships/diagramColors" Target="../diagrams/colors53.xml"/></Relationships>
</file>

<file path=ppt/slides/_rels/slide211.xml.rels><?xml version="1.0" encoding="UTF-8" standalone="yes"?>
<Relationships xmlns="http://schemas.openxmlformats.org/package/2006/relationships"><Relationship Id="rId8" Type="http://schemas.openxmlformats.org/officeDocument/2006/relationships/slide" Target="slide217.xml"/><Relationship Id="rId13" Type="http://schemas.openxmlformats.org/officeDocument/2006/relationships/slide" Target="slide4.xml"/><Relationship Id="rId3" Type="http://schemas.openxmlformats.org/officeDocument/2006/relationships/slide" Target="slide212.xml"/><Relationship Id="rId7" Type="http://schemas.openxmlformats.org/officeDocument/2006/relationships/slide" Target="slide216.xml"/><Relationship Id="rId12" Type="http://schemas.openxmlformats.org/officeDocument/2006/relationships/image" Target="../media/image4.png"/><Relationship Id="rId2" Type="http://schemas.openxmlformats.org/officeDocument/2006/relationships/notesSlide" Target="../notesSlides/notesSlide209.xml"/><Relationship Id="rId1" Type="http://schemas.openxmlformats.org/officeDocument/2006/relationships/slideLayout" Target="../slideLayouts/slideLayout6.xml"/><Relationship Id="rId6" Type="http://schemas.openxmlformats.org/officeDocument/2006/relationships/slide" Target="slide215.xml"/><Relationship Id="rId11" Type="http://schemas.openxmlformats.org/officeDocument/2006/relationships/image" Target="../media/image8.png"/><Relationship Id="rId5" Type="http://schemas.openxmlformats.org/officeDocument/2006/relationships/slide" Target="slide214.xml"/><Relationship Id="rId10" Type="http://schemas.openxmlformats.org/officeDocument/2006/relationships/image" Target="../media/image3.jpeg"/><Relationship Id="rId4" Type="http://schemas.openxmlformats.org/officeDocument/2006/relationships/slide" Target="slide213.xml"/><Relationship Id="rId9" Type="http://schemas.openxmlformats.org/officeDocument/2006/relationships/slide" Target="slide218.xml"/></Relationships>
</file>

<file path=ppt/slides/_rels/slide212.xml.rels><?xml version="1.0" encoding="UTF-8" standalone="yes"?>
<Relationships xmlns="http://schemas.openxmlformats.org/package/2006/relationships"><Relationship Id="rId8" Type="http://schemas.microsoft.com/office/2007/relationships/diagramDrawing" Target="../diagrams/drawing54.xml"/><Relationship Id="rId3" Type="http://schemas.openxmlformats.org/officeDocument/2006/relationships/image" Target="../media/image4.png"/><Relationship Id="rId7" Type="http://schemas.openxmlformats.org/officeDocument/2006/relationships/diagramColors" Target="../diagrams/colors54.xml"/><Relationship Id="rId2" Type="http://schemas.openxmlformats.org/officeDocument/2006/relationships/image" Target="../media/image2.png"/><Relationship Id="rId1" Type="http://schemas.openxmlformats.org/officeDocument/2006/relationships/slideLayout" Target="../slideLayouts/slideLayout24.xml"/><Relationship Id="rId6" Type="http://schemas.openxmlformats.org/officeDocument/2006/relationships/diagramQuickStyle" Target="../diagrams/quickStyle54.xml"/><Relationship Id="rId5" Type="http://schemas.openxmlformats.org/officeDocument/2006/relationships/diagramLayout" Target="../diagrams/layout54.xml"/><Relationship Id="rId10" Type="http://schemas.openxmlformats.org/officeDocument/2006/relationships/slide" Target="slide211.xml"/><Relationship Id="rId4" Type="http://schemas.openxmlformats.org/officeDocument/2006/relationships/diagramData" Target="../diagrams/data54.xml"/><Relationship Id="rId9" Type="http://schemas.openxmlformats.org/officeDocument/2006/relationships/image" Target="../media/image8.png"/></Relationships>
</file>

<file path=ppt/slides/_rels/slide213.xml.rels><?xml version="1.0" encoding="UTF-8" standalone="yes"?>
<Relationships xmlns="http://schemas.openxmlformats.org/package/2006/relationships"><Relationship Id="rId8" Type="http://schemas.openxmlformats.org/officeDocument/2006/relationships/diagramColors" Target="../diagrams/colors55.xml"/><Relationship Id="rId3" Type="http://schemas.openxmlformats.org/officeDocument/2006/relationships/image" Target="../media/image2.png"/><Relationship Id="rId7" Type="http://schemas.openxmlformats.org/officeDocument/2006/relationships/diagramQuickStyle" Target="../diagrams/quickStyle55.xml"/><Relationship Id="rId2" Type="http://schemas.openxmlformats.org/officeDocument/2006/relationships/notesSlide" Target="../notesSlides/notesSlide210.xml"/><Relationship Id="rId1" Type="http://schemas.openxmlformats.org/officeDocument/2006/relationships/slideLayout" Target="../slideLayouts/slideLayout2.xml"/><Relationship Id="rId6" Type="http://schemas.openxmlformats.org/officeDocument/2006/relationships/diagramLayout" Target="../diagrams/layout55.xml"/><Relationship Id="rId11" Type="http://schemas.openxmlformats.org/officeDocument/2006/relationships/slide" Target="slide211.xml"/><Relationship Id="rId5" Type="http://schemas.openxmlformats.org/officeDocument/2006/relationships/diagramData" Target="../diagrams/data55.xml"/><Relationship Id="rId10" Type="http://schemas.openxmlformats.org/officeDocument/2006/relationships/image" Target="../media/image8.png"/><Relationship Id="rId4" Type="http://schemas.openxmlformats.org/officeDocument/2006/relationships/image" Target="../media/image4.png"/><Relationship Id="rId9" Type="http://schemas.microsoft.com/office/2007/relationships/diagramDrawing" Target="../diagrams/drawing55.xml"/></Relationships>
</file>

<file path=ppt/slides/_rels/slide2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11.xml"/><Relationship Id="rId1" Type="http://schemas.openxmlformats.org/officeDocument/2006/relationships/slideLayout" Target="../slideLayouts/slideLayout2.xml"/><Relationship Id="rId5" Type="http://schemas.openxmlformats.org/officeDocument/2006/relationships/slide" Target="slide211.xml"/><Relationship Id="rId4" Type="http://schemas.openxmlformats.org/officeDocument/2006/relationships/image" Target="../media/image4.png"/></Relationships>
</file>

<file path=ppt/slides/_rels/slide2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12.xml"/><Relationship Id="rId1" Type="http://schemas.openxmlformats.org/officeDocument/2006/relationships/slideLayout" Target="../slideLayouts/slideLayout2.xml"/><Relationship Id="rId5" Type="http://schemas.openxmlformats.org/officeDocument/2006/relationships/slide" Target="slide211.xml"/><Relationship Id="rId4" Type="http://schemas.openxmlformats.org/officeDocument/2006/relationships/image" Target="../media/image4.png"/></Relationships>
</file>

<file path=ppt/slides/_rels/slide2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13.xml"/><Relationship Id="rId1" Type="http://schemas.openxmlformats.org/officeDocument/2006/relationships/slideLayout" Target="../slideLayouts/slideLayout2.xml"/><Relationship Id="rId5" Type="http://schemas.openxmlformats.org/officeDocument/2006/relationships/slide" Target="slide211.xml"/><Relationship Id="rId4" Type="http://schemas.openxmlformats.org/officeDocument/2006/relationships/image" Target="../media/image4.png"/></Relationships>
</file>

<file path=ppt/slides/_rels/slide2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14.xml"/><Relationship Id="rId1" Type="http://schemas.openxmlformats.org/officeDocument/2006/relationships/slideLayout" Target="../slideLayouts/slideLayout2.xml"/><Relationship Id="rId5" Type="http://schemas.openxmlformats.org/officeDocument/2006/relationships/slide" Target="slide211.xml"/><Relationship Id="rId4" Type="http://schemas.openxmlformats.org/officeDocument/2006/relationships/image" Target="../media/image4.png"/></Relationships>
</file>

<file path=ppt/slides/_rels/slide2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15.xml"/><Relationship Id="rId1" Type="http://schemas.openxmlformats.org/officeDocument/2006/relationships/slideLayout" Target="../slideLayouts/slideLayout2.xml"/><Relationship Id="rId6" Type="http://schemas.openxmlformats.org/officeDocument/2006/relationships/slide" Target="slide211.xml"/><Relationship Id="rId5" Type="http://schemas.openxmlformats.org/officeDocument/2006/relationships/image" Target="../media/image8.png"/><Relationship Id="rId4" Type="http://schemas.openxmlformats.org/officeDocument/2006/relationships/image" Target="../media/image4.png"/></Relationships>
</file>

<file path=ppt/slides/_rels/slide219.xml.rels><?xml version="1.0" encoding="UTF-8" standalone="yes"?>
<Relationships xmlns="http://schemas.openxmlformats.org/package/2006/relationships"><Relationship Id="rId8" Type="http://schemas.openxmlformats.org/officeDocument/2006/relationships/image" Target="../media/image3.jpeg"/><Relationship Id="rId3" Type="http://schemas.openxmlformats.org/officeDocument/2006/relationships/slide" Target="slide220.xml"/><Relationship Id="rId7" Type="http://schemas.openxmlformats.org/officeDocument/2006/relationships/slide" Target="slide224.xml"/><Relationship Id="rId2" Type="http://schemas.openxmlformats.org/officeDocument/2006/relationships/notesSlide" Target="../notesSlides/notesSlide216.xml"/><Relationship Id="rId1" Type="http://schemas.openxmlformats.org/officeDocument/2006/relationships/slideLayout" Target="../slideLayouts/slideLayout6.xml"/><Relationship Id="rId6" Type="http://schemas.openxmlformats.org/officeDocument/2006/relationships/slide" Target="slide223.xml"/><Relationship Id="rId11" Type="http://schemas.openxmlformats.org/officeDocument/2006/relationships/slide" Target="slide4.xml"/><Relationship Id="rId5" Type="http://schemas.openxmlformats.org/officeDocument/2006/relationships/slide" Target="slide222.xml"/><Relationship Id="rId10" Type="http://schemas.openxmlformats.org/officeDocument/2006/relationships/image" Target="../media/image4.png"/><Relationship Id="rId4" Type="http://schemas.openxmlformats.org/officeDocument/2006/relationships/slide" Target="slide221.xml"/><Relationship Id="rId9" Type="http://schemas.openxmlformats.org/officeDocument/2006/relationships/image" Target="../media/image8.png"/></Relationships>
</file>

<file path=ppt/slides/_rels/slide220.xml.rels><?xml version="1.0" encoding="UTF-8" standalone="yes"?>
<Relationships xmlns="http://schemas.openxmlformats.org/package/2006/relationships"><Relationship Id="rId8" Type="http://schemas.openxmlformats.org/officeDocument/2006/relationships/diagramQuickStyle" Target="../diagrams/quickStyle56.xml"/><Relationship Id="rId3" Type="http://schemas.openxmlformats.org/officeDocument/2006/relationships/image" Target="../media/image2.png"/><Relationship Id="rId7" Type="http://schemas.openxmlformats.org/officeDocument/2006/relationships/diagramLayout" Target="../diagrams/layout56.xml"/><Relationship Id="rId2" Type="http://schemas.openxmlformats.org/officeDocument/2006/relationships/notesSlide" Target="../notesSlides/notesSlide217.xml"/><Relationship Id="rId1" Type="http://schemas.openxmlformats.org/officeDocument/2006/relationships/slideLayout" Target="../slideLayouts/slideLayout2.xml"/><Relationship Id="rId6" Type="http://schemas.openxmlformats.org/officeDocument/2006/relationships/diagramData" Target="../diagrams/data56.xml"/><Relationship Id="rId11" Type="http://schemas.openxmlformats.org/officeDocument/2006/relationships/slide" Target="slide219.xml"/><Relationship Id="rId5" Type="http://schemas.openxmlformats.org/officeDocument/2006/relationships/image" Target="../media/image8.png"/><Relationship Id="rId10" Type="http://schemas.microsoft.com/office/2007/relationships/diagramDrawing" Target="../diagrams/drawing56.xml"/><Relationship Id="rId4" Type="http://schemas.openxmlformats.org/officeDocument/2006/relationships/image" Target="../media/image4.png"/><Relationship Id="rId9" Type="http://schemas.openxmlformats.org/officeDocument/2006/relationships/diagramColors" Target="../diagrams/colors56.xml"/></Relationships>
</file>

<file path=ppt/slides/_rels/slide2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18.xml"/><Relationship Id="rId1" Type="http://schemas.openxmlformats.org/officeDocument/2006/relationships/slideLayout" Target="../slideLayouts/slideLayout2.xml"/><Relationship Id="rId5" Type="http://schemas.openxmlformats.org/officeDocument/2006/relationships/slide" Target="slide219.xml"/><Relationship Id="rId4" Type="http://schemas.openxmlformats.org/officeDocument/2006/relationships/image" Target="../media/image4.png"/></Relationships>
</file>

<file path=ppt/slides/_rels/slide2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19.xml"/><Relationship Id="rId1" Type="http://schemas.openxmlformats.org/officeDocument/2006/relationships/slideLayout" Target="../slideLayouts/slideLayout2.xml"/><Relationship Id="rId5" Type="http://schemas.openxmlformats.org/officeDocument/2006/relationships/slide" Target="slide219.xml"/><Relationship Id="rId4" Type="http://schemas.openxmlformats.org/officeDocument/2006/relationships/image" Target="../media/image4.png"/></Relationships>
</file>

<file path=ppt/slides/_rels/slide2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20.xml"/><Relationship Id="rId1" Type="http://schemas.openxmlformats.org/officeDocument/2006/relationships/slideLayout" Target="../slideLayouts/slideLayout2.xml"/><Relationship Id="rId6" Type="http://schemas.openxmlformats.org/officeDocument/2006/relationships/slide" Target="slide219.xml"/><Relationship Id="rId5" Type="http://schemas.openxmlformats.org/officeDocument/2006/relationships/image" Target="../media/image8.png"/><Relationship Id="rId4" Type="http://schemas.openxmlformats.org/officeDocument/2006/relationships/image" Target="../media/image4.png"/></Relationships>
</file>

<file path=ppt/slides/_rels/slide22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21.xml"/><Relationship Id="rId1" Type="http://schemas.openxmlformats.org/officeDocument/2006/relationships/slideLayout" Target="../slideLayouts/slideLayout2.xml"/><Relationship Id="rId5" Type="http://schemas.openxmlformats.org/officeDocument/2006/relationships/slide" Target="slide219.xml"/><Relationship Id="rId4" Type="http://schemas.openxmlformats.org/officeDocument/2006/relationships/image" Target="../media/image4.png"/></Relationships>
</file>

<file path=ppt/slides/_rels/slide225.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slide" Target="slide226.xml"/><Relationship Id="rId7" Type="http://schemas.openxmlformats.org/officeDocument/2006/relationships/image" Target="../media/image3.jpeg"/><Relationship Id="rId2" Type="http://schemas.openxmlformats.org/officeDocument/2006/relationships/notesSlide" Target="../notesSlides/notesSlide222.xml"/><Relationship Id="rId1" Type="http://schemas.openxmlformats.org/officeDocument/2006/relationships/slideLayout" Target="../slideLayouts/slideLayout6.xml"/><Relationship Id="rId6" Type="http://schemas.openxmlformats.org/officeDocument/2006/relationships/slide" Target="slide229.xml"/><Relationship Id="rId5" Type="http://schemas.openxmlformats.org/officeDocument/2006/relationships/slide" Target="slide228.xml"/><Relationship Id="rId10" Type="http://schemas.openxmlformats.org/officeDocument/2006/relationships/slide" Target="slide4.xml"/><Relationship Id="rId4" Type="http://schemas.openxmlformats.org/officeDocument/2006/relationships/slide" Target="slide227.xml"/><Relationship Id="rId9" Type="http://schemas.openxmlformats.org/officeDocument/2006/relationships/image" Target="../media/image4.png"/></Relationships>
</file>

<file path=ppt/slides/_rels/slide226.xml.rels><?xml version="1.0" encoding="UTF-8" standalone="yes"?>
<Relationships xmlns="http://schemas.openxmlformats.org/package/2006/relationships"><Relationship Id="rId8" Type="http://schemas.openxmlformats.org/officeDocument/2006/relationships/diagramColors" Target="../diagrams/colors57.xml"/><Relationship Id="rId3" Type="http://schemas.openxmlformats.org/officeDocument/2006/relationships/image" Target="../media/image2.png"/><Relationship Id="rId7" Type="http://schemas.openxmlformats.org/officeDocument/2006/relationships/diagramQuickStyle" Target="../diagrams/quickStyle57.xml"/><Relationship Id="rId2" Type="http://schemas.openxmlformats.org/officeDocument/2006/relationships/notesSlide" Target="../notesSlides/notesSlide223.xml"/><Relationship Id="rId1" Type="http://schemas.openxmlformats.org/officeDocument/2006/relationships/slideLayout" Target="../slideLayouts/slideLayout2.xml"/><Relationship Id="rId6" Type="http://schemas.openxmlformats.org/officeDocument/2006/relationships/diagramLayout" Target="../diagrams/layout57.xml"/><Relationship Id="rId5" Type="http://schemas.openxmlformats.org/officeDocument/2006/relationships/diagramData" Target="../diagrams/data57.xml"/><Relationship Id="rId10" Type="http://schemas.openxmlformats.org/officeDocument/2006/relationships/slide" Target="slide225.xml"/><Relationship Id="rId4" Type="http://schemas.openxmlformats.org/officeDocument/2006/relationships/image" Target="../media/image4.png"/><Relationship Id="rId9" Type="http://schemas.microsoft.com/office/2007/relationships/diagramDrawing" Target="../diagrams/drawing57.xml"/></Relationships>
</file>

<file path=ppt/slides/_rels/slide22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24.xml"/><Relationship Id="rId1" Type="http://schemas.openxmlformats.org/officeDocument/2006/relationships/slideLayout" Target="../slideLayouts/slideLayout2.xml"/><Relationship Id="rId5" Type="http://schemas.openxmlformats.org/officeDocument/2006/relationships/slide" Target="slide225.xml"/><Relationship Id="rId4" Type="http://schemas.openxmlformats.org/officeDocument/2006/relationships/image" Target="../media/image4.png"/></Relationships>
</file>

<file path=ppt/slides/_rels/slide2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25.xml"/><Relationship Id="rId1" Type="http://schemas.openxmlformats.org/officeDocument/2006/relationships/slideLayout" Target="../slideLayouts/slideLayout2.xml"/><Relationship Id="rId6" Type="http://schemas.openxmlformats.org/officeDocument/2006/relationships/slide" Target="slide225.xml"/><Relationship Id="rId5" Type="http://schemas.openxmlformats.org/officeDocument/2006/relationships/image" Target="../media/image8.png"/><Relationship Id="rId4" Type="http://schemas.openxmlformats.org/officeDocument/2006/relationships/image" Target="../media/image4.png"/></Relationships>
</file>

<file path=ppt/slides/_rels/slide22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26.xml"/><Relationship Id="rId1" Type="http://schemas.openxmlformats.org/officeDocument/2006/relationships/slideLayout" Target="../slideLayouts/slideLayout2.xml"/><Relationship Id="rId5" Type="http://schemas.openxmlformats.org/officeDocument/2006/relationships/slide" Target="slide225.xml"/><Relationship Id="rId4" Type="http://schemas.openxmlformats.org/officeDocument/2006/relationships/image" Target="../media/image4.png"/></Relationships>
</file>

<file path=ppt/slides/_rels/slide230.xml.rels><?xml version="1.0" encoding="UTF-8" standalone="yes"?>
<Relationships xmlns="http://schemas.openxmlformats.org/package/2006/relationships"><Relationship Id="rId8" Type="http://schemas.openxmlformats.org/officeDocument/2006/relationships/slide" Target="slide236.xml"/><Relationship Id="rId3" Type="http://schemas.openxmlformats.org/officeDocument/2006/relationships/slide" Target="slide231.xml"/><Relationship Id="rId7" Type="http://schemas.openxmlformats.org/officeDocument/2006/relationships/slide" Target="slide235.xml"/><Relationship Id="rId12" Type="http://schemas.openxmlformats.org/officeDocument/2006/relationships/slide" Target="slide4.xml"/><Relationship Id="rId2" Type="http://schemas.openxmlformats.org/officeDocument/2006/relationships/notesSlide" Target="../notesSlides/notesSlide227.xml"/><Relationship Id="rId1" Type="http://schemas.openxmlformats.org/officeDocument/2006/relationships/slideLayout" Target="../slideLayouts/slideLayout6.xml"/><Relationship Id="rId6" Type="http://schemas.openxmlformats.org/officeDocument/2006/relationships/slide" Target="slide234.xml"/><Relationship Id="rId11" Type="http://schemas.openxmlformats.org/officeDocument/2006/relationships/image" Target="../media/image4.png"/><Relationship Id="rId5" Type="http://schemas.openxmlformats.org/officeDocument/2006/relationships/slide" Target="slide233.xml"/><Relationship Id="rId10" Type="http://schemas.openxmlformats.org/officeDocument/2006/relationships/image" Target="../media/image8.png"/><Relationship Id="rId4" Type="http://schemas.openxmlformats.org/officeDocument/2006/relationships/slide" Target="slide232.xml"/><Relationship Id="rId9" Type="http://schemas.openxmlformats.org/officeDocument/2006/relationships/image" Target="../media/image3.jpeg"/></Relationships>
</file>

<file path=ppt/slides/_rels/slide23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28.xml"/><Relationship Id="rId1" Type="http://schemas.openxmlformats.org/officeDocument/2006/relationships/slideLayout" Target="../slideLayouts/slideLayout2.xml"/><Relationship Id="rId4" Type="http://schemas.openxmlformats.org/officeDocument/2006/relationships/slide" Target="slide230.xml"/></Relationships>
</file>

<file path=ppt/slides/_rels/slide2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29.xml"/><Relationship Id="rId1" Type="http://schemas.openxmlformats.org/officeDocument/2006/relationships/slideLayout" Target="../slideLayouts/slideLayout2.xml"/><Relationship Id="rId4" Type="http://schemas.openxmlformats.org/officeDocument/2006/relationships/slide" Target="slide230.xml"/></Relationships>
</file>

<file path=ppt/slides/_rels/slide23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0.xml"/><Relationship Id="rId1" Type="http://schemas.openxmlformats.org/officeDocument/2006/relationships/slideLayout" Target="../slideLayouts/slideLayout2.xml"/><Relationship Id="rId5" Type="http://schemas.openxmlformats.org/officeDocument/2006/relationships/slide" Target="slide230.xml"/><Relationship Id="rId4" Type="http://schemas.openxmlformats.org/officeDocument/2006/relationships/image" Target="../media/image4.png"/></Relationships>
</file>

<file path=ppt/slides/_rels/slide23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1.xml"/><Relationship Id="rId1" Type="http://schemas.openxmlformats.org/officeDocument/2006/relationships/slideLayout" Target="../slideLayouts/slideLayout2.xml"/><Relationship Id="rId5" Type="http://schemas.openxmlformats.org/officeDocument/2006/relationships/slide" Target="slide230.xml"/><Relationship Id="rId4" Type="http://schemas.openxmlformats.org/officeDocument/2006/relationships/image" Target="../media/image4.png"/></Relationships>
</file>

<file path=ppt/slides/_rels/slide23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2.xml"/><Relationship Id="rId1" Type="http://schemas.openxmlformats.org/officeDocument/2006/relationships/slideLayout" Target="../slideLayouts/slideLayout2.xml"/><Relationship Id="rId5" Type="http://schemas.openxmlformats.org/officeDocument/2006/relationships/slide" Target="slide230.xml"/><Relationship Id="rId4" Type="http://schemas.openxmlformats.org/officeDocument/2006/relationships/image" Target="../media/image4.png"/></Relationships>
</file>

<file path=ppt/slides/_rels/slide23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3.xml"/><Relationship Id="rId1" Type="http://schemas.openxmlformats.org/officeDocument/2006/relationships/slideLayout" Target="../slideLayouts/slideLayout2.xml"/><Relationship Id="rId6" Type="http://schemas.openxmlformats.org/officeDocument/2006/relationships/slide" Target="slide230.xml"/><Relationship Id="rId5" Type="http://schemas.openxmlformats.org/officeDocument/2006/relationships/image" Target="../media/image8.png"/><Relationship Id="rId4" Type="http://schemas.openxmlformats.org/officeDocument/2006/relationships/image" Target="../media/image4.png"/></Relationships>
</file>

<file path=ppt/slides/_rels/slide237.xml.rels><?xml version="1.0" encoding="UTF-8" standalone="yes"?>
<Relationships xmlns="http://schemas.openxmlformats.org/package/2006/relationships"><Relationship Id="rId8" Type="http://schemas.openxmlformats.org/officeDocument/2006/relationships/slide" Target="slide243.xml"/><Relationship Id="rId13" Type="http://schemas.openxmlformats.org/officeDocument/2006/relationships/slide" Target="slide4.xml"/><Relationship Id="rId3" Type="http://schemas.openxmlformats.org/officeDocument/2006/relationships/slide" Target="slide238.xml"/><Relationship Id="rId7" Type="http://schemas.openxmlformats.org/officeDocument/2006/relationships/slide" Target="slide242.xml"/><Relationship Id="rId12" Type="http://schemas.openxmlformats.org/officeDocument/2006/relationships/image" Target="../media/image4.png"/><Relationship Id="rId2" Type="http://schemas.openxmlformats.org/officeDocument/2006/relationships/notesSlide" Target="../notesSlides/notesSlide234.xml"/><Relationship Id="rId1" Type="http://schemas.openxmlformats.org/officeDocument/2006/relationships/slideLayout" Target="../slideLayouts/slideLayout6.xml"/><Relationship Id="rId6" Type="http://schemas.openxmlformats.org/officeDocument/2006/relationships/slide" Target="slide241.xml"/><Relationship Id="rId11" Type="http://schemas.openxmlformats.org/officeDocument/2006/relationships/image" Target="../media/image8.png"/><Relationship Id="rId5" Type="http://schemas.openxmlformats.org/officeDocument/2006/relationships/slide" Target="slide240.xml"/><Relationship Id="rId10" Type="http://schemas.openxmlformats.org/officeDocument/2006/relationships/image" Target="../media/image3.jpeg"/><Relationship Id="rId4" Type="http://schemas.openxmlformats.org/officeDocument/2006/relationships/slide" Target="slide239.xml"/><Relationship Id="rId9" Type="http://schemas.openxmlformats.org/officeDocument/2006/relationships/slide" Target="slide244.xml"/></Relationships>
</file>

<file path=ppt/slides/_rels/slide23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5.xml"/><Relationship Id="rId1" Type="http://schemas.openxmlformats.org/officeDocument/2006/relationships/slideLayout" Target="../slideLayouts/slideLayout2.xml"/><Relationship Id="rId6" Type="http://schemas.openxmlformats.org/officeDocument/2006/relationships/slide" Target="slide237.xml"/><Relationship Id="rId5" Type="http://schemas.openxmlformats.org/officeDocument/2006/relationships/image" Target="../media/image8.png"/><Relationship Id="rId4" Type="http://schemas.openxmlformats.org/officeDocument/2006/relationships/image" Target="../media/image4.png"/></Relationships>
</file>

<file path=ppt/slides/_rels/slide23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6.xml"/><Relationship Id="rId1" Type="http://schemas.openxmlformats.org/officeDocument/2006/relationships/slideLayout" Target="../slideLayouts/slideLayout2.xml"/><Relationship Id="rId6" Type="http://schemas.openxmlformats.org/officeDocument/2006/relationships/slide" Target="slide237.xml"/><Relationship Id="rId5" Type="http://schemas.openxmlformats.org/officeDocument/2006/relationships/image" Target="../media/image8.png"/><Relationship Id="rId4" Type="http://schemas.openxmlformats.org/officeDocument/2006/relationships/image" Target="../media/image4.png"/></Relationships>
</file>

<file path=ppt/slides/_rels/slide24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7.xml"/><Relationship Id="rId1" Type="http://schemas.openxmlformats.org/officeDocument/2006/relationships/slideLayout" Target="../slideLayouts/slideLayout2.xml"/><Relationship Id="rId5" Type="http://schemas.openxmlformats.org/officeDocument/2006/relationships/slide" Target="slide237.xml"/><Relationship Id="rId4" Type="http://schemas.openxmlformats.org/officeDocument/2006/relationships/image" Target="../media/image4.png"/></Relationships>
</file>

<file path=ppt/slides/_rels/slide24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8.xml"/><Relationship Id="rId1" Type="http://schemas.openxmlformats.org/officeDocument/2006/relationships/slideLayout" Target="../slideLayouts/slideLayout2.xml"/><Relationship Id="rId6" Type="http://schemas.openxmlformats.org/officeDocument/2006/relationships/slide" Target="slide237.xml"/><Relationship Id="rId5" Type="http://schemas.openxmlformats.org/officeDocument/2006/relationships/image" Target="../media/image8.png"/><Relationship Id="rId4" Type="http://schemas.openxmlformats.org/officeDocument/2006/relationships/image" Target="../media/image4.png"/></Relationships>
</file>

<file path=ppt/slides/_rels/slide24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9.xml"/><Relationship Id="rId1" Type="http://schemas.openxmlformats.org/officeDocument/2006/relationships/slideLayout" Target="../slideLayouts/slideLayout2.xml"/><Relationship Id="rId5" Type="http://schemas.openxmlformats.org/officeDocument/2006/relationships/slide" Target="slide237.xml"/><Relationship Id="rId4" Type="http://schemas.openxmlformats.org/officeDocument/2006/relationships/image" Target="../media/image4.png"/></Relationships>
</file>

<file path=ppt/slides/_rels/slide24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40.xml"/><Relationship Id="rId1" Type="http://schemas.openxmlformats.org/officeDocument/2006/relationships/slideLayout" Target="../slideLayouts/slideLayout2.xml"/><Relationship Id="rId5" Type="http://schemas.openxmlformats.org/officeDocument/2006/relationships/slide" Target="slide237.xml"/><Relationship Id="rId4" Type="http://schemas.openxmlformats.org/officeDocument/2006/relationships/image" Target="../media/image4.png"/></Relationships>
</file>

<file path=ppt/slides/_rels/slide24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41.xml"/><Relationship Id="rId1" Type="http://schemas.openxmlformats.org/officeDocument/2006/relationships/slideLayout" Target="../slideLayouts/slideLayout2.xml"/><Relationship Id="rId6" Type="http://schemas.openxmlformats.org/officeDocument/2006/relationships/slide" Target="slide237.xml"/><Relationship Id="rId5" Type="http://schemas.openxmlformats.org/officeDocument/2006/relationships/image" Target="../media/image8.png"/><Relationship Id="rId4" Type="http://schemas.openxmlformats.org/officeDocument/2006/relationships/image" Target="../media/image4.png"/></Relationships>
</file>

<file path=ppt/slides/_rels/slide245.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slide" Target="slide246.xml"/><Relationship Id="rId7" Type="http://schemas.openxmlformats.org/officeDocument/2006/relationships/image" Target="../media/image4.png"/><Relationship Id="rId2" Type="http://schemas.openxmlformats.org/officeDocument/2006/relationships/notesSlide" Target="../notesSlides/notesSlide242.xml"/><Relationship Id="rId1" Type="http://schemas.openxmlformats.org/officeDocument/2006/relationships/slideLayout" Target="../slideLayouts/slideLayout6.xml"/><Relationship Id="rId6" Type="http://schemas.openxmlformats.org/officeDocument/2006/relationships/image" Target="../media/image8.png"/><Relationship Id="rId5" Type="http://schemas.openxmlformats.org/officeDocument/2006/relationships/image" Target="../media/image3.jpeg"/><Relationship Id="rId4" Type="http://schemas.openxmlformats.org/officeDocument/2006/relationships/slide" Target="slide248.xml"/></Relationships>
</file>

<file path=ppt/slides/_rels/slide24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43.xml"/><Relationship Id="rId1" Type="http://schemas.openxmlformats.org/officeDocument/2006/relationships/slideLayout" Target="../slideLayouts/slideLayout2.xml"/><Relationship Id="rId5" Type="http://schemas.openxmlformats.org/officeDocument/2006/relationships/slide" Target="slide245.xml"/><Relationship Id="rId4" Type="http://schemas.openxmlformats.org/officeDocument/2006/relationships/image" Target="../media/image8.png"/></Relationships>
</file>

<file path=ppt/slides/_rels/slide24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44.xml"/><Relationship Id="rId1" Type="http://schemas.openxmlformats.org/officeDocument/2006/relationships/slideLayout" Target="../slideLayouts/slideLayout2.xml"/><Relationship Id="rId5" Type="http://schemas.openxmlformats.org/officeDocument/2006/relationships/slide" Target="slide245.xml"/><Relationship Id="rId4" Type="http://schemas.openxmlformats.org/officeDocument/2006/relationships/image" Target="../media/image8.png"/></Relationships>
</file>

<file path=ppt/slides/_rels/slide248.xml.rels><?xml version="1.0" encoding="UTF-8" standalone="yes"?>
<Relationships xmlns="http://schemas.openxmlformats.org/package/2006/relationships"><Relationship Id="rId8" Type="http://schemas.openxmlformats.org/officeDocument/2006/relationships/image" Target="../media/image22.svg"/><Relationship Id="rId3" Type="http://schemas.openxmlformats.org/officeDocument/2006/relationships/image" Target="../media/image2.png"/><Relationship Id="rId7" Type="http://schemas.openxmlformats.org/officeDocument/2006/relationships/image" Target="../media/image21.png"/><Relationship Id="rId2" Type="http://schemas.openxmlformats.org/officeDocument/2006/relationships/notesSlide" Target="../notesSlides/notesSlide245.xml"/><Relationship Id="rId1" Type="http://schemas.openxmlformats.org/officeDocument/2006/relationships/slideLayout" Target="../slideLayouts/slideLayout2.xml"/><Relationship Id="rId6" Type="http://schemas.openxmlformats.org/officeDocument/2006/relationships/image" Target="../media/image65.svg"/><Relationship Id="rId5" Type="http://schemas.openxmlformats.org/officeDocument/2006/relationships/image" Target="../media/image64.png"/><Relationship Id="rId10" Type="http://schemas.openxmlformats.org/officeDocument/2006/relationships/slide" Target="slide245.xml"/><Relationship Id="rId4" Type="http://schemas.openxmlformats.org/officeDocument/2006/relationships/image" Target="../media/image4.png"/><Relationship Id="rId9" Type="http://schemas.openxmlformats.org/officeDocument/2006/relationships/image" Target="../media/image8.png"/></Relationships>
</file>

<file path=ppt/slides/_rels/slide24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46.xml"/><Relationship Id="rId1" Type="http://schemas.openxmlformats.org/officeDocument/2006/relationships/slideLayout" Target="../slideLayouts/slideLayout2.xml"/><Relationship Id="rId6" Type="http://schemas.openxmlformats.org/officeDocument/2006/relationships/slide" Target="slide245.xml"/><Relationship Id="rId5" Type="http://schemas.openxmlformats.org/officeDocument/2006/relationships/image" Target="../media/image8.png"/><Relationship Id="rId4" Type="http://schemas.openxmlformats.org/officeDocument/2006/relationships/image" Target="../media/image4.png"/></Relationships>
</file>

<file path=ppt/slides/_rels/slide250.xml.rels><?xml version="1.0" encoding="UTF-8" standalone="yes"?>
<Relationships xmlns="http://schemas.openxmlformats.org/package/2006/relationships"><Relationship Id="rId8" Type="http://schemas.openxmlformats.org/officeDocument/2006/relationships/diagramQuickStyle" Target="../diagrams/quickStyle58.xml"/><Relationship Id="rId3" Type="http://schemas.openxmlformats.org/officeDocument/2006/relationships/image" Target="../media/image2.png"/><Relationship Id="rId7" Type="http://schemas.openxmlformats.org/officeDocument/2006/relationships/diagramLayout" Target="../diagrams/layout58.xml"/><Relationship Id="rId2" Type="http://schemas.openxmlformats.org/officeDocument/2006/relationships/notesSlide" Target="../notesSlides/notesSlide247.xml"/><Relationship Id="rId1" Type="http://schemas.openxmlformats.org/officeDocument/2006/relationships/slideLayout" Target="../slideLayouts/slideLayout2.xml"/><Relationship Id="rId6" Type="http://schemas.openxmlformats.org/officeDocument/2006/relationships/diagramData" Target="../diagrams/data58.xml"/><Relationship Id="rId11" Type="http://schemas.openxmlformats.org/officeDocument/2006/relationships/slide" Target="slide245.xml"/><Relationship Id="rId5" Type="http://schemas.openxmlformats.org/officeDocument/2006/relationships/image" Target="../media/image8.png"/><Relationship Id="rId10" Type="http://schemas.microsoft.com/office/2007/relationships/diagramDrawing" Target="../diagrams/drawing58.xml"/><Relationship Id="rId4" Type="http://schemas.openxmlformats.org/officeDocument/2006/relationships/image" Target="../media/image4.png"/><Relationship Id="rId9" Type="http://schemas.openxmlformats.org/officeDocument/2006/relationships/diagramColors" Target="../diagrams/colors58.xml"/></Relationships>
</file>

<file path=ppt/slides/_rels/slide251.xml.rels><?xml version="1.0" encoding="UTF-8" standalone="yes"?>
<Relationships xmlns="http://schemas.openxmlformats.org/package/2006/relationships"><Relationship Id="rId8" Type="http://schemas.openxmlformats.org/officeDocument/2006/relationships/image" Target="../media/image66.png"/><Relationship Id="rId3" Type="http://schemas.openxmlformats.org/officeDocument/2006/relationships/diagramData" Target="../diagrams/data59.xml"/><Relationship Id="rId7" Type="http://schemas.microsoft.com/office/2007/relationships/diagramDrawing" Target="../diagrams/drawing59.xml"/><Relationship Id="rId2" Type="http://schemas.openxmlformats.org/officeDocument/2006/relationships/notesSlide" Target="../notesSlides/notesSlide248.xml"/><Relationship Id="rId1" Type="http://schemas.openxmlformats.org/officeDocument/2006/relationships/slideLayout" Target="../slideLayouts/slideLayout13.xml"/><Relationship Id="rId6" Type="http://schemas.openxmlformats.org/officeDocument/2006/relationships/diagramColors" Target="../diagrams/colors59.xml"/><Relationship Id="rId11" Type="http://schemas.openxmlformats.org/officeDocument/2006/relationships/slide" Target="slide354.xml"/><Relationship Id="rId5" Type="http://schemas.openxmlformats.org/officeDocument/2006/relationships/diagramQuickStyle" Target="../diagrams/quickStyle59.xml"/><Relationship Id="rId10" Type="http://schemas.openxmlformats.org/officeDocument/2006/relationships/image" Target="../media/image6.png"/><Relationship Id="rId4" Type="http://schemas.openxmlformats.org/officeDocument/2006/relationships/diagramLayout" Target="../diagrams/layout59.xml"/><Relationship Id="rId9" Type="http://schemas.openxmlformats.org/officeDocument/2006/relationships/image" Target="../media/image5.png"/></Relationships>
</file>

<file path=ppt/slides/_rels/slide252.xml.rels><?xml version="1.0" encoding="UTF-8" standalone="yes"?>
<Relationships xmlns="http://schemas.openxmlformats.org/package/2006/relationships"><Relationship Id="rId8" Type="http://schemas.openxmlformats.org/officeDocument/2006/relationships/slide" Target="slide258.xml"/><Relationship Id="rId13" Type="http://schemas.openxmlformats.org/officeDocument/2006/relationships/slide" Target="slide5.xml"/><Relationship Id="rId3" Type="http://schemas.openxmlformats.org/officeDocument/2006/relationships/slide" Target="slide253.xml"/><Relationship Id="rId7" Type="http://schemas.openxmlformats.org/officeDocument/2006/relationships/slide" Target="slide257.xml"/><Relationship Id="rId12" Type="http://schemas.openxmlformats.org/officeDocument/2006/relationships/image" Target="../media/image8.png"/><Relationship Id="rId2" Type="http://schemas.openxmlformats.org/officeDocument/2006/relationships/notesSlide" Target="../notesSlides/notesSlide249.xml"/><Relationship Id="rId1" Type="http://schemas.openxmlformats.org/officeDocument/2006/relationships/slideLayout" Target="../slideLayouts/slideLayout6.xml"/><Relationship Id="rId6" Type="http://schemas.openxmlformats.org/officeDocument/2006/relationships/slide" Target="slide256.xml"/><Relationship Id="rId11" Type="http://schemas.openxmlformats.org/officeDocument/2006/relationships/image" Target="../media/image67.png"/><Relationship Id="rId5" Type="http://schemas.openxmlformats.org/officeDocument/2006/relationships/slide" Target="slide255.xml"/><Relationship Id="rId10" Type="http://schemas.openxmlformats.org/officeDocument/2006/relationships/slide" Target="slide261.xml"/><Relationship Id="rId4" Type="http://schemas.openxmlformats.org/officeDocument/2006/relationships/slide" Target="slide254.xml"/><Relationship Id="rId9" Type="http://schemas.openxmlformats.org/officeDocument/2006/relationships/slide" Target="slide260.xml"/></Relationships>
</file>

<file path=ppt/slides/_rels/slide253.xml.rels><?xml version="1.0" encoding="UTF-8" standalone="yes"?>
<Relationships xmlns="http://schemas.openxmlformats.org/package/2006/relationships"><Relationship Id="rId8" Type="http://schemas.openxmlformats.org/officeDocument/2006/relationships/diagramQuickStyle" Target="../diagrams/quickStyle60.xml"/><Relationship Id="rId3" Type="http://schemas.openxmlformats.org/officeDocument/2006/relationships/image" Target="../media/image2.png"/><Relationship Id="rId7" Type="http://schemas.openxmlformats.org/officeDocument/2006/relationships/diagramLayout" Target="../diagrams/layout60.xml"/><Relationship Id="rId12" Type="http://schemas.openxmlformats.org/officeDocument/2006/relationships/slide" Target="slide252.xml"/><Relationship Id="rId2" Type="http://schemas.openxmlformats.org/officeDocument/2006/relationships/notesSlide" Target="../notesSlides/notesSlide250.xml"/><Relationship Id="rId1" Type="http://schemas.openxmlformats.org/officeDocument/2006/relationships/slideLayout" Target="../slideLayouts/slideLayout2.xml"/><Relationship Id="rId6" Type="http://schemas.openxmlformats.org/officeDocument/2006/relationships/diagramData" Target="../diagrams/data60.xml"/><Relationship Id="rId11" Type="http://schemas.openxmlformats.org/officeDocument/2006/relationships/image" Target="../media/image8.png"/><Relationship Id="rId5" Type="http://schemas.openxmlformats.org/officeDocument/2006/relationships/image" Target="../media/image9.png"/><Relationship Id="rId10" Type="http://schemas.microsoft.com/office/2007/relationships/diagramDrawing" Target="../diagrams/drawing60.xml"/><Relationship Id="rId4" Type="http://schemas.openxmlformats.org/officeDocument/2006/relationships/image" Target="../media/image68.png"/><Relationship Id="rId9" Type="http://schemas.openxmlformats.org/officeDocument/2006/relationships/diagramColors" Target="../diagrams/colors60.xml"/></Relationships>
</file>

<file path=ppt/slides/_rels/slide254.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252.xml"/><Relationship Id="rId2" Type="http://schemas.openxmlformats.org/officeDocument/2006/relationships/notesSlide" Target="../notesSlides/notesSlide251.xml"/><Relationship Id="rId1" Type="http://schemas.openxmlformats.org/officeDocument/2006/relationships/slideLayout" Target="../slideLayouts/slideLayout2.xml"/><Relationship Id="rId6" Type="http://schemas.openxmlformats.org/officeDocument/2006/relationships/image" Target="../media/image70.jpeg"/><Relationship Id="rId5" Type="http://schemas.openxmlformats.org/officeDocument/2006/relationships/image" Target="../media/image8.png"/><Relationship Id="rId4" Type="http://schemas.openxmlformats.org/officeDocument/2006/relationships/image" Target="../media/image69.png"/></Relationships>
</file>

<file path=ppt/slides/_rels/slide255.xml.rels><?xml version="1.0" encoding="UTF-8" standalone="yes"?>
<Relationships xmlns="http://schemas.openxmlformats.org/package/2006/relationships"><Relationship Id="rId3" Type="http://schemas.openxmlformats.org/officeDocument/2006/relationships/image" Target="../media/image70.jpeg"/><Relationship Id="rId7" Type="http://schemas.openxmlformats.org/officeDocument/2006/relationships/slide" Target="slide252.xml"/><Relationship Id="rId2" Type="http://schemas.openxmlformats.org/officeDocument/2006/relationships/notesSlide" Target="../notesSlides/notesSlide252.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67.png"/><Relationship Id="rId4" Type="http://schemas.openxmlformats.org/officeDocument/2006/relationships/image" Target="../media/image2.png"/></Relationships>
</file>

<file path=ppt/slides/_rels/slide25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53.xml"/><Relationship Id="rId1" Type="http://schemas.openxmlformats.org/officeDocument/2006/relationships/slideLayout" Target="../slideLayouts/slideLayout2.xml"/><Relationship Id="rId6" Type="http://schemas.openxmlformats.org/officeDocument/2006/relationships/slide" Target="slide252.xml"/><Relationship Id="rId5" Type="http://schemas.openxmlformats.org/officeDocument/2006/relationships/image" Target="../media/image67.png"/><Relationship Id="rId4" Type="http://schemas.openxmlformats.org/officeDocument/2006/relationships/image" Target="../media/image8.png"/></Relationships>
</file>

<file path=ppt/slides/_rels/slide257.xml.rels><?xml version="1.0" encoding="UTF-8" standalone="yes"?>
<Relationships xmlns="http://schemas.openxmlformats.org/package/2006/relationships"><Relationship Id="rId8" Type="http://schemas.microsoft.com/office/2007/relationships/diagramDrawing" Target="../diagrams/drawing61.xml"/><Relationship Id="rId3" Type="http://schemas.openxmlformats.org/officeDocument/2006/relationships/image" Target="../media/image2.png"/><Relationship Id="rId7" Type="http://schemas.openxmlformats.org/officeDocument/2006/relationships/diagramColors" Target="../diagrams/colors61.xml"/><Relationship Id="rId2" Type="http://schemas.openxmlformats.org/officeDocument/2006/relationships/notesSlide" Target="../notesSlides/notesSlide254.xml"/><Relationship Id="rId1" Type="http://schemas.openxmlformats.org/officeDocument/2006/relationships/slideLayout" Target="../slideLayouts/slideLayout2.xml"/><Relationship Id="rId6" Type="http://schemas.openxmlformats.org/officeDocument/2006/relationships/diagramQuickStyle" Target="../diagrams/quickStyle61.xml"/><Relationship Id="rId5" Type="http://schemas.openxmlformats.org/officeDocument/2006/relationships/diagramLayout" Target="../diagrams/layout61.xml"/><Relationship Id="rId4" Type="http://schemas.openxmlformats.org/officeDocument/2006/relationships/diagramData" Target="../diagrams/data61.xml"/><Relationship Id="rId9" Type="http://schemas.openxmlformats.org/officeDocument/2006/relationships/slide" Target="slide252.xml"/></Relationships>
</file>

<file path=ppt/slides/_rels/slide25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55.xml"/><Relationship Id="rId1" Type="http://schemas.openxmlformats.org/officeDocument/2006/relationships/slideLayout" Target="../slideLayouts/slideLayout2.xml"/><Relationship Id="rId6" Type="http://schemas.openxmlformats.org/officeDocument/2006/relationships/slide" Target="slide252.xml"/><Relationship Id="rId5" Type="http://schemas.openxmlformats.org/officeDocument/2006/relationships/image" Target="../media/image67.png"/><Relationship Id="rId4" Type="http://schemas.openxmlformats.org/officeDocument/2006/relationships/image" Target="../media/image8.png"/></Relationships>
</file>

<file path=ppt/slides/_rels/slide25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56.xml"/><Relationship Id="rId1" Type="http://schemas.openxmlformats.org/officeDocument/2006/relationships/slideLayout" Target="../slideLayouts/slideLayout2.xml"/><Relationship Id="rId5" Type="http://schemas.openxmlformats.org/officeDocument/2006/relationships/slide" Target="slide252.xml"/><Relationship Id="rId4" Type="http://schemas.openxmlformats.org/officeDocument/2006/relationships/image" Target="../media/image8.png"/></Relationships>
</file>

<file path=ppt/slides/_rels/slide260.xml.rels><?xml version="1.0" encoding="UTF-8" standalone="yes"?>
<Relationships xmlns="http://schemas.openxmlformats.org/package/2006/relationships"><Relationship Id="rId8" Type="http://schemas.microsoft.com/office/2007/relationships/diagramDrawing" Target="../diagrams/drawing62.xml"/><Relationship Id="rId3" Type="http://schemas.openxmlformats.org/officeDocument/2006/relationships/image" Target="../media/image2.png"/><Relationship Id="rId7" Type="http://schemas.openxmlformats.org/officeDocument/2006/relationships/diagramColors" Target="../diagrams/colors62.xml"/><Relationship Id="rId2" Type="http://schemas.openxmlformats.org/officeDocument/2006/relationships/notesSlide" Target="../notesSlides/notesSlide257.xml"/><Relationship Id="rId1" Type="http://schemas.openxmlformats.org/officeDocument/2006/relationships/slideLayout" Target="../slideLayouts/slideLayout2.xml"/><Relationship Id="rId6" Type="http://schemas.openxmlformats.org/officeDocument/2006/relationships/diagramQuickStyle" Target="../diagrams/quickStyle62.xml"/><Relationship Id="rId11" Type="http://schemas.openxmlformats.org/officeDocument/2006/relationships/slide" Target="slide252.xml"/><Relationship Id="rId5" Type="http://schemas.openxmlformats.org/officeDocument/2006/relationships/diagramLayout" Target="../diagrams/layout62.xml"/><Relationship Id="rId10" Type="http://schemas.openxmlformats.org/officeDocument/2006/relationships/image" Target="../media/image67.png"/><Relationship Id="rId4" Type="http://schemas.openxmlformats.org/officeDocument/2006/relationships/diagramData" Target="../diagrams/data62.xml"/><Relationship Id="rId9" Type="http://schemas.openxmlformats.org/officeDocument/2006/relationships/image" Target="../media/image8.png"/></Relationships>
</file>

<file path=ppt/slides/_rels/slide261.xml.rels><?xml version="1.0" encoding="UTF-8" standalone="yes"?>
<Relationships xmlns="http://schemas.openxmlformats.org/package/2006/relationships"><Relationship Id="rId8" Type="http://schemas.microsoft.com/office/2007/relationships/diagramDrawing" Target="../diagrams/drawing63.xml"/><Relationship Id="rId3" Type="http://schemas.openxmlformats.org/officeDocument/2006/relationships/image" Target="../media/image2.png"/><Relationship Id="rId7" Type="http://schemas.openxmlformats.org/officeDocument/2006/relationships/diagramColors" Target="../diagrams/colors63.xml"/><Relationship Id="rId2" Type="http://schemas.openxmlformats.org/officeDocument/2006/relationships/notesSlide" Target="../notesSlides/notesSlide258.xml"/><Relationship Id="rId1" Type="http://schemas.openxmlformats.org/officeDocument/2006/relationships/slideLayout" Target="../slideLayouts/slideLayout2.xml"/><Relationship Id="rId6" Type="http://schemas.openxmlformats.org/officeDocument/2006/relationships/diagramQuickStyle" Target="../diagrams/quickStyle63.xml"/><Relationship Id="rId5" Type="http://schemas.openxmlformats.org/officeDocument/2006/relationships/diagramLayout" Target="../diagrams/layout63.xml"/><Relationship Id="rId4" Type="http://schemas.openxmlformats.org/officeDocument/2006/relationships/diagramData" Target="../diagrams/data63.xml"/><Relationship Id="rId9" Type="http://schemas.openxmlformats.org/officeDocument/2006/relationships/slide" Target="slide252.xml"/></Relationships>
</file>

<file path=ppt/slides/_rels/slide26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slide" Target="slide263.xml"/><Relationship Id="rId7" Type="http://schemas.openxmlformats.org/officeDocument/2006/relationships/image" Target="../media/image8.png"/><Relationship Id="rId2" Type="http://schemas.openxmlformats.org/officeDocument/2006/relationships/notesSlide" Target="../notesSlides/notesSlide259.xml"/><Relationship Id="rId1" Type="http://schemas.openxmlformats.org/officeDocument/2006/relationships/slideLayout" Target="../slideLayouts/slideLayout6.xml"/><Relationship Id="rId6" Type="http://schemas.openxmlformats.org/officeDocument/2006/relationships/slide" Target="slide266.xml"/><Relationship Id="rId5" Type="http://schemas.openxmlformats.org/officeDocument/2006/relationships/slide" Target="slide265.xml"/><Relationship Id="rId4" Type="http://schemas.openxmlformats.org/officeDocument/2006/relationships/slide" Target="slide264.xml"/></Relationships>
</file>

<file path=ppt/slides/_rels/slide26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60.xml"/><Relationship Id="rId1" Type="http://schemas.openxmlformats.org/officeDocument/2006/relationships/slideLayout" Target="../slideLayouts/slideLayout2.xml"/><Relationship Id="rId4" Type="http://schemas.openxmlformats.org/officeDocument/2006/relationships/slide" Target="slide262.xml"/></Relationships>
</file>

<file path=ppt/slides/_rels/slide26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61.xml"/><Relationship Id="rId1" Type="http://schemas.openxmlformats.org/officeDocument/2006/relationships/slideLayout" Target="../slideLayouts/slideLayout2.xml"/><Relationship Id="rId4" Type="http://schemas.openxmlformats.org/officeDocument/2006/relationships/slide" Target="slide262.xml"/></Relationships>
</file>

<file path=ppt/slides/_rels/slide265.xml.rels><?xml version="1.0" encoding="UTF-8" standalone="yes"?>
<Relationships xmlns="http://schemas.openxmlformats.org/package/2006/relationships"><Relationship Id="rId8" Type="http://schemas.microsoft.com/office/2007/relationships/diagramDrawing" Target="../diagrams/drawing64.xml"/><Relationship Id="rId3" Type="http://schemas.openxmlformats.org/officeDocument/2006/relationships/image" Target="../media/image2.png"/><Relationship Id="rId7" Type="http://schemas.openxmlformats.org/officeDocument/2006/relationships/diagramColors" Target="../diagrams/colors64.xml"/><Relationship Id="rId2" Type="http://schemas.openxmlformats.org/officeDocument/2006/relationships/notesSlide" Target="../notesSlides/notesSlide262.xml"/><Relationship Id="rId1" Type="http://schemas.openxmlformats.org/officeDocument/2006/relationships/slideLayout" Target="../slideLayouts/slideLayout2.xml"/><Relationship Id="rId6" Type="http://schemas.openxmlformats.org/officeDocument/2006/relationships/diagramQuickStyle" Target="../diagrams/quickStyle64.xml"/><Relationship Id="rId5" Type="http://schemas.openxmlformats.org/officeDocument/2006/relationships/diagramLayout" Target="../diagrams/layout64.xml"/><Relationship Id="rId4" Type="http://schemas.openxmlformats.org/officeDocument/2006/relationships/diagramData" Target="../diagrams/data64.xml"/><Relationship Id="rId9" Type="http://schemas.openxmlformats.org/officeDocument/2006/relationships/slide" Target="slide262.xml"/></Relationships>
</file>

<file path=ppt/slides/_rels/slide266.xml.rels><?xml version="1.0" encoding="UTF-8" standalone="yes"?>
<Relationships xmlns="http://schemas.openxmlformats.org/package/2006/relationships"><Relationship Id="rId8" Type="http://schemas.openxmlformats.org/officeDocument/2006/relationships/diagramColors" Target="../diagrams/colors65.xml"/><Relationship Id="rId3" Type="http://schemas.openxmlformats.org/officeDocument/2006/relationships/image" Target="../media/image2.png"/><Relationship Id="rId7" Type="http://schemas.openxmlformats.org/officeDocument/2006/relationships/diagramQuickStyle" Target="../diagrams/quickStyle65.xml"/><Relationship Id="rId2" Type="http://schemas.openxmlformats.org/officeDocument/2006/relationships/notesSlide" Target="../notesSlides/notesSlide263.xml"/><Relationship Id="rId1" Type="http://schemas.openxmlformats.org/officeDocument/2006/relationships/slideLayout" Target="../slideLayouts/slideLayout2.xml"/><Relationship Id="rId6" Type="http://schemas.openxmlformats.org/officeDocument/2006/relationships/diagramLayout" Target="../diagrams/layout65.xml"/><Relationship Id="rId5" Type="http://schemas.openxmlformats.org/officeDocument/2006/relationships/diagramData" Target="../diagrams/data65.xml"/><Relationship Id="rId10" Type="http://schemas.openxmlformats.org/officeDocument/2006/relationships/slide" Target="slide262.xml"/><Relationship Id="rId4" Type="http://schemas.openxmlformats.org/officeDocument/2006/relationships/image" Target="../media/image8.png"/><Relationship Id="rId9" Type="http://schemas.microsoft.com/office/2007/relationships/diagramDrawing" Target="../diagrams/drawing65.xml"/></Relationships>
</file>

<file path=ppt/slides/_rels/slide267.xml.rels><?xml version="1.0" encoding="UTF-8" standalone="yes"?>
<Relationships xmlns="http://schemas.openxmlformats.org/package/2006/relationships"><Relationship Id="rId8" Type="http://schemas.microsoft.com/office/2007/relationships/diagramDrawing" Target="../diagrams/drawing66.xml"/><Relationship Id="rId3" Type="http://schemas.openxmlformats.org/officeDocument/2006/relationships/image" Target="../media/image2.png"/><Relationship Id="rId7" Type="http://schemas.openxmlformats.org/officeDocument/2006/relationships/diagramColors" Target="../diagrams/colors66.xml"/><Relationship Id="rId2" Type="http://schemas.openxmlformats.org/officeDocument/2006/relationships/notesSlide" Target="../notesSlides/notesSlide264.xml"/><Relationship Id="rId1" Type="http://schemas.openxmlformats.org/officeDocument/2006/relationships/slideLayout" Target="../slideLayouts/slideLayout2.xml"/><Relationship Id="rId6" Type="http://schemas.openxmlformats.org/officeDocument/2006/relationships/diagramQuickStyle" Target="../diagrams/quickStyle66.xml"/><Relationship Id="rId5" Type="http://schemas.openxmlformats.org/officeDocument/2006/relationships/diagramLayout" Target="../diagrams/layout66.xml"/><Relationship Id="rId10" Type="http://schemas.openxmlformats.org/officeDocument/2006/relationships/slide" Target="slide262.xml"/><Relationship Id="rId4" Type="http://schemas.openxmlformats.org/officeDocument/2006/relationships/diagramData" Target="../diagrams/data66.xml"/><Relationship Id="rId9" Type="http://schemas.openxmlformats.org/officeDocument/2006/relationships/image" Target="../media/image8.png"/></Relationships>
</file>

<file path=ppt/slides/_rels/slide268.xml.rels><?xml version="1.0" encoding="UTF-8" standalone="yes"?>
<Relationships xmlns="http://schemas.openxmlformats.org/package/2006/relationships"><Relationship Id="rId8" Type="http://schemas.openxmlformats.org/officeDocument/2006/relationships/slide" Target="slide274.xml"/><Relationship Id="rId3" Type="http://schemas.openxmlformats.org/officeDocument/2006/relationships/slide" Target="slide269.xml"/><Relationship Id="rId7" Type="http://schemas.openxmlformats.org/officeDocument/2006/relationships/slide" Target="slide273.xml"/><Relationship Id="rId2" Type="http://schemas.openxmlformats.org/officeDocument/2006/relationships/notesSlide" Target="../notesSlides/notesSlide265.xml"/><Relationship Id="rId1" Type="http://schemas.openxmlformats.org/officeDocument/2006/relationships/slideLayout" Target="../slideLayouts/slideLayout6.xml"/><Relationship Id="rId6" Type="http://schemas.openxmlformats.org/officeDocument/2006/relationships/slide" Target="slide272.xml"/><Relationship Id="rId5" Type="http://schemas.openxmlformats.org/officeDocument/2006/relationships/slide" Target="slide271.xml"/><Relationship Id="rId10" Type="http://schemas.openxmlformats.org/officeDocument/2006/relationships/slide" Target="slide5.xml"/><Relationship Id="rId4" Type="http://schemas.openxmlformats.org/officeDocument/2006/relationships/slide" Target="slide270.xml"/><Relationship Id="rId9" Type="http://schemas.openxmlformats.org/officeDocument/2006/relationships/image" Target="../media/image8.png"/></Relationships>
</file>

<file path=ppt/slides/_rels/slide26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66.xml"/><Relationship Id="rId1" Type="http://schemas.openxmlformats.org/officeDocument/2006/relationships/slideLayout" Target="../slideLayouts/slideLayout2.xml"/><Relationship Id="rId4" Type="http://schemas.openxmlformats.org/officeDocument/2006/relationships/slide" Target="slide268.xml"/></Relationships>
</file>

<file path=ppt/slides/_rels/slide27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67.xml"/><Relationship Id="rId1" Type="http://schemas.openxmlformats.org/officeDocument/2006/relationships/slideLayout" Target="../slideLayouts/slideLayout2.xml"/><Relationship Id="rId5" Type="http://schemas.openxmlformats.org/officeDocument/2006/relationships/slide" Target="slide268.xml"/><Relationship Id="rId4" Type="http://schemas.openxmlformats.org/officeDocument/2006/relationships/image" Target="../media/image8.png"/></Relationships>
</file>

<file path=ppt/slides/_rels/slide27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68.xml"/><Relationship Id="rId1" Type="http://schemas.openxmlformats.org/officeDocument/2006/relationships/slideLayout" Target="../slideLayouts/slideLayout2.xml"/><Relationship Id="rId6" Type="http://schemas.openxmlformats.org/officeDocument/2006/relationships/slide" Target="slide268.xml"/><Relationship Id="rId5" Type="http://schemas.openxmlformats.org/officeDocument/2006/relationships/image" Target="../media/image11.svg"/><Relationship Id="rId4" Type="http://schemas.openxmlformats.org/officeDocument/2006/relationships/image" Target="../media/image10.png"/></Relationships>
</file>

<file path=ppt/slides/_rels/slide27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69.xml"/><Relationship Id="rId1" Type="http://schemas.openxmlformats.org/officeDocument/2006/relationships/slideLayout" Target="../slideLayouts/slideLayout2.xml"/><Relationship Id="rId5" Type="http://schemas.openxmlformats.org/officeDocument/2006/relationships/slide" Target="slide268.xml"/><Relationship Id="rId4" Type="http://schemas.openxmlformats.org/officeDocument/2006/relationships/image" Target="../media/image8.png"/></Relationships>
</file>

<file path=ppt/slides/_rels/slide27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70.xml"/><Relationship Id="rId1" Type="http://schemas.openxmlformats.org/officeDocument/2006/relationships/slideLayout" Target="../slideLayouts/slideLayout2.xml"/><Relationship Id="rId4" Type="http://schemas.openxmlformats.org/officeDocument/2006/relationships/slide" Target="slide268.xml"/></Relationships>
</file>

<file path=ppt/slides/_rels/slide27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71.xml"/><Relationship Id="rId1" Type="http://schemas.openxmlformats.org/officeDocument/2006/relationships/slideLayout" Target="../slideLayouts/slideLayout2.xml"/><Relationship Id="rId5" Type="http://schemas.openxmlformats.org/officeDocument/2006/relationships/slide" Target="slide268.xml"/><Relationship Id="rId4" Type="http://schemas.openxmlformats.org/officeDocument/2006/relationships/image" Target="../media/image8.png"/></Relationships>
</file>

<file path=ppt/slides/_rels/slide27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72.xml"/><Relationship Id="rId1" Type="http://schemas.openxmlformats.org/officeDocument/2006/relationships/slideLayout" Target="../slideLayouts/slideLayout2.xml"/><Relationship Id="rId5" Type="http://schemas.openxmlformats.org/officeDocument/2006/relationships/slide" Target="slide268.xml"/><Relationship Id="rId4" Type="http://schemas.openxmlformats.org/officeDocument/2006/relationships/image" Target="../media/image8.png"/></Relationships>
</file>

<file path=ppt/slides/_rels/slide276.xml.rels><?xml version="1.0" encoding="UTF-8" standalone="yes"?>
<Relationships xmlns="http://schemas.openxmlformats.org/package/2006/relationships"><Relationship Id="rId8" Type="http://schemas.openxmlformats.org/officeDocument/2006/relationships/slide" Target="slide282.xml"/><Relationship Id="rId3" Type="http://schemas.openxmlformats.org/officeDocument/2006/relationships/slide" Target="slide277.xml"/><Relationship Id="rId7" Type="http://schemas.openxmlformats.org/officeDocument/2006/relationships/slide" Target="slide281.xml"/><Relationship Id="rId2" Type="http://schemas.openxmlformats.org/officeDocument/2006/relationships/notesSlide" Target="../notesSlides/notesSlide273.xml"/><Relationship Id="rId1" Type="http://schemas.openxmlformats.org/officeDocument/2006/relationships/slideLayout" Target="../slideLayouts/slideLayout6.xml"/><Relationship Id="rId6" Type="http://schemas.openxmlformats.org/officeDocument/2006/relationships/slide" Target="slide280.xml"/><Relationship Id="rId11" Type="http://schemas.openxmlformats.org/officeDocument/2006/relationships/slide" Target="slide5.xml"/><Relationship Id="rId5" Type="http://schemas.openxmlformats.org/officeDocument/2006/relationships/slide" Target="slide279.xml"/><Relationship Id="rId10" Type="http://schemas.openxmlformats.org/officeDocument/2006/relationships/image" Target="../media/image8.png"/><Relationship Id="rId4" Type="http://schemas.openxmlformats.org/officeDocument/2006/relationships/slide" Target="slide278.xml"/><Relationship Id="rId9" Type="http://schemas.openxmlformats.org/officeDocument/2006/relationships/slide" Target="slide283.xml"/></Relationships>
</file>

<file path=ppt/slides/_rels/slide27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74.xml"/><Relationship Id="rId1" Type="http://schemas.openxmlformats.org/officeDocument/2006/relationships/slideLayout" Target="../slideLayouts/slideLayout2.xml"/><Relationship Id="rId5" Type="http://schemas.openxmlformats.org/officeDocument/2006/relationships/slide" Target="slide276.xml"/><Relationship Id="rId4" Type="http://schemas.openxmlformats.org/officeDocument/2006/relationships/image" Target="../media/image8.png"/></Relationships>
</file>

<file path=ppt/slides/_rels/slide278.xml.rels><?xml version="1.0" encoding="UTF-8" standalone="yes"?>
<Relationships xmlns="http://schemas.openxmlformats.org/package/2006/relationships"><Relationship Id="rId8" Type="http://schemas.microsoft.com/office/2007/relationships/diagramDrawing" Target="../diagrams/drawing67.xml"/><Relationship Id="rId3" Type="http://schemas.openxmlformats.org/officeDocument/2006/relationships/image" Target="../media/image2.png"/><Relationship Id="rId7" Type="http://schemas.openxmlformats.org/officeDocument/2006/relationships/diagramColors" Target="../diagrams/colors67.xml"/><Relationship Id="rId2" Type="http://schemas.openxmlformats.org/officeDocument/2006/relationships/notesSlide" Target="../notesSlides/notesSlide275.xml"/><Relationship Id="rId1" Type="http://schemas.openxmlformats.org/officeDocument/2006/relationships/slideLayout" Target="../slideLayouts/slideLayout2.xml"/><Relationship Id="rId6" Type="http://schemas.openxmlformats.org/officeDocument/2006/relationships/diagramQuickStyle" Target="../diagrams/quickStyle67.xml"/><Relationship Id="rId5" Type="http://schemas.openxmlformats.org/officeDocument/2006/relationships/diagramLayout" Target="../diagrams/layout67.xml"/><Relationship Id="rId10" Type="http://schemas.openxmlformats.org/officeDocument/2006/relationships/slide" Target="slide276.xml"/><Relationship Id="rId4" Type="http://schemas.openxmlformats.org/officeDocument/2006/relationships/diagramData" Target="../diagrams/data67.xml"/><Relationship Id="rId9" Type="http://schemas.openxmlformats.org/officeDocument/2006/relationships/image" Target="../media/image8.png"/></Relationships>
</file>

<file path=ppt/slides/_rels/slide27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76.xml"/><Relationship Id="rId1" Type="http://schemas.openxmlformats.org/officeDocument/2006/relationships/slideLayout" Target="../slideLayouts/slideLayout2.xml"/><Relationship Id="rId6" Type="http://schemas.openxmlformats.org/officeDocument/2006/relationships/slide" Target="slide276.xml"/><Relationship Id="rId5" Type="http://schemas.openxmlformats.org/officeDocument/2006/relationships/image" Target="../media/image8.png"/><Relationship Id="rId4" Type="http://schemas.openxmlformats.org/officeDocument/2006/relationships/image" Target="../media/image71.jpeg"/></Relationships>
</file>

<file path=ppt/slides/_rels/slide28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77.xml"/><Relationship Id="rId1" Type="http://schemas.openxmlformats.org/officeDocument/2006/relationships/slideLayout" Target="../slideLayouts/slideLayout2.xml"/><Relationship Id="rId5" Type="http://schemas.openxmlformats.org/officeDocument/2006/relationships/slide" Target="slide276.xml"/><Relationship Id="rId4" Type="http://schemas.openxmlformats.org/officeDocument/2006/relationships/image" Target="../media/image71.jpeg"/></Relationships>
</file>

<file path=ppt/slides/_rels/slide28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78.xml"/><Relationship Id="rId1" Type="http://schemas.openxmlformats.org/officeDocument/2006/relationships/slideLayout" Target="../slideLayouts/slideLayout2.xml"/><Relationship Id="rId5" Type="http://schemas.openxmlformats.org/officeDocument/2006/relationships/slide" Target="slide276.xml"/><Relationship Id="rId4" Type="http://schemas.openxmlformats.org/officeDocument/2006/relationships/image" Target="../media/image71.jpeg"/></Relationships>
</file>

<file path=ppt/slides/_rels/slide28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79.xml"/><Relationship Id="rId1" Type="http://schemas.openxmlformats.org/officeDocument/2006/relationships/slideLayout" Target="../slideLayouts/slideLayout2.xml"/><Relationship Id="rId5" Type="http://schemas.openxmlformats.org/officeDocument/2006/relationships/slide" Target="slide276.xml"/><Relationship Id="rId4" Type="http://schemas.openxmlformats.org/officeDocument/2006/relationships/image" Target="../media/image71.jpeg"/></Relationships>
</file>

<file path=ppt/slides/_rels/slide28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80.xml"/><Relationship Id="rId1" Type="http://schemas.openxmlformats.org/officeDocument/2006/relationships/slideLayout" Target="../slideLayouts/slideLayout2.xml"/><Relationship Id="rId5" Type="http://schemas.openxmlformats.org/officeDocument/2006/relationships/slide" Target="slide276.xml"/><Relationship Id="rId4" Type="http://schemas.openxmlformats.org/officeDocument/2006/relationships/image" Target="../media/image71.jpeg"/></Relationships>
</file>

<file path=ppt/slides/_rels/slide284.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slide" Target="slide285.xml"/><Relationship Id="rId7" Type="http://schemas.openxmlformats.org/officeDocument/2006/relationships/slide" Target="slide289.xml"/><Relationship Id="rId2" Type="http://schemas.openxmlformats.org/officeDocument/2006/relationships/notesSlide" Target="../notesSlides/notesSlide281.xml"/><Relationship Id="rId1" Type="http://schemas.openxmlformats.org/officeDocument/2006/relationships/slideLayout" Target="../slideLayouts/slideLayout6.xml"/><Relationship Id="rId6" Type="http://schemas.openxmlformats.org/officeDocument/2006/relationships/slide" Target="slide288.xml"/><Relationship Id="rId5" Type="http://schemas.openxmlformats.org/officeDocument/2006/relationships/slide" Target="slide287.xml"/><Relationship Id="rId4" Type="http://schemas.openxmlformats.org/officeDocument/2006/relationships/slide" Target="slide286.xml"/><Relationship Id="rId9" Type="http://schemas.openxmlformats.org/officeDocument/2006/relationships/slide" Target="slide5.xml"/></Relationships>
</file>

<file path=ppt/slides/_rels/slide28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82.xml"/><Relationship Id="rId1" Type="http://schemas.openxmlformats.org/officeDocument/2006/relationships/slideLayout" Target="../slideLayouts/slideLayout2.xml"/><Relationship Id="rId5" Type="http://schemas.openxmlformats.org/officeDocument/2006/relationships/slide" Target="slide284.xml"/><Relationship Id="rId4" Type="http://schemas.openxmlformats.org/officeDocument/2006/relationships/image" Target="../media/image8.png"/></Relationships>
</file>

<file path=ppt/slides/_rels/slide28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83.xml"/><Relationship Id="rId1" Type="http://schemas.openxmlformats.org/officeDocument/2006/relationships/slideLayout" Target="../slideLayouts/slideLayout2.xml"/><Relationship Id="rId4" Type="http://schemas.openxmlformats.org/officeDocument/2006/relationships/slide" Target="slide284.xml"/></Relationships>
</file>

<file path=ppt/slides/_rels/slide28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84.xml"/><Relationship Id="rId1" Type="http://schemas.openxmlformats.org/officeDocument/2006/relationships/slideLayout" Target="../slideLayouts/slideLayout2.xml"/><Relationship Id="rId6" Type="http://schemas.openxmlformats.org/officeDocument/2006/relationships/slide" Target="slide284.xml"/><Relationship Id="rId5" Type="http://schemas.openxmlformats.org/officeDocument/2006/relationships/image" Target="../media/image11.svg"/><Relationship Id="rId4" Type="http://schemas.openxmlformats.org/officeDocument/2006/relationships/image" Target="../media/image10.png"/></Relationships>
</file>

<file path=ppt/slides/_rels/slide28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85.xml"/><Relationship Id="rId1" Type="http://schemas.openxmlformats.org/officeDocument/2006/relationships/slideLayout" Target="../slideLayouts/slideLayout2.xml"/><Relationship Id="rId4" Type="http://schemas.openxmlformats.org/officeDocument/2006/relationships/slide" Target="slide284.xml"/></Relationships>
</file>

<file path=ppt/slides/_rels/slide28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86.xml"/><Relationship Id="rId1" Type="http://schemas.openxmlformats.org/officeDocument/2006/relationships/slideLayout" Target="../slideLayouts/slideLayout2.xml"/><Relationship Id="rId5" Type="http://schemas.openxmlformats.org/officeDocument/2006/relationships/slide" Target="slide284.xml"/><Relationship Id="rId4" Type="http://schemas.openxmlformats.org/officeDocument/2006/relationships/image" Target="../media/image8.png"/></Relationships>
</file>

<file path=ppt/slides/_rels/slide290.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284.xml"/><Relationship Id="rId2" Type="http://schemas.openxmlformats.org/officeDocument/2006/relationships/notesSlide" Target="../notesSlides/notesSlide287.xml"/><Relationship Id="rId1" Type="http://schemas.openxmlformats.org/officeDocument/2006/relationships/slideLayout" Target="../slideLayouts/slideLayout2.xml"/><Relationship Id="rId6" Type="http://schemas.openxmlformats.org/officeDocument/2006/relationships/image" Target="../media/image52.svg"/><Relationship Id="rId5" Type="http://schemas.openxmlformats.org/officeDocument/2006/relationships/image" Target="../media/image51.png"/><Relationship Id="rId4" Type="http://schemas.openxmlformats.org/officeDocument/2006/relationships/image" Target="../media/image8.png"/></Relationships>
</file>

<file path=ppt/slides/_rels/slide291.xml.rels><?xml version="1.0" encoding="UTF-8" standalone="yes"?>
<Relationships xmlns="http://schemas.openxmlformats.org/package/2006/relationships"><Relationship Id="rId8" Type="http://schemas.openxmlformats.org/officeDocument/2006/relationships/slide" Target="slide297.xml"/><Relationship Id="rId3" Type="http://schemas.openxmlformats.org/officeDocument/2006/relationships/slide" Target="slide292.xml"/><Relationship Id="rId7" Type="http://schemas.openxmlformats.org/officeDocument/2006/relationships/slide" Target="slide296.xml"/><Relationship Id="rId2" Type="http://schemas.openxmlformats.org/officeDocument/2006/relationships/notesSlide" Target="../notesSlides/notesSlide288.xml"/><Relationship Id="rId1" Type="http://schemas.openxmlformats.org/officeDocument/2006/relationships/slideLayout" Target="../slideLayouts/slideLayout6.xml"/><Relationship Id="rId6" Type="http://schemas.openxmlformats.org/officeDocument/2006/relationships/slide" Target="slide295.xml"/><Relationship Id="rId11" Type="http://schemas.openxmlformats.org/officeDocument/2006/relationships/slide" Target="slide5.xml"/><Relationship Id="rId5" Type="http://schemas.openxmlformats.org/officeDocument/2006/relationships/slide" Target="slide294.xml"/><Relationship Id="rId10" Type="http://schemas.openxmlformats.org/officeDocument/2006/relationships/image" Target="../media/image8.png"/><Relationship Id="rId4" Type="http://schemas.openxmlformats.org/officeDocument/2006/relationships/slide" Target="slide293.xml"/><Relationship Id="rId9" Type="http://schemas.openxmlformats.org/officeDocument/2006/relationships/slide" Target="slide298.xml"/></Relationships>
</file>

<file path=ppt/slides/_rels/slide292.xml.rels><?xml version="1.0" encoding="UTF-8" standalone="yes"?>
<Relationships xmlns="http://schemas.openxmlformats.org/package/2006/relationships"><Relationship Id="rId8" Type="http://schemas.openxmlformats.org/officeDocument/2006/relationships/image" Target="../media/image76.png"/><Relationship Id="rId3" Type="http://schemas.openxmlformats.org/officeDocument/2006/relationships/image" Target="../media/image2.png"/><Relationship Id="rId7" Type="http://schemas.openxmlformats.org/officeDocument/2006/relationships/image" Target="../media/image75.svg"/><Relationship Id="rId2" Type="http://schemas.openxmlformats.org/officeDocument/2006/relationships/notesSlide" Target="../notesSlides/notesSlide289.xml"/><Relationship Id="rId1" Type="http://schemas.openxmlformats.org/officeDocument/2006/relationships/slideLayout" Target="../slideLayouts/slideLayout2.xml"/><Relationship Id="rId6" Type="http://schemas.openxmlformats.org/officeDocument/2006/relationships/image" Target="../media/image74.png"/><Relationship Id="rId11" Type="http://schemas.openxmlformats.org/officeDocument/2006/relationships/slide" Target="slide291.xml"/><Relationship Id="rId5" Type="http://schemas.openxmlformats.org/officeDocument/2006/relationships/image" Target="../media/image73.png"/><Relationship Id="rId10" Type="http://schemas.openxmlformats.org/officeDocument/2006/relationships/image" Target="../media/image8.png"/><Relationship Id="rId4" Type="http://schemas.openxmlformats.org/officeDocument/2006/relationships/image" Target="../media/image72.png"/><Relationship Id="rId9" Type="http://schemas.openxmlformats.org/officeDocument/2006/relationships/image" Target="../media/image77.svg"/></Relationships>
</file>

<file path=ppt/slides/_rels/slide29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90.xml"/><Relationship Id="rId1" Type="http://schemas.openxmlformats.org/officeDocument/2006/relationships/slideLayout" Target="../slideLayouts/slideLayout2.xml"/><Relationship Id="rId5" Type="http://schemas.openxmlformats.org/officeDocument/2006/relationships/slide" Target="slide291.xml"/><Relationship Id="rId4" Type="http://schemas.openxmlformats.org/officeDocument/2006/relationships/image" Target="../media/image78.png"/></Relationships>
</file>

<file path=ppt/slides/_rels/slide29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91.xml"/><Relationship Id="rId1" Type="http://schemas.openxmlformats.org/officeDocument/2006/relationships/slideLayout" Target="../slideLayouts/slideLayout2.xml"/><Relationship Id="rId5" Type="http://schemas.openxmlformats.org/officeDocument/2006/relationships/slide" Target="slide291.xml"/><Relationship Id="rId4" Type="http://schemas.openxmlformats.org/officeDocument/2006/relationships/image" Target="../media/image79.png"/></Relationships>
</file>

<file path=ppt/slides/_rels/slide295.xml.rels><?xml version="1.0" encoding="UTF-8" standalone="yes"?>
<Relationships xmlns="http://schemas.openxmlformats.org/package/2006/relationships"><Relationship Id="rId8" Type="http://schemas.microsoft.com/office/2007/relationships/diagramDrawing" Target="../diagrams/drawing68.xml"/><Relationship Id="rId3" Type="http://schemas.openxmlformats.org/officeDocument/2006/relationships/image" Target="../media/image2.png"/><Relationship Id="rId7" Type="http://schemas.openxmlformats.org/officeDocument/2006/relationships/diagramColors" Target="../diagrams/colors68.xml"/><Relationship Id="rId2" Type="http://schemas.openxmlformats.org/officeDocument/2006/relationships/notesSlide" Target="../notesSlides/notesSlide292.xml"/><Relationship Id="rId1" Type="http://schemas.openxmlformats.org/officeDocument/2006/relationships/slideLayout" Target="../slideLayouts/slideLayout2.xml"/><Relationship Id="rId6" Type="http://schemas.openxmlformats.org/officeDocument/2006/relationships/diagramQuickStyle" Target="../diagrams/quickStyle68.xml"/><Relationship Id="rId5" Type="http://schemas.openxmlformats.org/officeDocument/2006/relationships/diagramLayout" Target="../diagrams/layout68.xml"/><Relationship Id="rId4" Type="http://schemas.openxmlformats.org/officeDocument/2006/relationships/diagramData" Target="../diagrams/data68.xml"/><Relationship Id="rId9" Type="http://schemas.openxmlformats.org/officeDocument/2006/relationships/slide" Target="slide291.xml"/></Relationships>
</file>

<file path=ppt/slides/_rels/slide29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93.xml"/><Relationship Id="rId1" Type="http://schemas.openxmlformats.org/officeDocument/2006/relationships/slideLayout" Target="../slideLayouts/slideLayout2.xml"/><Relationship Id="rId6" Type="http://schemas.openxmlformats.org/officeDocument/2006/relationships/slide" Target="slide291.xml"/><Relationship Id="rId5" Type="http://schemas.openxmlformats.org/officeDocument/2006/relationships/image" Target="../media/image8.png"/><Relationship Id="rId4" Type="http://schemas.openxmlformats.org/officeDocument/2006/relationships/image" Target="../media/image79.png"/></Relationships>
</file>

<file path=ppt/slides/_rels/slide297.xml.rels><?xml version="1.0" encoding="UTF-8" standalone="yes"?>
<Relationships xmlns="http://schemas.openxmlformats.org/package/2006/relationships"><Relationship Id="rId8" Type="http://schemas.microsoft.com/office/2007/relationships/diagramDrawing" Target="../diagrams/drawing69.xml"/><Relationship Id="rId3" Type="http://schemas.openxmlformats.org/officeDocument/2006/relationships/image" Target="../media/image2.png"/><Relationship Id="rId7" Type="http://schemas.openxmlformats.org/officeDocument/2006/relationships/diagramColors" Target="../diagrams/colors69.xml"/><Relationship Id="rId12" Type="http://schemas.openxmlformats.org/officeDocument/2006/relationships/slide" Target="slide291.xml"/><Relationship Id="rId2" Type="http://schemas.openxmlformats.org/officeDocument/2006/relationships/notesSlide" Target="../notesSlides/notesSlide294.xml"/><Relationship Id="rId1" Type="http://schemas.openxmlformats.org/officeDocument/2006/relationships/slideLayout" Target="../slideLayouts/slideLayout2.xml"/><Relationship Id="rId6" Type="http://schemas.openxmlformats.org/officeDocument/2006/relationships/diagramQuickStyle" Target="../diagrams/quickStyle69.xml"/><Relationship Id="rId11" Type="http://schemas.openxmlformats.org/officeDocument/2006/relationships/image" Target="../media/image8.png"/><Relationship Id="rId5" Type="http://schemas.openxmlformats.org/officeDocument/2006/relationships/diagramLayout" Target="../diagrams/layout69.xml"/><Relationship Id="rId10" Type="http://schemas.openxmlformats.org/officeDocument/2006/relationships/image" Target="../media/image81.png"/><Relationship Id="rId4" Type="http://schemas.openxmlformats.org/officeDocument/2006/relationships/diagramData" Target="../diagrams/data69.xml"/><Relationship Id="rId9" Type="http://schemas.openxmlformats.org/officeDocument/2006/relationships/image" Target="../media/image80.png"/></Relationships>
</file>

<file path=ppt/slides/_rels/slide298.xml.rels><?xml version="1.0" encoding="UTF-8" standalone="yes"?>
<Relationships xmlns="http://schemas.openxmlformats.org/package/2006/relationships"><Relationship Id="rId8" Type="http://schemas.microsoft.com/office/2007/relationships/diagramDrawing" Target="../diagrams/drawing70.xml"/><Relationship Id="rId3" Type="http://schemas.openxmlformats.org/officeDocument/2006/relationships/image" Target="../media/image2.png"/><Relationship Id="rId7" Type="http://schemas.openxmlformats.org/officeDocument/2006/relationships/diagramColors" Target="../diagrams/colors70.xml"/><Relationship Id="rId2" Type="http://schemas.openxmlformats.org/officeDocument/2006/relationships/notesSlide" Target="../notesSlides/notesSlide295.xml"/><Relationship Id="rId1" Type="http://schemas.openxmlformats.org/officeDocument/2006/relationships/slideLayout" Target="../slideLayouts/slideLayout2.xml"/><Relationship Id="rId6" Type="http://schemas.openxmlformats.org/officeDocument/2006/relationships/diagramQuickStyle" Target="../diagrams/quickStyle70.xml"/><Relationship Id="rId5" Type="http://schemas.openxmlformats.org/officeDocument/2006/relationships/diagramLayout" Target="../diagrams/layout70.xml"/><Relationship Id="rId10" Type="http://schemas.openxmlformats.org/officeDocument/2006/relationships/slide" Target="slide291.xml"/><Relationship Id="rId4" Type="http://schemas.openxmlformats.org/officeDocument/2006/relationships/diagramData" Target="../diagrams/data70.xml"/><Relationship Id="rId9" Type="http://schemas.openxmlformats.org/officeDocument/2006/relationships/image" Target="../media/image82.jpeg"/></Relationships>
</file>

<file path=ppt/slides/_rels/slide299.xml.rels><?xml version="1.0" encoding="UTF-8" standalone="yes"?>
<Relationships xmlns="http://schemas.openxmlformats.org/package/2006/relationships"><Relationship Id="rId8" Type="http://schemas.openxmlformats.org/officeDocument/2006/relationships/slide" Target="slide306.xml"/><Relationship Id="rId3" Type="http://schemas.openxmlformats.org/officeDocument/2006/relationships/slide" Target="slide300.xml"/><Relationship Id="rId7" Type="http://schemas.openxmlformats.org/officeDocument/2006/relationships/slide" Target="slide305.xml"/><Relationship Id="rId2" Type="http://schemas.openxmlformats.org/officeDocument/2006/relationships/notesSlide" Target="../notesSlides/notesSlide296.xml"/><Relationship Id="rId1" Type="http://schemas.openxmlformats.org/officeDocument/2006/relationships/slideLayout" Target="../slideLayouts/slideLayout6.xml"/><Relationship Id="rId6" Type="http://schemas.openxmlformats.org/officeDocument/2006/relationships/slide" Target="slide304.xml"/><Relationship Id="rId11" Type="http://schemas.openxmlformats.org/officeDocument/2006/relationships/slide" Target="slide5.xml"/><Relationship Id="rId5" Type="http://schemas.openxmlformats.org/officeDocument/2006/relationships/slide" Target="slide303.xml"/><Relationship Id="rId10" Type="http://schemas.openxmlformats.org/officeDocument/2006/relationships/image" Target="../media/image8.png"/><Relationship Id="rId4" Type="http://schemas.openxmlformats.org/officeDocument/2006/relationships/slide" Target="slide302.xml"/><Relationship Id="rId9" Type="http://schemas.openxmlformats.org/officeDocument/2006/relationships/slide" Target="slide307.xml"/></Relationships>
</file>

<file path=ppt/slides/_rels/slide300.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297.xml"/><Relationship Id="rId1" Type="http://schemas.openxmlformats.org/officeDocument/2006/relationships/slideLayout" Target="../slideLayouts/slideLayout2.xml"/><Relationship Id="rId5" Type="http://schemas.openxmlformats.org/officeDocument/2006/relationships/slide" Target="slide299.xml"/><Relationship Id="rId4" Type="http://schemas.openxmlformats.org/officeDocument/2006/relationships/image" Target="../media/image2.png"/></Relationships>
</file>

<file path=ppt/slides/_rels/slide301.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298.xml"/><Relationship Id="rId1" Type="http://schemas.openxmlformats.org/officeDocument/2006/relationships/slideLayout" Target="../slideLayouts/slideLayout2.xml"/><Relationship Id="rId5" Type="http://schemas.openxmlformats.org/officeDocument/2006/relationships/slide" Target="slide299.xml"/><Relationship Id="rId4" Type="http://schemas.openxmlformats.org/officeDocument/2006/relationships/image" Target="../media/image2.png"/></Relationships>
</file>

<file path=ppt/slides/_rels/slide30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99.xml"/><Relationship Id="rId1" Type="http://schemas.openxmlformats.org/officeDocument/2006/relationships/slideLayout" Target="../slideLayouts/slideLayout2.xml"/><Relationship Id="rId6" Type="http://schemas.openxmlformats.org/officeDocument/2006/relationships/slide" Target="slide299.xml"/><Relationship Id="rId5" Type="http://schemas.openxmlformats.org/officeDocument/2006/relationships/image" Target="../media/image81.png"/><Relationship Id="rId4" Type="http://schemas.openxmlformats.org/officeDocument/2006/relationships/image" Target="../media/image83.png"/></Relationships>
</file>

<file path=ppt/slides/_rels/slide303.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299.xml"/><Relationship Id="rId2" Type="http://schemas.openxmlformats.org/officeDocument/2006/relationships/notesSlide" Target="../notesSlides/notesSlide300.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81.png"/><Relationship Id="rId4" Type="http://schemas.openxmlformats.org/officeDocument/2006/relationships/image" Target="../media/image84.png"/></Relationships>
</file>

<file path=ppt/slides/_rels/slide30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01.xml"/><Relationship Id="rId1" Type="http://schemas.openxmlformats.org/officeDocument/2006/relationships/slideLayout" Target="../slideLayouts/slideLayout2.xml"/><Relationship Id="rId6" Type="http://schemas.openxmlformats.org/officeDocument/2006/relationships/slide" Target="slide299.xml"/><Relationship Id="rId5" Type="http://schemas.openxmlformats.org/officeDocument/2006/relationships/image" Target="../media/image11.svg"/><Relationship Id="rId4" Type="http://schemas.openxmlformats.org/officeDocument/2006/relationships/image" Target="../media/image10.png"/></Relationships>
</file>

<file path=ppt/slides/_rels/slide305.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image" Target="../media/image2.png"/><Relationship Id="rId7" Type="http://schemas.openxmlformats.org/officeDocument/2006/relationships/image" Target="../media/image8.png"/><Relationship Id="rId2" Type="http://schemas.openxmlformats.org/officeDocument/2006/relationships/notesSlide" Target="../notesSlides/notesSlide302.xml"/><Relationship Id="rId1" Type="http://schemas.openxmlformats.org/officeDocument/2006/relationships/slideLayout" Target="../slideLayouts/slideLayout2.xml"/><Relationship Id="rId6" Type="http://schemas.openxmlformats.org/officeDocument/2006/relationships/image" Target="../media/image87.png"/><Relationship Id="rId5" Type="http://schemas.openxmlformats.org/officeDocument/2006/relationships/image" Target="../media/image86.png"/><Relationship Id="rId4" Type="http://schemas.openxmlformats.org/officeDocument/2006/relationships/image" Target="../media/image85.png"/></Relationships>
</file>

<file path=ppt/slides/_rels/slide306.xml.rels><?xml version="1.0" encoding="UTF-8" standalone="yes"?>
<Relationships xmlns="http://schemas.openxmlformats.org/package/2006/relationships"><Relationship Id="rId8" Type="http://schemas.microsoft.com/office/2007/relationships/diagramDrawing" Target="../diagrams/drawing71.xml"/><Relationship Id="rId3" Type="http://schemas.openxmlformats.org/officeDocument/2006/relationships/image" Target="../media/image2.png"/><Relationship Id="rId7" Type="http://schemas.openxmlformats.org/officeDocument/2006/relationships/diagramColors" Target="../diagrams/colors71.xml"/><Relationship Id="rId2" Type="http://schemas.openxmlformats.org/officeDocument/2006/relationships/notesSlide" Target="../notesSlides/notesSlide303.xml"/><Relationship Id="rId1" Type="http://schemas.openxmlformats.org/officeDocument/2006/relationships/slideLayout" Target="../slideLayouts/slideLayout2.xml"/><Relationship Id="rId6" Type="http://schemas.openxmlformats.org/officeDocument/2006/relationships/diagramQuickStyle" Target="../diagrams/quickStyle71.xml"/><Relationship Id="rId5" Type="http://schemas.openxmlformats.org/officeDocument/2006/relationships/diagramLayout" Target="../diagrams/layout71.xml"/><Relationship Id="rId4" Type="http://schemas.openxmlformats.org/officeDocument/2006/relationships/diagramData" Target="../diagrams/data71.xml"/><Relationship Id="rId9" Type="http://schemas.openxmlformats.org/officeDocument/2006/relationships/slide" Target="slide299.xml"/></Relationships>
</file>

<file path=ppt/slides/_rels/slide307.xml.rels><?xml version="1.0" encoding="UTF-8" standalone="yes"?>
<Relationships xmlns="http://schemas.openxmlformats.org/package/2006/relationships"><Relationship Id="rId8" Type="http://schemas.microsoft.com/office/2007/relationships/diagramDrawing" Target="../diagrams/drawing72.xml"/><Relationship Id="rId3" Type="http://schemas.openxmlformats.org/officeDocument/2006/relationships/image" Target="../media/image2.png"/><Relationship Id="rId7" Type="http://schemas.openxmlformats.org/officeDocument/2006/relationships/diagramColors" Target="../diagrams/colors72.xml"/><Relationship Id="rId2" Type="http://schemas.openxmlformats.org/officeDocument/2006/relationships/notesSlide" Target="../notesSlides/notesSlide304.xml"/><Relationship Id="rId1" Type="http://schemas.openxmlformats.org/officeDocument/2006/relationships/slideLayout" Target="../slideLayouts/slideLayout2.xml"/><Relationship Id="rId6" Type="http://schemas.openxmlformats.org/officeDocument/2006/relationships/diagramQuickStyle" Target="../diagrams/quickStyle72.xml"/><Relationship Id="rId5" Type="http://schemas.openxmlformats.org/officeDocument/2006/relationships/diagramLayout" Target="../diagrams/layout72.xml"/><Relationship Id="rId4" Type="http://schemas.openxmlformats.org/officeDocument/2006/relationships/diagramData" Target="../diagrams/data72.xml"/><Relationship Id="rId9" Type="http://schemas.openxmlformats.org/officeDocument/2006/relationships/slide" Target="slide299.xml"/></Relationships>
</file>

<file path=ppt/slides/_rels/slide308.xml.rels><?xml version="1.0" encoding="UTF-8" standalone="yes"?>
<Relationships xmlns="http://schemas.openxmlformats.org/package/2006/relationships"><Relationship Id="rId8" Type="http://schemas.openxmlformats.org/officeDocument/2006/relationships/slide" Target="slide315.xml"/><Relationship Id="rId13" Type="http://schemas.openxmlformats.org/officeDocument/2006/relationships/image" Target="../media/image8.png"/><Relationship Id="rId3" Type="http://schemas.openxmlformats.org/officeDocument/2006/relationships/slide" Target="slide309.xml"/><Relationship Id="rId7" Type="http://schemas.openxmlformats.org/officeDocument/2006/relationships/slide" Target="slide314.xml"/><Relationship Id="rId12" Type="http://schemas.openxmlformats.org/officeDocument/2006/relationships/slide" Target="slide319.xml"/><Relationship Id="rId2" Type="http://schemas.openxmlformats.org/officeDocument/2006/relationships/notesSlide" Target="../notesSlides/notesSlide305.xml"/><Relationship Id="rId1" Type="http://schemas.openxmlformats.org/officeDocument/2006/relationships/slideLayout" Target="../slideLayouts/slideLayout6.xml"/><Relationship Id="rId6" Type="http://schemas.openxmlformats.org/officeDocument/2006/relationships/slide" Target="slide313.xml"/><Relationship Id="rId11" Type="http://schemas.openxmlformats.org/officeDocument/2006/relationships/slide" Target="slide318.xml"/><Relationship Id="rId5" Type="http://schemas.openxmlformats.org/officeDocument/2006/relationships/slide" Target="slide311.xml"/><Relationship Id="rId10" Type="http://schemas.openxmlformats.org/officeDocument/2006/relationships/slide" Target="slide317.xml"/><Relationship Id="rId4" Type="http://schemas.openxmlformats.org/officeDocument/2006/relationships/slide" Target="slide310.xml"/><Relationship Id="rId9" Type="http://schemas.openxmlformats.org/officeDocument/2006/relationships/slide" Target="slide316.xml"/><Relationship Id="rId14" Type="http://schemas.openxmlformats.org/officeDocument/2006/relationships/slide" Target="slide5.xml"/></Relationships>
</file>

<file path=ppt/slides/_rels/slide309.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308.xml"/><Relationship Id="rId2" Type="http://schemas.openxmlformats.org/officeDocument/2006/relationships/notesSlide" Target="../notesSlides/notesSlide306.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89.png"/><Relationship Id="rId4" Type="http://schemas.openxmlformats.org/officeDocument/2006/relationships/image" Target="../media/image88.jpeg"/></Relationships>
</file>

<file path=ppt/slides/_rels/slide3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07.xml"/><Relationship Id="rId1" Type="http://schemas.openxmlformats.org/officeDocument/2006/relationships/slideLayout" Target="../slideLayouts/slideLayout2.xml"/><Relationship Id="rId6" Type="http://schemas.openxmlformats.org/officeDocument/2006/relationships/slide" Target="slide308.xml"/><Relationship Id="rId5" Type="http://schemas.openxmlformats.org/officeDocument/2006/relationships/image" Target="../media/image89.png"/><Relationship Id="rId4" Type="http://schemas.openxmlformats.org/officeDocument/2006/relationships/image" Target="../media/image88.jpeg"/></Relationships>
</file>

<file path=ppt/slides/_rels/slide3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08.xml"/><Relationship Id="rId1" Type="http://schemas.openxmlformats.org/officeDocument/2006/relationships/slideLayout" Target="../slideLayouts/slideLayout2.xml"/><Relationship Id="rId6" Type="http://schemas.openxmlformats.org/officeDocument/2006/relationships/slide" Target="slide308.xml"/><Relationship Id="rId5" Type="http://schemas.openxmlformats.org/officeDocument/2006/relationships/image" Target="../media/image89.png"/><Relationship Id="rId4" Type="http://schemas.openxmlformats.org/officeDocument/2006/relationships/image" Target="../media/image88.jpeg"/></Relationships>
</file>

<file path=ppt/slides/_rels/slide3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09.xml"/><Relationship Id="rId1" Type="http://schemas.openxmlformats.org/officeDocument/2006/relationships/slideLayout" Target="../slideLayouts/slideLayout2.xml"/><Relationship Id="rId4" Type="http://schemas.openxmlformats.org/officeDocument/2006/relationships/slide" Target="slide308.xml"/></Relationships>
</file>

<file path=ppt/slides/_rels/slide3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10.xml"/><Relationship Id="rId1" Type="http://schemas.openxmlformats.org/officeDocument/2006/relationships/slideLayout" Target="../slideLayouts/slideLayout2.xml"/><Relationship Id="rId4" Type="http://schemas.openxmlformats.org/officeDocument/2006/relationships/slide" Target="slide308.xml"/></Relationships>
</file>

<file path=ppt/slides/_rels/slide3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11.xml"/><Relationship Id="rId1" Type="http://schemas.openxmlformats.org/officeDocument/2006/relationships/slideLayout" Target="../slideLayouts/slideLayout2.xml"/><Relationship Id="rId5" Type="http://schemas.openxmlformats.org/officeDocument/2006/relationships/slide" Target="slide308.xml"/><Relationship Id="rId4" Type="http://schemas.openxmlformats.org/officeDocument/2006/relationships/image" Target="../media/image8.png"/></Relationships>
</file>

<file path=ppt/slides/_rels/slide3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12.xml"/><Relationship Id="rId1" Type="http://schemas.openxmlformats.org/officeDocument/2006/relationships/slideLayout" Target="../slideLayouts/slideLayout2.xml"/><Relationship Id="rId4" Type="http://schemas.openxmlformats.org/officeDocument/2006/relationships/slide" Target="slide308.xml"/></Relationships>
</file>

<file path=ppt/slides/_rels/slide3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13.xml"/><Relationship Id="rId1" Type="http://schemas.openxmlformats.org/officeDocument/2006/relationships/slideLayout" Target="../slideLayouts/slideLayout2.xml"/><Relationship Id="rId5" Type="http://schemas.openxmlformats.org/officeDocument/2006/relationships/slide" Target="slide308.xml"/><Relationship Id="rId4" Type="http://schemas.openxmlformats.org/officeDocument/2006/relationships/image" Target="../media/image8.png"/></Relationships>
</file>

<file path=ppt/slides/_rels/slide3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14.xml"/><Relationship Id="rId1" Type="http://schemas.openxmlformats.org/officeDocument/2006/relationships/slideLayout" Target="../slideLayouts/slideLayout2.xml"/><Relationship Id="rId4" Type="http://schemas.openxmlformats.org/officeDocument/2006/relationships/slide" Target="slide308.xml"/></Relationships>
</file>

<file path=ppt/slides/_rels/slide3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15.xml"/><Relationship Id="rId1" Type="http://schemas.openxmlformats.org/officeDocument/2006/relationships/slideLayout" Target="../slideLayouts/slideLayout2.xml"/><Relationship Id="rId5" Type="http://schemas.openxmlformats.org/officeDocument/2006/relationships/slide" Target="slide308.xml"/><Relationship Id="rId4" Type="http://schemas.openxmlformats.org/officeDocument/2006/relationships/image" Target="../media/image8.png"/></Relationships>
</file>

<file path=ppt/slides/_rels/slide3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16.xml"/><Relationship Id="rId1" Type="http://schemas.openxmlformats.org/officeDocument/2006/relationships/slideLayout" Target="../slideLayouts/slideLayout2.xml"/><Relationship Id="rId6" Type="http://schemas.openxmlformats.org/officeDocument/2006/relationships/slide" Target="slide308.xml"/><Relationship Id="rId5" Type="http://schemas.openxmlformats.org/officeDocument/2006/relationships/image" Target="../media/image89.png"/><Relationship Id="rId4" Type="http://schemas.openxmlformats.org/officeDocument/2006/relationships/image" Target="../media/image88.jpeg"/></Relationships>
</file>

<file path=ppt/slides/_rels/slide320.xml.rels><?xml version="1.0" encoding="UTF-8" standalone="yes"?>
<Relationships xmlns="http://schemas.openxmlformats.org/package/2006/relationships"><Relationship Id="rId8" Type="http://schemas.openxmlformats.org/officeDocument/2006/relationships/slide" Target="slide326.xml"/><Relationship Id="rId3" Type="http://schemas.openxmlformats.org/officeDocument/2006/relationships/slide" Target="slide321.xml"/><Relationship Id="rId7" Type="http://schemas.openxmlformats.org/officeDocument/2006/relationships/slide" Target="slide325.xml"/><Relationship Id="rId2" Type="http://schemas.openxmlformats.org/officeDocument/2006/relationships/notesSlide" Target="../notesSlides/notesSlide317.xml"/><Relationship Id="rId1" Type="http://schemas.openxmlformats.org/officeDocument/2006/relationships/slideLayout" Target="../slideLayouts/slideLayout6.xml"/><Relationship Id="rId6" Type="http://schemas.openxmlformats.org/officeDocument/2006/relationships/slide" Target="slide324.xml"/><Relationship Id="rId11" Type="http://schemas.openxmlformats.org/officeDocument/2006/relationships/slide" Target="slide5.xml"/><Relationship Id="rId5" Type="http://schemas.openxmlformats.org/officeDocument/2006/relationships/slide" Target="slide323.xml"/><Relationship Id="rId10" Type="http://schemas.openxmlformats.org/officeDocument/2006/relationships/image" Target="../media/image8.png"/><Relationship Id="rId4" Type="http://schemas.openxmlformats.org/officeDocument/2006/relationships/slide" Target="slide322.xml"/><Relationship Id="rId9" Type="http://schemas.openxmlformats.org/officeDocument/2006/relationships/slide" Target="slide327.xml"/></Relationships>
</file>

<file path=ppt/slides/_rels/slide3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18.xml"/><Relationship Id="rId1" Type="http://schemas.openxmlformats.org/officeDocument/2006/relationships/slideLayout" Target="../slideLayouts/slideLayout2.xml"/><Relationship Id="rId5" Type="http://schemas.openxmlformats.org/officeDocument/2006/relationships/slide" Target="slide320.xml"/><Relationship Id="rId4" Type="http://schemas.openxmlformats.org/officeDocument/2006/relationships/image" Target="../media/image8.png"/></Relationships>
</file>

<file path=ppt/slides/_rels/slide322.xml.rels><?xml version="1.0" encoding="UTF-8" standalone="yes"?>
<Relationships xmlns="http://schemas.openxmlformats.org/package/2006/relationships"><Relationship Id="rId8" Type="http://schemas.microsoft.com/office/2007/relationships/diagramDrawing" Target="../diagrams/drawing73.xml"/><Relationship Id="rId3" Type="http://schemas.openxmlformats.org/officeDocument/2006/relationships/image" Target="../media/image2.png"/><Relationship Id="rId7" Type="http://schemas.openxmlformats.org/officeDocument/2006/relationships/diagramColors" Target="../diagrams/colors73.xml"/><Relationship Id="rId2" Type="http://schemas.openxmlformats.org/officeDocument/2006/relationships/notesSlide" Target="../notesSlides/notesSlide319.xml"/><Relationship Id="rId1" Type="http://schemas.openxmlformats.org/officeDocument/2006/relationships/slideLayout" Target="../slideLayouts/slideLayout2.xml"/><Relationship Id="rId6" Type="http://schemas.openxmlformats.org/officeDocument/2006/relationships/diagramQuickStyle" Target="../diagrams/quickStyle73.xml"/><Relationship Id="rId5" Type="http://schemas.openxmlformats.org/officeDocument/2006/relationships/diagramLayout" Target="../diagrams/layout73.xml"/><Relationship Id="rId10" Type="http://schemas.openxmlformats.org/officeDocument/2006/relationships/slide" Target="slide320.xml"/><Relationship Id="rId4" Type="http://schemas.openxmlformats.org/officeDocument/2006/relationships/diagramData" Target="../diagrams/data73.xml"/><Relationship Id="rId9" Type="http://schemas.openxmlformats.org/officeDocument/2006/relationships/image" Target="../media/image8.png"/></Relationships>
</file>

<file path=ppt/slides/_rels/slide3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20.xml"/><Relationship Id="rId1" Type="http://schemas.openxmlformats.org/officeDocument/2006/relationships/slideLayout" Target="../slideLayouts/slideLayout2.xml"/><Relationship Id="rId5" Type="http://schemas.openxmlformats.org/officeDocument/2006/relationships/slide" Target="slide320.xml"/><Relationship Id="rId4" Type="http://schemas.openxmlformats.org/officeDocument/2006/relationships/image" Target="../media/image8.png"/></Relationships>
</file>

<file path=ppt/slides/_rels/slide32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21.xml"/><Relationship Id="rId1" Type="http://schemas.openxmlformats.org/officeDocument/2006/relationships/slideLayout" Target="../slideLayouts/slideLayout2.xml"/><Relationship Id="rId4" Type="http://schemas.openxmlformats.org/officeDocument/2006/relationships/slide" Target="slide320.xml"/></Relationships>
</file>

<file path=ppt/slides/_rels/slide325.xml.rels><?xml version="1.0" encoding="UTF-8" standalone="yes"?>
<Relationships xmlns="http://schemas.openxmlformats.org/package/2006/relationships"><Relationship Id="rId8" Type="http://schemas.microsoft.com/office/2007/relationships/diagramDrawing" Target="../diagrams/drawing74.xml"/><Relationship Id="rId3" Type="http://schemas.openxmlformats.org/officeDocument/2006/relationships/image" Target="../media/image2.png"/><Relationship Id="rId7" Type="http://schemas.openxmlformats.org/officeDocument/2006/relationships/diagramColors" Target="../diagrams/colors74.xml"/><Relationship Id="rId2" Type="http://schemas.openxmlformats.org/officeDocument/2006/relationships/notesSlide" Target="../notesSlides/notesSlide322.xml"/><Relationship Id="rId1" Type="http://schemas.openxmlformats.org/officeDocument/2006/relationships/slideLayout" Target="../slideLayouts/slideLayout2.xml"/><Relationship Id="rId6" Type="http://schemas.openxmlformats.org/officeDocument/2006/relationships/diagramQuickStyle" Target="../diagrams/quickStyle74.xml"/><Relationship Id="rId5" Type="http://schemas.openxmlformats.org/officeDocument/2006/relationships/diagramLayout" Target="../diagrams/layout74.xml"/><Relationship Id="rId10" Type="http://schemas.openxmlformats.org/officeDocument/2006/relationships/slide" Target="slide320.xml"/><Relationship Id="rId4" Type="http://schemas.openxmlformats.org/officeDocument/2006/relationships/diagramData" Target="../diagrams/data74.xml"/><Relationship Id="rId9" Type="http://schemas.openxmlformats.org/officeDocument/2006/relationships/image" Target="../media/image8.png"/></Relationships>
</file>

<file path=ppt/slides/_rels/slide32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23.xml"/><Relationship Id="rId1" Type="http://schemas.openxmlformats.org/officeDocument/2006/relationships/slideLayout" Target="../slideLayouts/slideLayout2.xml"/><Relationship Id="rId4" Type="http://schemas.openxmlformats.org/officeDocument/2006/relationships/slide" Target="slide320.xml"/></Relationships>
</file>

<file path=ppt/slides/_rels/slide327.xml.rels><?xml version="1.0" encoding="UTF-8" standalone="yes"?>
<Relationships xmlns="http://schemas.openxmlformats.org/package/2006/relationships"><Relationship Id="rId8" Type="http://schemas.openxmlformats.org/officeDocument/2006/relationships/diagramQuickStyle" Target="../diagrams/quickStyle75.xml"/><Relationship Id="rId3" Type="http://schemas.openxmlformats.org/officeDocument/2006/relationships/image" Target="../media/image2.png"/><Relationship Id="rId7" Type="http://schemas.openxmlformats.org/officeDocument/2006/relationships/diagramLayout" Target="../diagrams/layout75.xml"/><Relationship Id="rId2" Type="http://schemas.openxmlformats.org/officeDocument/2006/relationships/notesSlide" Target="../notesSlides/notesSlide324.xml"/><Relationship Id="rId1" Type="http://schemas.openxmlformats.org/officeDocument/2006/relationships/slideLayout" Target="../slideLayouts/slideLayout2.xml"/><Relationship Id="rId6" Type="http://schemas.openxmlformats.org/officeDocument/2006/relationships/diagramData" Target="../diagrams/data75.xml"/><Relationship Id="rId11" Type="http://schemas.openxmlformats.org/officeDocument/2006/relationships/slide" Target="slide320.xml"/><Relationship Id="rId5" Type="http://schemas.openxmlformats.org/officeDocument/2006/relationships/image" Target="../media/image90.jpeg"/><Relationship Id="rId10" Type="http://schemas.microsoft.com/office/2007/relationships/diagramDrawing" Target="../diagrams/drawing75.xml"/><Relationship Id="rId4" Type="http://schemas.openxmlformats.org/officeDocument/2006/relationships/image" Target="../media/image71.jpeg"/><Relationship Id="rId9" Type="http://schemas.openxmlformats.org/officeDocument/2006/relationships/diagramColors" Target="../diagrams/colors75.xml"/></Relationships>
</file>

<file path=ppt/slides/_rels/slide328.xml.rels><?xml version="1.0" encoding="UTF-8" standalone="yes"?>
<Relationships xmlns="http://schemas.openxmlformats.org/package/2006/relationships"><Relationship Id="rId8" Type="http://schemas.microsoft.com/office/2007/relationships/diagramDrawing" Target="../diagrams/drawing76.xml"/><Relationship Id="rId3" Type="http://schemas.openxmlformats.org/officeDocument/2006/relationships/image" Target="../media/image2.png"/><Relationship Id="rId7" Type="http://schemas.openxmlformats.org/officeDocument/2006/relationships/diagramColors" Target="../diagrams/colors76.xml"/><Relationship Id="rId2" Type="http://schemas.openxmlformats.org/officeDocument/2006/relationships/notesSlide" Target="../notesSlides/notesSlide325.xml"/><Relationship Id="rId1" Type="http://schemas.openxmlformats.org/officeDocument/2006/relationships/slideLayout" Target="../slideLayouts/slideLayout2.xml"/><Relationship Id="rId6" Type="http://schemas.openxmlformats.org/officeDocument/2006/relationships/diagramQuickStyle" Target="../diagrams/quickStyle76.xml"/><Relationship Id="rId5" Type="http://schemas.openxmlformats.org/officeDocument/2006/relationships/diagramLayout" Target="../diagrams/layout76.xml"/><Relationship Id="rId4" Type="http://schemas.openxmlformats.org/officeDocument/2006/relationships/diagramData" Target="../diagrams/data76.xml"/><Relationship Id="rId9" Type="http://schemas.openxmlformats.org/officeDocument/2006/relationships/slide" Target="slide320.xml"/></Relationships>
</file>

<file path=ppt/slides/_rels/slide329.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image" Target="../media/image66.png"/><Relationship Id="rId1" Type="http://schemas.openxmlformats.org/officeDocument/2006/relationships/slideLayout" Target="../slideLayouts/slideLayout6.xml"/></Relationships>
</file>

<file path=ppt/slides/_rels/slide33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slide" Target="slide331.xml"/><Relationship Id="rId7" Type="http://schemas.openxmlformats.org/officeDocument/2006/relationships/image" Target="../media/image8.png"/><Relationship Id="rId2" Type="http://schemas.openxmlformats.org/officeDocument/2006/relationships/notesSlide" Target="../notesSlides/notesSlide326.xml"/><Relationship Id="rId1" Type="http://schemas.openxmlformats.org/officeDocument/2006/relationships/slideLayout" Target="../slideLayouts/slideLayout6.xml"/><Relationship Id="rId6" Type="http://schemas.openxmlformats.org/officeDocument/2006/relationships/slide" Target="slide336.xml"/><Relationship Id="rId5" Type="http://schemas.openxmlformats.org/officeDocument/2006/relationships/slide" Target="slide334.xml"/><Relationship Id="rId4" Type="http://schemas.openxmlformats.org/officeDocument/2006/relationships/slide" Target="slide332.xml"/></Relationships>
</file>

<file path=ppt/slides/_rels/slide331.xml.rels><?xml version="1.0" encoding="UTF-8" standalone="yes"?>
<Relationships xmlns="http://schemas.openxmlformats.org/package/2006/relationships"><Relationship Id="rId8" Type="http://schemas.openxmlformats.org/officeDocument/2006/relationships/image" Target="../media/image93.png"/><Relationship Id="rId13" Type="http://schemas.openxmlformats.org/officeDocument/2006/relationships/slide" Target="slide330.xml"/><Relationship Id="rId3" Type="http://schemas.openxmlformats.org/officeDocument/2006/relationships/image" Target="../media/image2.png"/><Relationship Id="rId7" Type="http://schemas.openxmlformats.org/officeDocument/2006/relationships/image" Target="../media/image88.jpeg"/><Relationship Id="rId12" Type="http://schemas.openxmlformats.org/officeDocument/2006/relationships/image" Target="../media/image95.png"/><Relationship Id="rId2" Type="http://schemas.openxmlformats.org/officeDocument/2006/relationships/notesSlide" Target="../notesSlides/notesSlide327.xml"/><Relationship Id="rId1" Type="http://schemas.openxmlformats.org/officeDocument/2006/relationships/slideLayout" Target="../slideLayouts/slideLayout2.xml"/><Relationship Id="rId6" Type="http://schemas.openxmlformats.org/officeDocument/2006/relationships/image" Target="../media/image92.png"/><Relationship Id="rId11" Type="http://schemas.openxmlformats.org/officeDocument/2006/relationships/image" Target="../media/image8.png"/><Relationship Id="rId5" Type="http://schemas.openxmlformats.org/officeDocument/2006/relationships/image" Target="../media/image91.png"/><Relationship Id="rId10" Type="http://schemas.openxmlformats.org/officeDocument/2006/relationships/image" Target="../media/image90.jpeg"/><Relationship Id="rId4" Type="http://schemas.openxmlformats.org/officeDocument/2006/relationships/image" Target="../media/image71.jpeg"/><Relationship Id="rId9" Type="http://schemas.openxmlformats.org/officeDocument/2006/relationships/image" Target="../media/image94.png"/></Relationships>
</file>

<file path=ppt/slides/_rels/slide332.xml.rels><?xml version="1.0" encoding="UTF-8" standalone="yes"?>
<Relationships xmlns="http://schemas.openxmlformats.org/package/2006/relationships"><Relationship Id="rId8" Type="http://schemas.openxmlformats.org/officeDocument/2006/relationships/slide" Target="slide330.xml"/><Relationship Id="rId3" Type="http://schemas.openxmlformats.org/officeDocument/2006/relationships/image" Target="../media/image2.png"/><Relationship Id="rId7" Type="http://schemas.openxmlformats.org/officeDocument/2006/relationships/image" Target="../media/image96.png"/><Relationship Id="rId2" Type="http://schemas.openxmlformats.org/officeDocument/2006/relationships/notesSlide" Target="../notesSlides/notesSlide328.xml"/><Relationship Id="rId1" Type="http://schemas.openxmlformats.org/officeDocument/2006/relationships/slideLayout" Target="../slideLayouts/slideLayout2.xml"/><Relationship Id="rId6" Type="http://schemas.openxmlformats.org/officeDocument/2006/relationships/image" Target="../media/image90.jpeg"/><Relationship Id="rId5" Type="http://schemas.openxmlformats.org/officeDocument/2006/relationships/image" Target="../media/image91.png"/><Relationship Id="rId4" Type="http://schemas.openxmlformats.org/officeDocument/2006/relationships/image" Target="../media/image71.jpeg"/></Relationships>
</file>

<file path=ppt/slides/_rels/slide333.xml.rels><?xml version="1.0" encoding="UTF-8" standalone="yes"?>
<Relationships xmlns="http://schemas.openxmlformats.org/package/2006/relationships"><Relationship Id="rId8" Type="http://schemas.microsoft.com/office/2007/relationships/diagramDrawing" Target="../diagrams/drawing77.xml"/><Relationship Id="rId3" Type="http://schemas.openxmlformats.org/officeDocument/2006/relationships/image" Target="../media/image2.png"/><Relationship Id="rId7" Type="http://schemas.openxmlformats.org/officeDocument/2006/relationships/diagramColors" Target="../diagrams/colors77.xml"/><Relationship Id="rId2" Type="http://schemas.openxmlformats.org/officeDocument/2006/relationships/notesSlide" Target="../notesSlides/notesSlide329.xml"/><Relationship Id="rId1" Type="http://schemas.openxmlformats.org/officeDocument/2006/relationships/slideLayout" Target="../slideLayouts/slideLayout2.xml"/><Relationship Id="rId6" Type="http://schemas.openxmlformats.org/officeDocument/2006/relationships/diagramQuickStyle" Target="../diagrams/quickStyle77.xml"/><Relationship Id="rId5" Type="http://schemas.openxmlformats.org/officeDocument/2006/relationships/diagramLayout" Target="../diagrams/layout77.xml"/><Relationship Id="rId4" Type="http://schemas.openxmlformats.org/officeDocument/2006/relationships/diagramData" Target="../diagrams/data77.xml"/><Relationship Id="rId9" Type="http://schemas.openxmlformats.org/officeDocument/2006/relationships/slide" Target="slide330.xml"/></Relationships>
</file>

<file path=ppt/slides/_rels/slide334.xml.rels><?xml version="1.0" encoding="UTF-8" standalone="yes"?>
<Relationships xmlns="http://schemas.openxmlformats.org/package/2006/relationships"><Relationship Id="rId8" Type="http://schemas.microsoft.com/office/2007/relationships/diagramDrawing" Target="../diagrams/drawing78.xml"/><Relationship Id="rId3" Type="http://schemas.openxmlformats.org/officeDocument/2006/relationships/image" Target="../media/image2.png"/><Relationship Id="rId7" Type="http://schemas.openxmlformats.org/officeDocument/2006/relationships/diagramColors" Target="../diagrams/colors78.xml"/><Relationship Id="rId2" Type="http://schemas.openxmlformats.org/officeDocument/2006/relationships/notesSlide" Target="../notesSlides/notesSlide330.xml"/><Relationship Id="rId1" Type="http://schemas.openxmlformats.org/officeDocument/2006/relationships/slideLayout" Target="../slideLayouts/slideLayout2.xml"/><Relationship Id="rId6" Type="http://schemas.openxmlformats.org/officeDocument/2006/relationships/diagramQuickStyle" Target="../diagrams/quickStyle78.xml"/><Relationship Id="rId5" Type="http://schemas.openxmlformats.org/officeDocument/2006/relationships/diagramLayout" Target="../diagrams/layout78.xml"/><Relationship Id="rId10" Type="http://schemas.openxmlformats.org/officeDocument/2006/relationships/slide" Target="slide330.xml"/><Relationship Id="rId4" Type="http://schemas.openxmlformats.org/officeDocument/2006/relationships/diagramData" Target="../diagrams/data78.xml"/><Relationship Id="rId9" Type="http://schemas.openxmlformats.org/officeDocument/2006/relationships/image" Target="../media/image8.png"/></Relationships>
</file>

<file path=ppt/slides/_rels/slide335.xml.rels><?xml version="1.0" encoding="UTF-8" standalone="yes"?>
<Relationships xmlns="http://schemas.openxmlformats.org/package/2006/relationships"><Relationship Id="rId8" Type="http://schemas.microsoft.com/office/2007/relationships/diagramDrawing" Target="../diagrams/drawing79.xml"/><Relationship Id="rId3" Type="http://schemas.openxmlformats.org/officeDocument/2006/relationships/image" Target="../media/image2.png"/><Relationship Id="rId7" Type="http://schemas.openxmlformats.org/officeDocument/2006/relationships/diagramColors" Target="../diagrams/colors79.xml"/><Relationship Id="rId2" Type="http://schemas.openxmlformats.org/officeDocument/2006/relationships/notesSlide" Target="../notesSlides/notesSlide331.xml"/><Relationship Id="rId1" Type="http://schemas.openxmlformats.org/officeDocument/2006/relationships/slideLayout" Target="../slideLayouts/slideLayout2.xml"/><Relationship Id="rId6" Type="http://schemas.openxmlformats.org/officeDocument/2006/relationships/diagramQuickStyle" Target="../diagrams/quickStyle79.xml"/><Relationship Id="rId5" Type="http://schemas.openxmlformats.org/officeDocument/2006/relationships/diagramLayout" Target="../diagrams/layout79.xml"/><Relationship Id="rId10" Type="http://schemas.openxmlformats.org/officeDocument/2006/relationships/slide" Target="slide330.xml"/><Relationship Id="rId4" Type="http://schemas.openxmlformats.org/officeDocument/2006/relationships/diagramData" Target="../diagrams/data79.xml"/><Relationship Id="rId9" Type="http://schemas.openxmlformats.org/officeDocument/2006/relationships/image" Target="../media/image8.png"/></Relationships>
</file>

<file path=ppt/slides/_rels/slide33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32.xml"/><Relationship Id="rId1" Type="http://schemas.openxmlformats.org/officeDocument/2006/relationships/slideLayout" Target="../slideLayouts/slideLayout2.xml"/><Relationship Id="rId4" Type="http://schemas.openxmlformats.org/officeDocument/2006/relationships/slide" Target="slide330.xml"/></Relationships>
</file>

<file path=ppt/slides/_rels/slide337.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slide" Target="slide338.xml"/><Relationship Id="rId7" Type="http://schemas.openxmlformats.org/officeDocument/2006/relationships/slide" Target="slide342.xml"/><Relationship Id="rId2" Type="http://schemas.openxmlformats.org/officeDocument/2006/relationships/notesSlide" Target="../notesSlides/notesSlide333.xml"/><Relationship Id="rId1" Type="http://schemas.openxmlformats.org/officeDocument/2006/relationships/slideLayout" Target="../slideLayouts/slideLayout6.xml"/><Relationship Id="rId6" Type="http://schemas.openxmlformats.org/officeDocument/2006/relationships/slide" Target="slide341.xml"/><Relationship Id="rId5" Type="http://schemas.openxmlformats.org/officeDocument/2006/relationships/slide" Target="slide340.xml"/><Relationship Id="rId4" Type="http://schemas.openxmlformats.org/officeDocument/2006/relationships/slide" Target="slide339.xml"/><Relationship Id="rId9" Type="http://schemas.openxmlformats.org/officeDocument/2006/relationships/slide" Target="slide5.xml"/></Relationships>
</file>

<file path=ppt/slides/_rels/slide338.xml.rels><?xml version="1.0" encoding="UTF-8" standalone="yes"?>
<Relationships xmlns="http://schemas.openxmlformats.org/package/2006/relationships"><Relationship Id="rId8" Type="http://schemas.openxmlformats.org/officeDocument/2006/relationships/image" Target="../media/image88.jpeg"/><Relationship Id="rId3" Type="http://schemas.openxmlformats.org/officeDocument/2006/relationships/image" Target="../media/image2.png"/><Relationship Id="rId7" Type="http://schemas.openxmlformats.org/officeDocument/2006/relationships/image" Target="../media/image96.png"/><Relationship Id="rId2" Type="http://schemas.openxmlformats.org/officeDocument/2006/relationships/notesSlide" Target="../notesSlides/notesSlide334.xml"/><Relationship Id="rId1" Type="http://schemas.openxmlformats.org/officeDocument/2006/relationships/slideLayout" Target="../slideLayouts/slideLayout2.xml"/><Relationship Id="rId6" Type="http://schemas.openxmlformats.org/officeDocument/2006/relationships/image" Target="../media/image90.jpeg"/><Relationship Id="rId5" Type="http://schemas.openxmlformats.org/officeDocument/2006/relationships/image" Target="../media/image91.png"/><Relationship Id="rId10" Type="http://schemas.openxmlformats.org/officeDocument/2006/relationships/slide" Target="slide337.xml"/><Relationship Id="rId4" Type="http://schemas.openxmlformats.org/officeDocument/2006/relationships/image" Target="../media/image71.jpeg"/><Relationship Id="rId9" Type="http://schemas.openxmlformats.org/officeDocument/2006/relationships/image" Target="../media/image8.png"/></Relationships>
</file>

<file path=ppt/slides/_rels/slide33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35.xml"/><Relationship Id="rId1" Type="http://schemas.openxmlformats.org/officeDocument/2006/relationships/slideLayout" Target="../slideLayouts/slideLayout2.xml"/><Relationship Id="rId4" Type="http://schemas.openxmlformats.org/officeDocument/2006/relationships/slide" Target="slide337.xml"/></Relationships>
</file>

<file path=ppt/slides/_rels/slide34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36.xml"/><Relationship Id="rId1" Type="http://schemas.openxmlformats.org/officeDocument/2006/relationships/slideLayout" Target="../slideLayouts/slideLayout2.xml"/><Relationship Id="rId6" Type="http://schemas.openxmlformats.org/officeDocument/2006/relationships/slide" Target="slide337.xml"/><Relationship Id="rId5" Type="http://schemas.openxmlformats.org/officeDocument/2006/relationships/image" Target="../media/image98.png"/><Relationship Id="rId4" Type="http://schemas.openxmlformats.org/officeDocument/2006/relationships/image" Target="../media/image97.png"/></Relationships>
</file>

<file path=ppt/slides/_rels/slide341.xml.rels><?xml version="1.0" encoding="UTF-8" standalone="yes"?>
<Relationships xmlns="http://schemas.openxmlformats.org/package/2006/relationships"><Relationship Id="rId8" Type="http://schemas.microsoft.com/office/2007/relationships/diagramDrawing" Target="../diagrams/drawing80.xml"/><Relationship Id="rId13" Type="http://schemas.microsoft.com/office/2007/relationships/diagramDrawing" Target="../diagrams/drawing81.xml"/><Relationship Id="rId3" Type="http://schemas.openxmlformats.org/officeDocument/2006/relationships/image" Target="../media/image2.png"/><Relationship Id="rId7" Type="http://schemas.openxmlformats.org/officeDocument/2006/relationships/diagramColors" Target="../diagrams/colors80.xml"/><Relationship Id="rId12" Type="http://schemas.openxmlformats.org/officeDocument/2006/relationships/diagramColors" Target="../diagrams/colors81.xml"/><Relationship Id="rId2" Type="http://schemas.openxmlformats.org/officeDocument/2006/relationships/notesSlide" Target="../notesSlides/notesSlide337.xml"/><Relationship Id="rId1" Type="http://schemas.openxmlformats.org/officeDocument/2006/relationships/slideLayout" Target="../slideLayouts/slideLayout2.xml"/><Relationship Id="rId6" Type="http://schemas.openxmlformats.org/officeDocument/2006/relationships/diagramQuickStyle" Target="../diagrams/quickStyle80.xml"/><Relationship Id="rId11" Type="http://schemas.openxmlformats.org/officeDocument/2006/relationships/diagramQuickStyle" Target="../diagrams/quickStyle81.xml"/><Relationship Id="rId5" Type="http://schemas.openxmlformats.org/officeDocument/2006/relationships/diagramLayout" Target="../diagrams/layout80.xml"/><Relationship Id="rId10" Type="http://schemas.openxmlformats.org/officeDocument/2006/relationships/diagramLayout" Target="../diagrams/layout81.xml"/><Relationship Id="rId4" Type="http://schemas.openxmlformats.org/officeDocument/2006/relationships/diagramData" Target="../diagrams/data80.xml"/><Relationship Id="rId9" Type="http://schemas.openxmlformats.org/officeDocument/2006/relationships/diagramData" Target="../diagrams/data81.xml"/><Relationship Id="rId14" Type="http://schemas.openxmlformats.org/officeDocument/2006/relationships/slide" Target="slide337.xml"/></Relationships>
</file>

<file path=ppt/slides/_rels/slide342.xml.rels><?xml version="1.0" encoding="UTF-8" standalone="yes"?>
<Relationships xmlns="http://schemas.openxmlformats.org/package/2006/relationships"><Relationship Id="rId8" Type="http://schemas.microsoft.com/office/2007/relationships/diagramDrawing" Target="../diagrams/drawing82.xml"/><Relationship Id="rId3" Type="http://schemas.openxmlformats.org/officeDocument/2006/relationships/image" Target="../media/image2.png"/><Relationship Id="rId7" Type="http://schemas.openxmlformats.org/officeDocument/2006/relationships/diagramColors" Target="../diagrams/colors82.xml"/><Relationship Id="rId2" Type="http://schemas.openxmlformats.org/officeDocument/2006/relationships/notesSlide" Target="../notesSlides/notesSlide338.xml"/><Relationship Id="rId1" Type="http://schemas.openxmlformats.org/officeDocument/2006/relationships/slideLayout" Target="../slideLayouts/slideLayout2.xml"/><Relationship Id="rId6" Type="http://schemas.openxmlformats.org/officeDocument/2006/relationships/diagramQuickStyle" Target="../diagrams/quickStyle82.xml"/><Relationship Id="rId5" Type="http://schemas.openxmlformats.org/officeDocument/2006/relationships/diagramLayout" Target="../diagrams/layout82.xml"/><Relationship Id="rId4" Type="http://schemas.openxmlformats.org/officeDocument/2006/relationships/diagramData" Target="../diagrams/data82.xml"/><Relationship Id="rId9" Type="http://schemas.openxmlformats.org/officeDocument/2006/relationships/slide" Target="slide337.xml"/></Relationships>
</file>

<file path=ppt/slides/_rels/slide343.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slide" Target="slide344.xml"/><Relationship Id="rId7" Type="http://schemas.openxmlformats.org/officeDocument/2006/relationships/slide" Target="slide348.xml"/><Relationship Id="rId2" Type="http://schemas.openxmlformats.org/officeDocument/2006/relationships/notesSlide" Target="../notesSlides/notesSlide339.xml"/><Relationship Id="rId1" Type="http://schemas.openxmlformats.org/officeDocument/2006/relationships/slideLayout" Target="../slideLayouts/slideLayout6.xml"/><Relationship Id="rId6" Type="http://schemas.openxmlformats.org/officeDocument/2006/relationships/slide" Target="slide347.xml"/><Relationship Id="rId5" Type="http://schemas.openxmlformats.org/officeDocument/2006/relationships/slide" Target="slide346.xml"/><Relationship Id="rId4" Type="http://schemas.openxmlformats.org/officeDocument/2006/relationships/slide" Target="slide345.xml"/><Relationship Id="rId9" Type="http://schemas.openxmlformats.org/officeDocument/2006/relationships/slide" Target="slide5.xml"/></Relationships>
</file>

<file path=ppt/slides/_rels/slide344.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2.png"/><Relationship Id="rId7" Type="http://schemas.openxmlformats.org/officeDocument/2006/relationships/image" Target="../media/image102.svg"/><Relationship Id="rId2" Type="http://schemas.openxmlformats.org/officeDocument/2006/relationships/notesSlide" Target="../notesSlides/notesSlide340.xml"/><Relationship Id="rId1" Type="http://schemas.openxmlformats.org/officeDocument/2006/relationships/slideLayout" Target="../slideLayouts/slideLayout2.xml"/><Relationship Id="rId6" Type="http://schemas.openxmlformats.org/officeDocument/2006/relationships/image" Target="../media/image101.png"/><Relationship Id="rId5" Type="http://schemas.openxmlformats.org/officeDocument/2006/relationships/image" Target="../media/image100.svg"/><Relationship Id="rId4" Type="http://schemas.openxmlformats.org/officeDocument/2006/relationships/image" Target="../media/image99.png"/><Relationship Id="rId9" Type="http://schemas.openxmlformats.org/officeDocument/2006/relationships/slide" Target="slide343.xml"/></Relationships>
</file>

<file path=ppt/slides/_rels/slide34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41.xml"/><Relationship Id="rId1" Type="http://schemas.openxmlformats.org/officeDocument/2006/relationships/slideLayout" Target="../slideLayouts/slideLayout2.xml"/><Relationship Id="rId5" Type="http://schemas.openxmlformats.org/officeDocument/2006/relationships/slide" Target="slide343.xml"/><Relationship Id="rId4" Type="http://schemas.openxmlformats.org/officeDocument/2006/relationships/image" Target="../media/image8.png"/></Relationships>
</file>

<file path=ppt/slides/_rels/slide346.xml.rels><?xml version="1.0" encoding="UTF-8" standalone="yes"?>
<Relationships xmlns="http://schemas.openxmlformats.org/package/2006/relationships"><Relationship Id="rId8" Type="http://schemas.microsoft.com/office/2007/relationships/diagramDrawing" Target="../diagrams/drawing83.xml"/><Relationship Id="rId3" Type="http://schemas.openxmlformats.org/officeDocument/2006/relationships/image" Target="../media/image2.png"/><Relationship Id="rId7" Type="http://schemas.openxmlformats.org/officeDocument/2006/relationships/diagramColors" Target="../diagrams/colors83.xml"/><Relationship Id="rId2" Type="http://schemas.openxmlformats.org/officeDocument/2006/relationships/notesSlide" Target="../notesSlides/notesSlide342.xml"/><Relationship Id="rId1" Type="http://schemas.openxmlformats.org/officeDocument/2006/relationships/slideLayout" Target="../slideLayouts/slideLayout2.xml"/><Relationship Id="rId6" Type="http://schemas.openxmlformats.org/officeDocument/2006/relationships/diagramQuickStyle" Target="../diagrams/quickStyle83.xml"/><Relationship Id="rId5" Type="http://schemas.openxmlformats.org/officeDocument/2006/relationships/diagramLayout" Target="../diagrams/layout83.xml"/><Relationship Id="rId4" Type="http://schemas.openxmlformats.org/officeDocument/2006/relationships/diagramData" Target="../diagrams/data83.xml"/><Relationship Id="rId9" Type="http://schemas.openxmlformats.org/officeDocument/2006/relationships/slide" Target="slide343.xml"/></Relationships>
</file>

<file path=ppt/slides/_rels/slide347.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343.xml"/><Relationship Id="rId2" Type="http://schemas.openxmlformats.org/officeDocument/2006/relationships/notesSlide" Target="../notesSlides/notesSlide343.xml"/><Relationship Id="rId1" Type="http://schemas.openxmlformats.org/officeDocument/2006/relationships/slideLayout" Target="../slideLayouts/slideLayout2.xml"/><Relationship Id="rId6" Type="http://schemas.openxmlformats.org/officeDocument/2006/relationships/image" Target="../media/image92.png"/><Relationship Id="rId5" Type="http://schemas.openxmlformats.org/officeDocument/2006/relationships/image" Target="../media/image91.png"/><Relationship Id="rId4" Type="http://schemas.openxmlformats.org/officeDocument/2006/relationships/hyperlink" Target="https://api.example.com/v2/resource" TargetMode="External"/></Relationships>
</file>

<file path=ppt/slides/_rels/slide348.xml.rels><?xml version="1.0" encoding="UTF-8" standalone="yes"?>
<Relationships xmlns="http://schemas.openxmlformats.org/package/2006/relationships"><Relationship Id="rId8" Type="http://schemas.microsoft.com/office/2007/relationships/diagramDrawing" Target="../diagrams/drawing84.xml"/><Relationship Id="rId3" Type="http://schemas.openxmlformats.org/officeDocument/2006/relationships/image" Target="../media/image2.png"/><Relationship Id="rId7" Type="http://schemas.openxmlformats.org/officeDocument/2006/relationships/diagramColors" Target="../diagrams/colors84.xml"/><Relationship Id="rId2" Type="http://schemas.openxmlformats.org/officeDocument/2006/relationships/notesSlide" Target="../notesSlides/notesSlide344.xml"/><Relationship Id="rId1" Type="http://schemas.openxmlformats.org/officeDocument/2006/relationships/slideLayout" Target="../slideLayouts/slideLayout2.xml"/><Relationship Id="rId6" Type="http://schemas.openxmlformats.org/officeDocument/2006/relationships/diagramQuickStyle" Target="../diagrams/quickStyle84.xml"/><Relationship Id="rId5" Type="http://schemas.openxmlformats.org/officeDocument/2006/relationships/diagramLayout" Target="../diagrams/layout84.xml"/><Relationship Id="rId10" Type="http://schemas.openxmlformats.org/officeDocument/2006/relationships/slide" Target="slide343.xml"/><Relationship Id="rId4" Type="http://schemas.openxmlformats.org/officeDocument/2006/relationships/diagramData" Target="../diagrams/data84.xml"/><Relationship Id="rId9" Type="http://schemas.openxmlformats.org/officeDocument/2006/relationships/image" Target="../media/image103.png"/></Relationships>
</file>

<file path=ppt/slides/_rels/slide34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slide" Target="slide350.xml"/><Relationship Id="rId7" Type="http://schemas.openxmlformats.org/officeDocument/2006/relationships/image" Target="../media/image8.png"/><Relationship Id="rId2" Type="http://schemas.openxmlformats.org/officeDocument/2006/relationships/notesSlide" Target="../notesSlides/notesSlide345.xml"/><Relationship Id="rId1" Type="http://schemas.openxmlformats.org/officeDocument/2006/relationships/slideLayout" Target="../slideLayouts/slideLayout6.xml"/><Relationship Id="rId6" Type="http://schemas.openxmlformats.org/officeDocument/2006/relationships/slide" Target="slide353.xml"/><Relationship Id="rId5" Type="http://schemas.openxmlformats.org/officeDocument/2006/relationships/slide" Target="slide352.xml"/><Relationship Id="rId4" Type="http://schemas.openxmlformats.org/officeDocument/2006/relationships/slide" Target="slide351.xml"/></Relationships>
</file>

<file path=ppt/slides/_rels/slide350.xml.rels><?xml version="1.0" encoding="UTF-8" standalone="yes"?>
<Relationships xmlns="http://schemas.openxmlformats.org/package/2006/relationships"><Relationship Id="rId8" Type="http://schemas.openxmlformats.org/officeDocument/2006/relationships/image" Target="../media/image108.svg"/><Relationship Id="rId3" Type="http://schemas.openxmlformats.org/officeDocument/2006/relationships/image" Target="../media/image2.png"/><Relationship Id="rId7" Type="http://schemas.openxmlformats.org/officeDocument/2006/relationships/image" Target="../media/image107.png"/><Relationship Id="rId12" Type="http://schemas.openxmlformats.org/officeDocument/2006/relationships/slide" Target="slide349.xml"/><Relationship Id="rId2" Type="http://schemas.openxmlformats.org/officeDocument/2006/relationships/notesSlide" Target="../notesSlides/notesSlide346.xml"/><Relationship Id="rId1" Type="http://schemas.openxmlformats.org/officeDocument/2006/relationships/slideLayout" Target="../slideLayouts/slideLayout2.xml"/><Relationship Id="rId6" Type="http://schemas.openxmlformats.org/officeDocument/2006/relationships/image" Target="../media/image106.svg"/><Relationship Id="rId11" Type="http://schemas.openxmlformats.org/officeDocument/2006/relationships/image" Target="../media/image8.png"/><Relationship Id="rId5" Type="http://schemas.openxmlformats.org/officeDocument/2006/relationships/image" Target="../media/image105.png"/><Relationship Id="rId10" Type="http://schemas.openxmlformats.org/officeDocument/2006/relationships/image" Target="../media/image110.svg"/><Relationship Id="rId4" Type="http://schemas.openxmlformats.org/officeDocument/2006/relationships/image" Target="../media/image104.jpeg"/><Relationship Id="rId9" Type="http://schemas.openxmlformats.org/officeDocument/2006/relationships/image" Target="../media/image109.png"/></Relationships>
</file>

<file path=ppt/slides/_rels/slide351.xml.rels><?xml version="1.0" encoding="UTF-8" standalone="yes"?>
<Relationships xmlns="http://schemas.openxmlformats.org/package/2006/relationships"><Relationship Id="rId8" Type="http://schemas.openxmlformats.org/officeDocument/2006/relationships/slide" Target="slide349.xml"/><Relationship Id="rId3" Type="http://schemas.openxmlformats.org/officeDocument/2006/relationships/image" Target="../media/image2.png"/><Relationship Id="rId7" Type="http://schemas.openxmlformats.org/officeDocument/2006/relationships/image" Target="../media/image8.png"/><Relationship Id="rId2" Type="http://schemas.openxmlformats.org/officeDocument/2006/relationships/notesSlide" Target="../notesSlides/notesSlide347.xml"/><Relationship Id="rId1" Type="http://schemas.openxmlformats.org/officeDocument/2006/relationships/slideLayout" Target="../slideLayouts/slideLayout2.xml"/><Relationship Id="rId6" Type="http://schemas.openxmlformats.org/officeDocument/2006/relationships/image" Target="../media/image113.png"/><Relationship Id="rId5" Type="http://schemas.openxmlformats.org/officeDocument/2006/relationships/image" Target="../media/image112.png"/><Relationship Id="rId4" Type="http://schemas.openxmlformats.org/officeDocument/2006/relationships/image" Target="../media/image111.png"/></Relationships>
</file>

<file path=ppt/slides/_rels/slide35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48.xml"/><Relationship Id="rId1" Type="http://schemas.openxmlformats.org/officeDocument/2006/relationships/slideLayout" Target="../slideLayouts/slideLayout2.xml"/><Relationship Id="rId5" Type="http://schemas.openxmlformats.org/officeDocument/2006/relationships/slide" Target="slide349.xml"/><Relationship Id="rId4" Type="http://schemas.openxmlformats.org/officeDocument/2006/relationships/image" Target="../media/image114.png"/></Relationships>
</file>

<file path=ppt/slides/_rels/slide35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49.xml"/><Relationship Id="rId1" Type="http://schemas.openxmlformats.org/officeDocument/2006/relationships/slideLayout" Target="../slideLayouts/slideLayout2.xml"/><Relationship Id="rId5" Type="http://schemas.openxmlformats.org/officeDocument/2006/relationships/slide" Target="slide349.xml"/><Relationship Id="rId4" Type="http://schemas.openxmlformats.org/officeDocument/2006/relationships/image" Target="../media/image115.png"/></Relationships>
</file>

<file path=ppt/slides/_rels/slide354.xml.rels><?xml version="1.0" encoding="UTF-8" standalone="yes"?>
<Relationships xmlns="http://schemas.openxmlformats.org/package/2006/relationships"><Relationship Id="rId8" Type="http://schemas.microsoft.com/office/2007/relationships/diagramDrawing" Target="../diagrams/drawing85.xml"/><Relationship Id="rId3" Type="http://schemas.openxmlformats.org/officeDocument/2006/relationships/image" Target="../media/image3.jpeg"/><Relationship Id="rId7" Type="http://schemas.openxmlformats.org/officeDocument/2006/relationships/diagramColors" Target="../diagrams/colors85.xml"/><Relationship Id="rId2" Type="http://schemas.openxmlformats.org/officeDocument/2006/relationships/notesSlide" Target="../notesSlides/notesSlide350.xml"/><Relationship Id="rId1" Type="http://schemas.openxmlformats.org/officeDocument/2006/relationships/slideLayout" Target="../slideLayouts/slideLayout6.xml"/><Relationship Id="rId6" Type="http://schemas.openxmlformats.org/officeDocument/2006/relationships/diagramQuickStyle" Target="../diagrams/quickStyle85.xml"/><Relationship Id="rId11" Type="http://schemas.openxmlformats.org/officeDocument/2006/relationships/slide" Target="slide6.xml"/><Relationship Id="rId5" Type="http://schemas.openxmlformats.org/officeDocument/2006/relationships/diagramLayout" Target="../diagrams/layout85.xml"/><Relationship Id="rId10" Type="http://schemas.openxmlformats.org/officeDocument/2006/relationships/image" Target="../media/image117.svg"/><Relationship Id="rId4" Type="http://schemas.openxmlformats.org/officeDocument/2006/relationships/diagramData" Target="../diagrams/data85.xml"/><Relationship Id="rId9" Type="http://schemas.openxmlformats.org/officeDocument/2006/relationships/image" Target="../media/image116.png"/></Relationships>
</file>

<file path=ppt/slides/_rels/slide355.xml.rels><?xml version="1.0" encoding="UTF-8" standalone="yes"?>
<Relationships xmlns="http://schemas.openxmlformats.org/package/2006/relationships"><Relationship Id="rId8" Type="http://schemas.openxmlformats.org/officeDocument/2006/relationships/slide" Target="slide361.xml"/><Relationship Id="rId13" Type="http://schemas.openxmlformats.org/officeDocument/2006/relationships/image" Target="../media/image3.jpeg"/><Relationship Id="rId3" Type="http://schemas.openxmlformats.org/officeDocument/2006/relationships/slide" Target="slide356.xml"/><Relationship Id="rId7" Type="http://schemas.openxmlformats.org/officeDocument/2006/relationships/slide" Target="slide360.xml"/><Relationship Id="rId12" Type="http://schemas.openxmlformats.org/officeDocument/2006/relationships/slide" Target="slide365.xml"/><Relationship Id="rId2" Type="http://schemas.openxmlformats.org/officeDocument/2006/relationships/notesSlide" Target="../notesSlides/notesSlide351.xml"/><Relationship Id="rId16" Type="http://schemas.openxmlformats.org/officeDocument/2006/relationships/slide" Target="slide6.xml"/><Relationship Id="rId1" Type="http://schemas.openxmlformats.org/officeDocument/2006/relationships/slideLayout" Target="../slideLayouts/slideLayout6.xml"/><Relationship Id="rId6" Type="http://schemas.openxmlformats.org/officeDocument/2006/relationships/slide" Target="slide359.xml"/><Relationship Id="rId11" Type="http://schemas.openxmlformats.org/officeDocument/2006/relationships/slide" Target="slide364.xml"/><Relationship Id="rId5" Type="http://schemas.openxmlformats.org/officeDocument/2006/relationships/slide" Target="slide358.xml"/><Relationship Id="rId15" Type="http://schemas.openxmlformats.org/officeDocument/2006/relationships/image" Target="../media/image117.svg"/><Relationship Id="rId10" Type="http://schemas.openxmlformats.org/officeDocument/2006/relationships/slide" Target="slide363.xml"/><Relationship Id="rId4" Type="http://schemas.openxmlformats.org/officeDocument/2006/relationships/slide" Target="slide357.xml"/><Relationship Id="rId9" Type="http://schemas.openxmlformats.org/officeDocument/2006/relationships/slide" Target="slide362.xml"/><Relationship Id="rId14" Type="http://schemas.openxmlformats.org/officeDocument/2006/relationships/image" Target="../media/image116.png"/></Relationships>
</file>

<file path=ppt/slides/_rels/slide35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52.xml"/><Relationship Id="rId1" Type="http://schemas.openxmlformats.org/officeDocument/2006/relationships/slideLayout" Target="../slideLayouts/slideLayout2.xml"/><Relationship Id="rId6" Type="http://schemas.openxmlformats.org/officeDocument/2006/relationships/slide" Target="slide355.xml"/><Relationship Id="rId5" Type="http://schemas.openxmlformats.org/officeDocument/2006/relationships/image" Target="../media/image117.svg"/><Relationship Id="rId4" Type="http://schemas.openxmlformats.org/officeDocument/2006/relationships/image" Target="../media/image116.png"/></Relationships>
</file>

<file path=ppt/slides/_rels/slide35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53.xml"/><Relationship Id="rId1" Type="http://schemas.openxmlformats.org/officeDocument/2006/relationships/slideLayout" Target="../slideLayouts/slideLayout2.xml"/><Relationship Id="rId6" Type="http://schemas.openxmlformats.org/officeDocument/2006/relationships/slide" Target="slide355.xml"/><Relationship Id="rId5" Type="http://schemas.openxmlformats.org/officeDocument/2006/relationships/image" Target="../media/image117.svg"/><Relationship Id="rId4" Type="http://schemas.openxmlformats.org/officeDocument/2006/relationships/image" Target="../media/image116.png"/></Relationships>
</file>

<file path=ppt/slides/_rels/slide35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54.xml"/><Relationship Id="rId1" Type="http://schemas.openxmlformats.org/officeDocument/2006/relationships/slideLayout" Target="../slideLayouts/slideLayout2.xml"/><Relationship Id="rId6" Type="http://schemas.openxmlformats.org/officeDocument/2006/relationships/slide" Target="slide355.xml"/><Relationship Id="rId5" Type="http://schemas.openxmlformats.org/officeDocument/2006/relationships/image" Target="../media/image117.svg"/><Relationship Id="rId4" Type="http://schemas.openxmlformats.org/officeDocument/2006/relationships/image" Target="../media/image116.png"/></Relationships>
</file>

<file path=ppt/slides/_rels/slide35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55.xml"/><Relationship Id="rId1" Type="http://schemas.openxmlformats.org/officeDocument/2006/relationships/slideLayout" Target="../slideLayouts/slideLayout2.xml"/><Relationship Id="rId6" Type="http://schemas.openxmlformats.org/officeDocument/2006/relationships/slide" Target="slide355.xml"/><Relationship Id="rId5" Type="http://schemas.openxmlformats.org/officeDocument/2006/relationships/image" Target="../media/image117.svg"/><Relationship Id="rId4" Type="http://schemas.openxmlformats.org/officeDocument/2006/relationships/image" Target="../media/image116.png"/></Relationships>
</file>

<file path=ppt/slides/_rels/slide36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56.xml"/><Relationship Id="rId1" Type="http://schemas.openxmlformats.org/officeDocument/2006/relationships/slideLayout" Target="../slideLayouts/slideLayout2.xml"/><Relationship Id="rId6" Type="http://schemas.openxmlformats.org/officeDocument/2006/relationships/slide" Target="slide355.xml"/><Relationship Id="rId5" Type="http://schemas.openxmlformats.org/officeDocument/2006/relationships/image" Target="../media/image117.svg"/><Relationship Id="rId4" Type="http://schemas.openxmlformats.org/officeDocument/2006/relationships/image" Target="../media/image116.png"/></Relationships>
</file>

<file path=ppt/slides/_rels/slide36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57.xml"/><Relationship Id="rId1" Type="http://schemas.openxmlformats.org/officeDocument/2006/relationships/slideLayout" Target="../slideLayouts/slideLayout2.xml"/><Relationship Id="rId6" Type="http://schemas.openxmlformats.org/officeDocument/2006/relationships/slide" Target="slide355.xml"/><Relationship Id="rId5" Type="http://schemas.openxmlformats.org/officeDocument/2006/relationships/image" Target="../media/image117.svg"/><Relationship Id="rId4" Type="http://schemas.openxmlformats.org/officeDocument/2006/relationships/image" Target="../media/image116.png"/></Relationships>
</file>

<file path=ppt/slides/_rels/slide36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58.xml"/><Relationship Id="rId1" Type="http://schemas.openxmlformats.org/officeDocument/2006/relationships/slideLayout" Target="../slideLayouts/slideLayout2.xml"/><Relationship Id="rId6" Type="http://schemas.openxmlformats.org/officeDocument/2006/relationships/slide" Target="slide355.xml"/><Relationship Id="rId5" Type="http://schemas.openxmlformats.org/officeDocument/2006/relationships/image" Target="../media/image117.svg"/><Relationship Id="rId4" Type="http://schemas.openxmlformats.org/officeDocument/2006/relationships/image" Target="../media/image116.png"/></Relationships>
</file>

<file path=ppt/slides/_rels/slide36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59.xml"/><Relationship Id="rId1" Type="http://schemas.openxmlformats.org/officeDocument/2006/relationships/slideLayout" Target="../slideLayouts/slideLayout2.xml"/><Relationship Id="rId6" Type="http://schemas.openxmlformats.org/officeDocument/2006/relationships/slide" Target="slide355.xml"/><Relationship Id="rId5" Type="http://schemas.openxmlformats.org/officeDocument/2006/relationships/image" Target="../media/image117.svg"/><Relationship Id="rId4" Type="http://schemas.openxmlformats.org/officeDocument/2006/relationships/image" Target="../media/image116.png"/></Relationships>
</file>

<file path=ppt/slides/_rels/slide36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60.xml"/><Relationship Id="rId1" Type="http://schemas.openxmlformats.org/officeDocument/2006/relationships/slideLayout" Target="../slideLayouts/slideLayout2.xml"/><Relationship Id="rId6" Type="http://schemas.openxmlformats.org/officeDocument/2006/relationships/slide" Target="slide355.xml"/><Relationship Id="rId5" Type="http://schemas.openxmlformats.org/officeDocument/2006/relationships/image" Target="../media/image117.svg"/><Relationship Id="rId4" Type="http://schemas.openxmlformats.org/officeDocument/2006/relationships/image" Target="../media/image116.png"/></Relationships>
</file>

<file path=ppt/slides/_rels/slide365.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355.xml"/><Relationship Id="rId2" Type="http://schemas.openxmlformats.org/officeDocument/2006/relationships/notesSlide" Target="../notesSlides/notesSlide361.xml"/><Relationship Id="rId1" Type="http://schemas.openxmlformats.org/officeDocument/2006/relationships/slideLayout" Target="../slideLayouts/slideLayout2.xml"/><Relationship Id="rId6" Type="http://schemas.openxmlformats.org/officeDocument/2006/relationships/image" Target="../media/image117.svg"/><Relationship Id="rId5" Type="http://schemas.openxmlformats.org/officeDocument/2006/relationships/image" Target="../media/image116.png"/><Relationship Id="rId4" Type="http://schemas.openxmlformats.org/officeDocument/2006/relationships/image" Target="../media/image118.png"/></Relationships>
</file>

<file path=ppt/slides/_rels/slide366.xml.rels><?xml version="1.0" encoding="UTF-8" standalone="yes"?>
<Relationships xmlns="http://schemas.openxmlformats.org/package/2006/relationships"><Relationship Id="rId8" Type="http://schemas.openxmlformats.org/officeDocument/2006/relationships/slide" Target="slide372.xml"/><Relationship Id="rId3" Type="http://schemas.openxmlformats.org/officeDocument/2006/relationships/slide" Target="slide367.xml"/><Relationship Id="rId7" Type="http://schemas.openxmlformats.org/officeDocument/2006/relationships/slide" Target="slide371.xml"/><Relationship Id="rId12" Type="http://schemas.openxmlformats.org/officeDocument/2006/relationships/slide" Target="slide6.xml"/><Relationship Id="rId2" Type="http://schemas.openxmlformats.org/officeDocument/2006/relationships/notesSlide" Target="../notesSlides/notesSlide362.xml"/><Relationship Id="rId1" Type="http://schemas.openxmlformats.org/officeDocument/2006/relationships/slideLayout" Target="../slideLayouts/slideLayout6.xml"/><Relationship Id="rId6" Type="http://schemas.openxmlformats.org/officeDocument/2006/relationships/slide" Target="slide370.xml"/><Relationship Id="rId11" Type="http://schemas.openxmlformats.org/officeDocument/2006/relationships/image" Target="../media/image117.svg"/><Relationship Id="rId5" Type="http://schemas.openxmlformats.org/officeDocument/2006/relationships/slide" Target="slide369.xml"/><Relationship Id="rId10" Type="http://schemas.openxmlformats.org/officeDocument/2006/relationships/image" Target="../media/image116.png"/><Relationship Id="rId4" Type="http://schemas.openxmlformats.org/officeDocument/2006/relationships/slide" Target="slide368.xml"/><Relationship Id="rId9" Type="http://schemas.openxmlformats.org/officeDocument/2006/relationships/image" Target="../media/image3.jpeg"/></Relationships>
</file>

<file path=ppt/slides/_rels/slide36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63.xml"/><Relationship Id="rId1" Type="http://schemas.openxmlformats.org/officeDocument/2006/relationships/slideLayout" Target="../slideLayouts/slideLayout2.xml"/><Relationship Id="rId6" Type="http://schemas.openxmlformats.org/officeDocument/2006/relationships/slide" Target="slide366.xml"/><Relationship Id="rId5" Type="http://schemas.openxmlformats.org/officeDocument/2006/relationships/image" Target="../media/image117.svg"/><Relationship Id="rId4" Type="http://schemas.openxmlformats.org/officeDocument/2006/relationships/image" Target="../media/image116.png"/></Relationships>
</file>

<file path=ppt/slides/_rels/slide36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64.xml"/><Relationship Id="rId1" Type="http://schemas.openxmlformats.org/officeDocument/2006/relationships/slideLayout" Target="../slideLayouts/slideLayout2.xml"/><Relationship Id="rId6" Type="http://schemas.openxmlformats.org/officeDocument/2006/relationships/slide" Target="slide366.xml"/><Relationship Id="rId5" Type="http://schemas.openxmlformats.org/officeDocument/2006/relationships/image" Target="../media/image117.svg"/><Relationship Id="rId4" Type="http://schemas.openxmlformats.org/officeDocument/2006/relationships/image" Target="../media/image116.png"/></Relationships>
</file>

<file path=ppt/slides/_rels/slide36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65.xml"/><Relationship Id="rId1" Type="http://schemas.openxmlformats.org/officeDocument/2006/relationships/slideLayout" Target="../slideLayouts/slideLayout2.xml"/><Relationship Id="rId6" Type="http://schemas.openxmlformats.org/officeDocument/2006/relationships/slide" Target="slide366.xml"/><Relationship Id="rId5" Type="http://schemas.openxmlformats.org/officeDocument/2006/relationships/image" Target="../media/image117.svg"/><Relationship Id="rId4" Type="http://schemas.openxmlformats.org/officeDocument/2006/relationships/image" Target="../media/image116.png"/></Relationships>
</file>

<file path=ppt/slides/_rels/slide370.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366.xml"/><Relationship Id="rId2" Type="http://schemas.openxmlformats.org/officeDocument/2006/relationships/notesSlide" Target="../notesSlides/notesSlide366.xml"/><Relationship Id="rId1" Type="http://schemas.openxmlformats.org/officeDocument/2006/relationships/slideLayout" Target="../slideLayouts/slideLayout2.xml"/><Relationship Id="rId6" Type="http://schemas.openxmlformats.org/officeDocument/2006/relationships/image" Target="../media/image119.png"/><Relationship Id="rId5" Type="http://schemas.openxmlformats.org/officeDocument/2006/relationships/image" Target="../media/image117.svg"/><Relationship Id="rId4" Type="http://schemas.openxmlformats.org/officeDocument/2006/relationships/image" Target="../media/image116.png"/></Relationships>
</file>

<file path=ppt/slides/_rels/slide37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67.xml"/><Relationship Id="rId1" Type="http://schemas.openxmlformats.org/officeDocument/2006/relationships/slideLayout" Target="../slideLayouts/slideLayout2.xml"/><Relationship Id="rId6" Type="http://schemas.openxmlformats.org/officeDocument/2006/relationships/slide" Target="slide366.xml"/><Relationship Id="rId5" Type="http://schemas.openxmlformats.org/officeDocument/2006/relationships/image" Target="../media/image117.svg"/><Relationship Id="rId4" Type="http://schemas.openxmlformats.org/officeDocument/2006/relationships/image" Target="../media/image116.png"/></Relationships>
</file>

<file path=ppt/slides/_rels/slide37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68.xml"/><Relationship Id="rId1" Type="http://schemas.openxmlformats.org/officeDocument/2006/relationships/slideLayout" Target="../slideLayouts/slideLayout2.xml"/><Relationship Id="rId6" Type="http://schemas.openxmlformats.org/officeDocument/2006/relationships/slide" Target="slide366.xml"/><Relationship Id="rId5" Type="http://schemas.openxmlformats.org/officeDocument/2006/relationships/image" Target="../media/image117.svg"/><Relationship Id="rId4" Type="http://schemas.openxmlformats.org/officeDocument/2006/relationships/image" Target="../media/image116.png"/></Relationships>
</file>

<file path=ppt/slides/_rels/slide373.xml.rels><?xml version="1.0" encoding="UTF-8" standalone="yes"?>
<Relationships xmlns="http://schemas.openxmlformats.org/package/2006/relationships"><Relationship Id="rId8" Type="http://schemas.openxmlformats.org/officeDocument/2006/relationships/slide" Target="slide379.xml"/><Relationship Id="rId13" Type="http://schemas.openxmlformats.org/officeDocument/2006/relationships/image" Target="../media/image117.svg"/><Relationship Id="rId3" Type="http://schemas.openxmlformats.org/officeDocument/2006/relationships/slide" Target="slide374.xml"/><Relationship Id="rId7" Type="http://schemas.openxmlformats.org/officeDocument/2006/relationships/slide" Target="slide378.xml"/><Relationship Id="rId12" Type="http://schemas.openxmlformats.org/officeDocument/2006/relationships/image" Target="../media/image116.png"/><Relationship Id="rId2" Type="http://schemas.openxmlformats.org/officeDocument/2006/relationships/notesSlide" Target="../notesSlides/notesSlide369.xml"/><Relationship Id="rId1" Type="http://schemas.openxmlformats.org/officeDocument/2006/relationships/slideLayout" Target="../slideLayouts/slideLayout6.xml"/><Relationship Id="rId6" Type="http://schemas.openxmlformats.org/officeDocument/2006/relationships/slide" Target="slide377.xml"/><Relationship Id="rId11" Type="http://schemas.openxmlformats.org/officeDocument/2006/relationships/image" Target="../media/image3.jpeg"/><Relationship Id="rId5" Type="http://schemas.openxmlformats.org/officeDocument/2006/relationships/slide" Target="slide376.xml"/><Relationship Id="rId10" Type="http://schemas.openxmlformats.org/officeDocument/2006/relationships/slide" Target="slide381.xml"/><Relationship Id="rId4" Type="http://schemas.openxmlformats.org/officeDocument/2006/relationships/slide" Target="slide375.xml"/><Relationship Id="rId9" Type="http://schemas.openxmlformats.org/officeDocument/2006/relationships/slide" Target="slide380.xml"/><Relationship Id="rId14" Type="http://schemas.openxmlformats.org/officeDocument/2006/relationships/slide" Target="slide6.xml"/></Relationships>
</file>

<file path=ppt/slides/_rels/slide37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70.xml"/><Relationship Id="rId1" Type="http://schemas.openxmlformats.org/officeDocument/2006/relationships/slideLayout" Target="../slideLayouts/slideLayout2.xml"/><Relationship Id="rId6" Type="http://schemas.openxmlformats.org/officeDocument/2006/relationships/slide" Target="slide373.xml"/><Relationship Id="rId5" Type="http://schemas.openxmlformats.org/officeDocument/2006/relationships/image" Target="../media/image117.svg"/><Relationship Id="rId4" Type="http://schemas.openxmlformats.org/officeDocument/2006/relationships/image" Target="../media/image116.png"/></Relationships>
</file>

<file path=ppt/slides/_rels/slide37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71.xml"/><Relationship Id="rId1" Type="http://schemas.openxmlformats.org/officeDocument/2006/relationships/slideLayout" Target="../slideLayouts/slideLayout2.xml"/><Relationship Id="rId6" Type="http://schemas.openxmlformats.org/officeDocument/2006/relationships/slide" Target="slide373.xml"/><Relationship Id="rId5" Type="http://schemas.openxmlformats.org/officeDocument/2006/relationships/image" Target="../media/image117.svg"/><Relationship Id="rId4" Type="http://schemas.openxmlformats.org/officeDocument/2006/relationships/image" Target="../media/image116.png"/></Relationships>
</file>

<file path=ppt/slides/_rels/slide376.xml.rels><?xml version="1.0" encoding="UTF-8" standalone="yes"?>
<Relationships xmlns="http://schemas.openxmlformats.org/package/2006/relationships"><Relationship Id="rId8" Type="http://schemas.openxmlformats.org/officeDocument/2006/relationships/diagramQuickStyle" Target="../diagrams/quickStyle86.xml"/><Relationship Id="rId3" Type="http://schemas.openxmlformats.org/officeDocument/2006/relationships/image" Target="../media/image2.png"/><Relationship Id="rId7" Type="http://schemas.openxmlformats.org/officeDocument/2006/relationships/diagramLayout" Target="../diagrams/layout86.xml"/><Relationship Id="rId2" Type="http://schemas.openxmlformats.org/officeDocument/2006/relationships/notesSlide" Target="../notesSlides/notesSlide372.xml"/><Relationship Id="rId1" Type="http://schemas.openxmlformats.org/officeDocument/2006/relationships/slideLayout" Target="../slideLayouts/slideLayout2.xml"/><Relationship Id="rId6" Type="http://schemas.openxmlformats.org/officeDocument/2006/relationships/diagramData" Target="../diagrams/data86.xml"/><Relationship Id="rId11" Type="http://schemas.openxmlformats.org/officeDocument/2006/relationships/slide" Target="slide373.xml"/><Relationship Id="rId5" Type="http://schemas.openxmlformats.org/officeDocument/2006/relationships/image" Target="../media/image117.svg"/><Relationship Id="rId10" Type="http://schemas.microsoft.com/office/2007/relationships/diagramDrawing" Target="../diagrams/drawing86.xml"/><Relationship Id="rId4" Type="http://schemas.openxmlformats.org/officeDocument/2006/relationships/image" Target="../media/image116.png"/><Relationship Id="rId9" Type="http://schemas.openxmlformats.org/officeDocument/2006/relationships/diagramColors" Target="../diagrams/colors86.xml"/></Relationships>
</file>

<file path=ppt/slides/_rels/slide37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73.xml"/><Relationship Id="rId1" Type="http://schemas.openxmlformats.org/officeDocument/2006/relationships/slideLayout" Target="../slideLayouts/slideLayout2.xml"/><Relationship Id="rId6" Type="http://schemas.openxmlformats.org/officeDocument/2006/relationships/slide" Target="slide373.xml"/><Relationship Id="rId5" Type="http://schemas.openxmlformats.org/officeDocument/2006/relationships/image" Target="../media/image117.svg"/><Relationship Id="rId4" Type="http://schemas.openxmlformats.org/officeDocument/2006/relationships/image" Target="../media/image116.png"/></Relationships>
</file>

<file path=ppt/slides/_rels/slide37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74.xml"/><Relationship Id="rId1" Type="http://schemas.openxmlformats.org/officeDocument/2006/relationships/slideLayout" Target="../slideLayouts/slideLayout2.xml"/><Relationship Id="rId6" Type="http://schemas.openxmlformats.org/officeDocument/2006/relationships/slide" Target="slide373.xml"/><Relationship Id="rId5" Type="http://schemas.openxmlformats.org/officeDocument/2006/relationships/image" Target="../media/image117.svg"/><Relationship Id="rId4" Type="http://schemas.openxmlformats.org/officeDocument/2006/relationships/image" Target="../media/image116.png"/></Relationships>
</file>

<file path=ppt/slides/_rels/slide37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75.xml"/><Relationship Id="rId1" Type="http://schemas.openxmlformats.org/officeDocument/2006/relationships/slideLayout" Target="../slideLayouts/slideLayout2.xml"/><Relationship Id="rId6" Type="http://schemas.openxmlformats.org/officeDocument/2006/relationships/slide" Target="slide373.xml"/><Relationship Id="rId5" Type="http://schemas.openxmlformats.org/officeDocument/2006/relationships/image" Target="../media/image117.svg"/><Relationship Id="rId4" Type="http://schemas.openxmlformats.org/officeDocument/2006/relationships/image" Target="../media/image116.png"/></Relationships>
</file>

<file path=ppt/slides/_rels/slide38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76.xml"/><Relationship Id="rId1" Type="http://schemas.openxmlformats.org/officeDocument/2006/relationships/slideLayout" Target="../slideLayouts/slideLayout2.xml"/><Relationship Id="rId6" Type="http://schemas.openxmlformats.org/officeDocument/2006/relationships/slide" Target="slide373.xml"/><Relationship Id="rId5" Type="http://schemas.openxmlformats.org/officeDocument/2006/relationships/image" Target="../media/image117.svg"/><Relationship Id="rId4" Type="http://schemas.openxmlformats.org/officeDocument/2006/relationships/image" Target="../media/image116.png"/></Relationships>
</file>

<file path=ppt/slides/_rels/slide38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77.xml"/><Relationship Id="rId1" Type="http://schemas.openxmlformats.org/officeDocument/2006/relationships/slideLayout" Target="../slideLayouts/slideLayout2.xml"/><Relationship Id="rId6" Type="http://schemas.openxmlformats.org/officeDocument/2006/relationships/slide" Target="slide373.xml"/><Relationship Id="rId5" Type="http://schemas.openxmlformats.org/officeDocument/2006/relationships/image" Target="../media/image117.svg"/><Relationship Id="rId4" Type="http://schemas.openxmlformats.org/officeDocument/2006/relationships/image" Target="../media/image116.png"/></Relationships>
</file>

<file path=ppt/slides/_rels/slide382.xml.rels><?xml version="1.0" encoding="UTF-8" standalone="yes"?>
<Relationships xmlns="http://schemas.openxmlformats.org/package/2006/relationships"><Relationship Id="rId8" Type="http://schemas.openxmlformats.org/officeDocument/2006/relationships/slide" Target="slide388.xml"/><Relationship Id="rId3" Type="http://schemas.openxmlformats.org/officeDocument/2006/relationships/slide" Target="slide383.xml"/><Relationship Id="rId7" Type="http://schemas.openxmlformats.org/officeDocument/2006/relationships/slide" Target="slide387.xml"/><Relationship Id="rId12" Type="http://schemas.openxmlformats.org/officeDocument/2006/relationships/slide" Target="slide6.xml"/><Relationship Id="rId2" Type="http://schemas.openxmlformats.org/officeDocument/2006/relationships/notesSlide" Target="../notesSlides/notesSlide378.xml"/><Relationship Id="rId1" Type="http://schemas.openxmlformats.org/officeDocument/2006/relationships/slideLayout" Target="../slideLayouts/slideLayout6.xml"/><Relationship Id="rId6" Type="http://schemas.openxmlformats.org/officeDocument/2006/relationships/slide" Target="slide386.xml"/><Relationship Id="rId11" Type="http://schemas.openxmlformats.org/officeDocument/2006/relationships/image" Target="../media/image117.svg"/><Relationship Id="rId5" Type="http://schemas.openxmlformats.org/officeDocument/2006/relationships/slide" Target="slide385.xml"/><Relationship Id="rId10" Type="http://schemas.openxmlformats.org/officeDocument/2006/relationships/image" Target="../media/image116.png"/><Relationship Id="rId4" Type="http://schemas.openxmlformats.org/officeDocument/2006/relationships/slide" Target="slide384.xml"/><Relationship Id="rId9" Type="http://schemas.openxmlformats.org/officeDocument/2006/relationships/image" Target="../media/image3.jpeg"/></Relationships>
</file>

<file path=ppt/slides/_rels/slide38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79.xml"/><Relationship Id="rId1" Type="http://schemas.openxmlformats.org/officeDocument/2006/relationships/slideLayout" Target="../slideLayouts/slideLayout2.xml"/><Relationship Id="rId6" Type="http://schemas.openxmlformats.org/officeDocument/2006/relationships/slide" Target="slide382.xml"/><Relationship Id="rId5" Type="http://schemas.openxmlformats.org/officeDocument/2006/relationships/image" Target="../media/image117.svg"/><Relationship Id="rId4" Type="http://schemas.openxmlformats.org/officeDocument/2006/relationships/image" Target="../media/image116.png"/></Relationships>
</file>

<file path=ppt/slides/_rels/slide38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80.xml"/><Relationship Id="rId1" Type="http://schemas.openxmlformats.org/officeDocument/2006/relationships/slideLayout" Target="../slideLayouts/slideLayout2.xml"/><Relationship Id="rId6" Type="http://schemas.openxmlformats.org/officeDocument/2006/relationships/slide" Target="slide382.xml"/><Relationship Id="rId5" Type="http://schemas.openxmlformats.org/officeDocument/2006/relationships/image" Target="../media/image117.svg"/><Relationship Id="rId4" Type="http://schemas.openxmlformats.org/officeDocument/2006/relationships/image" Target="../media/image116.png"/></Relationships>
</file>

<file path=ppt/slides/_rels/slide38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81.xml"/><Relationship Id="rId1" Type="http://schemas.openxmlformats.org/officeDocument/2006/relationships/slideLayout" Target="../slideLayouts/slideLayout2.xml"/><Relationship Id="rId6" Type="http://schemas.openxmlformats.org/officeDocument/2006/relationships/slide" Target="slide382.xml"/><Relationship Id="rId5" Type="http://schemas.openxmlformats.org/officeDocument/2006/relationships/image" Target="../media/image117.svg"/><Relationship Id="rId4" Type="http://schemas.openxmlformats.org/officeDocument/2006/relationships/image" Target="../media/image116.png"/></Relationships>
</file>

<file path=ppt/slides/_rels/slide386.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slide" Target="slide382.xml"/><Relationship Id="rId2" Type="http://schemas.openxmlformats.org/officeDocument/2006/relationships/notesSlide" Target="../notesSlides/notesSlide382.xml"/><Relationship Id="rId1" Type="http://schemas.openxmlformats.org/officeDocument/2006/relationships/slideLayout" Target="../slideLayouts/slideLayout2.xml"/><Relationship Id="rId6" Type="http://schemas.openxmlformats.org/officeDocument/2006/relationships/image" Target="../media/image120.png"/><Relationship Id="rId5" Type="http://schemas.openxmlformats.org/officeDocument/2006/relationships/image" Target="../media/image117.svg"/><Relationship Id="rId4" Type="http://schemas.openxmlformats.org/officeDocument/2006/relationships/image" Target="../media/image116.png"/></Relationships>
</file>

<file path=ppt/slides/_rels/slide38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83.xml"/><Relationship Id="rId1" Type="http://schemas.openxmlformats.org/officeDocument/2006/relationships/slideLayout" Target="../slideLayouts/slideLayout2.xml"/><Relationship Id="rId6" Type="http://schemas.openxmlformats.org/officeDocument/2006/relationships/slide" Target="slide382.xml"/><Relationship Id="rId5" Type="http://schemas.openxmlformats.org/officeDocument/2006/relationships/image" Target="../media/image117.svg"/><Relationship Id="rId4" Type="http://schemas.openxmlformats.org/officeDocument/2006/relationships/image" Target="../media/image116.png"/></Relationships>
</file>

<file path=ppt/slides/_rels/slide38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84.xml"/><Relationship Id="rId1" Type="http://schemas.openxmlformats.org/officeDocument/2006/relationships/slideLayout" Target="../slideLayouts/slideLayout2.xml"/><Relationship Id="rId6" Type="http://schemas.openxmlformats.org/officeDocument/2006/relationships/slide" Target="slide382.xml"/><Relationship Id="rId5" Type="http://schemas.openxmlformats.org/officeDocument/2006/relationships/image" Target="../media/image117.svg"/><Relationship Id="rId4" Type="http://schemas.openxmlformats.org/officeDocument/2006/relationships/image" Target="../media/image116.png"/></Relationships>
</file>

<file path=ppt/slides/_rels/slide389.xml.rels><?xml version="1.0" encoding="UTF-8" standalone="yes"?>
<Relationships xmlns="http://schemas.openxmlformats.org/package/2006/relationships"><Relationship Id="rId8" Type="http://schemas.openxmlformats.org/officeDocument/2006/relationships/slide" Target="slide395.xml"/><Relationship Id="rId3" Type="http://schemas.openxmlformats.org/officeDocument/2006/relationships/slide" Target="slide390.xml"/><Relationship Id="rId7" Type="http://schemas.openxmlformats.org/officeDocument/2006/relationships/slide" Target="slide394.xml"/><Relationship Id="rId12" Type="http://schemas.openxmlformats.org/officeDocument/2006/relationships/slide" Target="slide6.xml"/><Relationship Id="rId2" Type="http://schemas.openxmlformats.org/officeDocument/2006/relationships/notesSlide" Target="../notesSlides/notesSlide385.xml"/><Relationship Id="rId1" Type="http://schemas.openxmlformats.org/officeDocument/2006/relationships/slideLayout" Target="../slideLayouts/slideLayout6.xml"/><Relationship Id="rId6" Type="http://schemas.openxmlformats.org/officeDocument/2006/relationships/slide" Target="slide393.xml"/><Relationship Id="rId11" Type="http://schemas.openxmlformats.org/officeDocument/2006/relationships/image" Target="../media/image117.svg"/><Relationship Id="rId5" Type="http://schemas.openxmlformats.org/officeDocument/2006/relationships/slide" Target="slide392.xml"/><Relationship Id="rId10" Type="http://schemas.openxmlformats.org/officeDocument/2006/relationships/image" Target="../media/image116.png"/><Relationship Id="rId4" Type="http://schemas.openxmlformats.org/officeDocument/2006/relationships/slide" Target="slide391.xml"/><Relationship Id="rId9" Type="http://schemas.openxmlformats.org/officeDocument/2006/relationships/image" Target="../media/image3.jpeg"/></Relationships>
</file>

<file path=ppt/slides/_rels/slide39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86.xml"/><Relationship Id="rId1" Type="http://schemas.openxmlformats.org/officeDocument/2006/relationships/slideLayout" Target="../slideLayouts/slideLayout2.xml"/><Relationship Id="rId6" Type="http://schemas.openxmlformats.org/officeDocument/2006/relationships/slide" Target="slide389.xml"/><Relationship Id="rId5" Type="http://schemas.openxmlformats.org/officeDocument/2006/relationships/image" Target="../media/image117.svg"/><Relationship Id="rId4" Type="http://schemas.openxmlformats.org/officeDocument/2006/relationships/image" Target="../media/image116.png"/></Relationships>
</file>

<file path=ppt/slides/_rels/slide39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87.xml"/><Relationship Id="rId1" Type="http://schemas.openxmlformats.org/officeDocument/2006/relationships/slideLayout" Target="../slideLayouts/slideLayout2.xml"/><Relationship Id="rId6" Type="http://schemas.openxmlformats.org/officeDocument/2006/relationships/slide" Target="slide389.xml"/><Relationship Id="rId5" Type="http://schemas.openxmlformats.org/officeDocument/2006/relationships/image" Target="../media/image117.svg"/><Relationship Id="rId4" Type="http://schemas.openxmlformats.org/officeDocument/2006/relationships/image" Target="../media/image116.png"/></Relationships>
</file>

<file path=ppt/slides/_rels/slide39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88.xml"/><Relationship Id="rId1" Type="http://schemas.openxmlformats.org/officeDocument/2006/relationships/slideLayout" Target="../slideLayouts/slideLayout2.xml"/><Relationship Id="rId6" Type="http://schemas.openxmlformats.org/officeDocument/2006/relationships/slide" Target="slide389.xml"/><Relationship Id="rId5" Type="http://schemas.openxmlformats.org/officeDocument/2006/relationships/image" Target="../media/image117.svg"/><Relationship Id="rId4" Type="http://schemas.openxmlformats.org/officeDocument/2006/relationships/image" Target="../media/image116.png"/></Relationships>
</file>

<file path=ppt/slides/_rels/slide39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89.xml"/><Relationship Id="rId1" Type="http://schemas.openxmlformats.org/officeDocument/2006/relationships/slideLayout" Target="../slideLayouts/slideLayout2.xml"/><Relationship Id="rId6" Type="http://schemas.openxmlformats.org/officeDocument/2006/relationships/slide" Target="slide389.xml"/><Relationship Id="rId5" Type="http://schemas.openxmlformats.org/officeDocument/2006/relationships/image" Target="../media/image117.svg"/><Relationship Id="rId4" Type="http://schemas.openxmlformats.org/officeDocument/2006/relationships/image" Target="../media/image116.png"/></Relationships>
</file>

<file path=ppt/slides/_rels/slide39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90.xml"/><Relationship Id="rId1" Type="http://schemas.openxmlformats.org/officeDocument/2006/relationships/slideLayout" Target="../slideLayouts/slideLayout2.xml"/><Relationship Id="rId6" Type="http://schemas.openxmlformats.org/officeDocument/2006/relationships/slide" Target="slide389.xml"/><Relationship Id="rId5" Type="http://schemas.openxmlformats.org/officeDocument/2006/relationships/image" Target="../media/image117.svg"/><Relationship Id="rId4" Type="http://schemas.openxmlformats.org/officeDocument/2006/relationships/image" Target="../media/image116.png"/></Relationships>
</file>

<file path=ppt/slides/_rels/slide39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91.xml"/><Relationship Id="rId1" Type="http://schemas.openxmlformats.org/officeDocument/2006/relationships/slideLayout" Target="../slideLayouts/slideLayout2.xml"/><Relationship Id="rId6" Type="http://schemas.openxmlformats.org/officeDocument/2006/relationships/slide" Target="slide389.xml"/><Relationship Id="rId5" Type="http://schemas.openxmlformats.org/officeDocument/2006/relationships/image" Target="../media/image117.svg"/><Relationship Id="rId4" Type="http://schemas.openxmlformats.org/officeDocument/2006/relationships/image" Target="../media/image116.png"/></Relationships>
</file>

<file path=ppt/slides/_rels/slide396.xml.rels><?xml version="1.0" encoding="UTF-8" standalone="yes"?>
<Relationships xmlns="http://schemas.openxmlformats.org/package/2006/relationships"><Relationship Id="rId8" Type="http://schemas.openxmlformats.org/officeDocument/2006/relationships/slide" Target="slide402.xml"/><Relationship Id="rId3" Type="http://schemas.openxmlformats.org/officeDocument/2006/relationships/slide" Target="slide397.xml"/><Relationship Id="rId7" Type="http://schemas.openxmlformats.org/officeDocument/2006/relationships/slide" Target="slide401.xml"/><Relationship Id="rId12" Type="http://schemas.openxmlformats.org/officeDocument/2006/relationships/slide" Target="slide6.xml"/><Relationship Id="rId2" Type="http://schemas.openxmlformats.org/officeDocument/2006/relationships/notesSlide" Target="../notesSlides/notesSlide392.xml"/><Relationship Id="rId1" Type="http://schemas.openxmlformats.org/officeDocument/2006/relationships/slideLayout" Target="../slideLayouts/slideLayout6.xml"/><Relationship Id="rId6" Type="http://schemas.openxmlformats.org/officeDocument/2006/relationships/slide" Target="slide400.xml"/><Relationship Id="rId11" Type="http://schemas.openxmlformats.org/officeDocument/2006/relationships/image" Target="../media/image117.svg"/><Relationship Id="rId5" Type="http://schemas.openxmlformats.org/officeDocument/2006/relationships/slide" Target="slide399.xml"/><Relationship Id="rId10" Type="http://schemas.openxmlformats.org/officeDocument/2006/relationships/image" Target="../media/image116.png"/><Relationship Id="rId4" Type="http://schemas.openxmlformats.org/officeDocument/2006/relationships/slide" Target="slide398.xml"/><Relationship Id="rId9" Type="http://schemas.openxmlformats.org/officeDocument/2006/relationships/image" Target="../media/image3.jpeg"/></Relationships>
</file>

<file path=ppt/slides/_rels/slide39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93.xml"/><Relationship Id="rId1" Type="http://schemas.openxmlformats.org/officeDocument/2006/relationships/slideLayout" Target="../slideLayouts/slideLayout2.xml"/><Relationship Id="rId6" Type="http://schemas.openxmlformats.org/officeDocument/2006/relationships/slide" Target="slide396.xml"/><Relationship Id="rId5" Type="http://schemas.openxmlformats.org/officeDocument/2006/relationships/image" Target="../media/image117.svg"/><Relationship Id="rId4" Type="http://schemas.openxmlformats.org/officeDocument/2006/relationships/image" Target="../media/image116.png"/></Relationships>
</file>

<file path=ppt/slides/_rels/slide39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94.xml"/><Relationship Id="rId1" Type="http://schemas.openxmlformats.org/officeDocument/2006/relationships/slideLayout" Target="../slideLayouts/slideLayout2.xml"/><Relationship Id="rId6" Type="http://schemas.openxmlformats.org/officeDocument/2006/relationships/slide" Target="slide396.xml"/><Relationship Id="rId5" Type="http://schemas.openxmlformats.org/officeDocument/2006/relationships/image" Target="../media/image117.svg"/><Relationship Id="rId4" Type="http://schemas.openxmlformats.org/officeDocument/2006/relationships/image" Target="../media/image116.png"/></Relationships>
</file>

<file path=ppt/slides/_rels/slide39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95.xml"/><Relationship Id="rId1" Type="http://schemas.openxmlformats.org/officeDocument/2006/relationships/slideLayout" Target="../slideLayouts/slideLayout2.xml"/><Relationship Id="rId6" Type="http://schemas.openxmlformats.org/officeDocument/2006/relationships/slide" Target="slide396.xml"/><Relationship Id="rId5" Type="http://schemas.openxmlformats.org/officeDocument/2006/relationships/image" Target="../media/image117.svg"/><Relationship Id="rId4" Type="http://schemas.openxmlformats.org/officeDocument/2006/relationships/image" Target="../media/image116.png"/></Relationships>
</file>

<file path=ppt/slides/_rels/slide40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96.xml"/><Relationship Id="rId1" Type="http://schemas.openxmlformats.org/officeDocument/2006/relationships/slideLayout" Target="../slideLayouts/slideLayout2.xml"/><Relationship Id="rId6" Type="http://schemas.openxmlformats.org/officeDocument/2006/relationships/slide" Target="slide396.xml"/><Relationship Id="rId5" Type="http://schemas.openxmlformats.org/officeDocument/2006/relationships/image" Target="../media/image117.svg"/><Relationship Id="rId4" Type="http://schemas.openxmlformats.org/officeDocument/2006/relationships/image" Target="../media/image116.png"/></Relationships>
</file>

<file path=ppt/slides/_rels/slide40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97.xml"/><Relationship Id="rId1" Type="http://schemas.openxmlformats.org/officeDocument/2006/relationships/slideLayout" Target="../slideLayouts/slideLayout2.xml"/><Relationship Id="rId6" Type="http://schemas.openxmlformats.org/officeDocument/2006/relationships/slide" Target="slide396.xml"/><Relationship Id="rId5" Type="http://schemas.openxmlformats.org/officeDocument/2006/relationships/image" Target="../media/image117.svg"/><Relationship Id="rId4" Type="http://schemas.openxmlformats.org/officeDocument/2006/relationships/image" Target="../media/image116.png"/></Relationships>
</file>

<file path=ppt/slides/_rels/slide40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98.xml"/><Relationship Id="rId1" Type="http://schemas.openxmlformats.org/officeDocument/2006/relationships/slideLayout" Target="../slideLayouts/slideLayout2.xml"/><Relationship Id="rId6" Type="http://schemas.openxmlformats.org/officeDocument/2006/relationships/slide" Target="slide396.xml"/><Relationship Id="rId5" Type="http://schemas.openxmlformats.org/officeDocument/2006/relationships/image" Target="../media/image117.svg"/><Relationship Id="rId4" Type="http://schemas.openxmlformats.org/officeDocument/2006/relationships/image" Target="../media/image116.png"/></Relationships>
</file>

<file path=ppt/slides/_rels/slide403.xml.rels><?xml version="1.0" encoding="UTF-8" standalone="yes"?>
<Relationships xmlns="http://schemas.openxmlformats.org/package/2006/relationships"><Relationship Id="rId8" Type="http://schemas.openxmlformats.org/officeDocument/2006/relationships/image" Target="../media/image3.jpeg"/><Relationship Id="rId3" Type="http://schemas.openxmlformats.org/officeDocument/2006/relationships/slide" Target="slide404.xml"/><Relationship Id="rId7" Type="http://schemas.openxmlformats.org/officeDocument/2006/relationships/slide" Target="slide408.xml"/><Relationship Id="rId2" Type="http://schemas.openxmlformats.org/officeDocument/2006/relationships/notesSlide" Target="../notesSlides/notesSlide399.xml"/><Relationship Id="rId1" Type="http://schemas.openxmlformats.org/officeDocument/2006/relationships/slideLayout" Target="../slideLayouts/slideLayout6.xml"/><Relationship Id="rId6" Type="http://schemas.openxmlformats.org/officeDocument/2006/relationships/slide" Target="slide407.xml"/><Relationship Id="rId11" Type="http://schemas.openxmlformats.org/officeDocument/2006/relationships/slide" Target="slide6.xml"/><Relationship Id="rId5" Type="http://schemas.openxmlformats.org/officeDocument/2006/relationships/slide" Target="slide406.xml"/><Relationship Id="rId10" Type="http://schemas.openxmlformats.org/officeDocument/2006/relationships/image" Target="../media/image117.svg"/><Relationship Id="rId4" Type="http://schemas.openxmlformats.org/officeDocument/2006/relationships/slide" Target="slide405.xml"/><Relationship Id="rId9" Type="http://schemas.openxmlformats.org/officeDocument/2006/relationships/image" Target="../media/image116.png"/></Relationships>
</file>

<file path=ppt/slides/_rels/slide40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00.xml"/><Relationship Id="rId1" Type="http://schemas.openxmlformats.org/officeDocument/2006/relationships/slideLayout" Target="../slideLayouts/slideLayout2.xml"/><Relationship Id="rId6" Type="http://schemas.openxmlformats.org/officeDocument/2006/relationships/slide" Target="slide403.xml"/><Relationship Id="rId5" Type="http://schemas.openxmlformats.org/officeDocument/2006/relationships/image" Target="../media/image117.svg"/><Relationship Id="rId4" Type="http://schemas.openxmlformats.org/officeDocument/2006/relationships/image" Target="../media/image116.png"/></Relationships>
</file>

<file path=ppt/slides/_rels/slide40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01.xml"/><Relationship Id="rId1" Type="http://schemas.openxmlformats.org/officeDocument/2006/relationships/slideLayout" Target="../slideLayouts/slideLayout2.xml"/><Relationship Id="rId6" Type="http://schemas.openxmlformats.org/officeDocument/2006/relationships/slide" Target="slide403.xml"/><Relationship Id="rId5" Type="http://schemas.openxmlformats.org/officeDocument/2006/relationships/image" Target="../media/image117.svg"/><Relationship Id="rId4" Type="http://schemas.openxmlformats.org/officeDocument/2006/relationships/image" Target="../media/image116.png"/></Relationships>
</file>

<file path=ppt/slides/_rels/slide40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02.xml"/><Relationship Id="rId1" Type="http://schemas.openxmlformats.org/officeDocument/2006/relationships/slideLayout" Target="../slideLayouts/slideLayout2.xml"/><Relationship Id="rId6" Type="http://schemas.openxmlformats.org/officeDocument/2006/relationships/slide" Target="slide403.xml"/><Relationship Id="rId5" Type="http://schemas.openxmlformats.org/officeDocument/2006/relationships/image" Target="../media/image117.svg"/><Relationship Id="rId4" Type="http://schemas.openxmlformats.org/officeDocument/2006/relationships/image" Target="../media/image116.png"/></Relationships>
</file>

<file path=ppt/slides/_rels/slide40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03.xml"/><Relationship Id="rId1" Type="http://schemas.openxmlformats.org/officeDocument/2006/relationships/slideLayout" Target="../slideLayouts/slideLayout2.xml"/><Relationship Id="rId6" Type="http://schemas.openxmlformats.org/officeDocument/2006/relationships/slide" Target="slide403.xml"/><Relationship Id="rId5" Type="http://schemas.openxmlformats.org/officeDocument/2006/relationships/image" Target="../media/image117.svg"/><Relationship Id="rId4" Type="http://schemas.openxmlformats.org/officeDocument/2006/relationships/image" Target="../media/image116.png"/></Relationships>
</file>

<file path=ppt/slides/_rels/slide40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04.xml"/><Relationship Id="rId1" Type="http://schemas.openxmlformats.org/officeDocument/2006/relationships/slideLayout" Target="../slideLayouts/slideLayout2.xml"/><Relationship Id="rId6" Type="http://schemas.openxmlformats.org/officeDocument/2006/relationships/slide" Target="slide403.xml"/><Relationship Id="rId5" Type="http://schemas.openxmlformats.org/officeDocument/2006/relationships/image" Target="../media/image117.svg"/><Relationship Id="rId4" Type="http://schemas.openxmlformats.org/officeDocument/2006/relationships/image" Target="../media/image116.png"/></Relationships>
</file>

<file path=ppt/slides/_rels/slide409.xml.rels><?xml version="1.0" encoding="UTF-8" standalone="yes"?>
<Relationships xmlns="http://schemas.openxmlformats.org/package/2006/relationships"><Relationship Id="rId8" Type="http://schemas.openxmlformats.org/officeDocument/2006/relationships/image" Target="../media/image116.png"/><Relationship Id="rId3" Type="http://schemas.openxmlformats.org/officeDocument/2006/relationships/slide" Target="slide410.xml"/><Relationship Id="rId7" Type="http://schemas.openxmlformats.org/officeDocument/2006/relationships/image" Target="../media/image3.jpeg"/><Relationship Id="rId2" Type="http://schemas.openxmlformats.org/officeDocument/2006/relationships/notesSlide" Target="../notesSlides/notesSlide405.xml"/><Relationship Id="rId1" Type="http://schemas.openxmlformats.org/officeDocument/2006/relationships/slideLayout" Target="../slideLayouts/slideLayout6.xml"/><Relationship Id="rId6" Type="http://schemas.openxmlformats.org/officeDocument/2006/relationships/slide" Target="slide413.xml"/><Relationship Id="rId5" Type="http://schemas.openxmlformats.org/officeDocument/2006/relationships/slide" Target="slide412.xml"/><Relationship Id="rId10" Type="http://schemas.openxmlformats.org/officeDocument/2006/relationships/slide" Target="slide6.xml"/><Relationship Id="rId4" Type="http://schemas.openxmlformats.org/officeDocument/2006/relationships/slide" Target="slide411.xml"/><Relationship Id="rId9" Type="http://schemas.openxmlformats.org/officeDocument/2006/relationships/image" Target="../media/image117.svg"/></Relationships>
</file>

<file path=ppt/slides/_rels/slide4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06.xml"/><Relationship Id="rId1" Type="http://schemas.openxmlformats.org/officeDocument/2006/relationships/slideLayout" Target="../slideLayouts/slideLayout2.xml"/><Relationship Id="rId6" Type="http://schemas.openxmlformats.org/officeDocument/2006/relationships/slide" Target="slide409.xml"/><Relationship Id="rId5" Type="http://schemas.openxmlformats.org/officeDocument/2006/relationships/image" Target="../media/image117.svg"/><Relationship Id="rId4" Type="http://schemas.openxmlformats.org/officeDocument/2006/relationships/image" Target="../media/image116.png"/></Relationships>
</file>

<file path=ppt/slides/_rels/slide4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07.xml"/><Relationship Id="rId1" Type="http://schemas.openxmlformats.org/officeDocument/2006/relationships/slideLayout" Target="../slideLayouts/slideLayout2.xml"/><Relationship Id="rId6" Type="http://schemas.openxmlformats.org/officeDocument/2006/relationships/slide" Target="slide409.xml"/><Relationship Id="rId5" Type="http://schemas.openxmlformats.org/officeDocument/2006/relationships/image" Target="../media/image117.svg"/><Relationship Id="rId4" Type="http://schemas.openxmlformats.org/officeDocument/2006/relationships/image" Target="../media/image116.png"/></Relationships>
</file>

<file path=ppt/slides/_rels/slide4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08.xml"/><Relationship Id="rId1" Type="http://schemas.openxmlformats.org/officeDocument/2006/relationships/slideLayout" Target="../slideLayouts/slideLayout2.xml"/><Relationship Id="rId6" Type="http://schemas.openxmlformats.org/officeDocument/2006/relationships/slide" Target="slide409.xml"/><Relationship Id="rId5" Type="http://schemas.openxmlformats.org/officeDocument/2006/relationships/image" Target="../media/image117.svg"/><Relationship Id="rId4" Type="http://schemas.openxmlformats.org/officeDocument/2006/relationships/image" Target="../media/image116.png"/></Relationships>
</file>

<file path=ppt/slides/_rels/slide4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09.xml"/><Relationship Id="rId1" Type="http://schemas.openxmlformats.org/officeDocument/2006/relationships/slideLayout" Target="../slideLayouts/slideLayout2.xml"/><Relationship Id="rId6" Type="http://schemas.openxmlformats.org/officeDocument/2006/relationships/slide" Target="slide409.xml"/><Relationship Id="rId5" Type="http://schemas.openxmlformats.org/officeDocument/2006/relationships/image" Target="../media/image117.svg"/><Relationship Id="rId4" Type="http://schemas.openxmlformats.org/officeDocument/2006/relationships/image" Target="../media/image116.png"/></Relationships>
</file>

<file path=ppt/slides/_rels/slide414.xml.rels><?xml version="1.0" encoding="UTF-8" standalone="yes"?>
<Relationships xmlns="http://schemas.openxmlformats.org/package/2006/relationships"><Relationship Id="rId8" Type="http://schemas.openxmlformats.org/officeDocument/2006/relationships/slide" Target="slide420.xml"/><Relationship Id="rId13" Type="http://schemas.openxmlformats.org/officeDocument/2006/relationships/image" Target="../media/image3.jpeg"/><Relationship Id="rId3" Type="http://schemas.openxmlformats.org/officeDocument/2006/relationships/slide" Target="slide415.xml"/><Relationship Id="rId7" Type="http://schemas.openxmlformats.org/officeDocument/2006/relationships/slide" Target="slide419.xml"/><Relationship Id="rId12" Type="http://schemas.openxmlformats.org/officeDocument/2006/relationships/slide" Target="slide424.xml"/><Relationship Id="rId2" Type="http://schemas.openxmlformats.org/officeDocument/2006/relationships/notesSlide" Target="../notesSlides/notesSlide410.xml"/><Relationship Id="rId16" Type="http://schemas.openxmlformats.org/officeDocument/2006/relationships/slide" Target="slide6.xml"/><Relationship Id="rId1" Type="http://schemas.openxmlformats.org/officeDocument/2006/relationships/slideLayout" Target="../slideLayouts/slideLayout6.xml"/><Relationship Id="rId6" Type="http://schemas.openxmlformats.org/officeDocument/2006/relationships/slide" Target="slide418.xml"/><Relationship Id="rId11" Type="http://schemas.openxmlformats.org/officeDocument/2006/relationships/slide" Target="slide423.xml"/><Relationship Id="rId5" Type="http://schemas.openxmlformats.org/officeDocument/2006/relationships/slide" Target="slide417.xml"/><Relationship Id="rId15" Type="http://schemas.openxmlformats.org/officeDocument/2006/relationships/image" Target="../media/image117.svg"/><Relationship Id="rId10" Type="http://schemas.openxmlformats.org/officeDocument/2006/relationships/slide" Target="slide422.xml"/><Relationship Id="rId4" Type="http://schemas.openxmlformats.org/officeDocument/2006/relationships/slide" Target="slide416.xml"/><Relationship Id="rId9" Type="http://schemas.openxmlformats.org/officeDocument/2006/relationships/slide" Target="slide421.xml"/><Relationship Id="rId14" Type="http://schemas.openxmlformats.org/officeDocument/2006/relationships/image" Target="../media/image116.png"/></Relationships>
</file>

<file path=ppt/slides/_rels/slide4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11.xml"/><Relationship Id="rId1" Type="http://schemas.openxmlformats.org/officeDocument/2006/relationships/slideLayout" Target="../slideLayouts/slideLayout2.xml"/><Relationship Id="rId6" Type="http://schemas.openxmlformats.org/officeDocument/2006/relationships/slide" Target="slide414.xml"/><Relationship Id="rId5" Type="http://schemas.openxmlformats.org/officeDocument/2006/relationships/image" Target="../media/image117.svg"/><Relationship Id="rId4" Type="http://schemas.openxmlformats.org/officeDocument/2006/relationships/image" Target="../media/image116.png"/></Relationships>
</file>

<file path=ppt/slides/_rels/slide4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12.xml"/><Relationship Id="rId1" Type="http://schemas.openxmlformats.org/officeDocument/2006/relationships/slideLayout" Target="../slideLayouts/slideLayout2.xml"/><Relationship Id="rId6" Type="http://schemas.openxmlformats.org/officeDocument/2006/relationships/slide" Target="slide414.xml"/><Relationship Id="rId5" Type="http://schemas.openxmlformats.org/officeDocument/2006/relationships/image" Target="../media/image117.svg"/><Relationship Id="rId4" Type="http://schemas.openxmlformats.org/officeDocument/2006/relationships/image" Target="../media/image116.png"/></Relationships>
</file>

<file path=ppt/slides/_rels/slide4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13.xml"/><Relationship Id="rId1" Type="http://schemas.openxmlformats.org/officeDocument/2006/relationships/slideLayout" Target="../slideLayouts/slideLayout2.xml"/><Relationship Id="rId6" Type="http://schemas.openxmlformats.org/officeDocument/2006/relationships/slide" Target="slide414.xml"/><Relationship Id="rId5" Type="http://schemas.openxmlformats.org/officeDocument/2006/relationships/image" Target="../media/image117.svg"/><Relationship Id="rId4" Type="http://schemas.openxmlformats.org/officeDocument/2006/relationships/image" Target="../media/image116.png"/></Relationships>
</file>

<file path=ppt/slides/_rels/slide4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14.xml"/><Relationship Id="rId1" Type="http://schemas.openxmlformats.org/officeDocument/2006/relationships/slideLayout" Target="../slideLayouts/slideLayout2.xml"/><Relationship Id="rId6" Type="http://schemas.openxmlformats.org/officeDocument/2006/relationships/slide" Target="slide414.xml"/><Relationship Id="rId5" Type="http://schemas.openxmlformats.org/officeDocument/2006/relationships/image" Target="../media/image117.svg"/><Relationship Id="rId4" Type="http://schemas.openxmlformats.org/officeDocument/2006/relationships/image" Target="../media/image116.png"/></Relationships>
</file>

<file path=ppt/slides/_rels/slide4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15.xml"/><Relationship Id="rId1" Type="http://schemas.openxmlformats.org/officeDocument/2006/relationships/slideLayout" Target="../slideLayouts/slideLayout2.xml"/><Relationship Id="rId6" Type="http://schemas.openxmlformats.org/officeDocument/2006/relationships/slide" Target="slide414.xml"/><Relationship Id="rId5" Type="http://schemas.openxmlformats.org/officeDocument/2006/relationships/image" Target="../media/image117.svg"/><Relationship Id="rId4" Type="http://schemas.openxmlformats.org/officeDocument/2006/relationships/image" Target="../media/image116.png"/></Relationships>
</file>

<file path=ppt/slides/_rels/slide4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16.xml"/><Relationship Id="rId1" Type="http://schemas.openxmlformats.org/officeDocument/2006/relationships/slideLayout" Target="../slideLayouts/slideLayout2.xml"/><Relationship Id="rId6" Type="http://schemas.openxmlformats.org/officeDocument/2006/relationships/slide" Target="slide414.xml"/><Relationship Id="rId5" Type="http://schemas.openxmlformats.org/officeDocument/2006/relationships/image" Target="../media/image117.svg"/><Relationship Id="rId4" Type="http://schemas.openxmlformats.org/officeDocument/2006/relationships/image" Target="../media/image116.png"/></Relationships>
</file>

<file path=ppt/slides/_rels/slide4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17.xml"/><Relationship Id="rId1" Type="http://schemas.openxmlformats.org/officeDocument/2006/relationships/slideLayout" Target="../slideLayouts/slideLayout2.xml"/><Relationship Id="rId6" Type="http://schemas.openxmlformats.org/officeDocument/2006/relationships/slide" Target="slide414.xml"/><Relationship Id="rId5" Type="http://schemas.openxmlformats.org/officeDocument/2006/relationships/image" Target="../media/image117.svg"/><Relationship Id="rId4" Type="http://schemas.openxmlformats.org/officeDocument/2006/relationships/image" Target="../media/image116.png"/></Relationships>
</file>

<file path=ppt/slides/_rels/slide4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18.xml"/><Relationship Id="rId1" Type="http://schemas.openxmlformats.org/officeDocument/2006/relationships/slideLayout" Target="../slideLayouts/slideLayout2.xml"/><Relationship Id="rId6" Type="http://schemas.openxmlformats.org/officeDocument/2006/relationships/slide" Target="slide414.xml"/><Relationship Id="rId5" Type="http://schemas.openxmlformats.org/officeDocument/2006/relationships/image" Target="../media/image117.svg"/><Relationship Id="rId4" Type="http://schemas.openxmlformats.org/officeDocument/2006/relationships/image" Target="../media/image116.png"/></Relationships>
</file>

<file path=ppt/slides/_rels/slide4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19.xml"/><Relationship Id="rId1" Type="http://schemas.openxmlformats.org/officeDocument/2006/relationships/slideLayout" Target="../slideLayouts/slideLayout2.xml"/><Relationship Id="rId6" Type="http://schemas.openxmlformats.org/officeDocument/2006/relationships/slide" Target="slide414.xml"/><Relationship Id="rId5" Type="http://schemas.openxmlformats.org/officeDocument/2006/relationships/image" Target="../media/image117.svg"/><Relationship Id="rId4" Type="http://schemas.openxmlformats.org/officeDocument/2006/relationships/image" Target="../media/image116.png"/></Relationships>
</file>

<file path=ppt/slides/_rels/slide42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20.xml"/><Relationship Id="rId1" Type="http://schemas.openxmlformats.org/officeDocument/2006/relationships/slideLayout" Target="../slideLayouts/slideLayout2.xml"/><Relationship Id="rId6" Type="http://schemas.openxmlformats.org/officeDocument/2006/relationships/slide" Target="slide414.xml"/><Relationship Id="rId5" Type="http://schemas.openxmlformats.org/officeDocument/2006/relationships/image" Target="../media/image117.svg"/><Relationship Id="rId4" Type="http://schemas.openxmlformats.org/officeDocument/2006/relationships/image" Target="../media/image116.png"/></Relationships>
</file>

<file path=ppt/slides/_rels/slide425.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421.xml"/><Relationship Id="rId1" Type="http://schemas.openxmlformats.org/officeDocument/2006/relationships/slideLayout" Target="../slideLayouts/slideLayout6.xml"/><Relationship Id="rId4" Type="http://schemas.openxmlformats.org/officeDocument/2006/relationships/slide" Target="slide6.xml"/></Relationships>
</file>

<file path=ppt/slides/_rels/slide42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22.xml"/><Relationship Id="rId1" Type="http://schemas.openxmlformats.org/officeDocument/2006/relationships/slideLayout" Target="../slideLayouts/slideLayout2.xml"/><Relationship Id="rId5" Type="http://schemas.openxmlformats.org/officeDocument/2006/relationships/slide" Target="slide425.xml"/><Relationship Id="rId4" Type="http://schemas.openxmlformats.org/officeDocument/2006/relationships/image" Target="../media/image69.png"/></Relationships>
</file>

<file path=ppt/slides/_rels/slide42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23.xml"/><Relationship Id="rId1" Type="http://schemas.openxmlformats.org/officeDocument/2006/relationships/slideLayout" Target="../slideLayouts/slideLayout2.xml"/><Relationship Id="rId6" Type="http://schemas.openxmlformats.org/officeDocument/2006/relationships/slide" Target="slide425.xml"/><Relationship Id="rId5" Type="http://schemas.openxmlformats.org/officeDocument/2006/relationships/image" Target="../media/image122.svg"/><Relationship Id="rId4" Type="http://schemas.openxmlformats.org/officeDocument/2006/relationships/image" Target="../media/image121.png"/></Relationships>
</file>

<file path=ppt/slides/_rels/slide4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24.xml"/><Relationship Id="rId1" Type="http://schemas.openxmlformats.org/officeDocument/2006/relationships/slideLayout" Target="../slideLayouts/slideLayout2.xml"/><Relationship Id="rId6" Type="http://schemas.openxmlformats.org/officeDocument/2006/relationships/slide" Target="slide425.xml"/><Relationship Id="rId5" Type="http://schemas.openxmlformats.org/officeDocument/2006/relationships/image" Target="../media/image122.svg"/><Relationship Id="rId4" Type="http://schemas.openxmlformats.org/officeDocument/2006/relationships/image" Target="../media/image121.png"/></Relationships>
</file>

<file path=ppt/slides/_rels/slide42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25.xml"/><Relationship Id="rId1" Type="http://schemas.openxmlformats.org/officeDocument/2006/relationships/slideLayout" Target="../slideLayouts/slideLayout2.xml"/><Relationship Id="rId6" Type="http://schemas.openxmlformats.org/officeDocument/2006/relationships/slide" Target="slide425.xml"/><Relationship Id="rId5" Type="http://schemas.openxmlformats.org/officeDocument/2006/relationships/image" Target="../media/image122.svg"/><Relationship Id="rId4" Type="http://schemas.openxmlformats.org/officeDocument/2006/relationships/image" Target="../media/image121.png"/></Relationships>
</file>

<file path=ppt/slides/_rels/slide430.xml.rels><?xml version="1.0" encoding="UTF-8" standalone="yes"?>
<Relationships xmlns="http://schemas.openxmlformats.org/package/2006/relationships"><Relationship Id="rId8" Type="http://schemas.microsoft.com/office/2007/relationships/diagramDrawing" Target="../diagrams/drawing87.xml"/><Relationship Id="rId3" Type="http://schemas.openxmlformats.org/officeDocument/2006/relationships/image" Target="../media/image2.png"/><Relationship Id="rId7" Type="http://schemas.openxmlformats.org/officeDocument/2006/relationships/diagramColors" Target="../diagrams/colors87.xml"/><Relationship Id="rId2" Type="http://schemas.openxmlformats.org/officeDocument/2006/relationships/notesSlide" Target="../notesSlides/notesSlide426.xml"/><Relationship Id="rId1" Type="http://schemas.openxmlformats.org/officeDocument/2006/relationships/slideLayout" Target="../slideLayouts/slideLayout2.xml"/><Relationship Id="rId6" Type="http://schemas.openxmlformats.org/officeDocument/2006/relationships/diagramQuickStyle" Target="../diagrams/quickStyle87.xml"/><Relationship Id="rId11" Type="http://schemas.openxmlformats.org/officeDocument/2006/relationships/slide" Target="slide425.xml"/><Relationship Id="rId5" Type="http://schemas.openxmlformats.org/officeDocument/2006/relationships/diagramLayout" Target="../diagrams/layout87.xml"/><Relationship Id="rId10" Type="http://schemas.openxmlformats.org/officeDocument/2006/relationships/image" Target="../media/image122.svg"/><Relationship Id="rId4" Type="http://schemas.openxmlformats.org/officeDocument/2006/relationships/diagramData" Target="../diagrams/data87.xml"/><Relationship Id="rId9" Type="http://schemas.openxmlformats.org/officeDocument/2006/relationships/image" Target="../media/image121.png"/></Relationships>
</file>

<file path=ppt/slides/_rels/slide43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27.xml"/><Relationship Id="rId1" Type="http://schemas.openxmlformats.org/officeDocument/2006/relationships/slideLayout" Target="../slideLayouts/slideLayout2.xml"/><Relationship Id="rId6" Type="http://schemas.openxmlformats.org/officeDocument/2006/relationships/slide" Target="slide425.xml"/><Relationship Id="rId5" Type="http://schemas.openxmlformats.org/officeDocument/2006/relationships/image" Target="../media/image122.svg"/><Relationship Id="rId4" Type="http://schemas.openxmlformats.org/officeDocument/2006/relationships/image" Target="../media/image121.png"/></Relationships>
</file>

<file path=ppt/slides/_rels/slide4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28.xml"/><Relationship Id="rId1" Type="http://schemas.openxmlformats.org/officeDocument/2006/relationships/slideLayout" Target="../slideLayouts/slideLayout2.xml"/><Relationship Id="rId6" Type="http://schemas.openxmlformats.org/officeDocument/2006/relationships/slide" Target="slide425.xml"/><Relationship Id="rId5" Type="http://schemas.openxmlformats.org/officeDocument/2006/relationships/image" Target="../media/image122.svg"/><Relationship Id="rId4" Type="http://schemas.openxmlformats.org/officeDocument/2006/relationships/image" Target="../media/image121.png"/></Relationships>
</file>

<file path=ppt/slides/_rels/slide433.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429.xml"/><Relationship Id="rId1" Type="http://schemas.openxmlformats.org/officeDocument/2006/relationships/slideLayout" Target="../slideLayouts/slideLayout6.xml"/><Relationship Id="rId4" Type="http://schemas.openxmlformats.org/officeDocument/2006/relationships/slide" Target="slide6.xml"/></Relationships>
</file>

<file path=ppt/slides/_rels/slide43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30.xml"/><Relationship Id="rId1" Type="http://schemas.openxmlformats.org/officeDocument/2006/relationships/slideLayout" Target="../slideLayouts/slideLayout2.xml"/><Relationship Id="rId6" Type="http://schemas.openxmlformats.org/officeDocument/2006/relationships/slide" Target="slide433.xml"/><Relationship Id="rId5" Type="http://schemas.openxmlformats.org/officeDocument/2006/relationships/image" Target="../media/image122.svg"/><Relationship Id="rId4" Type="http://schemas.openxmlformats.org/officeDocument/2006/relationships/image" Target="../media/image121.png"/></Relationships>
</file>

<file path=ppt/slides/_rels/slide43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31.xml"/><Relationship Id="rId1" Type="http://schemas.openxmlformats.org/officeDocument/2006/relationships/slideLayout" Target="../slideLayouts/slideLayout2.xml"/><Relationship Id="rId6" Type="http://schemas.openxmlformats.org/officeDocument/2006/relationships/slide" Target="slide433.xml"/><Relationship Id="rId5" Type="http://schemas.openxmlformats.org/officeDocument/2006/relationships/image" Target="../media/image122.svg"/><Relationship Id="rId4" Type="http://schemas.openxmlformats.org/officeDocument/2006/relationships/image" Target="../media/image121.png"/></Relationships>
</file>

<file path=ppt/slides/_rels/slide43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32.xml"/><Relationship Id="rId1" Type="http://schemas.openxmlformats.org/officeDocument/2006/relationships/slideLayout" Target="../slideLayouts/slideLayout2.xml"/><Relationship Id="rId6" Type="http://schemas.openxmlformats.org/officeDocument/2006/relationships/slide" Target="slide433.xml"/><Relationship Id="rId5" Type="http://schemas.openxmlformats.org/officeDocument/2006/relationships/image" Target="../media/image122.svg"/><Relationship Id="rId4" Type="http://schemas.openxmlformats.org/officeDocument/2006/relationships/image" Target="../media/image121.png"/></Relationships>
</file>

<file path=ppt/slides/_rels/slide43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33.xml"/><Relationship Id="rId1" Type="http://schemas.openxmlformats.org/officeDocument/2006/relationships/slideLayout" Target="../slideLayouts/slideLayout2.xml"/><Relationship Id="rId6" Type="http://schemas.openxmlformats.org/officeDocument/2006/relationships/slide" Target="slide433.xml"/><Relationship Id="rId5" Type="http://schemas.openxmlformats.org/officeDocument/2006/relationships/image" Target="../media/image122.svg"/><Relationship Id="rId4" Type="http://schemas.openxmlformats.org/officeDocument/2006/relationships/image" Target="../media/image121.png"/></Relationships>
</file>

<file path=ppt/slides/_rels/slide43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34.xml"/><Relationship Id="rId1" Type="http://schemas.openxmlformats.org/officeDocument/2006/relationships/slideLayout" Target="../slideLayouts/slideLayout2.xml"/><Relationship Id="rId6" Type="http://schemas.openxmlformats.org/officeDocument/2006/relationships/slide" Target="slide433.xml"/><Relationship Id="rId5" Type="http://schemas.openxmlformats.org/officeDocument/2006/relationships/image" Target="../media/image122.svg"/><Relationship Id="rId4" Type="http://schemas.openxmlformats.org/officeDocument/2006/relationships/image" Target="../media/image121.png"/></Relationships>
</file>

<file path=ppt/slides/_rels/slide43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35.xml"/><Relationship Id="rId1" Type="http://schemas.openxmlformats.org/officeDocument/2006/relationships/slideLayout" Target="../slideLayouts/slideLayout2.xml"/><Relationship Id="rId6" Type="http://schemas.openxmlformats.org/officeDocument/2006/relationships/slide" Target="slide433.xml"/><Relationship Id="rId5" Type="http://schemas.openxmlformats.org/officeDocument/2006/relationships/image" Target="../media/image122.svg"/><Relationship Id="rId4" Type="http://schemas.openxmlformats.org/officeDocument/2006/relationships/image" Target="../media/image121.png"/></Relationships>
</file>

<file path=ppt/slides/_rels/slide44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36.xml"/><Relationship Id="rId1" Type="http://schemas.openxmlformats.org/officeDocument/2006/relationships/slideLayout" Target="../slideLayouts/slideLayout2.xml"/><Relationship Id="rId6" Type="http://schemas.openxmlformats.org/officeDocument/2006/relationships/slide" Target="slide433.xml"/><Relationship Id="rId5" Type="http://schemas.openxmlformats.org/officeDocument/2006/relationships/image" Target="../media/image122.svg"/><Relationship Id="rId4" Type="http://schemas.openxmlformats.org/officeDocument/2006/relationships/image" Target="../media/image121.png"/></Relationships>
</file>

<file path=ppt/slides/_rels/slide44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37.xml"/><Relationship Id="rId1" Type="http://schemas.openxmlformats.org/officeDocument/2006/relationships/slideLayout" Target="../slideLayouts/slideLayout2.xml"/><Relationship Id="rId6" Type="http://schemas.openxmlformats.org/officeDocument/2006/relationships/slide" Target="slide433.xml"/><Relationship Id="rId5" Type="http://schemas.openxmlformats.org/officeDocument/2006/relationships/image" Target="../media/image122.svg"/><Relationship Id="rId4" Type="http://schemas.openxmlformats.org/officeDocument/2006/relationships/image" Target="../media/image121.png"/></Relationships>
</file>

<file path=ppt/slides/_rels/slide44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38.xml"/><Relationship Id="rId1" Type="http://schemas.openxmlformats.org/officeDocument/2006/relationships/slideLayout" Target="../slideLayouts/slideLayout2.xml"/><Relationship Id="rId6" Type="http://schemas.openxmlformats.org/officeDocument/2006/relationships/slide" Target="slide433.xml"/><Relationship Id="rId5" Type="http://schemas.openxmlformats.org/officeDocument/2006/relationships/image" Target="../media/image122.svg"/><Relationship Id="rId4" Type="http://schemas.openxmlformats.org/officeDocument/2006/relationships/image" Target="../media/image121.png"/></Relationships>
</file>

<file path=ppt/slides/_rels/slide44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39.xml"/><Relationship Id="rId1" Type="http://schemas.openxmlformats.org/officeDocument/2006/relationships/slideLayout" Target="../slideLayouts/slideLayout2.xml"/><Relationship Id="rId6" Type="http://schemas.openxmlformats.org/officeDocument/2006/relationships/slide" Target="slide433.xml"/><Relationship Id="rId5" Type="http://schemas.openxmlformats.org/officeDocument/2006/relationships/image" Target="../media/image122.svg"/><Relationship Id="rId4" Type="http://schemas.openxmlformats.org/officeDocument/2006/relationships/image" Target="../media/image121.png"/></Relationships>
</file>

<file path=ppt/slides/_rels/slide44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40.xml"/><Relationship Id="rId1" Type="http://schemas.openxmlformats.org/officeDocument/2006/relationships/slideLayout" Target="../slideLayouts/slideLayout2.xml"/><Relationship Id="rId6" Type="http://schemas.openxmlformats.org/officeDocument/2006/relationships/slide" Target="slide433.xml"/><Relationship Id="rId5" Type="http://schemas.openxmlformats.org/officeDocument/2006/relationships/image" Target="../media/image122.svg"/><Relationship Id="rId4" Type="http://schemas.openxmlformats.org/officeDocument/2006/relationships/image" Target="../media/image121.png"/></Relationships>
</file>

<file path=ppt/slides/_rels/slide445.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441.xml"/><Relationship Id="rId1" Type="http://schemas.openxmlformats.org/officeDocument/2006/relationships/slideLayout" Target="../slideLayouts/slideLayout6.xml"/><Relationship Id="rId4" Type="http://schemas.openxmlformats.org/officeDocument/2006/relationships/slide" Target="slide6.xml"/></Relationships>
</file>

<file path=ppt/slides/_rels/slide44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42.xml"/><Relationship Id="rId1" Type="http://schemas.openxmlformats.org/officeDocument/2006/relationships/slideLayout" Target="../slideLayouts/slideLayout2.xml"/><Relationship Id="rId6" Type="http://schemas.openxmlformats.org/officeDocument/2006/relationships/slide" Target="slide445.xml"/><Relationship Id="rId5" Type="http://schemas.openxmlformats.org/officeDocument/2006/relationships/image" Target="../media/image122.svg"/><Relationship Id="rId4" Type="http://schemas.openxmlformats.org/officeDocument/2006/relationships/image" Target="../media/image121.png"/></Relationships>
</file>

<file path=ppt/slides/_rels/slide44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43.xml"/><Relationship Id="rId1" Type="http://schemas.openxmlformats.org/officeDocument/2006/relationships/slideLayout" Target="../slideLayouts/slideLayout2.xml"/><Relationship Id="rId6" Type="http://schemas.openxmlformats.org/officeDocument/2006/relationships/slide" Target="slide445.xml"/><Relationship Id="rId5" Type="http://schemas.openxmlformats.org/officeDocument/2006/relationships/image" Target="../media/image122.svg"/><Relationship Id="rId4" Type="http://schemas.openxmlformats.org/officeDocument/2006/relationships/image" Target="../media/image121.png"/></Relationships>
</file>

<file path=ppt/slides/_rels/slide44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44.xml"/><Relationship Id="rId1" Type="http://schemas.openxmlformats.org/officeDocument/2006/relationships/slideLayout" Target="../slideLayouts/slideLayout2.xml"/><Relationship Id="rId6" Type="http://schemas.openxmlformats.org/officeDocument/2006/relationships/slide" Target="slide445.xml"/><Relationship Id="rId5" Type="http://schemas.openxmlformats.org/officeDocument/2006/relationships/image" Target="../media/image122.svg"/><Relationship Id="rId4" Type="http://schemas.openxmlformats.org/officeDocument/2006/relationships/image" Target="../media/image121.png"/></Relationships>
</file>

<file path=ppt/slides/_rels/slide44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45.xml"/><Relationship Id="rId1" Type="http://schemas.openxmlformats.org/officeDocument/2006/relationships/slideLayout" Target="../slideLayouts/slideLayout2.xml"/><Relationship Id="rId6" Type="http://schemas.openxmlformats.org/officeDocument/2006/relationships/slide" Target="slide445.xml"/><Relationship Id="rId5" Type="http://schemas.openxmlformats.org/officeDocument/2006/relationships/image" Target="../media/image122.svg"/><Relationship Id="rId4" Type="http://schemas.openxmlformats.org/officeDocument/2006/relationships/image" Target="../media/image121.png"/></Relationships>
</file>

<file path=ppt/slides/_rels/slide45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46.xml"/><Relationship Id="rId1" Type="http://schemas.openxmlformats.org/officeDocument/2006/relationships/slideLayout" Target="../slideLayouts/slideLayout2.xml"/><Relationship Id="rId6" Type="http://schemas.openxmlformats.org/officeDocument/2006/relationships/slide" Target="slide445.xml"/><Relationship Id="rId5" Type="http://schemas.openxmlformats.org/officeDocument/2006/relationships/image" Target="../media/image122.svg"/><Relationship Id="rId4" Type="http://schemas.openxmlformats.org/officeDocument/2006/relationships/image" Target="../media/image121.png"/></Relationships>
</file>

<file path=ppt/slides/_rels/slide45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47.xml"/><Relationship Id="rId1" Type="http://schemas.openxmlformats.org/officeDocument/2006/relationships/slideLayout" Target="../slideLayouts/slideLayout2.xml"/><Relationship Id="rId6" Type="http://schemas.openxmlformats.org/officeDocument/2006/relationships/slide" Target="slide445.xml"/><Relationship Id="rId5" Type="http://schemas.openxmlformats.org/officeDocument/2006/relationships/image" Target="../media/image122.svg"/><Relationship Id="rId4" Type="http://schemas.openxmlformats.org/officeDocument/2006/relationships/image" Target="../media/image121.png"/></Relationships>
</file>

<file path=ppt/slides/_rels/slide45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48.xml"/><Relationship Id="rId1" Type="http://schemas.openxmlformats.org/officeDocument/2006/relationships/slideLayout" Target="../slideLayouts/slideLayout2.xml"/><Relationship Id="rId6" Type="http://schemas.openxmlformats.org/officeDocument/2006/relationships/slide" Target="slide445.xml"/><Relationship Id="rId5" Type="http://schemas.openxmlformats.org/officeDocument/2006/relationships/image" Target="../media/image122.svg"/><Relationship Id="rId4" Type="http://schemas.openxmlformats.org/officeDocument/2006/relationships/image" Target="../media/image121.png"/></Relationships>
</file>

<file path=ppt/slides/_rels/slide453.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449.xml"/><Relationship Id="rId1" Type="http://schemas.openxmlformats.org/officeDocument/2006/relationships/slideLayout" Target="../slideLayouts/slideLayout6.xml"/><Relationship Id="rId4" Type="http://schemas.openxmlformats.org/officeDocument/2006/relationships/slide" Target="slide6.xml"/></Relationships>
</file>

<file path=ppt/slides/_rels/slide454.xml.rels><?xml version="1.0" encoding="UTF-8" standalone="yes"?>
<Relationships xmlns="http://schemas.openxmlformats.org/package/2006/relationships"><Relationship Id="rId8" Type="http://schemas.openxmlformats.org/officeDocument/2006/relationships/slide" Target="slide453.xml"/><Relationship Id="rId3" Type="http://schemas.openxmlformats.org/officeDocument/2006/relationships/image" Target="../media/image2.png"/><Relationship Id="rId7" Type="http://schemas.openxmlformats.org/officeDocument/2006/relationships/image" Target="../media/image89.png"/><Relationship Id="rId2" Type="http://schemas.openxmlformats.org/officeDocument/2006/relationships/notesSlide" Target="../notesSlides/notesSlide450.xml"/><Relationship Id="rId1" Type="http://schemas.openxmlformats.org/officeDocument/2006/relationships/slideLayout" Target="../slideLayouts/slideLayout2.xml"/><Relationship Id="rId6" Type="http://schemas.openxmlformats.org/officeDocument/2006/relationships/image" Target="../media/image88.jpeg"/><Relationship Id="rId5" Type="http://schemas.openxmlformats.org/officeDocument/2006/relationships/image" Target="../media/image11.svg"/><Relationship Id="rId4" Type="http://schemas.openxmlformats.org/officeDocument/2006/relationships/image" Target="../media/image10.png"/></Relationships>
</file>

<file path=ppt/slides/_rels/slide45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51.xml"/><Relationship Id="rId1" Type="http://schemas.openxmlformats.org/officeDocument/2006/relationships/slideLayout" Target="../slideLayouts/slideLayout2.xml"/><Relationship Id="rId6" Type="http://schemas.openxmlformats.org/officeDocument/2006/relationships/slide" Target="slide453.xml"/><Relationship Id="rId5" Type="http://schemas.openxmlformats.org/officeDocument/2006/relationships/image" Target="../media/image122.svg"/><Relationship Id="rId4" Type="http://schemas.openxmlformats.org/officeDocument/2006/relationships/image" Target="../media/image121.png"/></Relationships>
</file>

<file path=ppt/slides/_rels/slide45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52.xml"/><Relationship Id="rId1" Type="http://schemas.openxmlformats.org/officeDocument/2006/relationships/slideLayout" Target="../slideLayouts/slideLayout2.xml"/><Relationship Id="rId6" Type="http://schemas.openxmlformats.org/officeDocument/2006/relationships/slide" Target="slide453.xml"/><Relationship Id="rId5" Type="http://schemas.openxmlformats.org/officeDocument/2006/relationships/image" Target="../media/image122.svg"/><Relationship Id="rId4" Type="http://schemas.openxmlformats.org/officeDocument/2006/relationships/image" Target="../media/image121.png"/></Relationships>
</file>

<file path=ppt/slides/_rels/slide45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53.xml"/><Relationship Id="rId1" Type="http://schemas.openxmlformats.org/officeDocument/2006/relationships/slideLayout" Target="../slideLayouts/slideLayout2.xml"/><Relationship Id="rId6" Type="http://schemas.openxmlformats.org/officeDocument/2006/relationships/slide" Target="slide453.xml"/><Relationship Id="rId5" Type="http://schemas.openxmlformats.org/officeDocument/2006/relationships/image" Target="../media/image122.svg"/><Relationship Id="rId4" Type="http://schemas.openxmlformats.org/officeDocument/2006/relationships/image" Target="../media/image121.png"/></Relationships>
</file>

<file path=ppt/slides/_rels/slide45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54.xml"/><Relationship Id="rId1" Type="http://schemas.openxmlformats.org/officeDocument/2006/relationships/slideLayout" Target="../slideLayouts/slideLayout2.xml"/><Relationship Id="rId6" Type="http://schemas.openxmlformats.org/officeDocument/2006/relationships/slide" Target="slide453.xml"/><Relationship Id="rId5" Type="http://schemas.openxmlformats.org/officeDocument/2006/relationships/image" Target="../media/image122.svg"/><Relationship Id="rId4" Type="http://schemas.openxmlformats.org/officeDocument/2006/relationships/image" Target="../media/image121.png"/></Relationships>
</file>

<file path=ppt/slides/_rels/slide45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55.xml"/><Relationship Id="rId1" Type="http://schemas.openxmlformats.org/officeDocument/2006/relationships/slideLayout" Target="../slideLayouts/slideLayout2.xml"/><Relationship Id="rId6" Type="http://schemas.openxmlformats.org/officeDocument/2006/relationships/slide" Target="slide453.xml"/><Relationship Id="rId5" Type="http://schemas.openxmlformats.org/officeDocument/2006/relationships/image" Target="../media/image122.svg"/><Relationship Id="rId4" Type="http://schemas.openxmlformats.org/officeDocument/2006/relationships/image" Target="../media/image121.png"/></Relationships>
</file>

<file path=ppt/slides/_rels/slide46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56.xml"/><Relationship Id="rId1" Type="http://schemas.openxmlformats.org/officeDocument/2006/relationships/slideLayout" Target="../slideLayouts/slideLayout2.xml"/><Relationship Id="rId6" Type="http://schemas.openxmlformats.org/officeDocument/2006/relationships/slide" Target="slide453.xml"/><Relationship Id="rId5" Type="http://schemas.openxmlformats.org/officeDocument/2006/relationships/image" Target="../media/image122.svg"/><Relationship Id="rId4" Type="http://schemas.openxmlformats.org/officeDocument/2006/relationships/image" Target="../media/image121.png"/></Relationships>
</file>

<file path=ppt/slides/_rels/slide46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57.xml"/><Relationship Id="rId1" Type="http://schemas.openxmlformats.org/officeDocument/2006/relationships/slideLayout" Target="../slideLayouts/slideLayout2.xml"/><Relationship Id="rId6" Type="http://schemas.openxmlformats.org/officeDocument/2006/relationships/slide" Target="slide453.xml"/><Relationship Id="rId5" Type="http://schemas.openxmlformats.org/officeDocument/2006/relationships/image" Target="../media/image122.svg"/><Relationship Id="rId4" Type="http://schemas.openxmlformats.org/officeDocument/2006/relationships/image" Target="../media/image121.png"/></Relationships>
</file>

<file path=ppt/slides/_rels/slide46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58.xml"/><Relationship Id="rId1" Type="http://schemas.openxmlformats.org/officeDocument/2006/relationships/slideLayout" Target="../slideLayouts/slideLayout2.xml"/><Relationship Id="rId6" Type="http://schemas.openxmlformats.org/officeDocument/2006/relationships/slide" Target="slide453.xml"/><Relationship Id="rId5" Type="http://schemas.openxmlformats.org/officeDocument/2006/relationships/image" Target="../media/image122.svg"/><Relationship Id="rId4" Type="http://schemas.openxmlformats.org/officeDocument/2006/relationships/image" Target="../media/image121.png"/></Relationships>
</file>

<file path=ppt/slides/_rels/slide46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23.jpeg"/><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5A2925-E7BB-C935-B30D-D24F206F13DF}"/>
              </a:ext>
            </a:extLst>
          </p:cNvPr>
          <p:cNvSpPr>
            <a:spLocks noGrp="1"/>
          </p:cNvSpPr>
          <p:nvPr>
            <p:ph type="ctrTitle"/>
          </p:nvPr>
        </p:nvSpPr>
        <p:spPr/>
        <p:txBody>
          <a:bodyPr/>
          <a:lstStyle/>
          <a:p>
            <a:endParaRPr lang="en-IN" dirty="0"/>
          </a:p>
        </p:txBody>
      </p:sp>
      <p:sp>
        <p:nvSpPr>
          <p:cNvPr id="3" name="Subtitle 2">
            <a:extLst>
              <a:ext uri="{FF2B5EF4-FFF2-40B4-BE49-F238E27FC236}">
                <a16:creationId xmlns:a16="http://schemas.microsoft.com/office/drawing/2014/main" id="{90D70045-3045-90A0-3965-F6DBEA19A02F}"/>
              </a:ext>
            </a:extLst>
          </p:cNvPr>
          <p:cNvSpPr>
            <a:spLocks noGrp="1"/>
          </p:cNvSpPr>
          <p:nvPr>
            <p:ph type="subTitle" idx="1"/>
          </p:nvPr>
        </p:nvSpPr>
        <p:spPr/>
        <p:txBody>
          <a:bodyPr/>
          <a:lstStyle/>
          <a:p>
            <a:endParaRPr lang="en-IN"/>
          </a:p>
        </p:txBody>
      </p:sp>
      <p:pic>
        <p:nvPicPr>
          <p:cNvPr id="6" name="Picture 5">
            <a:extLst>
              <a:ext uri="{FF2B5EF4-FFF2-40B4-BE49-F238E27FC236}">
                <a16:creationId xmlns:a16="http://schemas.microsoft.com/office/drawing/2014/main" id="{0C43C9F6-E528-5B9A-545F-4B81C9A2B064}"/>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1" y="0"/>
            <a:ext cx="12191997" cy="6857999"/>
          </a:xfrm>
          <a:prstGeom prst="rect">
            <a:avLst/>
          </a:prstGeom>
        </p:spPr>
      </p:pic>
      <p:sp>
        <p:nvSpPr>
          <p:cNvPr id="4" name="Rectangle 3">
            <a:extLst>
              <a:ext uri="{FF2B5EF4-FFF2-40B4-BE49-F238E27FC236}">
                <a16:creationId xmlns:a16="http://schemas.microsoft.com/office/drawing/2014/main" id="{83B92515-6231-71AA-8C66-6858D97CB828}"/>
              </a:ext>
            </a:extLst>
          </p:cNvPr>
          <p:cNvSpPr/>
          <p:nvPr/>
        </p:nvSpPr>
        <p:spPr>
          <a:xfrm>
            <a:off x="10274710" y="0"/>
            <a:ext cx="1917290" cy="609600"/>
          </a:xfrm>
          <a:prstGeom prst="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en-US" sz="3200" dirty="0">
                <a:latin typeface="Aptos" panose="020B0004020202020204" pitchFamily="34" charset="0"/>
                <a:ea typeface="ADLaM Display" panose="020F0502020204030204" pitchFamily="2" charset="0"/>
                <a:cs typeface="ADLaM Display" panose="020F0502020204030204" pitchFamily="2" charset="0"/>
              </a:rPr>
              <a:t>Ed. 2024</a:t>
            </a:r>
            <a:endParaRPr lang="en-IN" sz="3200" dirty="0">
              <a:latin typeface="Aptos" panose="020B0004020202020204" pitchFamily="34" charset="0"/>
              <a:ea typeface="ADLaM Display" panose="020F0502020204030204" pitchFamily="2" charset="0"/>
              <a:cs typeface="ADLaM Display" panose="020F0502020204030204" pitchFamily="2" charset="0"/>
            </a:endParaRPr>
          </a:p>
        </p:txBody>
      </p:sp>
    </p:spTree>
    <p:extLst>
      <p:ext uri="{BB962C8B-B14F-4D97-AF65-F5344CB8AC3E}">
        <p14:creationId xmlns:p14="http://schemas.microsoft.com/office/powerpoint/2010/main" val="76968218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Oval 3">
            <a:extLst>
              <a:ext uri="{FF2B5EF4-FFF2-40B4-BE49-F238E27FC236}">
                <a16:creationId xmlns:a16="http://schemas.microsoft.com/office/drawing/2014/main" id="{650ABEA9-4194-72DC-A47A-FD4405EBC08D}"/>
              </a:ext>
            </a:extLst>
          </p:cNvPr>
          <p:cNvSpPr/>
          <p:nvPr/>
        </p:nvSpPr>
        <p:spPr>
          <a:xfrm>
            <a:off x="204874" y="96420"/>
            <a:ext cx="1711325" cy="1604645"/>
          </a:xfrm>
          <a:prstGeom prst="ellipse">
            <a:avLst/>
          </a:prstGeom>
          <a:solidFill>
            <a:srgbClr val="5FB7D3"/>
          </a:solidFill>
          <a:ln>
            <a:noFill/>
          </a:ln>
          <a:effectLst>
            <a:outerShdw blurRad="50800" dist="38100" dir="5400000" algn="t"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ot="0" spcFirstLastPara="0"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alibri" panose="020F0502020204030204"/>
                <a:ea typeface="Calibri" panose="020F0502020204030204" pitchFamily="34" charset="0"/>
                <a:cs typeface="Times New Roman" panose="02020603050405020304" pitchFamily="18" charset="0"/>
              </a:rPr>
              <a:t>PREFACE</a:t>
            </a:r>
            <a:endParaRPr kumimoji="0" lang="en-IN" sz="1400" b="0" i="0"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endParaRPr>
          </a:p>
        </p:txBody>
      </p:sp>
      <p:sp>
        <p:nvSpPr>
          <p:cNvPr id="6" name="TextBox 5">
            <a:extLst>
              <a:ext uri="{FF2B5EF4-FFF2-40B4-BE49-F238E27FC236}">
                <a16:creationId xmlns:a16="http://schemas.microsoft.com/office/drawing/2014/main" id="{E41D0DF5-16B4-824D-66F7-56403BAF43F3}"/>
              </a:ext>
            </a:extLst>
          </p:cNvPr>
          <p:cNvSpPr txBox="1"/>
          <p:nvPr/>
        </p:nvSpPr>
        <p:spPr>
          <a:xfrm>
            <a:off x="1493728" y="1503217"/>
            <a:ext cx="9652067" cy="4154984"/>
          </a:xfrm>
          <a:prstGeom prst="rect">
            <a:avLst/>
          </a:prstGeom>
          <a:noFill/>
        </p:spPr>
        <p:txBody>
          <a:bodyPr wrap="square">
            <a:spAutoFit/>
          </a:bodyPr>
          <a:lstStyle/>
          <a:p>
            <a:pPr marL="45720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FF00"/>
                </a:solidFill>
                <a:effectLst/>
                <a:uLnTx/>
                <a:uFillTx/>
                <a:latin typeface="Calibri" panose="020F0502020204030204"/>
                <a:ea typeface="Times New Roman" panose="02020603050405020304" pitchFamily="18" charset="0"/>
                <a:cs typeface="+mn-cs"/>
              </a:rPr>
              <a:t>ABOUT THE BOOK</a:t>
            </a:r>
            <a:endParaRPr kumimoji="0" lang="en-IN" sz="2200" b="0" i="0" u="none" strike="noStrike" kern="1200" cap="none" spc="0" normalizeH="0" baseline="0" noProof="0" dirty="0">
              <a:ln>
                <a:noFill/>
              </a:ln>
              <a:solidFill>
                <a:srgbClr val="FFFF00"/>
              </a:solidFill>
              <a:effectLst/>
              <a:uLnTx/>
              <a:uFillTx/>
              <a:latin typeface="Calibri" panose="020F0502020204030204"/>
              <a:ea typeface="Times New Roman" panose="02020603050405020304" pitchFamily="18" charset="0"/>
              <a:cs typeface="+mn-cs"/>
            </a:endParaRPr>
          </a:p>
          <a:p>
            <a:pPr marL="457200" marR="0" lvl="0" indent="0" algn="l"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libri" panose="020F0502020204030204"/>
                <a:ea typeface="Times New Roman" panose="02020603050405020304" pitchFamily="18" charset="0"/>
                <a:cs typeface="+mn-cs"/>
              </a:rPr>
              <a:t> </a:t>
            </a:r>
            <a:endParaRPr kumimoji="0" lang="en-IN" sz="2200" b="0" i="0" u="none" strike="noStrike" kern="1200" cap="none" spc="0" normalizeH="0" baseline="0" noProof="0" dirty="0">
              <a:ln>
                <a:noFill/>
              </a:ln>
              <a:solidFill>
                <a:prstClr val="white"/>
              </a:solidFill>
              <a:effectLst/>
              <a:uLnTx/>
              <a:uFillTx/>
              <a:latin typeface="Calibri" panose="020F0502020204030204"/>
              <a:ea typeface="Times New Roman" panose="02020603050405020304" pitchFamily="18" charset="0"/>
              <a:cs typeface="+mn-cs"/>
            </a:endParaRPr>
          </a:p>
          <a:p>
            <a:pPr marL="457200" marR="0" lvl="0" indent="0" algn="l"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libri" panose="020F0502020204030204"/>
                <a:ea typeface="Times New Roman" panose="02020603050405020304" pitchFamily="18" charset="0"/>
                <a:cs typeface="+mn-cs"/>
              </a:rPr>
              <a:t>This book contains top 350 Java interview questions and answers.</a:t>
            </a:r>
          </a:p>
          <a:p>
            <a:pPr marL="457200" marR="0" lvl="0" indent="0" algn="l"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dirty="0">
              <a:ln>
                <a:noFill/>
              </a:ln>
              <a:solidFill>
                <a:prstClr val="white"/>
              </a:solidFill>
              <a:effectLst/>
              <a:uLnTx/>
              <a:uFillTx/>
              <a:latin typeface="Calibri" panose="020F0502020204030204"/>
              <a:ea typeface="Times New Roman" panose="02020603050405020304" pitchFamily="18" charset="0"/>
              <a:cs typeface="+mn-cs"/>
            </a:endParaRPr>
          </a:p>
          <a:p>
            <a:pPr marL="457200" marR="0" lvl="0" indent="0" algn="l" defTabSz="914400" rtl="0" eaLnBrk="1" fontAlgn="auto" latinLnBrk="0" hangingPunct="1">
              <a:lnSpc>
                <a:spcPct val="100000"/>
              </a:lnSpc>
              <a:spcBef>
                <a:spcPts val="0"/>
              </a:spcBef>
              <a:spcAft>
                <a:spcPts val="0"/>
              </a:spcAft>
              <a:buClrTx/>
              <a:buSzTx/>
              <a:buFontTx/>
              <a:buNone/>
              <a:tabLst/>
              <a:defRPr/>
            </a:pPr>
            <a:endParaRPr kumimoji="0" lang="en-IN" sz="2200" b="0" i="0" u="none" strike="noStrike" kern="1200" cap="none" spc="0" normalizeH="0" baseline="0" noProof="0" dirty="0">
              <a:ln>
                <a:noFill/>
              </a:ln>
              <a:solidFill>
                <a:prstClr val="white"/>
              </a:solidFill>
              <a:effectLst/>
              <a:uLnTx/>
              <a:uFillTx/>
              <a:latin typeface="Calibri" panose="020F0502020204030204"/>
              <a:ea typeface="Times New Roman" panose="02020603050405020304" pitchFamily="18" charset="0"/>
              <a:cs typeface="+mn-cs"/>
            </a:endParaRPr>
          </a:p>
          <a:p>
            <a:pPr marL="457200" marR="0" lvl="0" indent="0" algn="l" defTabSz="914400" rtl="0" eaLnBrk="1" fontAlgn="auto" latinLnBrk="0" hangingPunct="1">
              <a:lnSpc>
                <a:spcPct val="100000"/>
              </a:lnSpc>
              <a:spcBef>
                <a:spcPts val="0"/>
              </a:spcBef>
              <a:spcAft>
                <a:spcPts val="0"/>
              </a:spcAft>
              <a:buClrTx/>
              <a:buSzTx/>
              <a:buFontTx/>
              <a:buNone/>
              <a:tabLst/>
              <a:defRPr/>
            </a:pPr>
            <a:endParaRPr kumimoji="0" lang="en-IN" sz="2200" b="0" i="0" u="none" strike="noStrike" kern="1200" cap="none" spc="0" normalizeH="0" baseline="0" noProof="0" dirty="0">
              <a:ln>
                <a:noFill/>
              </a:ln>
              <a:solidFill>
                <a:prstClr val="white"/>
              </a:solidFill>
              <a:effectLst/>
              <a:uLnTx/>
              <a:uFillTx/>
              <a:latin typeface="Calibri" panose="020F0502020204030204"/>
              <a:ea typeface="Times New Roman" panose="02020603050405020304" pitchFamily="18" charset="0"/>
              <a:cs typeface="+mn-cs"/>
            </a:endParaRPr>
          </a:p>
          <a:p>
            <a:pPr marL="457200" marR="0" lvl="0" indent="0" algn="l" defTabSz="914400" rtl="0" eaLnBrk="1" fontAlgn="auto" latinLnBrk="0" hangingPunct="1">
              <a:lnSpc>
                <a:spcPct val="100000"/>
              </a:lnSpc>
              <a:spcBef>
                <a:spcPts val="0"/>
              </a:spcBef>
              <a:spcAft>
                <a:spcPts val="0"/>
              </a:spcAft>
              <a:buClrTx/>
              <a:buSzTx/>
              <a:buFontTx/>
              <a:buNone/>
              <a:tabLst/>
              <a:defRPr/>
            </a:pPr>
            <a:endParaRPr kumimoji="0" lang="en-IN" sz="2200" b="0" i="0" u="none" strike="noStrike" kern="1200" cap="none" spc="0" normalizeH="0" baseline="0" noProof="0" dirty="0">
              <a:ln>
                <a:noFill/>
              </a:ln>
              <a:solidFill>
                <a:prstClr val="white"/>
              </a:solidFill>
              <a:effectLst/>
              <a:uLnTx/>
              <a:uFillTx/>
              <a:latin typeface="Calibri" panose="020F0502020204030204"/>
              <a:ea typeface="Times New Roman" panose="02020603050405020304" pitchFamily="18" charset="0"/>
              <a:cs typeface="+mn-cs"/>
            </a:endParaRPr>
          </a:p>
          <a:p>
            <a:pPr marL="457200" marR="0" lvl="0" indent="0" algn="l" defTabSz="914400" rtl="0" eaLnBrk="1" fontAlgn="auto" latinLnBrk="0" hangingPunct="1">
              <a:lnSpc>
                <a:spcPct val="100000"/>
              </a:lnSpc>
              <a:spcBef>
                <a:spcPts val="0"/>
              </a:spcBef>
              <a:spcAft>
                <a:spcPts val="0"/>
              </a:spcAft>
              <a:buClrTx/>
              <a:buSzTx/>
              <a:buFontTx/>
              <a:buNone/>
              <a:tabLst/>
              <a:defRPr/>
            </a:pPr>
            <a:endParaRPr kumimoji="0" lang="en-IN" sz="2200" b="0" i="0" u="none" strike="noStrike" kern="1200" cap="none" spc="0" normalizeH="0" baseline="0" noProof="0" dirty="0">
              <a:ln>
                <a:noFill/>
              </a:ln>
              <a:solidFill>
                <a:prstClr val="white"/>
              </a:solidFill>
              <a:effectLst/>
              <a:uLnTx/>
              <a:uFillTx/>
              <a:latin typeface="Calibri" panose="020F0502020204030204"/>
              <a:ea typeface="Times New Roman" panose="02020603050405020304" pitchFamily="18" charset="0"/>
              <a:cs typeface="+mn-cs"/>
            </a:endParaRPr>
          </a:p>
          <a:p>
            <a:pPr marL="45720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FF00"/>
                </a:solidFill>
                <a:effectLst/>
                <a:uLnTx/>
                <a:uFillTx/>
                <a:latin typeface="Calibri" panose="020F0502020204030204"/>
                <a:ea typeface="Times New Roman" panose="02020603050405020304" pitchFamily="18" charset="0"/>
                <a:cs typeface="+mn-cs"/>
              </a:rPr>
              <a:t>ABOUT THE AUTHOR</a:t>
            </a:r>
            <a:endParaRPr kumimoji="0" lang="en-IN" sz="2200" b="0" i="0" u="none" strike="noStrike" kern="1200" cap="none" spc="0" normalizeH="0" baseline="0" noProof="0" dirty="0">
              <a:ln>
                <a:noFill/>
              </a:ln>
              <a:solidFill>
                <a:srgbClr val="FFFF00"/>
              </a:solidFill>
              <a:effectLst/>
              <a:uLnTx/>
              <a:uFillTx/>
              <a:latin typeface="Calibri" panose="020F0502020204030204"/>
              <a:ea typeface="Times New Roman" panose="02020603050405020304" pitchFamily="18" charset="0"/>
              <a:cs typeface="+mn-cs"/>
            </a:endParaRPr>
          </a:p>
          <a:p>
            <a:pPr marL="457200" marR="0" lvl="0" indent="0" algn="l"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libri" panose="020F0502020204030204"/>
                <a:ea typeface="Times New Roman" panose="02020603050405020304" pitchFamily="18" charset="0"/>
                <a:cs typeface="+mn-cs"/>
              </a:rPr>
              <a:t> </a:t>
            </a:r>
            <a:endParaRPr kumimoji="0" lang="en-IN" sz="2200" b="0" i="0" u="none" strike="noStrike" kern="1200" cap="none" spc="0" normalizeH="0" baseline="0" noProof="0" dirty="0">
              <a:ln>
                <a:noFill/>
              </a:ln>
              <a:solidFill>
                <a:prstClr val="white"/>
              </a:solidFill>
              <a:effectLst/>
              <a:uLnTx/>
              <a:uFillTx/>
              <a:latin typeface="Calibri" panose="020F0502020204030204"/>
              <a:ea typeface="Times New Roman" panose="02020603050405020304" pitchFamily="18" charset="0"/>
              <a:cs typeface="+mn-cs"/>
            </a:endParaRPr>
          </a:p>
          <a:p>
            <a:pPr marL="457200" marR="0" lvl="0" indent="0" algn="l"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libri" panose="020F0502020204030204"/>
                <a:ea typeface="Times New Roman" panose="02020603050405020304" pitchFamily="18" charset="0"/>
                <a:cs typeface="+mn-cs"/>
              </a:rPr>
              <a:t>Happy Rawat has more than 15 years of experience in software development. He helps candidates in clearing technical interview in tech companies. </a:t>
            </a:r>
            <a:endParaRPr kumimoji="0" lang="en-IN" sz="2200" b="0" i="0" u="none" strike="noStrike" kern="1200" cap="none" spc="0" normalizeH="0" baseline="0" noProof="0" dirty="0">
              <a:ln>
                <a:noFill/>
              </a:ln>
              <a:solidFill>
                <a:prstClr val="white"/>
              </a:solidFill>
              <a:effectLst/>
              <a:uLnTx/>
              <a:uFillTx/>
              <a:latin typeface="Calibri" panose="020F0502020204030204"/>
              <a:ea typeface="Times New Roman" panose="02020603050405020304" pitchFamily="18" charset="0"/>
              <a:cs typeface="+mn-cs"/>
            </a:endParaRPr>
          </a:p>
        </p:txBody>
      </p:sp>
      <p:pic>
        <p:nvPicPr>
          <p:cNvPr id="2" name="Picture 1" descr="A person with a beard&#10;&#10;Description automatically generated">
            <a:extLst>
              <a:ext uri="{FF2B5EF4-FFF2-40B4-BE49-F238E27FC236}">
                <a16:creationId xmlns:a16="http://schemas.microsoft.com/office/drawing/2014/main" id="{A642C555-6629-0CF9-D695-225536891A0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90363" y="4103163"/>
            <a:ext cx="1290655" cy="1674585"/>
          </a:xfrm>
          <a:prstGeom prst="rect">
            <a:avLst/>
          </a:prstGeom>
        </p:spPr>
      </p:pic>
    </p:spTree>
    <p:extLst>
      <p:ext uri="{BB962C8B-B14F-4D97-AF65-F5344CB8AC3E}">
        <p14:creationId xmlns:p14="http://schemas.microsoft.com/office/powerpoint/2010/main" val="395044737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66D1E82-D5FB-4650-A992-726840062130}"/>
              </a:ext>
            </a:extLst>
          </p:cNvPr>
          <p:cNvSpPr/>
          <p:nvPr/>
        </p:nvSpPr>
        <p:spPr>
          <a:xfrm>
            <a:off x="0" y="-21772"/>
            <a:ext cx="12191999" cy="864810"/>
          </a:xfrm>
          <a:prstGeom prst="rect">
            <a:avLst/>
          </a:prstGeom>
          <a:solidFill>
            <a:schemeClr val="tx1">
              <a:lumMod val="85000"/>
              <a:lumOff val="15000"/>
            </a:schemeClr>
          </a:solidFill>
          <a:ln>
            <a:solidFill>
              <a:schemeClr val="bg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Calibri Light" panose="020F0302020204030204"/>
                <a:ea typeface="+mn-ea"/>
                <a:cs typeface="+mn-cs"/>
              </a:rPr>
              <a:t>Java Chapters</a:t>
            </a:r>
          </a:p>
        </p:txBody>
      </p:sp>
      <p:grpSp>
        <p:nvGrpSpPr>
          <p:cNvPr id="3" name="Group 2">
            <a:extLst>
              <a:ext uri="{FF2B5EF4-FFF2-40B4-BE49-F238E27FC236}">
                <a16:creationId xmlns:a16="http://schemas.microsoft.com/office/drawing/2014/main" id="{98D30196-C7F0-F242-AA9B-B33A03DFFF05}"/>
              </a:ext>
            </a:extLst>
          </p:cNvPr>
          <p:cNvGrpSpPr/>
          <p:nvPr/>
        </p:nvGrpSpPr>
        <p:grpSpPr>
          <a:xfrm>
            <a:off x="308231" y="1003871"/>
            <a:ext cx="11575537" cy="5409286"/>
            <a:chOff x="308231" y="1003871"/>
            <a:chExt cx="11575537" cy="5409286"/>
          </a:xfrm>
        </p:grpSpPr>
        <p:sp>
          <p:nvSpPr>
            <p:cNvPr id="4" name="Rectangle 3">
              <a:extLst>
                <a:ext uri="{FF2B5EF4-FFF2-40B4-BE49-F238E27FC236}">
                  <a16:creationId xmlns:a16="http://schemas.microsoft.com/office/drawing/2014/main" id="{9CFA0D34-44A5-393A-7FAF-EF1927E24C24}"/>
                </a:ext>
              </a:extLst>
            </p:cNvPr>
            <p:cNvSpPr/>
            <p:nvPr/>
          </p:nvSpPr>
          <p:spPr>
            <a:xfrm>
              <a:off x="308231" y="1003871"/>
              <a:ext cx="11575537" cy="5409286"/>
            </a:xfrm>
            <a:prstGeom prst="rect">
              <a:avLst/>
            </a:prstGeom>
            <a:noFill/>
          </p:spPr>
          <p:txBody>
            <a:bodyPr/>
            <a:lstStyle/>
            <a:p>
              <a:endParaRPr lang="en-IN"/>
            </a:p>
          </p:txBody>
        </p:sp>
        <p:sp>
          <p:nvSpPr>
            <p:cNvPr id="5" name="Freeform: Shape 4">
              <a:extLst>
                <a:ext uri="{FF2B5EF4-FFF2-40B4-BE49-F238E27FC236}">
                  <a16:creationId xmlns:a16="http://schemas.microsoft.com/office/drawing/2014/main" id="{6EF3DE8C-A072-E12F-8D6F-6B35B1B0AA7E}"/>
                </a:ext>
              </a:extLst>
            </p:cNvPr>
            <p:cNvSpPr/>
            <p:nvPr/>
          </p:nvSpPr>
          <p:spPr>
            <a:xfrm>
              <a:off x="311848" y="1117033"/>
              <a:ext cx="3526921" cy="432033"/>
            </a:xfrm>
            <a:custGeom>
              <a:avLst/>
              <a:gdLst>
                <a:gd name="connsiteX0" fmla="*/ 0 w 3526921"/>
                <a:gd name="connsiteY0" fmla="*/ 0 h 432033"/>
                <a:gd name="connsiteX1" fmla="*/ 3526921 w 3526921"/>
                <a:gd name="connsiteY1" fmla="*/ 0 h 432033"/>
                <a:gd name="connsiteX2" fmla="*/ 3526921 w 3526921"/>
                <a:gd name="connsiteY2" fmla="*/ 432033 h 432033"/>
                <a:gd name="connsiteX3" fmla="*/ 0 w 3526921"/>
                <a:gd name="connsiteY3" fmla="*/ 432033 h 432033"/>
                <a:gd name="connsiteX4" fmla="*/ 0 w 3526921"/>
                <a:gd name="connsiteY4" fmla="*/ 0 h 432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6921" h="432033">
                  <a:moveTo>
                    <a:pt x="0" y="0"/>
                  </a:moveTo>
                  <a:lnTo>
                    <a:pt x="3526921" y="0"/>
                  </a:lnTo>
                  <a:lnTo>
                    <a:pt x="3526921" y="432033"/>
                  </a:lnTo>
                  <a:lnTo>
                    <a:pt x="0" y="432033"/>
                  </a:lnTo>
                  <a:lnTo>
                    <a:pt x="0" y="0"/>
                  </a:lnTo>
                  <a:close/>
                </a:path>
              </a:pathLst>
            </a:custGeom>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170688" tIns="97536" rIns="170688" bIns="97536" numCol="1" spcCol="1270" anchor="ctr" anchorCtr="0">
              <a:noAutofit/>
            </a:bodyPr>
            <a:lstStyle/>
            <a:p>
              <a:pPr marL="0" lvl="0" indent="0" algn="ctr" defTabSz="1066800">
                <a:lnSpc>
                  <a:spcPct val="90000"/>
                </a:lnSpc>
                <a:spcBef>
                  <a:spcPct val="0"/>
                </a:spcBef>
                <a:spcAft>
                  <a:spcPct val="35000"/>
                </a:spcAft>
                <a:buNone/>
              </a:pPr>
              <a:r>
                <a:rPr lang="en-US" sz="2400" b="1" kern="1200" dirty="0"/>
                <a:t>FUNDAMENTALS</a:t>
              </a:r>
              <a:endParaRPr lang="en-IN" sz="2400" b="1" kern="1200" dirty="0"/>
            </a:p>
          </p:txBody>
        </p:sp>
        <p:sp>
          <p:nvSpPr>
            <p:cNvPr id="9" name="Freeform: Shape 8">
              <a:extLst>
                <a:ext uri="{FF2B5EF4-FFF2-40B4-BE49-F238E27FC236}">
                  <a16:creationId xmlns:a16="http://schemas.microsoft.com/office/drawing/2014/main" id="{6C97B09D-266B-4DEA-F6EC-8F3B999BDC0C}"/>
                </a:ext>
              </a:extLst>
            </p:cNvPr>
            <p:cNvSpPr/>
            <p:nvPr/>
          </p:nvSpPr>
          <p:spPr>
            <a:xfrm>
              <a:off x="311848" y="1512435"/>
              <a:ext cx="3526921" cy="4787558"/>
            </a:xfrm>
            <a:custGeom>
              <a:avLst/>
              <a:gdLst>
                <a:gd name="connsiteX0" fmla="*/ 0 w 3526921"/>
                <a:gd name="connsiteY0" fmla="*/ 0 h 4787558"/>
                <a:gd name="connsiteX1" fmla="*/ 3526921 w 3526921"/>
                <a:gd name="connsiteY1" fmla="*/ 0 h 4787558"/>
                <a:gd name="connsiteX2" fmla="*/ 3526921 w 3526921"/>
                <a:gd name="connsiteY2" fmla="*/ 4787558 h 4787558"/>
                <a:gd name="connsiteX3" fmla="*/ 0 w 3526921"/>
                <a:gd name="connsiteY3" fmla="*/ 4787558 h 4787558"/>
                <a:gd name="connsiteX4" fmla="*/ 0 w 3526921"/>
                <a:gd name="connsiteY4" fmla="*/ 0 h 4787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6921" h="4787558">
                  <a:moveTo>
                    <a:pt x="0" y="0"/>
                  </a:moveTo>
                  <a:lnTo>
                    <a:pt x="3526921" y="0"/>
                  </a:lnTo>
                  <a:lnTo>
                    <a:pt x="3526921" y="4787558"/>
                  </a:lnTo>
                  <a:lnTo>
                    <a:pt x="0" y="4787558"/>
                  </a:lnTo>
                  <a:lnTo>
                    <a:pt x="0" y="0"/>
                  </a:lnTo>
                  <a:close/>
                </a:path>
              </a:pathLst>
            </a:custGeom>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96012" tIns="96012" rIns="128016" bIns="144018" numCol="1" spcCol="1270" anchor="t" anchorCtr="0">
              <a:noAutofit/>
            </a:bodyPr>
            <a:lstStyle/>
            <a:p>
              <a:pPr marL="171450" lvl="1" indent="-171450" algn="l" defTabSz="800100">
                <a:spcBef>
                  <a:spcPts val="600"/>
                </a:spcBef>
                <a:spcAft>
                  <a:spcPts val="600"/>
                </a:spcAft>
                <a:buFont typeface="+mj-lt"/>
                <a:buAutoNum type="arabicPeriod"/>
              </a:pPr>
              <a:r>
                <a:rPr lang="en-IN" sz="1600" kern="1200" dirty="0">
                  <a:solidFill>
                    <a:schemeClr val="tx1"/>
                  </a:solidFill>
                  <a:hlinkClick r:id="rId3" action="ppaction://hlinksldjump">
                    <a:extLst>
                      <a:ext uri="{A12FA001-AC4F-418D-AE19-62706E023703}">
                        <ahyp:hlinkClr xmlns:ahyp="http://schemas.microsoft.com/office/drawing/2018/hyperlinkcolor" val="tx"/>
                      </a:ext>
                    </a:extLst>
                  </a:hlinkClick>
                </a:rPr>
                <a:t> Java-Basics</a:t>
              </a:r>
              <a:endParaRPr lang="en-IN" sz="1600" kern="1200" dirty="0">
                <a:solidFill>
                  <a:schemeClr val="tx1"/>
                </a:solidFill>
              </a:endParaRPr>
            </a:p>
            <a:p>
              <a:pPr marL="171450" lvl="1" indent="-171450" algn="l" defTabSz="800100">
                <a:spcBef>
                  <a:spcPts val="600"/>
                </a:spcBef>
                <a:spcAft>
                  <a:spcPts val="600"/>
                </a:spcAft>
                <a:buFont typeface="+mj-lt"/>
                <a:buAutoNum type="arabicPeriod"/>
              </a:pPr>
              <a:r>
                <a:rPr lang="en-IN" sz="1600" kern="1200" dirty="0">
                  <a:solidFill>
                    <a:schemeClr val="tx1"/>
                  </a:solidFill>
                  <a:hlinkClick r:id="rId4" action="ppaction://hlinksldjump">
                    <a:extLst>
                      <a:ext uri="{A12FA001-AC4F-418D-AE19-62706E023703}">
                        <ahyp:hlinkClr xmlns:ahyp="http://schemas.microsoft.com/office/drawing/2018/hyperlinkcolor" val="tx"/>
                      </a:ext>
                    </a:extLst>
                  </a:hlinkClick>
                </a:rPr>
                <a:t> Variables &amp; Data types</a:t>
              </a:r>
              <a:endParaRPr lang="en-IN" sz="1600" kern="1200" dirty="0">
                <a:solidFill>
                  <a:schemeClr val="tx1"/>
                </a:solidFill>
              </a:endParaRPr>
            </a:p>
            <a:p>
              <a:pPr marL="171450" lvl="1" indent="-171450" algn="l" defTabSz="800100">
                <a:spcBef>
                  <a:spcPts val="600"/>
                </a:spcBef>
                <a:spcAft>
                  <a:spcPts val="600"/>
                </a:spcAft>
                <a:buFont typeface="+mj-lt"/>
                <a:buAutoNum type="arabicPeriod"/>
              </a:pPr>
              <a:r>
                <a:rPr lang="en-IN" sz="1600" kern="1200" dirty="0">
                  <a:solidFill>
                    <a:schemeClr val="tx1"/>
                  </a:solidFill>
                </a:rPr>
                <a:t> </a:t>
              </a:r>
              <a:r>
                <a:rPr lang="en-IN" sz="1600" kern="1200" dirty="0">
                  <a:solidFill>
                    <a:schemeClr val="tx1"/>
                  </a:solidFill>
                  <a:hlinkClick r:id="rId5" action="ppaction://hlinksldjump">
                    <a:extLst>
                      <a:ext uri="{A12FA001-AC4F-418D-AE19-62706E023703}">
                        <ahyp:hlinkClr xmlns:ahyp="http://schemas.microsoft.com/office/drawing/2018/hyperlinkcolor" val="tx"/>
                      </a:ext>
                    </a:extLst>
                  </a:hlinkClick>
                </a:rPr>
                <a:t>Operators</a:t>
              </a:r>
              <a:endParaRPr lang="en-IN" sz="1600" kern="1200" dirty="0">
                <a:solidFill>
                  <a:schemeClr val="tx1"/>
                </a:solidFill>
              </a:endParaRPr>
            </a:p>
            <a:p>
              <a:pPr marL="171450" lvl="1" indent="-171450" algn="l" defTabSz="800100">
                <a:spcBef>
                  <a:spcPts val="600"/>
                </a:spcBef>
                <a:spcAft>
                  <a:spcPts val="600"/>
                </a:spcAft>
                <a:buFont typeface="+mj-lt"/>
                <a:buAutoNum type="arabicPeriod"/>
              </a:pPr>
              <a:r>
                <a:rPr lang="en-IN" sz="1600" kern="1200" dirty="0">
                  <a:solidFill>
                    <a:schemeClr val="tx1"/>
                  </a:solidFill>
                  <a:hlinkClick r:id="rId6" action="ppaction://hlinksldjump">
                    <a:extLst>
                      <a:ext uri="{A12FA001-AC4F-418D-AE19-62706E023703}">
                        <ahyp:hlinkClr xmlns:ahyp="http://schemas.microsoft.com/office/drawing/2018/hyperlinkcolor" val="tx"/>
                      </a:ext>
                    </a:extLst>
                  </a:hlinkClick>
                </a:rPr>
                <a:t> Control statements - Basics</a:t>
              </a:r>
              <a:endParaRPr lang="en-IN" sz="1600" kern="1200" dirty="0">
                <a:solidFill>
                  <a:schemeClr val="tx1"/>
                </a:solidFill>
              </a:endParaRPr>
            </a:p>
            <a:p>
              <a:pPr marL="171450" lvl="1" indent="-171450" algn="l" defTabSz="800100">
                <a:spcBef>
                  <a:spcPts val="600"/>
                </a:spcBef>
                <a:spcAft>
                  <a:spcPts val="600"/>
                </a:spcAft>
                <a:buFont typeface="+mj-lt"/>
                <a:buAutoNum type="arabicPeriod"/>
              </a:pPr>
              <a:r>
                <a:rPr lang="en-IN" sz="1600" kern="1200" dirty="0">
                  <a:solidFill>
                    <a:schemeClr val="tx1"/>
                  </a:solidFill>
                  <a:hlinkClick r:id="rId7" action="ppaction://hlinksldjump">
                    <a:extLst>
                      <a:ext uri="{A12FA001-AC4F-418D-AE19-62706E023703}">
                        <ahyp:hlinkClr xmlns:ahyp="http://schemas.microsoft.com/office/drawing/2018/hyperlinkcolor" val="tx"/>
                      </a:ext>
                    </a:extLst>
                  </a:hlinkClick>
                </a:rPr>
                <a:t> Control statements - Advanced</a:t>
              </a:r>
              <a:endParaRPr lang="en-IN" sz="1600" kern="1200" dirty="0">
                <a:solidFill>
                  <a:schemeClr val="tx1"/>
                </a:solidFill>
              </a:endParaRPr>
            </a:p>
            <a:p>
              <a:pPr marL="171450" lvl="1" indent="-171450" algn="l" defTabSz="800100">
                <a:spcBef>
                  <a:spcPts val="600"/>
                </a:spcBef>
                <a:spcAft>
                  <a:spcPts val="600"/>
                </a:spcAft>
                <a:buFont typeface="+mj-lt"/>
                <a:buAutoNum type="arabicPeriod"/>
              </a:pPr>
              <a:r>
                <a:rPr lang="en-US" sz="1600" kern="1200" dirty="0">
                  <a:solidFill>
                    <a:schemeClr val="tx1"/>
                  </a:solidFill>
                  <a:hlinkClick r:id="rId8" action="ppaction://hlinkpres?slideindex=1&amp;slidetitle=39">
                    <a:extLst>
                      <a:ext uri="{A12FA001-AC4F-418D-AE19-62706E023703}">
                        <ahyp:hlinkClr xmlns:ahyp="http://schemas.microsoft.com/office/drawing/2018/hyperlinkcolor" val="tx"/>
                      </a:ext>
                    </a:extLst>
                  </a:hlinkClick>
                </a:rPr>
                <a:t> </a:t>
              </a:r>
              <a:r>
                <a:rPr lang="en-US" sz="1600" kern="1200" dirty="0">
                  <a:solidFill>
                    <a:schemeClr val="tx1"/>
                  </a:solidFill>
                  <a:hlinkClick r:id="rId9" action="ppaction://hlinksldjump">
                    <a:extLst>
                      <a:ext uri="{A12FA001-AC4F-418D-AE19-62706E023703}">
                        <ahyp:hlinkClr xmlns:ahyp="http://schemas.microsoft.com/office/drawing/2018/hyperlinkcolor" val="tx"/>
                      </a:ext>
                    </a:extLst>
                  </a:hlinkClick>
                </a:rPr>
                <a:t>String &amp; StringBuilder</a:t>
              </a:r>
              <a:endParaRPr lang="en-IN" sz="1600" kern="1200" dirty="0">
                <a:solidFill>
                  <a:schemeClr val="tx1"/>
                </a:solidFill>
              </a:endParaRPr>
            </a:p>
            <a:p>
              <a:pPr marL="171450" lvl="1" indent="-171450" algn="l" defTabSz="800100">
                <a:spcBef>
                  <a:spcPts val="600"/>
                </a:spcBef>
                <a:spcAft>
                  <a:spcPts val="600"/>
                </a:spcAft>
                <a:buFont typeface="+mj-lt"/>
                <a:buAutoNum type="arabicPeriod"/>
              </a:pPr>
              <a:r>
                <a:rPr lang="en-US" sz="1600" kern="1200" dirty="0">
                  <a:solidFill>
                    <a:schemeClr val="tx1"/>
                  </a:solidFill>
                </a:rPr>
                <a:t> </a:t>
              </a:r>
              <a:r>
                <a:rPr lang="en-US" sz="1600" kern="1200" dirty="0">
                  <a:solidFill>
                    <a:schemeClr val="tx1"/>
                  </a:solidFill>
                  <a:hlinkClick r:id="rId10" action="ppaction://hlinksldjump">
                    <a:extLst>
                      <a:ext uri="{A12FA001-AC4F-418D-AE19-62706E023703}">
                        <ahyp:hlinkClr xmlns:ahyp="http://schemas.microsoft.com/office/drawing/2018/hyperlinkcolor" val="tx"/>
                      </a:ext>
                    </a:extLst>
                  </a:hlinkClick>
                </a:rPr>
                <a:t>Arrays</a:t>
              </a:r>
              <a:endParaRPr lang="en-IN" sz="1600" kern="1200" dirty="0">
                <a:solidFill>
                  <a:schemeClr val="tx1"/>
                </a:solidFill>
              </a:endParaRPr>
            </a:p>
          </p:txBody>
        </p:sp>
        <p:sp>
          <p:nvSpPr>
            <p:cNvPr id="10" name="Freeform: Shape 9">
              <a:extLst>
                <a:ext uri="{FF2B5EF4-FFF2-40B4-BE49-F238E27FC236}">
                  <a16:creationId xmlns:a16="http://schemas.microsoft.com/office/drawing/2014/main" id="{E43DC777-6971-49E9-B0F2-01B95D5521E0}"/>
                </a:ext>
              </a:extLst>
            </p:cNvPr>
            <p:cNvSpPr/>
            <p:nvPr/>
          </p:nvSpPr>
          <p:spPr>
            <a:xfrm>
              <a:off x="4332538" y="1117033"/>
              <a:ext cx="3526921" cy="432033"/>
            </a:xfrm>
            <a:custGeom>
              <a:avLst/>
              <a:gdLst>
                <a:gd name="connsiteX0" fmla="*/ 0 w 3526921"/>
                <a:gd name="connsiteY0" fmla="*/ 0 h 432033"/>
                <a:gd name="connsiteX1" fmla="*/ 3526921 w 3526921"/>
                <a:gd name="connsiteY1" fmla="*/ 0 h 432033"/>
                <a:gd name="connsiteX2" fmla="*/ 3526921 w 3526921"/>
                <a:gd name="connsiteY2" fmla="*/ 432033 h 432033"/>
                <a:gd name="connsiteX3" fmla="*/ 0 w 3526921"/>
                <a:gd name="connsiteY3" fmla="*/ 432033 h 432033"/>
                <a:gd name="connsiteX4" fmla="*/ 0 w 3526921"/>
                <a:gd name="connsiteY4" fmla="*/ 0 h 432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6921" h="432033">
                  <a:moveTo>
                    <a:pt x="0" y="0"/>
                  </a:moveTo>
                  <a:lnTo>
                    <a:pt x="3526921" y="0"/>
                  </a:lnTo>
                  <a:lnTo>
                    <a:pt x="3526921" y="432033"/>
                  </a:lnTo>
                  <a:lnTo>
                    <a:pt x="0" y="432033"/>
                  </a:lnTo>
                  <a:lnTo>
                    <a:pt x="0" y="0"/>
                  </a:lnTo>
                  <a:close/>
                </a:path>
              </a:pathLst>
            </a:custGeom>
          </p:spPr>
          <p:style>
            <a:lnRef idx="2">
              <a:schemeClr val="accent4">
                <a:hueOff val="4900445"/>
                <a:satOff val="-20388"/>
                <a:lumOff val="4804"/>
                <a:alphaOff val="0"/>
              </a:schemeClr>
            </a:lnRef>
            <a:fillRef idx="1">
              <a:schemeClr val="accent4">
                <a:hueOff val="4900445"/>
                <a:satOff val="-20388"/>
                <a:lumOff val="4804"/>
                <a:alphaOff val="0"/>
              </a:schemeClr>
            </a:fillRef>
            <a:effectRef idx="0">
              <a:schemeClr val="accent4">
                <a:hueOff val="4900445"/>
                <a:satOff val="-20388"/>
                <a:lumOff val="4804"/>
                <a:alphaOff val="0"/>
              </a:schemeClr>
            </a:effectRef>
            <a:fontRef idx="minor">
              <a:schemeClr val="lt1"/>
            </a:fontRef>
          </p:style>
          <p:txBody>
            <a:bodyPr spcFirstLastPara="0" vert="horz" wrap="square" lIns="170688" tIns="97536" rIns="170688" bIns="97536" numCol="1" spcCol="1270" anchor="ctr" anchorCtr="0">
              <a:noAutofit/>
            </a:bodyPr>
            <a:lstStyle/>
            <a:p>
              <a:pPr marL="0" lvl="0" indent="0" algn="ctr" defTabSz="1066800">
                <a:lnSpc>
                  <a:spcPct val="90000"/>
                </a:lnSpc>
                <a:spcBef>
                  <a:spcPct val="0"/>
                </a:spcBef>
                <a:spcAft>
                  <a:spcPct val="35000"/>
                </a:spcAft>
                <a:buNone/>
              </a:pPr>
              <a:r>
                <a:rPr lang="en-US" sz="2400" b="1" kern="1200" dirty="0"/>
                <a:t>OOPS</a:t>
              </a:r>
              <a:endParaRPr lang="en-IN" sz="2400" b="1" kern="1200" dirty="0"/>
            </a:p>
          </p:txBody>
        </p:sp>
        <p:sp>
          <p:nvSpPr>
            <p:cNvPr id="11" name="Freeform: Shape 10">
              <a:extLst>
                <a:ext uri="{FF2B5EF4-FFF2-40B4-BE49-F238E27FC236}">
                  <a16:creationId xmlns:a16="http://schemas.microsoft.com/office/drawing/2014/main" id="{E3A7EA0F-EF32-E74E-AC59-FE3B98BBBC93}"/>
                </a:ext>
              </a:extLst>
            </p:cNvPr>
            <p:cNvSpPr/>
            <p:nvPr/>
          </p:nvSpPr>
          <p:spPr>
            <a:xfrm>
              <a:off x="4332538" y="1512435"/>
              <a:ext cx="3526921" cy="4787558"/>
            </a:xfrm>
            <a:custGeom>
              <a:avLst/>
              <a:gdLst>
                <a:gd name="connsiteX0" fmla="*/ 0 w 3526921"/>
                <a:gd name="connsiteY0" fmla="*/ 0 h 4787558"/>
                <a:gd name="connsiteX1" fmla="*/ 3526921 w 3526921"/>
                <a:gd name="connsiteY1" fmla="*/ 0 h 4787558"/>
                <a:gd name="connsiteX2" fmla="*/ 3526921 w 3526921"/>
                <a:gd name="connsiteY2" fmla="*/ 4787558 h 4787558"/>
                <a:gd name="connsiteX3" fmla="*/ 0 w 3526921"/>
                <a:gd name="connsiteY3" fmla="*/ 4787558 h 4787558"/>
                <a:gd name="connsiteX4" fmla="*/ 0 w 3526921"/>
                <a:gd name="connsiteY4" fmla="*/ 0 h 4787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6921" h="4787558">
                  <a:moveTo>
                    <a:pt x="0" y="0"/>
                  </a:moveTo>
                  <a:lnTo>
                    <a:pt x="3526921" y="0"/>
                  </a:lnTo>
                  <a:lnTo>
                    <a:pt x="3526921" y="4787558"/>
                  </a:lnTo>
                  <a:lnTo>
                    <a:pt x="0" y="4787558"/>
                  </a:lnTo>
                  <a:lnTo>
                    <a:pt x="0" y="0"/>
                  </a:lnTo>
                  <a:close/>
                </a:path>
              </a:pathLst>
            </a:custGeom>
          </p:spPr>
          <p:style>
            <a:lnRef idx="2">
              <a:schemeClr val="accent4">
                <a:tint val="40000"/>
                <a:alpha val="90000"/>
                <a:hueOff val="5430963"/>
                <a:satOff val="-25622"/>
                <a:lumOff val="-925"/>
                <a:alphaOff val="0"/>
              </a:schemeClr>
            </a:lnRef>
            <a:fillRef idx="1">
              <a:schemeClr val="accent4">
                <a:tint val="40000"/>
                <a:alpha val="90000"/>
                <a:hueOff val="5430963"/>
                <a:satOff val="-25622"/>
                <a:lumOff val="-925"/>
                <a:alphaOff val="0"/>
              </a:schemeClr>
            </a:fillRef>
            <a:effectRef idx="0">
              <a:schemeClr val="accent4">
                <a:tint val="40000"/>
                <a:alpha val="90000"/>
                <a:hueOff val="5430963"/>
                <a:satOff val="-25622"/>
                <a:lumOff val="-925"/>
                <a:alphaOff val="0"/>
              </a:schemeClr>
            </a:effectRef>
            <a:fontRef idx="minor">
              <a:schemeClr val="dk1">
                <a:hueOff val="0"/>
                <a:satOff val="0"/>
                <a:lumOff val="0"/>
                <a:alphaOff val="0"/>
              </a:schemeClr>
            </a:fontRef>
          </p:style>
          <p:txBody>
            <a:bodyPr spcFirstLastPara="0" vert="horz" wrap="square" lIns="96012" tIns="96012" rIns="128016" bIns="144018" numCol="1" spcCol="1270" anchor="t" anchorCtr="0">
              <a:noAutofit/>
            </a:bodyPr>
            <a:lstStyle/>
            <a:p>
              <a:pPr marL="171450" lvl="1" indent="-171450" algn="l" defTabSz="800100">
                <a:spcBef>
                  <a:spcPts val="600"/>
                </a:spcBef>
                <a:spcAft>
                  <a:spcPts val="600"/>
                </a:spcAft>
                <a:buFont typeface="+mj-lt"/>
                <a:buAutoNum type="arabicPeriod" startAt="8"/>
              </a:pPr>
              <a:r>
                <a:rPr lang="en-IN" sz="1600" kern="1200" dirty="0">
                  <a:solidFill>
                    <a:schemeClr val="tx1"/>
                  </a:solidFill>
                  <a:hlinkClick r:id="rId11" action="ppaction://hlinksldjump">
                    <a:extLst>
                      <a:ext uri="{A12FA001-AC4F-418D-AE19-62706E023703}">
                        <ahyp:hlinkClr xmlns:ahyp="http://schemas.microsoft.com/office/drawing/2018/hyperlinkcolor" val="tx"/>
                      </a:ext>
                    </a:extLst>
                  </a:hlinkClick>
                </a:rPr>
                <a:t> Classes, Objects &amp; Package</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8"/>
              </a:pPr>
              <a:r>
                <a:rPr lang="en-US" sz="1600" kern="1200" dirty="0">
                  <a:solidFill>
                    <a:schemeClr val="tx1"/>
                  </a:solidFill>
                </a:rPr>
                <a:t> </a:t>
              </a:r>
              <a:r>
                <a:rPr lang="en-US" sz="1600" kern="1200" dirty="0">
                  <a:solidFill>
                    <a:schemeClr val="tx1"/>
                  </a:solidFill>
                  <a:hlinkClick r:id="rId12" action="ppaction://hlinksldjump">
                    <a:extLst>
                      <a:ext uri="{A12FA001-AC4F-418D-AE19-62706E023703}">
                        <ahyp:hlinkClr xmlns:ahyp="http://schemas.microsoft.com/office/drawing/2018/hyperlinkcolor" val="tx"/>
                      </a:ext>
                    </a:extLst>
                  </a:hlinkClick>
                </a:rPr>
                <a:t>Access Specifiers, Getter-Setter &amp; this keyword</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8"/>
              </a:pPr>
              <a:r>
                <a:rPr lang="en-IN" sz="1600" kern="1200" dirty="0">
                  <a:solidFill>
                    <a:schemeClr val="tx1"/>
                  </a:solidFill>
                </a:rPr>
                <a:t> </a:t>
              </a:r>
              <a:r>
                <a:rPr lang="en-IN" sz="1600" kern="1200" dirty="0">
                  <a:solidFill>
                    <a:schemeClr val="tx1"/>
                  </a:solidFill>
                  <a:hlinkClick r:id="rId13" action="ppaction://hlinksldjump">
                    <a:extLst>
                      <a:ext uri="{A12FA001-AC4F-418D-AE19-62706E023703}">
                        <ahyp:hlinkClr xmlns:ahyp="http://schemas.microsoft.com/office/drawing/2018/hyperlinkcolor" val="tx"/>
                      </a:ext>
                    </a:extLst>
                  </a:hlinkClick>
                </a:rPr>
                <a:t>Inheritance</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8"/>
              </a:pPr>
              <a:r>
                <a:rPr lang="en-IN" sz="1600" kern="1200" dirty="0">
                  <a:solidFill>
                    <a:schemeClr val="tx1"/>
                  </a:solidFill>
                </a:rPr>
                <a:t> </a:t>
              </a:r>
              <a:r>
                <a:rPr lang="en-IN" sz="1600" kern="1200" dirty="0">
                  <a:solidFill>
                    <a:schemeClr val="tx1"/>
                  </a:solidFill>
                  <a:hlinkClick r:id="rId14" action="ppaction://hlinksldjump">
                    <a:extLst>
                      <a:ext uri="{A12FA001-AC4F-418D-AE19-62706E023703}">
                        <ahyp:hlinkClr xmlns:ahyp="http://schemas.microsoft.com/office/drawing/2018/hyperlinkcolor" val="tx"/>
                      </a:ext>
                    </a:extLst>
                  </a:hlinkClick>
                </a:rPr>
                <a:t>Polymorphism</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8"/>
              </a:pPr>
              <a:r>
                <a:rPr lang="en-IN" sz="1600" kern="1200" dirty="0">
                  <a:solidFill>
                    <a:schemeClr val="tx1"/>
                  </a:solidFill>
                </a:rPr>
                <a:t> </a:t>
              </a:r>
              <a:r>
                <a:rPr lang="en-IN" sz="1600" kern="1200" dirty="0">
                  <a:solidFill>
                    <a:schemeClr val="tx1"/>
                  </a:solidFill>
                  <a:hlinkClick r:id="rId15" action="ppaction://hlinksldjump">
                    <a:extLst>
                      <a:ext uri="{A12FA001-AC4F-418D-AE19-62706E023703}">
                        <ahyp:hlinkClr xmlns:ahyp="http://schemas.microsoft.com/office/drawing/2018/hyperlinkcolor" val="tx"/>
                      </a:ext>
                    </a:extLst>
                  </a:hlinkClick>
                </a:rPr>
                <a:t>Encapsulation &amp; Abstraction</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8"/>
              </a:pPr>
              <a:r>
                <a:rPr lang="en-IN" sz="1600" kern="1200" dirty="0">
                  <a:solidFill>
                    <a:schemeClr val="tx1"/>
                  </a:solidFill>
                </a:rPr>
                <a:t> </a:t>
              </a:r>
              <a:r>
                <a:rPr lang="en-IN" sz="1600" kern="1200" dirty="0">
                  <a:solidFill>
                    <a:schemeClr val="tx1"/>
                  </a:solidFill>
                  <a:hlinkClick r:id="rId16" action="ppaction://hlinksldjump">
                    <a:extLst>
                      <a:ext uri="{A12FA001-AC4F-418D-AE19-62706E023703}">
                        <ahyp:hlinkClr xmlns:ahyp="http://schemas.microsoft.com/office/drawing/2018/hyperlinkcolor" val="tx"/>
                      </a:ext>
                    </a:extLst>
                  </a:hlinkClick>
                </a:rPr>
                <a:t>Abstract class &amp; Interface</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8"/>
              </a:pPr>
              <a:r>
                <a:rPr lang="en-IN" sz="1600" kern="1200" dirty="0">
                  <a:solidFill>
                    <a:schemeClr val="tx1"/>
                  </a:solidFill>
                </a:rPr>
                <a:t> </a:t>
              </a:r>
              <a:r>
                <a:rPr lang="en-IN" sz="1600" kern="1200" dirty="0">
                  <a:solidFill>
                    <a:schemeClr val="tx1"/>
                  </a:solidFill>
                  <a:hlinkClick r:id="rId17" action="ppaction://hlinksldjump">
                    <a:extLst>
                      <a:ext uri="{A12FA001-AC4F-418D-AE19-62706E023703}">
                        <ahyp:hlinkClr xmlns:ahyp="http://schemas.microsoft.com/office/drawing/2018/hyperlinkcolor" val="tx"/>
                      </a:ext>
                    </a:extLst>
                  </a:hlinkClick>
                </a:rPr>
                <a:t>Constructors</a:t>
              </a:r>
              <a:endParaRPr lang="en-IN" sz="1600" kern="1200" dirty="0">
                <a:solidFill>
                  <a:schemeClr val="tx1"/>
                </a:solidFill>
              </a:endParaRPr>
            </a:p>
          </p:txBody>
        </p:sp>
        <p:sp>
          <p:nvSpPr>
            <p:cNvPr id="12" name="Freeform: Shape 11">
              <a:extLst>
                <a:ext uri="{FF2B5EF4-FFF2-40B4-BE49-F238E27FC236}">
                  <a16:creationId xmlns:a16="http://schemas.microsoft.com/office/drawing/2014/main" id="{0B52EC87-653B-15B3-0313-41C15B6B43BB}"/>
                </a:ext>
              </a:extLst>
            </p:cNvPr>
            <p:cNvSpPr/>
            <p:nvPr/>
          </p:nvSpPr>
          <p:spPr>
            <a:xfrm>
              <a:off x="8353229" y="1117033"/>
              <a:ext cx="3526921" cy="432033"/>
            </a:xfrm>
            <a:custGeom>
              <a:avLst/>
              <a:gdLst>
                <a:gd name="connsiteX0" fmla="*/ 0 w 3526921"/>
                <a:gd name="connsiteY0" fmla="*/ 0 h 432033"/>
                <a:gd name="connsiteX1" fmla="*/ 3526921 w 3526921"/>
                <a:gd name="connsiteY1" fmla="*/ 0 h 432033"/>
                <a:gd name="connsiteX2" fmla="*/ 3526921 w 3526921"/>
                <a:gd name="connsiteY2" fmla="*/ 432033 h 432033"/>
                <a:gd name="connsiteX3" fmla="*/ 0 w 3526921"/>
                <a:gd name="connsiteY3" fmla="*/ 432033 h 432033"/>
                <a:gd name="connsiteX4" fmla="*/ 0 w 3526921"/>
                <a:gd name="connsiteY4" fmla="*/ 0 h 432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6921" h="432033">
                  <a:moveTo>
                    <a:pt x="0" y="0"/>
                  </a:moveTo>
                  <a:lnTo>
                    <a:pt x="3526921" y="0"/>
                  </a:lnTo>
                  <a:lnTo>
                    <a:pt x="3526921" y="432033"/>
                  </a:lnTo>
                  <a:lnTo>
                    <a:pt x="0" y="432033"/>
                  </a:lnTo>
                  <a:lnTo>
                    <a:pt x="0" y="0"/>
                  </a:lnTo>
                  <a:close/>
                </a:path>
              </a:pathLst>
            </a:custGeom>
          </p:spPr>
          <p:style>
            <a:lnRef idx="2">
              <a:schemeClr val="accent4">
                <a:hueOff val="9800891"/>
                <a:satOff val="-40777"/>
                <a:lumOff val="9608"/>
                <a:alphaOff val="0"/>
              </a:schemeClr>
            </a:lnRef>
            <a:fillRef idx="1">
              <a:schemeClr val="accent4">
                <a:hueOff val="9800891"/>
                <a:satOff val="-40777"/>
                <a:lumOff val="9608"/>
                <a:alphaOff val="0"/>
              </a:schemeClr>
            </a:fillRef>
            <a:effectRef idx="0">
              <a:schemeClr val="accent4">
                <a:hueOff val="9800891"/>
                <a:satOff val="-40777"/>
                <a:lumOff val="9608"/>
                <a:alphaOff val="0"/>
              </a:schemeClr>
            </a:effectRef>
            <a:fontRef idx="minor">
              <a:schemeClr val="lt1"/>
            </a:fontRef>
          </p:style>
          <p:txBody>
            <a:bodyPr spcFirstLastPara="0" vert="horz" wrap="square" lIns="170688" tIns="97536" rIns="170688" bIns="97536" numCol="1" spcCol="1270" anchor="ctr" anchorCtr="0">
              <a:noAutofit/>
            </a:bodyPr>
            <a:lstStyle/>
            <a:p>
              <a:pPr marL="0" lvl="0" indent="0" algn="ctr" defTabSz="1066800">
                <a:lnSpc>
                  <a:spcPct val="90000"/>
                </a:lnSpc>
                <a:spcBef>
                  <a:spcPct val="0"/>
                </a:spcBef>
                <a:spcAft>
                  <a:spcPct val="35000"/>
                </a:spcAft>
                <a:buNone/>
              </a:pPr>
              <a:r>
                <a:rPr lang="en-US" sz="2400" b="1" kern="1200" dirty="0"/>
                <a:t>OTHERS</a:t>
              </a:r>
              <a:endParaRPr lang="en-IN" sz="2400" b="1" kern="1200" dirty="0"/>
            </a:p>
          </p:txBody>
        </p:sp>
        <p:sp>
          <p:nvSpPr>
            <p:cNvPr id="13" name="Freeform: Shape 12">
              <a:extLst>
                <a:ext uri="{FF2B5EF4-FFF2-40B4-BE49-F238E27FC236}">
                  <a16:creationId xmlns:a16="http://schemas.microsoft.com/office/drawing/2014/main" id="{8CC379BF-819A-872D-5075-EF9EA298418B}"/>
                </a:ext>
              </a:extLst>
            </p:cNvPr>
            <p:cNvSpPr/>
            <p:nvPr/>
          </p:nvSpPr>
          <p:spPr>
            <a:xfrm>
              <a:off x="8353229" y="1512435"/>
              <a:ext cx="3526921" cy="4787558"/>
            </a:xfrm>
            <a:custGeom>
              <a:avLst/>
              <a:gdLst>
                <a:gd name="connsiteX0" fmla="*/ 0 w 3526921"/>
                <a:gd name="connsiteY0" fmla="*/ 0 h 4787558"/>
                <a:gd name="connsiteX1" fmla="*/ 3526921 w 3526921"/>
                <a:gd name="connsiteY1" fmla="*/ 0 h 4787558"/>
                <a:gd name="connsiteX2" fmla="*/ 3526921 w 3526921"/>
                <a:gd name="connsiteY2" fmla="*/ 4787558 h 4787558"/>
                <a:gd name="connsiteX3" fmla="*/ 0 w 3526921"/>
                <a:gd name="connsiteY3" fmla="*/ 4787558 h 4787558"/>
                <a:gd name="connsiteX4" fmla="*/ 0 w 3526921"/>
                <a:gd name="connsiteY4" fmla="*/ 0 h 4787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6921" h="4787558">
                  <a:moveTo>
                    <a:pt x="0" y="0"/>
                  </a:moveTo>
                  <a:lnTo>
                    <a:pt x="3526921" y="0"/>
                  </a:lnTo>
                  <a:lnTo>
                    <a:pt x="3526921" y="4787558"/>
                  </a:lnTo>
                  <a:lnTo>
                    <a:pt x="0" y="4787558"/>
                  </a:lnTo>
                  <a:lnTo>
                    <a:pt x="0" y="0"/>
                  </a:lnTo>
                  <a:close/>
                </a:path>
              </a:pathLst>
            </a:custGeom>
          </p:spPr>
          <p:style>
            <a:lnRef idx="2">
              <a:schemeClr val="accent4">
                <a:tint val="40000"/>
                <a:alpha val="90000"/>
                <a:hueOff val="10861925"/>
                <a:satOff val="-51245"/>
                <a:lumOff val="-1851"/>
                <a:alphaOff val="0"/>
              </a:schemeClr>
            </a:lnRef>
            <a:fillRef idx="1">
              <a:schemeClr val="accent4">
                <a:tint val="40000"/>
                <a:alpha val="90000"/>
                <a:hueOff val="10861925"/>
                <a:satOff val="-51245"/>
                <a:lumOff val="-1851"/>
                <a:alphaOff val="0"/>
              </a:schemeClr>
            </a:fillRef>
            <a:effectRef idx="0">
              <a:schemeClr val="accent4">
                <a:tint val="40000"/>
                <a:alpha val="90000"/>
                <a:hueOff val="10861925"/>
                <a:satOff val="-51245"/>
                <a:lumOff val="-1851"/>
                <a:alphaOff val="0"/>
              </a:schemeClr>
            </a:effectRef>
            <a:fontRef idx="minor">
              <a:schemeClr val="dk1">
                <a:hueOff val="0"/>
                <a:satOff val="0"/>
                <a:lumOff val="0"/>
                <a:alphaOff val="0"/>
              </a:schemeClr>
            </a:fontRef>
          </p:style>
          <p:txBody>
            <a:bodyPr spcFirstLastPara="0" vert="horz" wrap="square" lIns="96012" tIns="96012" rIns="128016" bIns="144018" numCol="1" spcCol="1270" anchor="t" anchorCtr="0">
              <a:noAutofit/>
            </a:bodyPr>
            <a:lstStyle/>
            <a:p>
              <a:pPr marL="171450" lvl="1" indent="-171450" algn="l" defTabSz="800100">
                <a:spcBef>
                  <a:spcPts val="600"/>
                </a:spcBef>
                <a:spcAft>
                  <a:spcPts val="600"/>
                </a:spcAft>
                <a:buFont typeface="+mj-lt"/>
                <a:buAutoNum type="arabicPeriod" startAt="15"/>
              </a:pPr>
              <a:r>
                <a:rPr lang="en-IN" sz="1600" kern="1200" dirty="0">
                  <a:solidFill>
                    <a:schemeClr val="tx1"/>
                  </a:solidFill>
                </a:rPr>
                <a:t> </a:t>
              </a:r>
              <a:r>
                <a:rPr lang="en-IN" sz="1600" kern="1200" dirty="0">
                  <a:solidFill>
                    <a:schemeClr val="tx1"/>
                  </a:solidFill>
                  <a:hlinkClick r:id="rId18" action="ppaction://hlinksldjump">
                    <a:extLst>
                      <a:ext uri="{A12FA001-AC4F-418D-AE19-62706E023703}">
                        <ahyp:hlinkClr xmlns:ahyp="http://schemas.microsoft.com/office/drawing/2018/hyperlinkcolor" val="tx"/>
                      </a:ext>
                    </a:extLst>
                  </a:hlinkClick>
                </a:rPr>
                <a:t>Exception Handling - Basics</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15"/>
              </a:pPr>
              <a:r>
                <a:rPr lang="en-IN" sz="1600" kern="1200" dirty="0">
                  <a:solidFill>
                    <a:schemeClr val="tx1"/>
                  </a:solidFill>
                </a:rPr>
                <a:t> </a:t>
              </a:r>
              <a:r>
                <a:rPr lang="en-IN" sz="1600" kern="1200" dirty="0">
                  <a:solidFill>
                    <a:schemeClr val="tx1"/>
                  </a:solidFill>
                  <a:hlinkClick r:id="rId19" action="ppaction://hlinksldjump">
                    <a:extLst>
                      <a:ext uri="{A12FA001-AC4F-418D-AE19-62706E023703}">
                        <ahyp:hlinkClr xmlns:ahyp="http://schemas.microsoft.com/office/drawing/2018/hyperlinkcolor" val="tx"/>
                      </a:ext>
                    </a:extLst>
                  </a:hlinkClick>
                </a:rPr>
                <a:t>Exception Handling - Advanced</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15"/>
              </a:pPr>
              <a:r>
                <a:rPr lang="en-IN" sz="1600" kern="1200" dirty="0">
                  <a:solidFill>
                    <a:schemeClr val="tx1"/>
                  </a:solidFill>
                </a:rPr>
                <a:t> </a:t>
              </a:r>
              <a:r>
                <a:rPr lang="en-IN" sz="1600" kern="1200" dirty="0">
                  <a:solidFill>
                    <a:schemeClr val="tx1"/>
                  </a:solidFill>
                  <a:hlinkClick r:id="rId20" action="ppaction://hlinksldjump">
                    <a:extLst>
                      <a:ext uri="{A12FA001-AC4F-418D-AE19-62706E023703}">
                        <ahyp:hlinkClr xmlns:ahyp="http://schemas.microsoft.com/office/drawing/2018/hyperlinkcolor" val="tx"/>
                      </a:ext>
                    </a:extLst>
                  </a:hlinkClick>
                </a:rPr>
                <a:t>Collections - Basics</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15"/>
              </a:pPr>
              <a:r>
                <a:rPr lang="en-IN" sz="1600" kern="1200" dirty="0">
                  <a:solidFill>
                    <a:schemeClr val="tx1"/>
                  </a:solidFill>
                </a:rPr>
                <a:t> </a:t>
              </a:r>
              <a:r>
                <a:rPr lang="en-IN" sz="1600" kern="1200" dirty="0">
                  <a:solidFill>
                    <a:schemeClr val="tx1"/>
                  </a:solidFill>
                  <a:hlinkClick r:id="rId21" action="ppaction://hlinksldjump">
                    <a:extLst>
                      <a:ext uri="{A12FA001-AC4F-418D-AE19-62706E023703}">
                        <ahyp:hlinkClr xmlns:ahyp="http://schemas.microsoft.com/office/drawing/2018/hyperlinkcolor" val="tx"/>
                      </a:ext>
                    </a:extLst>
                  </a:hlinkClick>
                </a:rPr>
                <a:t>Collections - Advanced</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15"/>
              </a:pPr>
              <a:r>
                <a:rPr lang="en-IN" sz="1600" kern="1200" dirty="0">
                  <a:solidFill>
                    <a:schemeClr val="tx1"/>
                  </a:solidFill>
                </a:rPr>
                <a:t> </a:t>
              </a:r>
              <a:r>
                <a:rPr lang="en-IN" sz="1600" kern="1200" dirty="0">
                  <a:solidFill>
                    <a:schemeClr val="tx1"/>
                  </a:solidFill>
                  <a:hlinkClick r:id="rId22" action="ppaction://hlinksldjump">
                    <a:extLst>
                      <a:ext uri="{A12FA001-AC4F-418D-AE19-62706E023703}">
                        <ahyp:hlinkClr xmlns:ahyp="http://schemas.microsoft.com/office/drawing/2018/hyperlinkcolor" val="tx"/>
                      </a:ext>
                    </a:extLst>
                  </a:hlinkClick>
                </a:rPr>
                <a:t>Multithreading Overview</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15"/>
              </a:pPr>
              <a:r>
                <a:rPr lang="en-IN" sz="1600" kern="1200" dirty="0">
                  <a:solidFill>
                    <a:schemeClr val="tx1"/>
                  </a:solidFill>
                </a:rPr>
                <a:t> </a:t>
              </a:r>
              <a:r>
                <a:rPr lang="en-IN" sz="1600" kern="1200" dirty="0">
                  <a:solidFill>
                    <a:schemeClr val="tx1"/>
                  </a:solidFill>
                  <a:hlinkClick r:id="rId23" action="ppaction://hlinksldjump">
                    <a:extLst>
                      <a:ext uri="{A12FA001-AC4F-418D-AE19-62706E023703}">
                        <ahyp:hlinkClr xmlns:ahyp="http://schemas.microsoft.com/office/drawing/2018/hyperlinkcolor" val="tx"/>
                      </a:ext>
                    </a:extLst>
                  </a:hlinkClick>
                </a:rPr>
                <a:t>Multithreading Implementation</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15"/>
              </a:pPr>
              <a:r>
                <a:rPr lang="en-IN" sz="1600" kern="1200" dirty="0">
                  <a:solidFill>
                    <a:schemeClr val="tx1"/>
                  </a:solidFill>
                </a:rPr>
                <a:t> </a:t>
              </a:r>
              <a:r>
                <a:rPr lang="en-IN" sz="1600" kern="1200" dirty="0">
                  <a:solidFill>
                    <a:schemeClr val="tx1"/>
                  </a:solidFill>
                  <a:hlinkClick r:id="rId24" action="ppaction://hlinksldjump">
                    <a:extLst>
                      <a:ext uri="{A12FA001-AC4F-418D-AE19-62706E023703}">
                        <ahyp:hlinkClr xmlns:ahyp="http://schemas.microsoft.com/office/drawing/2018/hyperlinkcolor" val="tx"/>
                      </a:ext>
                    </a:extLst>
                  </a:hlinkClick>
                </a:rPr>
                <a:t>Generics - Basics</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15"/>
              </a:pPr>
              <a:r>
                <a:rPr lang="en-IN" sz="1600" kern="1200" dirty="0">
                  <a:solidFill>
                    <a:schemeClr val="tx1"/>
                  </a:solidFill>
                </a:rPr>
                <a:t> </a:t>
              </a:r>
              <a:r>
                <a:rPr lang="en-IN" sz="1600" kern="1200" dirty="0">
                  <a:solidFill>
                    <a:schemeClr val="tx1"/>
                  </a:solidFill>
                  <a:hlinkClick r:id="rId25" action="ppaction://hlinksldjump">
                    <a:extLst>
                      <a:ext uri="{A12FA001-AC4F-418D-AE19-62706E023703}">
                        <ahyp:hlinkClr xmlns:ahyp="http://schemas.microsoft.com/office/drawing/2018/hyperlinkcolor" val="tx"/>
                      </a:ext>
                    </a:extLst>
                  </a:hlinkClick>
                </a:rPr>
                <a:t>Generics - Advanced</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15"/>
              </a:pPr>
              <a:r>
                <a:rPr lang="en-IN" sz="1600" kern="1200" dirty="0">
                  <a:solidFill>
                    <a:schemeClr val="tx1"/>
                  </a:solidFill>
                </a:rPr>
                <a:t> </a:t>
              </a:r>
              <a:r>
                <a:rPr lang="en-IN" sz="1600" kern="1200" dirty="0">
                  <a:solidFill>
                    <a:schemeClr val="tx1"/>
                  </a:solidFill>
                  <a:hlinkClick r:id="rId26" action="ppaction://hlinksldjump">
                    <a:extLst>
                      <a:ext uri="{A12FA001-AC4F-418D-AE19-62706E023703}">
                        <ahyp:hlinkClr xmlns:ahyp="http://schemas.microsoft.com/office/drawing/2018/hyperlinkcolor" val="tx"/>
                      </a:ext>
                    </a:extLst>
                  </a:hlinkClick>
                </a:rPr>
                <a:t>Lambda expression</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15"/>
              </a:pPr>
              <a:r>
                <a:rPr lang="en-US" sz="1600" kern="1200" dirty="0">
                  <a:solidFill>
                    <a:schemeClr val="tx1"/>
                  </a:solidFill>
                </a:rPr>
                <a:t> </a:t>
              </a:r>
              <a:r>
                <a:rPr lang="en-US" sz="1600" kern="1200" dirty="0">
                  <a:solidFill>
                    <a:schemeClr val="tx1"/>
                  </a:solidFill>
                  <a:hlinkClick r:id="rId27" action="ppaction://hlinksldjump">
                    <a:extLst>
                      <a:ext uri="{A12FA001-AC4F-418D-AE19-62706E023703}">
                        <ahyp:hlinkClr xmlns:ahyp="http://schemas.microsoft.com/office/drawing/2018/hyperlinkcolor" val="tx"/>
                      </a:ext>
                    </a:extLst>
                  </a:hlinkClick>
                </a:rPr>
                <a:t>Inner class &amp; Final class</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15"/>
              </a:pPr>
              <a:r>
                <a:rPr lang="en-US" sz="1600" kern="1200" dirty="0">
                  <a:solidFill>
                    <a:schemeClr val="tx1"/>
                  </a:solidFill>
                </a:rPr>
                <a:t> </a:t>
              </a:r>
              <a:r>
                <a:rPr lang="en-US" sz="1600" kern="1200" dirty="0">
                  <a:solidFill>
                    <a:schemeClr val="tx1"/>
                  </a:solidFill>
                  <a:hlinkClick r:id="rId28" action="ppaction://hlinksldjump">
                    <a:extLst>
                      <a:ext uri="{A12FA001-AC4F-418D-AE19-62706E023703}">
                        <ahyp:hlinkClr xmlns:ahyp="http://schemas.microsoft.com/office/drawing/2018/hyperlinkcolor" val="tx"/>
                      </a:ext>
                    </a:extLst>
                  </a:hlinkClick>
                </a:rPr>
                <a:t>Static class &amp; Enum</a:t>
              </a:r>
              <a:endParaRPr lang="en-IN" sz="1600" kern="1200" dirty="0">
                <a:solidFill>
                  <a:schemeClr val="tx1"/>
                </a:solidFill>
              </a:endParaRPr>
            </a:p>
            <a:p>
              <a:pPr marL="171450" lvl="1" indent="-171450" algn="l" defTabSz="800100">
                <a:spcBef>
                  <a:spcPts val="600"/>
                </a:spcBef>
                <a:spcAft>
                  <a:spcPts val="600"/>
                </a:spcAft>
                <a:buFont typeface="+mj-lt"/>
                <a:buAutoNum type="arabicPeriod" startAt="15"/>
              </a:pPr>
              <a:endParaRPr lang="en-IN" sz="1600" kern="1200" dirty="0">
                <a:solidFill>
                  <a:schemeClr val="tx1"/>
                </a:solidFill>
              </a:endParaRPr>
            </a:p>
          </p:txBody>
        </p:sp>
      </p:grpSp>
      <p:pic>
        <p:nvPicPr>
          <p:cNvPr id="7" name="Picture 6" descr="Download Programming Iphone Java Logo On Black Wallpaper | Wallpapers.com">
            <a:extLst>
              <a:ext uri="{FF2B5EF4-FFF2-40B4-BE49-F238E27FC236}">
                <a16:creationId xmlns:a16="http://schemas.microsoft.com/office/drawing/2014/main" id="{A80FE46B-3F10-D86D-8820-809D73546360}"/>
              </a:ext>
            </a:extLst>
          </p:cNvPr>
          <p:cNvPicPr>
            <a:picLocks noChangeAspect="1" noChangeArrowheads="1"/>
          </p:cNvPicPr>
          <p:nvPr/>
        </p:nvPicPr>
        <p:blipFill rotWithShape="1">
          <a:blip r:embed="rId29">
            <a:extLst>
              <a:ext uri="{28A0092B-C50C-407E-A947-70E740481C1C}">
                <a14:useLocalDpi xmlns:a14="http://schemas.microsoft.com/office/drawing/2010/main" val="0"/>
              </a:ext>
            </a:extLst>
          </a:blip>
          <a:srcRect t="19829" b="36979"/>
          <a:stretch/>
        </p:blipFill>
        <p:spPr bwMode="auto">
          <a:xfrm>
            <a:off x="3706762" y="61384"/>
            <a:ext cx="951190" cy="73037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8751280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66D1E82-D5FB-4650-A992-726840062130}"/>
              </a:ext>
            </a:extLst>
          </p:cNvPr>
          <p:cNvSpPr/>
          <p:nvPr/>
        </p:nvSpPr>
        <p:spPr>
          <a:xfrm>
            <a:off x="0" y="-21772"/>
            <a:ext cx="12191999" cy="864810"/>
          </a:xfrm>
          <a:prstGeom prst="rect">
            <a:avLst/>
          </a:prstGeom>
          <a:solidFill>
            <a:schemeClr val="tx1">
              <a:lumMod val="85000"/>
              <a:lumOff val="15000"/>
            </a:schemeClr>
          </a:solidFill>
          <a:ln>
            <a:solidFill>
              <a:schemeClr val="bg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Calibri Light" panose="020F0302020204030204"/>
                <a:ea typeface="+mn-ea"/>
                <a:cs typeface="+mn-cs"/>
              </a:rPr>
              <a:t>Java Chapters</a:t>
            </a:r>
          </a:p>
        </p:txBody>
      </p:sp>
      <p:grpSp>
        <p:nvGrpSpPr>
          <p:cNvPr id="3" name="Group 2">
            <a:extLst>
              <a:ext uri="{FF2B5EF4-FFF2-40B4-BE49-F238E27FC236}">
                <a16:creationId xmlns:a16="http://schemas.microsoft.com/office/drawing/2014/main" id="{98D30196-C7F0-F242-AA9B-B33A03DFFF05}"/>
              </a:ext>
            </a:extLst>
          </p:cNvPr>
          <p:cNvGrpSpPr/>
          <p:nvPr/>
        </p:nvGrpSpPr>
        <p:grpSpPr>
          <a:xfrm>
            <a:off x="308231" y="1003871"/>
            <a:ext cx="11575537" cy="5409286"/>
            <a:chOff x="308231" y="1003871"/>
            <a:chExt cx="11575537" cy="5409286"/>
          </a:xfrm>
        </p:grpSpPr>
        <p:sp>
          <p:nvSpPr>
            <p:cNvPr id="4" name="Rectangle 3">
              <a:extLst>
                <a:ext uri="{FF2B5EF4-FFF2-40B4-BE49-F238E27FC236}">
                  <a16:creationId xmlns:a16="http://schemas.microsoft.com/office/drawing/2014/main" id="{9CFA0D34-44A5-393A-7FAF-EF1927E24C24}"/>
                </a:ext>
              </a:extLst>
            </p:cNvPr>
            <p:cNvSpPr/>
            <p:nvPr/>
          </p:nvSpPr>
          <p:spPr>
            <a:xfrm>
              <a:off x="308231" y="1003871"/>
              <a:ext cx="11575537" cy="5409286"/>
            </a:xfrm>
            <a:prstGeom prst="rect">
              <a:avLst/>
            </a:prstGeom>
            <a:noFill/>
          </p:spPr>
          <p:txBody>
            <a:bodyPr/>
            <a:lstStyle/>
            <a:p>
              <a:endParaRPr lang="en-IN"/>
            </a:p>
          </p:txBody>
        </p:sp>
        <p:sp>
          <p:nvSpPr>
            <p:cNvPr id="5" name="Freeform: Shape 4">
              <a:extLst>
                <a:ext uri="{FF2B5EF4-FFF2-40B4-BE49-F238E27FC236}">
                  <a16:creationId xmlns:a16="http://schemas.microsoft.com/office/drawing/2014/main" id="{6EF3DE8C-A072-E12F-8D6F-6B35B1B0AA7E}"/>
                </a:ext>
              </a:extLst>
            </p:cNvPr>
            <p:cNvSpPr/>
            <p:nvPr/>
          </p:nvSpPr>
          <p:spPr>
            <a:xfrm>
              <a:off x="3297424" y="1466360"/>
              <a:ext cx="5112775" cy="790425"/>
            </a:xfrm>
            <a:custGeom>
              <a:avLst/>
              <a:gdLst>
                <a:gd name="connsiteX0" fmla="*/ 0 w 3526921"/>
                <a:gd name="connsiteY0" fmla="*/ 0 h 432033"/>
                <a:gd name="connsiteX1" fmla="*/ 3526921 w 3526921"/>
                <a:gd name="connsiteY1" fmla="*/ 0 h 432033"/>
                <a:gd name="connsiteX2" fmla="*/ 3526921 w 3526921"/>
                <a:gd name="connsiteY2" fmla="*/ 432033 h 432033"/>
                <a:gd name="connsiteX3" fmla="*/ 0 w 3526921"/>
                <a:gd name="connsiteY3" fmla="*/ 432033 h 432033"/>
                <a:gd name="connsiteX4" fmla="*/ 0 w 3526921"/>
                <a:gd name="connsiteY4" fmla="*/ 0 h 432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6921" h="432033">
                  <a:moveTo>
                    <a:pt x="0" y="0"/>
                  </a:moveTo>
                  <a:lnTo>
                    <a:pt x="3526921" y="0"/>
                  </a:lnTo>
                  <a:lnTo>
                    <a:pt x="3526921" y="432033"/>
                  </a:lnTo>
                  <a:lnTo>
                    <a:pt x="0" y="432033"/>
                  </a:lnTo>
                  <a:lnTo>
                    <a:pt x="0" y="0"/>
                  </a:lnTo>
                  <a:close/>
                </a:path>
              </a:pathLst>
            </a:custGeom>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170688" tIns="97536" rIns="170688" bIns="97536" numCol="1" spcCol="1270" anchor="ctr" anchorCtr="0">
              <a:noAutofit/>
            </a:bodyPr>
            <a:lstStyle/>
            <a:p>
              <a:pPr marL="0" lvl="0" indent="0" algn="ctr" defTabSz="1066800">
                <a:lnSpc>
                  <a:spcPct val="90000"/>
                </a:lnSpc>
                <a:spcBef>
                  <a:spcPct val="0"/>
                </a:spcBef>
                <a:spcAft>
                  <a:spcPct val="35000"/>
                </a:spcAft>
                <a:buNone/>
              </a:pPr>
              <a:r>
                <a:rPr lang="en-US" sz="2400" b="1" kern="1200" dirty="0"/>
                <a:t>     JAVA CODING PROBLEMS</a:t>
              </a:r>
              <a:endParaRPr lang="en-IN" sz="2400" b="1" kern="1200" dirty="0"/>
            </a:p>
          </p:txBody>
        </p:sp>
        <p:sp>
          <p:nvSpPr>
            <p:cNvPr id="9" name="Freeform: Shape 8">
              <a:extLst>
                <a:ext uri="{FF2B5EF4-FFF2-40B4-BE49-F238E27FC236}">
                  <a16:creationId xmlns:a16="http://schemas.microsoft.com/office/drawing/2014/main" id="{6C97B09D-266B-4DEA-F6EC-8F3B999BDC0C}"/>
                </a:ext>
              </a:extLst>
            </p:cNvPr>
            <p:cNvSpPr/>
            <p:nvPr/>
          </p:nvSpPr>
          <p:spPr>
            <a:xfrm>
              <a:off x="3293806" y="2245032"/>
              <a:ext cx="5112775" cy="2680929"/>
            </a:xfrm>
            <a:custGeom>
              <a:avLst/>
              <a:gdLst>
                <a:gd name="connsiteX0" fmla="*/ 0 w 3526921"/>
                <a:gd name="connsiteY0" fmla="*/ 0 h 4787558"/>
                <a:gd name="connsiteX1" fmla="*/ 3526921 w 3526921"/>
                <a:gd name="connsiteY1" fmla="*/ 0 h 4787558"/>
                <a:gd name="connsiteX2" fmla="*/ 3526921 w 3526921"/>
                <a:gd name="connsiteY2" fmla="*/ 4787558 h 4787558"/>
                <a:gd name="connsiteX3" fmla="*/ 0 w 3526921"/>
                <a:gd name="connsiteY3" fmla="*/ 4787558 h 4787558"/>
                <a:gd name="connsiteX4" fmla="*/ 0 w 3526921"/>
                <a:gd name="connsiteY4" fmla="*/ 0 h 4787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6921" h="4787558">
                  <a:moveTo>
                    <a:pt x="0" y="0"/>
                  </a:moveTo>
                  <a:lnTo>
                    <a:pt x="3526921" y="0"/>
                  </a:lnTo>
                  <a:lnTo>
                    <a:pt x="3526921" y="4787558"/>
                  </a:lnTo>
                  <a:lnTo>
                    <a:pt x="0" y="4787558"/>
                  </a:lnTo>
                  <a:lnTo>
                    <a:pt x="0" y="0"/>
                  </a:lnTo>
                  <a:close/>
                </a:path>
              </a:pathLst>
            </a:custGeom>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96012" tIns="96012" rIns="128016" bIns="144018" numCol="1" spcCol="1270" anchor="t" anchorCtr="0">
              <a:noAutofit/>
            </a:bodyPr>
            <a:lstStyle/>
            <a:p>
              <a:pPr marL="171450" lvl="1" indent="-171450" algn="l" defTabSz="800100">
                <a:spcBef>
                  <a:spcPts val="600"/>
                </a:spcBef>
                <a:spcAft>
                  <a:spcPts val="600"/>
                </a:spcAft>
                <a:buFont typeface="+mj-lt"/>
                <a:buAutoNum type="arabicPeriod"/>
              </a:pPr>
              <a:r>
                <a:rPr lang="en-IN" sz="1600" kern="1200" dirty="0">
                  <a:solidFill>
                    <a:schemeClr val="tx1"/>
                  </a:solidFill>
                  <a:hlinkClick r:id="rId3" action="ppaction://hlinksldjump"/>
                </a:rPr>
                <a:t> </a:t>
              </a:r>
              <a:r>
                <a:rPr lang="en-IN" sz="1600" kern="1200" dirty="0">
                  <a:solidFill>
                    <a:schemeClr val="tx1"/>
                  </a:solidFill>
                  <a:hlinkClick r:id="rId4" action="ppaction://hlinksldjump">
                    <a:extLst>
                      <a:ext uri="{A12FA001-AC4F-418D-AE19-62706E023703}">
                        <ahyp:hlinkClr xmlns:ahyp="http://schemas.microsoft.com/office/drawing/2018/hyperlinkcolor" val="tx"/>
                      </a:ext>
                    </a:extLst>
                  </a:hlinkClick>
                </a:rPr>
                <a:t>Arrays Coding Problems</a:t>
              </a:r>
              <a:endParaRPr lang="en-IN" sz="1600" kern="1200" dirty="0">
                <a:solidFill>
                  <a:schemeClr val="tx1"/>
                </a:solidFill>
                <a:hlinkClick r:id="rId3" action="ppaction://hlinksldjump">
                  <a:extLst>
                    <a:ext uri="{A12FA001-AC4F-418D-AE19-62706E023703}">
                      <ahyp:hlinkClr xmlns:ahyp="http://schemas.microsoft.com/office/drawing/2018/hyperlinkcolor" val="tx"/>
                    </a:ext>
                  </a:extLst>
                </a:hlinkClick>
              </a:endParaRPr>
            </a:p>
            <a:p>
              <a:pPr marL="171450" lvl="1" indent="-171450" algn="l" defTabSz="800100">
                <a:spcBef>
                  <a:spcPts val="600"/>
                </a:spcBef>
                <a:spcAft>
                  <a:spcPts val="600"/>
                </a:spcAft>
                <a:buFont typeface="+mj-lt"/>
                <a:buAutoNum type="arabicPeriod"/>
              </a:pPr>
              <a:r>
                <a:rPr lang="en-US" sz="1600" dirty="0">
                  <a:solidFill>
                    <a:schemeClr val="tx1"/>
                  </a:solidFill>
                  <a:hlinkClick r:id="rId3" action="ppaction://hlinksldjump">
                    <a:extLst>
                      <a:ext uri="{A12FA001-AC4F-418D-AE19-62706E023703}">
                        <ahyp:hlinkClr xmlns:ahyp="http://schemas.microsoft.com/office/drawing/2018/hyperlinkcolor" val="tx"/>
                      </a:ext>
                    </a:extLst>
                  </a:hlinkClick>
                </a:rPr>
                <a:t> Array Coding Problems Using Functions</a:t>
              </a:r>
              <a:endParaRPr lang="en-IN" sz="1600" dirty="0">
                <a:solidFill>
                  <a:schemeClr val="tx1"/>
                </a:solidFill>
                <a:hlinkClick r:id="rId3" action="ppaction://hlinksldjump">
                  <a:extLst>
                    <a:ext uri="{A12FA001-AC4F-418D-AE19-62706E023703}">
                      <ahyp:hlinkClr xmlns:ahyp="http://schemas.microsoft.com/office/drawing/2018/hyperlinkcolor" val="tx"/>
                    </a:ext>
                  </a:extLst>
                </a:hlinkClick>
              </a:endParaRPr>
            </a:p>
            <a:p>
              <a:pPr marL="171450" lvl="1" indent="-171450" algn="l" defTabSz="800100">
                <a:spcBef>
                  <a:spcPts val="600"/>
                </a:spcBef>
                <a:spcAft>
                  <a:spcPts val="600"/>
                </a:spcAft>
                <a:buFont typeface="+mj-lt"/>
                <a:buAutoNum type="arabicPeriod"/>
              </a:pPr>
              <a:r>
                <a:rPr lang="en-IN" sz="1600" kern="1200" dirty="0">
                  <a:solidFill>
                    <a:schemeClr val="tx1"/>
                  </a:solidFill>
                  <a:hlinkClick r:id="rId3" action="ppaction://hlinksldjump">
                    <a:extLst>
                      <a:ext uri="{A12FA001-AC4F-418D-AE19-62706E023703}">
                        <ahyp:hlinkClr xmlns:ahyp="http://schemas.microsoft.com/office/drawing/2018/hyperlinkcolor" val="tx"/>
                      </a:ext>
                    </a:extLst>
                  </a:hlinkClick>
                </a:rPr>
                <a:t> </a:t>
              </a:r>
              <a:r>
                <a:rPr lang="en-IN" sz="1600" kern="1200" dirty="0">
                  <a:solidFill>
                    <a:schemeClr val="tx1"/>
                  </a:solidFill>
                  <a:hlinkClick r:id="rId5" action="ppaction://hlinksldjump">
                    <a:extLst>
                      <a:ext uri="{A12FA001-AC4F-418D-AE19-62706E023703}">
                        <ahyp:hlinkClr xmlns:ahyp="http://schemas.microsoft.com/office/drawing/2018/hyperlinkcolor" val="tx"/>
                      </a:ext>
                    </a:extLst>
                  </a:hlinkClick>
                </a:rPr>
                <a:t>Strings Coding Problems</a:t>
              </a:r>
            </a:p>
            <a:p>
              <a:pPr marL="171450" lvl="1" indent="-171450" algn="l" defTabSz="800100">
                <a:spcBef>
                  <a:spcPts val="600"/>
                </a:spcBef>
                <a:spcAft>
                  <a:spcPts val="600"/>
                </a:spcAft>
                <a:buFont typeface="+mj-lt"/>
                <a:buAutoNum type="arabicPeriod"/>
              </a:pPr>
              <a:r>
                <a:rPr lang="en-US" sz="1600" dirty="0">
                  <a:solidFill>
                    <a:schemeClr val="tx1"/>
                  </a:solidFill>
                  <a:hlinkClick r:id="rId6" action="ppaction://hlinksldjump">
                    <a:extLst>
                      <a:ext uri="{A12FA001-AC4F-418D-AE19-62706E023703}">
                        <ahyp:hlinkClr xmlns:ahyp="http://schemas.microsoft.com/office/drawing/2018/hyperlinkcolor" val="tx"/>
                      </a:ext>
                    </a:extLst>
                  </a:hlinkClick>
                </a:rPr>
                <a:t> Strings Coding Problems Using Functions</a:t>
              </a:r>
              <a:endParaRPr lang="en-IN" sz="1600" dirty="0">
                <a:solidFill>
                  <a:schemeClr val="tx1"/>
                </a:solidFill>
                <a:hlinkClick r:id="rId6" action="ppaction://hlinksldjump">
                  <a:extLst>
                    <a:ext uri="{A12FA001-AC4F-418D-AE19-62706E023703}">
                      <ahyp:hlinkClr xmlns:ahyp="http://schemas.microsoft.com/office/drawing/2018/hyperlinkcolor" val="tx"/>
                    </a:ext>
                  </a:extLst>
                </a:hlinkClick>
              </a:endParaRPr>
            </a:p>
            <a:p>
              <a:pPr marL="171450" lvl="1" indent="-171450" algn="l" defTabSz="800100">
                <a:spcBef>
                  <a:spcPts val="600"/>
                </a:spcBef>
                <a:spcAft>
                  <a:spcPts val="600"/>
                </a:spcAft>
                <a:buFont typeface="+mj-lt"/>
                <a:buAutoNum type="arabicPeriod"/>
              </a:pPr>
              <a:r>
                <a:rPr lang="en-IN" sz="1600" kern="1200" dirty="0">
                  <a:solidFill>
                    <a:schemeClr val="tx1"/>
                  </a:solidFill>
                  <a:hlinkClick r:id="rId6" action="ppaction://hlinksldjump">
                    <a:extLst>
                      <a:ext uri="{A12FA001-AC4F-418D-AE19-62706E023703}">
                        <ahyp:hlinkClr xmlns:ahyp="http://schemas.microsoft.com/office/drawing/2018/hyperlinkcolor" val="tx"/>
                      </a:ext>
                    </a:extLst>
                  </a:hlinkClick>
                </a:rPr>
                <a:t> </a:t>
              </a:r>
              <a:r>
                <a:rPr lang="en-IN" sz="1600" kern="1200" dirty="0">
                  <a:solidFill>
                    <a:schemeClr val="tx1"/>
                  </a:solidFill>
                  <a:hlinkClick r:id="rId7" action="ppaction://hlinksldjump">
                    <a:extLst>
                      <a:ext uri="{A12FA001-AC4F-418D-AE19-62706E023703}">
                        <ahyp:hlinkClr xmlns:ahyp="http://schemas.microsoft.com/office/drawing/2018/hyperlinkcolor" val="tx"/>
                      </a:ext>
                    </a:extLst>
                  </a:hlinkClick>
                </a:rPr>
                <a:t>Number Coding Problems</a:t>
              </a:r>
            </a:p>
            <a:p>
              <a:pPr marL="171450" lvl="1" indent="-171450" algn="l" defTabSz="800100">
                <a:spcBef>
                  <a:spcPts val="600"/>
                </a:spcBef>
                <a:spcAft>
                  <a:spcPts val="600"/>
                </a:spcAft>
                <a:buFont typeface="+mj-lt"/>
                <a:buAutoNum type="arabicPeriod"/>
              </a:pPr>
              <a:r>
                <a:rPr lang="en-IN" sz="1600" kern="1200" dirty="0">
                  <a:solidFill>
                    <a:schemeClr val="tx1"/>
                  </a:solidFill>
                  <a:hlinkClick r:id="rId7" action="ppaction://hlinksldjump">
                    <a:extLst>
                      <a:ext uri="{A12FA001-AC4F-418D-AE19-62706E023703}">
                        <ahyp:hlinkClr xmlns:ahyp="http://schemas.microsoft.com/office/drawing/2018/hyperlinkcolor" val="tx"/>
                      </a:ext>
                    </a:extLst>
                  </a:hlinkClick>
                </a:rPr>
                <a:t> </a:t>
              </a:r>
              <a:r>
                <a:rPr lang="en-IN" sz="1600" kern="1200" dirty="0">
                  <a:solidFill>
                    <a:schemeClr val="tx1"/>
                  </a:solidFill>
                  <a:hlinkClick r:id="rId8" action="ppaction://hlinksldjump">
                    <a:extLst>
                      <a:ext uri="{A12FA001-AC4F-418D-AE19-62706E023703}">
                        <ahyp:hlinkClr xmlns:ahyp="http://schemas.microsoft.com/office/drawing/2018/hyperlinkcolor" val="tx"/>
                      </a:ext>
                    </a:extLst>
                  </a:hlinkClick>
                </a:rPr>
                <a:t>Coding Algorithms</a:t>
              </a:r>
              <a:endParaRPr lang="en-IN" sz="1600" kern="1200" dirty="0">
                <a:solidFill>
                  <a:schemeClr val="tx1"/>
                </a:solidFill>
              </a:endParaRPr>
            </a:p>
          </p:txBody>
        </p:sp>
      </p:grpSp>
      <p:pic>
        <p:nvPicPr>
          <p:cNvPr id="7" name="Picture 6" descr="Download Programming Iphone Java Logo On Black Wallpaper | Wallpapers.com">
            <a:extLst>
              <a:ext uri="{FF2B5EF4-FFF2-40B4-BE49-F238E27FC236}">
                <a16:creationId xmlns:a16="http://schemas.microsoft.com/office/drawing/2014/main" id="{A80FE46B-3F10-D86D-8820-809D73546360}"/>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t="19829" b="36979"/>
          <a:stretch/>
        </p:blipFill>
        <p:spPr bwMode="auto">
          <a:xfrm>
            <a:off x="3706762" y="61384"/>
            <a:ext cx="951190" cy="730375"/>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6" descr="Coding - Free computer icons">
            <a:extLst>
              <a:ext uri="{FF2B5EF4-FFF2-40B4-BE49-F238E27FC236}">
                <a16:creationId xmlns:a16="http://schemas.microsoft.com/office/drawing/2014/main" id="{B093A815-53B5-67FD-EBC4-61CD40AE6C7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795619" y="1588587"/>
            <a:ext cx="534219" cy="53421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9520721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66D1E82-D5FB-4650-A992-726840062130}"/>
              </a:ext>
            </a:extLst>
          </p:cNvPr>
          <p:cNvSpPr/>
          <p:nvPr/>
        </p:nvSpPr>
        <p:spPr>
          <a:xfrm>
            <a:off x="0" y="-21772"/>
            <a:ext cx="12191999" cy="864810"/>
          </a:xfrm>
          <a:prstGeom prst="rect">
            <a:avLst/>
          </a:prstGeom>
          <a:solidFill>
            <a:schemeClr val="tx1">
              <a:lumMod val="85000"/>
              <a:lumOff val="15000"/>
            </a:schemeClr>
          </a:solidFill>
          <a:ln>
            <a:solidFill>
              <a:schemeClr val="bg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Calibri Light" panose="020F0302020204030204"/>
                <a:ea typeface="+mn-ea"/>
                <a:cs typeface="+mn-cs"/>
              </a:rPr>
              <a:t>Java Chapters</a:t>
            </a:r>
          </a:p>
        </p:txBody>
      </p:sp>
      <p:sp>
        <p:nvSpPr>
          <p:cNvPr id="4" name="Rectangle 3">
            <a:extLst>
              <a:ext uri="{FF2B5EF4-FFF2-40B4-BE49-F238E27FC236}">
                <a16:creationId xmlns:a16="http://schemas.microsoft.com/office/drawing/2014/main" id="{9CFA0D34-44A5-393A-7FAF-EF1927E24C24}"/>
              </a:ext>
            </a:extLst>
          </p:cNvPr>
          <p:cNvSpPr/>
          <p:nvPr/>
        </p:nvSpPr>
        <p:spPr>
          <a:xfrm>
            <a:off x="308231" y="1003871"/>
            <a:ext cx="11575537" cy="5409286"/>
          </a:xfrm>
          <a:prstGeom prst="rect">
            <a:avLst/>
          </a:prstGeom>
          <a:noFill/>
        </p:spPr>
        <p:txBody>
          <a:bodyPr/>
          <a:lstStyle/>
          <a:p>
            <a:endParaRPr lang="en-IN"/>
          </a:p>
        </p:txBody>
      </p:sp>
      <p:pic>
        <p:nvPicPr>
          <p:cNvPr id="7" name="Picture 6" descr="Download Programming Iphone Java Logo On Black Wallpaper | Wallpapers.com">
            <a:extLst>
              <a:ext uri="{FF2B5EF4-FFF2-40B4-BE49-F238E27FC236}">
                <a16:creationId xmlns:a16="http://schemas.microsoft.com/office/drawing/2014/main" id="{A80FE46B-3F10-D86D-8820-809D73546360}"/>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9829" b="36979"/>
          <a:stretch/>
        </p:blipFill>
        <p:spPr bwMode="auto">
          <a:xfrm>
            <a:off x="3706762" y="61384"/>
            <a:ext cx="951190" cy="73037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8" name="Diagram 7">
            <a:extLst>
              <a:ext uri="{FF2B5EF4-FFF2-40B4-BE49-F238E27FC236}">
                <a16:creationId xmlns:a16="http://schemas.microsoft.com/office/drawing/2014/main" id="{A98DDFD6-0D6D-2AC1-CF52-ADCAFF0EB804}"/>
              </a:ext>
            </a:extLst>
          </p:cNvPr>
          <p:cNvGraphicFramePr/>
          <p:nvPr>
            <p:extLst>
              <p:ext uri="{D42A27DB-BD31-4B8C-83A1-F6EECF244321}">
                <p14:modId xmlns:p14="http://schemas.microsoft.com/office/powerpoint/2010/main" val="3334695490"/>
              </p:ext>
            </p:extLst>
          </p:nvPr>
        </p:nvGraphicFramePr>
        <p:xfrm>
          <a:off x="954817" y="1345441"/>
          <a:ext cx="10282366" cy="2571793"/>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10" name="Picture 9" descr="A green circle with a white leaf&#10;&#10;Description automatically generated">
            <a:extLst>
              <a:ext uri="{FF2B5EF4-FFF2-40B4-BE49-F238E27FC236}">
                <a16:creationId xmlns:a16="http://schemas.microsoft.com/office/drawing/2014/main" id="{D8269F53-DC50-E18A-3960-F98C0B252AA2}"/>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511548" y="1447304"/>
            <a:ext cx="463814" cy="463814"/>
          </a:xfrm>
          <a:prstGeom prst="rect">
            <a:avLst/>
          </a:prstGeom>
        </p:spPr>
      </p:pic>
      <p:pic>
        <p:nvPicPr>
          <p:cNvPr id="11" name="Picture 10" descr="⚡ Spring Boot: Unleashing Java Development with Simplicity and Speed ⚡">
            <a:extLst>
              <a:ext uri="{FF2B5EF4-FFF2-40B4-BE49-F238E27FC236}">
                <a16:creationId xmlns:a16="http://schemas.microsoft.com/office/drawing/2014/main" id="{CB000F83-AF4F-5AD5-9EE1-F3DD2112FD71}"/>
              </a:ext>
            </a:extLst>
          </p:cNvPr>
          <p:cNvPicPr>
            <a:picLocks noChangeAspect="1" noChangeArrowheads="1"/>
          </p:cNvPicPr>
          <p:nvPr/>
        </p:nvPicPr>
        <p:blipFill rotWithShape="1">
          <a:blip r:embed="rId10">
            <a:extLst>
              <a:ext uri="{28A0092B-C50C-407E-A947-70E740481C1C}">
                <a14:useLocalDpi xmlns:a14="http://schemas.microsoft.com/office/drawing/2010/main" val="0"/>
              </a:ext>
            </a:extLst>
          </a:blip>
          <a:srcRect l="1844" t="17578" r="70861" b="24387"/>
          <a:stretch/>
        </p:blipFill>
        <p:spPr bwMode="auto">
          <a:xfrm>
            <a:off x="4697896" y="1465657"/>
            <a:ext cx="445713" cy="40613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a:extLst>
              <a:ext uri="{FF2B5EF4-FFF2-40B4-BE49-F238E27FC236}">
                <a16:creationId xmlns:a16="http://schemas.microsoft.com/office/drawing/2014/main" id="{2D262CF7-32B0-7DC9-CD4F-5E4C87E665EC}"/>
              </a:ext>
            </a:extLst>
          </p:cNvPr>
          <p:cNvGrpSpPr/>
          <p:nvPr/>
        </p:nvGrpSpPr>
        <p:grpSpPr>
          <a:xfrm>
            <a:off x="3902531" y="4341662"/>
            <a:ext cx="4142173" cy="561484"/>
            <a:chOff x="8114213" y="8792"/>
            <a:chExt cx="2371423" cy="1077625"/>
          </a:xfrm>
        </p:grpSpPr>
        <p:sp>
          <p:nvSpPr>
            <p:cNvPr id="5" name="Rectangle 4">
              <a:extLst>
                <a:ext uri="{FF2B5EF4-FFF2-40B4-BE49-F238E27FC236}">
                  <a16:creationId xmlns:a16="http://schemas.microsoft.com/office/drawing/2014/main" id="{AD853041-C384-F8CD-BEB8-09EB3573AE90}"/>
                </a:ext>
              </a:extLst>
            </p:cNvPr>
            <p:cNvSpPr/>
            <p:nvPr/>
          </p:nvSpPr>
          <p:spPr>
            <a:xfrm>
              <a:off x="8114213" y="8792"/>
              <a:ext cx="2371423" cy="948569"/>
            </a:xfrm>
            <a:prstGeom prst="rect">
              <a:avLst/>
            </a:prstGeom>
          </p:spPr>
          <p:style>
            <a:lnRef idx="2">
              <a:schemeClr val="accent5">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F9C2C016-CEA9-E50C-65CE-73D1129D95C6}"/>
                </a:ext>
              </a:extLst>
            </p:cNvPr>
            <p:cNvSpPr txBox="1"/>
            <p:nvPr/>
          </p:nvSpPr>
          <p:spPr>
            <a:xfrm>
              <a:off x="8114213" y="80842"/>
              <a:ext cx="2371423" cy="1005575"/>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170688" tIns="97536" rIns="170688" bIns="97536"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en-IN" sz="2400" b="1" i="0" u="none" strike="noStrike" kern="1200" cap="none" spc="0" normalizeH="0" baseline="0" noProof="0" dirty="0">
                  <a:ln>
                    <a:noFill/>
                  </a:ln>
                  <a:solidFill>
                    <a:prstClr val="white"/>
                  </a:solidFill>
                  <a:effectLst/>
                  <a:uLnTx/>
                  <a:uFillTx/>
                  <a:latin typeface="Calibri" panose="020F0502020204030204"/>
                  <a:ea typeface="+mn-ea"/>
                  <a:cs typeface="+mn-cs"/>
                </a:rPr>
                <a:t>REST WEBSERVICES/ REST API</a:t>
              </a:r>
            </a:p>
          </p:txBody>
        </p:sp>
      </p:grpSp>
      <p:grpSp>
        <p:nvGrpSpPr>
          <p:cNvPr id="9" name="Group 8">
            <a:extLst>
              <a:ext uri="{FF2B5EF4-FFF2-40B4-BE49-F238E27FC236}">
                <a16:creationId xmlns:a16="http://schemas.microsoft.com/office/drawing/2014/main" id="{04EBB173-4C14-AFAE-A027-4B81CE33BAAC}"/>
              </a:ext>
            </a:extLst>
          </p:cNvPr>
          <p:cNvGrpSpPr/>
          <p:nvPr/>
        </p:nvGrpSpPr>
        <p:grpSpPr>
          <a:xfrm>
            <a:off x="3902529" y="4850075"/>
            <a:ext cx="4694937" cy="1805710"/>
            <a:chOff x="8114213" y="957362"/>
            <a:chExt cx="2687883" cy="2547360"/>
          </a:xfrm>
        </p:grpSpPr>
        <p:sp>
          <p:nvSpPr>
            <p:cNvPr id="12" name="Rectangle 11">
              <a:extLst>
                <a:ext uri="{FF2B5EF4-FFF2-40B4-BE49-F238E27FC236}">
                  <a16:creationId xmlns:a16="http://schemas.microsoft.com/office/drawing/2014/main" id="{DD2F0D7D-796A-98DF-C730-41C334C105DC}"/>
                </a:ext>
              </a:extLst>
            </p:cNvPr>
            <p:cNvSpPr/>
            <p:nvPr/>
          </p:nvSpPr>
          <p:spPr>
            <a:xfrm>
              <a:off x="8114213" y="957362"/>
              <a:ext cx="2371423" cy="2547360"/>
            </a:xfrm>
            <a:prstGeom prst="rect">
              <a:avLst/>
            </a:prstGeom>
          </p:spPr>
          <p:style>
            <a:lnRef idx="2">
              <a:schemeClr val="accent5">
                <a:tint val="40000"/>
                <a:alpha val="90000"/>
                <a:hueOff val="0"/>
                <a:satOff val="0"/>
                <a:lumOff val="0"/>
                <a:alphaOff val="0"/>
              </a:schemeClr>
            </a:lnRef>
            <a:fillRef idx="1">
              <a:schemeClr val="accent5">
                <a:tint val="40000"/>
                <a:alpha val="90000"/>
                <a:hueOff val="0"/>
                <a:satOff val="0"/>
                <a:lumOff val="0"/>
                <a:alphaOff val="0"/>
              </a:schemeClr>
            </a:fillRef>
            <a:effectRef idx="0">
              <a:schemeClr val="accent5">
                <a:tint val="40000"/>
                <a:alpha val="90000"/>
                <a:hueOff val="0"/>
                <a:satOff val="0"/>
                <a:lumOff val="0"/>
                <a:alphaOff val="0"/>
              </a:schemeClr>
            </a:effectRef>
            <a:fontRef idx="minor">
              <a:schemeClr val="dk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b="0" i="0" u="none" strike="noStrike" kern="1200" cap="none" spc="0" normalizeH="0" baseline="0" noProof="0">
                <a:ln>
                  <a:noFill/>
                </a:ln>
                <a:solidFill>
                  <a:prstClr val="black">
                    <a:hueOff val="0"/>
                    <a:satOff val="0"/>
                    <a:lumOff val="0"/>
                    <a:alphaOff val="0"/>
                  </a:prstClr>
                </a:solidFill>
                <a:effectLst/>
                <a:uLnTx/>
                <a:uFillTx/>
                <a:latin typeface="Calibri" panose="020F0502020204030204"/>
                <a:ea typeface="+mn-ea"/>
                <a:cs typeface="+mn-cs"/>
              </a:endParaRPr>
            </a:p>
          </p:txBody>
        </p:sp>
        <p:sp>
          <p:nvSpPr>
            <p:cNvPr id="13" name="TextBox 12">
              <a:extLst>
                <a:ext uri="{FF2B5EF4-FFF2-40B4-BE49-F238E27FC236}">
                  <a16:creationId xmlns:a16="http://schemas.microsoft.com/office/drawing/2014/main" id="{F6F5A8F2-B333-C8E7-12D3-D66017676630}"/>
                </a:ext>
              </a:extLst>
            </p:cNvPr>
            <p:cNvSpPr txBox="1"/>
            <p:nvPr/>
          </p:nvSpPr>
          <p:spPr>
            <a:xfrm>
              <a:off x="8114214" y="957362"/>
              <a:ext cx="2687882" cy="2547360"/>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96012" tIns="96012" rIns="128016" bIns="144018" numCol="1" spcCol="1270" anchor="t" anchorCtr="0">
              <a:noAutofit/>
            </a:bodyPr>
            <a:lstStyle/>
            <a:p>
              <a:pPr marL="171450" marR="0" lvl="1" indent="-171450" algn="l" defTabSz="800100" rtl="0" eaLnBrk="1" fontAlgn="auto" latinLnBrk="0" hangingPunct="1">
                <a:lnSpc>
                  <a:spcPct val="90000"/>
                </a:lnSpc>
                <a:spcBef>
                  <a:spcPts val="1200"/>
                </a:spcBef>
                <a:spcAft>
                  <a:spcPct val="15000"/>
                </a:spcAft>
                <a:buClrTx/>
                <a:buSzTx/>
                <a:buFontTx/>
                <a:buNone/>
                <a:tabLst/>
                <a:defRPr/>
              </a:pPr>
              <a:r>
                <a:rPr kumimoji="0" lang="en-IN" sz="1600" b="0" i="0" u="none" strike="noStrike" kern="1200" cap="none" spc="0" normalizeH="0" baseline="0" noProof="0" dirty="0">
                  <a:ln>
                    <a:noFill/>
                  </a:ln>
                  <a:solidFill>
                    <a:schemeClr val="tx1"/>
                  </a:solidFill>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1. Basics</a:t>
              </a:r>
            </a:p>
            <a:p>
              <a:pPr marL="171450" marR="0" lvl="1" indent="-171450" algn="l" defTabSz="800100" rtl="0" eaLnBrk="1" fontAlgn="auto" latinLnBrk="0" hangingPunct="1">
                <a:lnSpc>
                  <a:spcPct val="90000"/>
                </a:lnSpc>
                <a:spcBef>
                  <a:spcPts val="1200"/>
                </a:spcBef>
                <a:spcAft>
                  <a:spcPct val="15000"/>
                </a:spcAft>
                <a:buClrTx/>
                <a:buSzTx/>
                <a:buFontTx/>
                <a:buNone/>
                <a:tabLst/>
                <a:defRPr/>
              </a:pPr>
              <a:r>
                <a:rPr kumimoji="0" lang="en-IN" sz="1600" b="0" i="0" u="none" strike="noStrike" kern="1200" cap="none" spc="0" normalizeH="0" baseline="0" noProof="0" dirty="0">
                  <a:ln>
                    <a:noFill/>
                  </a:ln>
                  <a:solidFill>
                    <a:schemeClr val="tx1"/>
                  </a:solidFill>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2. HTTP Methods &amp; Status Codes</a:t>
              </a:r>
              <a:endParaRPr kumimoji="0" lang="en-US" sz="1600" b="0" i="0" u="none" strike="noStrike" kern="1200" cap="none" spc="0" normalizeH="0" baseline="0" noProof="0" dirty="0">
                <a:ln>
                  <a:noFill/>
                </a:ln>
                <a:solidFill>
                  <a:schemeClr val="tx1"/>
                </a:solidFill>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endParaRPr>
            </a:p>
            <a:p>
              <a:pPr marL="171450" marR="0" lvl="1" indent="-171450" algn="l" defTabSz="800100" rtl="0" eaLnBrk="1" fontAlgn="auto" latinLnBrk="0" hangingPunct="1">
                <a:lnSpc>
                  <a:spcPct val="90000"/>
                </a:lnSpc>
                <a:spcBef>
                  <a:spcPts val="1200"/>
                </a:spcBef>
                <a:spcAft>
                  <a:spcPct val="1500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Calibri" panose="020F0502020204030204"/>
                  <a:ea typeface="+mn-ea"/>
                  <a:cs typeface="+mn-cs"/>
                  <a:hlinkClick r:id="rId13" action="ppaction://hlinksldjump">
                    <a:extLst>
                      <a:ext uri="{A12FA001-AC4F-418D-AE19-62706E023703}">
                        <ahyp:hlinkClr xmlns:ahyp="http://schemas.microsoft.com/office/drawing/2018/hyperlinkcolor" val="tx"/>
                      </a:ext>
                    </a:extLst>
                  </a:hlinkClick>
                </a:rPr>
                <a:t>3. CORS, Serialization, Deserialization, Others</a:t>
              </a:r>
              <a:endParaRPr kumimoji="0" lang="en-IN" sz="1600" b="0" i="0" u="none" strike="noStrike" kern="1200" cap="none" spc="0" normalizeH="0" baseline="0" noProof="0" dirty="0">
                <a:ln>
                  <a:noFill/>
                </a:ln>
                <a:solidFill>
                  <a:schemeClr val="tx1"/>
                </a:solidFill>
                <a:effectLst/>
                <a:uLnTx/>
                <a:uFillTx/>
                <a:latin typeface="Calibri" panose="020F0502020204030204"/>
                <a:ea typeface="+mn-ea"/>
                <a:cs typeface="+mn-cs"/>
                <a:hlinkClick r:id="rId13" action="ppaction://hlinksldjump">
                  <a:extLst>
                    <a:ext uri="{A12FA001-AC4F-418D-AE19-62706E023703}">
                      <ahyp:hlinkClr xmlns:ahyp="http://schemas.microsoft.com/office/drawing/2018/hyperlinkcolor" val="tx"/>
                    </a:ext>
                  </a:extLst>
                </a:hlinkClick>
              </a:endParaRPr>
            </a:p>
            <a:p>
              <a:pPr marL="171450" marR="0" lvl="1" indent="-171450" algn="l" defTabSz="800100" rtl="0" eaLnBrk="1" fontAlgn="auto" latinLnBrk="0" hangingPunct="1">
                <a:lnSpc>
                  <a:spcPct val="90000"/>
                </a:lnSpc>
                <a:spcBef>
                  <a:spcPts val="1200"/>
                </a:spcBef>
                <a:spcAft>
                  <a:spcPct val="15000"/>
                </a:spcAft>
                <a:buClrTx/>
                <a:buSzTx/>
                <a:buFontTx/>
                <a:buNone/>
                <a:tabLst/>
                <a:defRPr/>
              </a:pPr>
              <a:r>
                <a:rPr kumimoji="0" lang="en-IN" sz="1600" b="0" i="0" u="none" strike="noStrike" kern="1200" cap="none" spc="0" normalizeH="0" baseline="0" noProof="0" dirty="0">
                  <a:ln>
                    <a:noFill/>
                  </a:ln>
                  <a:solidFill>
                    <a:schemeClr val="tx1"/>
                  </a:solidFill>
                  <a:effectLst/>
                  <a:uLnTx/>
                  <a:uFillTx/>
                  <a:latin typeface="Calibri" panose="020F0502020204030204"/>
                  <a:ea typeface="+mn-ea"/>
                  <a:cs typeface="+mn-cs"/>
                  <a:hlinkClick r:id="rId14" action="ppaction://hlinksldjump">
                    <a:extLst>
                      <a:ext uri="{A12FA001-AC4F-418D-AE19-62706E023703}">
                        <ahyp:hlinkClr xmlns:ahyp="http://schemas.microsoft.com/office/drawing/2018/hyperlinkcolor" val="tx"/>
                      </a:ext>
                    </a:extLst>
                  </a:hlinkClick>
                </a:rPr>
                <a:t>4. Authentication &amp; Authorization</a:t>
              </a:r>
              <a:endParaRPr kumimoji="0" lang="en-IN" sz="1600" b="0" i="0" u="none" strike="noStrike" kern="1200" cap="none" spc="0" normalizeH="0" baseline="0" noProof="0" dirty="0">
                <a:ln>
                  <a:noFill/>
                </a:ln>
                <a:solidFill>
                  <a:schemeClr val="tx1"/>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78443250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66D1E82-D5FB-4650-A992-726840062130}"/>
              </a:ext>
            </a:extLst>
          </p:cNvPr>
          <p:cNvSpPr/>
          <p:nvPr/>
        </p:nvSpPr>
        <p:spPr>
          <a:xfrm>
            <a:off x="0" y="-21772"/>
            <a:ext cx="12191999" cy="864810"/>
          </a:xfrm>
          <a:prstGeom prst="rect">
            <a:avLst/>
          </a:prstGeom>
          <a:solidFill>
            <a:schemeClr val="tx1">
              <a:lumMod val="85000"/>
              <a:lumOff val="15000"/>
            </a:schemeClr>
          </a:solidFill>
          <a:ln>
            <a:solidFill>
              <a:schemeClr val="bg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Calibri Light" panose="020F0302020204030204"/>
                <a:ea typeface="+mn-ea"/>
                <a:cs typeface="+mn-cs"/>
              </a:rPr>
              <a:t>Java Chapters</a:t>
            </a:r>
          </a:p>
        </p:txBody>
      </p:sp>
      <p:sp>
        <p:nvSpPr>
          <p:cNvPr id="4" name="Rectangle 3">
            <a:extLst>
              <a:ext uri="{FF2B5EF4-FFF2-40B4-BE49-F238E27FC236}">
                <a16:creationId xmlns:a16="http://schemas.microsoft.com/office/drawing/2014/main" id="{9CFA0D34-44A5-393A-7FAF-EF1927E24C24}"/>
              </a:ext>
            </a:extLst>
          </p:cNvPr>
          <p:cNvSpPr/>
          <p:nvPr/>
        </p:nvSpPr>
        <p:spPr>
          <a:xfrm>
            <a:off x="308231" y="1003871"/>
            <a:ext cx="11575537" cy="5409286"/>
          </a:xfrm>
          <a:prstGeom prst="rect">
            <a:avLst/>
          </a:prstGeom>
          <a:noFill/>
        </p:spPr>
        <p:txBody>
          <a:bodyPr/>
          <a:lstStyle/>
          <a:p>
            <a:endParaRPr lang="en-IN"/>
          </a:p>
        </p:txBody>
      </p:sp>
      <p:pic>
        <p:nvPicPr>
          <p:cNvPr id="7" name="Picture 6" descr="Download Programming Iphone Java Logo On Black Wallpaper | Wallpapers.com">
            <a:extLst>
              <a:ext uri="{FF2B5EF4-FFF2-40B4-BE49-F238E27FC236}">
                <a16:creationId xmlns:a16="http://schemas.microsoft.com/office/drawing/2014/main" id="{A80FE46B-3F10-D86D-8820-809D73546360}"/>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9829" b="36979"/>
          <a:stretch/>
        </p:blipFill>
        <p:spPr bwMode="auto">
          <a:xfrm>
            <a:off x="3706762" y="61384"/>
            <a:ext cx="951190" cy="73037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 name="Diagram 2">
            <a:extLst>
              <a:ext uri="{FF2B5EF4-FFF2-40B4-BE49-F238E27FC236}">
                <a16:creationId xmlns:a16="http://schemas.microsoft.com/office/drawing/2014/main" id="{18C702C0-A107-42DA-290B-2D525A216ADB}"/>
              </a:ext>
            </a:extLst>
          </p:cNvPr>
          <p:cNvGraphicFramePr/>
          <p:nvPr>
            <p:extLst>
              <p:ext uri="{D42A27DB-BD31-4B8C-83A1-F6EECF244321}">
                <p14:modId xmlns:p14="http://schemas.microsoft.com/office/powerpoint/2010/main" val="4119988153"/>
              </p:ext>
            </p:extLst>
          </p:nvPr>
        </p:nvGraphicFramePr>
        <p:xfrm>
          <a:off x="949964" y="1294694"/>
          <a:ext cx="10465288" cy="4827639"/>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5" name="Picture 2">
            <a:extLst>
              <a:ext uri="{FF2B5EF4-FFF2-40B4-BE49-F238E27FC236}">
                <a16:creationId xmlns:a16="http://schemas.microsoft.com/office/drawing/2014/main" id="{E56C5E77-3FAC-8D1A-A99F-B4B5B8F0766C}"/>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16164" y="1501083"/>
            <a:ext cx="933785" cy="582213"/>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2">
            <a:extLst>
              <a:ext uri="{FF2B5EF4-FFF2-40B4-BE49-F238E27FC236}">
                <a16:creationId xmlns:a16="http://schemas.microsoft.com/office/drawing/2014/main" id="{4CECD50A-23DE-E65E-E09A-98229DAD711E}"/>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725544" y="1501084"/>
            <a:ext cx="933785" cy="58221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460687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3567130"/>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Java</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t>
            </a:r>
            <a:endParaRPr kumimoji="0" lang="en-US" sz="1800" b="0" i="0" u="none" strike="noStrike" kern="1200" cap="none" spc="0" normalizeH="0" baseline="0" noProof="0" dirty="0">
              <a:ln>
                <a:noFill/>
              </a:ln>
              <a:effectLst/>
              <a:uLnTx/>
              <a:uFillTx/>
              <a:latin typeface="Calibri" panose="020F0502020204030204"/>
              <a:ea typeface="+mn-ea"/>
              <a:cs typeface="+mn-cs"/>
            </a:endParaRP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JDK, JRE &amp; JVM</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How a Java program compiled or executed?</a:t>
            </a:r>
            <a:endParaRPr kumimoji="0" lang="en-US" sz="1800" b="0" i="0" u="none" strike="noStrike" kern="1200" cap="none" spc="0" normalizeH="0" baseline="0" noProof="0" dirty="0">
              <a:ln>
                <a:noFill/>
              </a:ln>
              <a:effectLst/>
              <a:uLnTx/>
              <a:uFillTx/>
              <a:latin typeface="Calibri" panose="020F0502020204030204"/>
              <a:ea typeface="+mn-ea"/>
              <a:cs typeface="+mn-cs"/>
            </a:endParaRP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compile-time</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run-time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in Java?</a:t>
            </a:r>
            <a:endParaRPr kumimoji="0" lang="en-US" sz="1800" b="0" i="0" u="none" strike="noStrike" kern="1200" cap="none" spc="0" normalizeH="0" baseline="0" noProof="0" dirty="0">
              <a:ln>
                <a:noFill/>
              </a:ln>
              <a:effectLst/>
              <a:uLnTx/>
              <a:uFillTx/>
              <a:latin typeface="Calibri" panose="020F0502020204030204"/>
              <a:ea typeface="+mn-ea"/>
              <a:cs typeface="+mn-cs"/>
            </a:endParaRP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main features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advantages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of Java?</a:t>
            </a:r>
            <a:endParaRPr kumimoji="0" lang="en-US" sz="1800" b="0" i="0" u="none" strike="noStrike" kern="1200" cap="none" spc="0" normalizeH="0" baseline="0" noProof="0" dirty="0">
              <a:ln>
                <a:noFill/>
              </a:ln>
              <a:effectLst/>
              <a:uLnTx/>
              <a:uFillTx/>
              <a:latin typeface="Calibri" panose="020F0502020204030204"/>
              <a:ea typeface="+mn-ea"/>
              <a:cs typeface="+mn-cs"/>
            </a:endParaRP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How Java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platform independent</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Why convert java code to bytecode?</a:t>
            </a:r>
            <a:endParaRPr kumimoji="0" lang="en-US" sz="1800" b="0" i="0" u="none" strike="noStrike" kern="1200" cap="none" spc="0" normalizeH="0" baseline="0" noProof="0" dirty="0">
              <a:ln>
                <a:noFill/>
              </a:ln>
              <a:effectLst/>
              <a:uLnTx/>
              <a:uFillTx/>
              <a:latin typeface="Calibri" panose="020F0502020204030204"/>
              <a:ea typeface="+mn-ea"/>
              <a:cs typeface="+mn-cs"/>
            </a:endParaRP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How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setup VS Code </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for Java? (not an interview question)</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main method </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in Java?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public, static </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void</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 in it?</a:t>
            </a:r>
            <a:endPar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endParaRP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Java Bytecode</a:t>
            </a: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 What is high-level, low-level code?</a:t>
            </a:r>
            <a:endParaRPr kumimoji="0" lang="en-US" sz="1800" b="0" i="0" u="none" strike="noStrike" kern="1200" cap="none" spc="0" normalizeH="0" baseline="0" noProof="0" dirty="0">
              <a:ln>
                <a:noFill/>
              </a:ln>
              <a:effectLst/>
              <a:uLnTx/>
              <a:uFillTx/>
              <a:latin typeface="Calibri" panose="020F0502020204030204"/>
              <a:ea typeface="+mn-ea"/>
              <a:cs typeface="+mn-cs"/>
            </a:endParaRPr>
          </a:p>
          <a:p>
            <a:pPr marL="0" marR="0" lvl="0" indent="0" algn="l" defTabSz="914400" rtl="0" eaLnBrk="1" fontAlgn="auto" latinLnBrk="0" hangingPunct="1">
              <a:lnSpc>
                <a:spcPct val="90000"/>
              </a:lnSpc>
              <a:spcBef>
                <a:spcPts val="120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1. Java - Basics</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555D86D3-054D-A162-864B-68860058016C}"/>
              </a:ext>
            </a:extLst>
          </p:cNvPr>
          <p:cNvPicPr>
            <a:picLocks noChangeAspect="1" noChangeArrowheads="1"/>
          </p:cNvPicPr>
          <p:nvPr/>
        </p:nvPicPr>
        <p:blipFill rotWithShape="1">
          <a:blip r:embed="rId11">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63AC5286-2727-0D8E-7B1D-24400CA5303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7173672" y="1948200"/>
            <a:ext cx="636255" cy="253133"/>
          </a:xfrm>
          <a:prstGeom prst="rect">
            <a:avLst/>
          </a:prstGeom>
        </p:spPr>
      </p:pic>
      <p:pic>
        <p:nvPicPr>
          <p:cNvPr id="10" name="Picture 9">
            <a:extLst>
              <a:ext uri="{FF2B5EF4-FFF2-40B4-BE49-F238E27FC236}">
                <a16:creationId xmlns:a16="http://schemas.microsoft.com/office/drawing/2014/main" id="{E7B79F97-453D-3503-DD0F-49267CB7FD9D}"/>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543167" y="2744067"/>
            <a:ext cx="636255" cy="253133"/>
          </a:xfrm>
          <a:prstGeom prst="rect">
            <a:avLst/>
          </a:prstGeom>
        </p:spPr>
      </p:pic>
      <p:pic>
        <p:nvPicPr>
          <p:cNvPr id="11" name="Picture 10">
            <a:extLst>
              <a:ext uri="{FF2B5EF4-FFF2-40B4-BE49-F238E27FC236}">
                <a16:creationId xmlns:a16="http://schemas.microsoft.com/office/drawing/2014/main" id="{2B34466F-C746-C673-E1AB-0954509DA4A7}"/>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7776061" y="3921009"/>
            <a:ext cx="636255" cy="253133"/>
          </a:xfrm>
          <a:prstGeom prst="rect">
            <a:avLst/>
          </a:prstGeom>
        </p:spPr>
      </p:pic>
      <p:sp>
        <p:nvSpPr>
          <p:cNvPr id="5" name="TextBox 4">
            <a:extLst>
              <a:ext uri="{FF2B5EF4-FFF2-40B4-BE49-F238E27FC236}">
                <a16:creationId xmlns:a16="http://schemas.microsoft.com/office/drawing/2014/main" id="{05173102-B282-8A6B-7611-35012AEB9734}"/>
              </a:ext>
            </a:extLst>
          </p:cNvPr>
          <p:cNvSpPr txBox="1"/>
          <p:nvPr/>
        </p:nvSpPr>
        <p:spPr>
          <a:xfrm>
            <a:off x="10342731" y="6373174"/>
            <a:ext cx="1972639" cy="307777"/>
          </a:xfrm>
          <a:prstGeom prst="rect">
            <a:avLst/>
          </a:prstGeom>
          <a:noFill/>
        </p:spPr>
        <p:txBody>
          <a:bodyPr wrap="square">
            <a:spAutoFit/>
          </a:bodyPr>
          <a:lstStyle/>
          <a:p>
            <a:r>
              <a:rPr lang="en-US" sz="1400" dirty="0">
                <a:hlinkClick r:id="rId13" action="ppaction://hlinksldjump"/>
              </a:rPr>
              <a:t>Back to main index</a:t>
            </a:r>
            <a:endParaRPr lang="en-IN" sz="1400" dirty="0"/>
          </a:p>
        </p:txBody>
      </p:sp>
    </p:spTree>
    <p:extLst>
      <p:ext uri="{BB962C8B-B14F-4D97-AF65-F5344CB8AC3E}">
        <p14:creationId xmlns:p14="http://schemas.microsoft.com/office/powerpoint/2010/main" val="1920625289"/>
      </p:ext>
    </p:extLst>
  </p:cSld>
  <p:clrMapOvr>
    <a:overrideClrMapping bg1="dk1" tx1="lt1" bg2="dk2" tx2="lt2" accent1="accent1" accent2="accent2" accent3="accent3" accent4="accent4" accent5="accent5" accent6="accent6" hlink="hlink" folHlink="folHlink"/>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Diagram 12">
            <a:extLst>
              <a:ext uri="{FF2B5EF4-FFF2-40B4-BE49-F238E27FC236}">
                <a16:creationId xmlns:a16="http://schemas.microsoft.com/office/drawing/2014/main" id="{D468513D-BD63-F62B-3EC9-E4D516A97BBE}"/>
              </a:ext>
            </a:extLst>
          </p:cNvPr>
          <p:cNvGraphicFramePr/>
          <p:nvPr/>
        </p:nvGraphicFramePr>
        <p:xfrm>
          <a:off x="229201" y="1809020"/>
          <a:ext cx="5866799" cy="260626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9" name="Rectangle 8">
            <a:extLst>
              <a:ext uri="{FF2B5EF4-FFF2-40B4-BE49-F238E27FC236}">
                <a16:creationId xmlns:a16="http://schemas.microsoft.com/office/drawing/2014/main" id="{764E63AC-A85A-C7F9-95AA-FA6D3FEE8AE9}"/>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BF63103D-4276-3B68-FE5C-BFC5559D0241}"/>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a:ln>
                  <a:noFill/>
                </a:ln>
                <a:solidFill>
                  <a:srgbClr val="FFFF00"/>
                </a:solidFill>
                <a:effectLst/>
                <a:uLnTx/>
                <a:uFillTx/>
                <a:ea typeface="+mn-ea"/>
                <a:cs typeface="+mn-cs"/>
              </a:rPr>
              <a:t>Java</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CE71FE55-C873-B2A3-E9D5-262291AD38C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8" name="TextBox 17">
            <a:extLst>
              <a:ext uri="{FF2B5EF4-FFF2-40B4-BE49-F238E27FC236}">
                <a16:creationId xmlns:a16="http://schemas.microsoft.com/office/drawing/2014/main" id="{FDB1B183-6515-06B5-E53E-32BF33A53FD2}"/>
              </a:ext>
            </a:extLst>
          </p:cNvPr>
          <p:cNvSpPr txBox="1"/>
          <p:nvPr/>
        </p:nvSpPr>
        <p:spPr>
          <a:xfrm>
            <a:off x="355693" y="1133635"/>
            <a:ext cx="6164377"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is a high-level, object-oriented programming language.</a:t>
            </a:r>
          </a:p>
        </p:txBody>
      </p:sp>
      <p:pic>
        <p:nvPicPr>
          <p:cNvPr id="16" name="Picture 15">
            <a:extLst>
              <a:ext uri="{FF2B5EF4-FFF2-40B4-BE49-F238E27FC236}">
                <a16:creationId xmlns:a16="http://schemas.microsoft.com/office/drawing/2014/main" id="{AFE72A85-4235-FC16-7D35-163E76A539B5}"/>
              </a:ext>
            </a:extLst>
          </p:cNvPr>
          <p:cNvPicPr>
            <a:picLocks noChangeAspect="1"/>
          </p:cNvPicPr>
          <p:nvPr/>
        </p:nvPicPr>
        <p:blipFill>
          <a:blip r:embed="rId9"/>
          <a:stretch>
            <a:fillRect/>
          </a:stretch>
        </p:blipFill>
        <p:spPr>
          <a:xfrm>
            <a:off x="1604419" y="1804442"/>
            <a:ext cx="483712" cy="655507"/>
          </a:xfrm>
          <a:prstGeom prst="rect">
            <a:avLst/>
          </a:prstGeom>
        </p:spPr>
      </p:pic>
      <p:graphicFrame>
        <p:nvGraphicFramePr>
          <p:cNvPr id="5" name="Diagram 4">
            <a:extLst>
              <a:ext uri="{FF2B5EF4-FFF2-40B4-BE49-F238E27FC236}">
                <a16:creationId xmlns:a16="http://schemas.microsoft.com/office/drawing/2014/main" id="{D3BBFF9B-ACDC-1A0D-D582-658F3D06D9F4}"/>
              </a:ext>
            </a:extLst>
          </p:cNvPr>
          <p:cNvGraphicFramePr/>
          <p:nvPr/>
        </p:nvGraphicFramePr>
        <p:xfrm>
          <a:off x="6211803" y="1119517"/>
          <a:ext cx="5589742" cy="4645177"/>
        </p:xfrm>
        <a:graphic>
          <a:graphicData uri="http://schemas.openxmlformats.org/drawingml/2006/diagram">
            <dgm:relIds xmlns:dgm="http://schemas.openxmlformats.org/drawingml/2006/diagram" xmlns:r="http://schemas.openxmlformats.org/officeDocument/2006/relationships" r:dm="rId10" r:lo="rId11" r:qs="rId12" r:cs="rId13"/>
          </a:graphicData>
        </a:graphic>
      </p:graphicFrame>
      <p:sp>
        <p:nvSpPr>
          <p:cNvPr id="4" name="TextBox 3">
            <a:extLst>
              <a:ext uri="{FF2B5EF4-FFF2-40B4-BE49-F238E27FC236}">
                <a16:creationId xmlns:a16="http://schemas.microsoft.com/office/drawing/2014/main" id="{FF8511DF-DB00-D2AB-02E6-90121D870CCD}"/>
              </a:ext>
            </a:extLst>
          </p:cNvPr>
          <p:cNvSpPr txBox="1"/>
          <p:nvPr/>
        </p:nvSpPr>
        <p:spPr>
          <a:xfrm>
            <a:off x="10405730" y="6485478"/>
            <a:ext cx="1786270" cy="307777"/>
          </a:xfrm>
          <a:prstGeom prst="rect">
            <a:avLst/>
          </a:prstGeom>
          <a:noFill/>
        </p:spPr>
        <p:txBody>
          <a:bodyPr wrap="square">
            <a:spAutoFit/>
          </a:bodyPr>
          <a:lstStyle/>
          <a:p>
            <a:r>
              <a:rPr lang="en-US" sz="1400" dirty="0">
                <a:hlinkClick r:id="rId15" action="ppaction://hlinksldjump"/>
              </a:rPr>
              <a:t>back to chapter index</a:t>
            </a:r>
            <a:endParaRPr lang="en-IN" sz="1400" dirty="0"/>
          </a:p>
        </p:txBody>
      </p:sp>
    </p:spTree>
    <p:extLst>
      <p:ext uri="{BB962C8B-B14F-4D97-AF65-F5344CB8AC3E}">
        <p14:creationId xmlns:p14="http://schemas.microsoft.com/office/powerpoint/2010/main" val="351788828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JDK</a:t>
            </a:r>
            <a:r>
              <a:rPr kumimoji="0" lang="en-US" sz="2400" b="1" i="0" u="none" strike="noStrike" kern="1200" cap="none" spc="0" normalizeH="0" baseline="0" noProof="0" dirty="0">
                <a:ln>
                  <a:noFill/>
                </a:ln>
                <a:solidFill>
                  <a:schemeClr val="bg1"/>
                </a:solidFill>
                <a:effectLst/>
                <a:uLnTx/>
                <a:uFillTx/>
                <a:ea typeface="+mn-ea"/>
                <a:cs typeface="+mn-cs"/>
              </a:rPr>
              <a:t>, </a:t>
            </a:r>
            <a:r>
              <a:rPr kumimoji="0" lang="en-US" sz="2400" b="1" i="0" u="none" strike="noStrike" kern="1200" cap="none" spc="0" normalizeH="0" baseline="0" noProof="0" dirty="0">
                <a:ln>
                  <a:noFill/>
                </a:ln>
                <a:solidFill>
                  <a:srgbClr val="FFFF00"/>
                </a:solidFill>
                <a:effectLst/>
                <a:uLnTx/>
                <a:uFillTx/>
                <a:ea typeface="+mn-ea"/>
                <a:cs typeface="+mn-cs"/>
              </a:rPr>
              <a:t>JRE</a:t>
            </a:r>
            <a:r>
              <a:rPr kumimoji="0" lang="en-US" sz="2400" b="1" i="0" u="none" strike="noStrike" kern="1200" cap="none" spc="0" normalizeH="0" baseline="0" noProof="0" dirty="0">
                <a:ln>
                  <a:noFill/>
                </a:ln>
                <a:solidFill>
                  <a:schemeClr val="bg1"/>
                </a:solidFill>
                <a:effectLst/>
                <a:uLnTx/>
                <a:uFillTx/>
                <a:ea typeface="+mn-ea"/>
                <a:cs typeface="+mn-cs"/>
              </a:rPr>
              <a:t> &amp; </a:t>
            </a:r>
            <a:r>
              <a:rPr kumimoji="0" lang="en-US" sz="2400" b="1" i="0" u="none" strike="noStrike" kern="1200" cap="none" spc="0" normalizeH="0" baseline="0" noProof="0" dirty="0">
                <a:ln>
                  <a:noFill/>
                </a:ln>
                <a:solidFill>
                  <a:srgbClr val="FFFF00"/>
                </a:solidFill>
                <a:effectLst/>
                <a:uLnTx/>
                <a:uFillTx/>
                <a:ea typeface="+mn-ea"/>
                <a:cs typeface="+mn-cs"/>
              </a:rPr>
              <a:t>JVM</a:t>
            </a:r>
            <a:r>
              <a:rPr kumimoji="0" lang="en-US" sz="2400" b="1" i="0" u="none" strike="noStrike" kern="1200" cap="none" spc="0" normalizeH="0" baseline="0" noProof="0" dirty="0">
                <a:ln>
                  <a:noFill/>
                </a:ln>
                <a:solidFill>
                  <a:schemeClr val="bg1"/>
                </a:solidFill>
                <a:effectLst/>
                <a:uLnTx/>
                <a:uFillTx/>
                <a:ea typeface="+mn-ea"/>
                <a:cs typeface="+mn-cs"/>
              </a:rPr>
              <a:t>? How a Java program compiled or executed?</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Rounded Corners 4">
            <a:extLst>
              <a:ext uri="{FF2B5EF4-FFF2-40B4-BE49-F238E27FC236}">
                <a16:creationId xmlns:a16="http://schemas.microsoft.com/office/drawing/2014/main" id="{E6F0ED50-3F66-5D19-72EB-7E86A0AD66E9}"/>
              </a:ext>
            </a:extLst>
          </p:cNvPr>
          <p:cNvSpPr/>
          <p:nvPr/>
        </p:nvSpPr>
        <p:spPr>
          <a:xfrm>
            <a:off x="6096000" y="2426920"/>
            <a:ext cx="5727493" cy="3452574"/>
          </a:xfrm>
          <a:prstGeom prst="roundRect">
            <a:avLst/>
          </a:prstGeom>
          <a:solidFill>
            <a:schemeClr val="accent4">
              <a:lumMod val="20000"/>
              <a:lumOff val="80000"/>
            </a:scheme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JDK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a:t>
            </a:r>
            <a:r>
              <a:rPr kumimoji="0" lang="en-US" sz="1800" b="1" i="0" u="none" strike="noStrike" kern="1200" cap="none" spc="0" normalizeH="0" baseline="0" noProof="0" dirty="0" err="1">
                <a:ln>
                  <a:noFill/>
                </a:ln>
                <a:solidFill>
                  <a:prstClr val="black"/>
                </a:solidFill>
                <a:effectLst/>
                <a:uLnTx/>
                <a:uFillTx/>
                <a:latin typeface="Calibri" panose="020F0502020204030204"/>
                <a:ea typeface="+mn-ea"/>
                <a:cs typeface="+mn-cs"/>
              </a:rPr>
              <a:t>javac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Rounded Corners 5">
            <a:extLst>
              <a:ext uri="{FF2B5EF4-FFF2-40B4-BE49-F238E27FC236}">
                <a16:creationId xmlns:a16="http://schemas.microsoft.com/office/drawing/2014/main" id="{6F7F4297-6C3F-F338-913C-028194871063}"/>
              </a:ext>
            </a:extLst>
          </p:cNvPr>
          <p:cNvSpPr/>
          <p:nvPr/>
        </p:nvSpPr>
        <p:spPr>
          <a:xfrm>
            <a:off x="6421615" y="3461841"/>
            <a:ext cx="5068362" cy="2174574"/>
          </a:xfrm>
          <a:prstGeom prst="roundRect">
            <a:avLst/>
          </a:prstGeom>
          <a:solidFill>
            <a:schemeClr val="accent5">
              <a:lumMod val="40000"/>
              <a:lumOff val="60000"/>
            </a:scheme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JRE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class libraries,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javaw</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etc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Rounded Corners 6">
            <a:extLst>
              <a:ext uri="{FF2B5EF4-FFF2-40B4-BE49-F238E27FC236}">
                <a16:creationId xmlns:a16="http://schemas.microsoft.com/office/drawing/2014/main" id="{DBD25BC3-AB96-4B05-ED09-279A6887E0E9}"/>
              </a:ext>
            </a:extLst>
          </p:cNvPr>
          <p:cNvSpPr/>
          <p:nvPr/>
        </p:nvSpPr>
        <p:spPr>
          <a:xfrm>
            <a:off x="7082971" y="4706405"/>
            <a:ext cx="3938062" cy="629340"/>
          </a:xfrm>
          <a:prstGeom prst="roundRect">
            <a:avLst/>
          </a:prstGeom>
          <a:solidFill>
            <a:schemeClr val="accent6">
              <a:lumMod val="60000"/>
              <a:lumOff val="40000"/>
            </a:scheme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JVM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JIT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Compiler)</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Arrow: Down 7">
            <a:extLst>
              <a:ext uri="{FF2B5EF4-FFF2-40B4-BE49-F238E27FC236}">
                <a16:creationId xmlns:a16="http://schemas.microsoft.com/office/drawing/2014/main" id="{4A77D7C2-2597-864F-24EF-81839EF71E88}"/>
              </a:ext>
            </a:extLst>
          </p:cNvPr>
          <p:cNvSpPr/>
          <p:nvPr/>
        </p:nvSpPr>
        <p:spPr>
          <a:xfrm>
            <a:off x="8773297" y="1994176"/>
            <a:ext cx="420130" cy="432744"/>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Arrow: Down 10">
            <a:extLst>
              <a:ext uri="{FF2B5EF4-FFF2-40B4-BE49-F238E27FC236}">
                <a16:creationId xmlns:a16="http://schemas.microsoft.com/office/drawing/2014/main" id="{1643654A-0B90-687D-61AC-BE7C6860F912}"/>
              </a:ext>
            </a:extLst>
          </p:cNvPr>
          <p:cNvSpPr/>
          <p:nvPr/>
        </p:nvSpPr>
        <p:spPr>
          <a:xfrm>
            <a:off x="8794990" y="3032084"/>
            <a:ext cx="420130" cy="396916"/>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Arrow: Down 11">
            <a:extLst>
              <a:ext uri="{FF2B5EF4-FFF2-40B4-BE49-F238E27FC236}">
                <a16:creationId xmlns:a16="http://schemas.microsoft.com/office/drawing/2014/main" id="{074A6F4B-5619-6D5B-B13E-95ACFD90E982}"/>
              </a:ext>
            </a:extLst>
          </p:cNvPr>
          <p:cNvSpPr/>
          <p:nvPr/>
        </p:nvSpPr>
        <p:spPr>
          <a:xfrm>
            <a:off x="8794990" y="3863312"/>
            <a:ext cx="420130" cy="500699"/>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F2F55A3A-E2E9-EABA-9511-BA4CBAC1BA99}"/>
              </a:ext>
            </a:extLst>
          </p:cNvPr>
          <p:cNvSpPr/>
          <p:nvPr/>
        </p:nvSpPr>
        <p:spPr>
          <a:xfrm>
            <a:off x="6096000" y="890316"/>
            <a:ext cx="5727493" cy="110229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FirstCode.java</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19" name="Rectangle 18">
            <a:extLst>
              <a:ext uri="{FF2B5EF4-FFF2-40B4-BE49-F238E27FC236}">
                <a16:creationId xmlns:a16="http://schemas.microsoft.com/office/drawing/2014/main" id="{E5BF8A87-0237-97F8-452C-7A025FDA3264}"/>
              </a:ext>
            </a:extLst>
          </p:cNvPr>
          <p:cNvSpPr/>
          <p:nvPr/>
        </p:nvSpPr>
        <p:spPr>
          <a:xfrm>
            <a:off x="8167968" y="1719954"/>
            <a:ext cx="1703890" cy="272653"/>
          </a:xfrm>
          <a:prstGeom prst="rect">
            <a:avLst/>
          </a:prstGeom>
          <a:solidFill>
            <a:srgbClr val="FFFF00"/>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code (.java)</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Rectangle 20">
            <a:extLst>
              <a:ext uri="{FF2B5EF4-FFF2-40B4-BE49-F238E27FC236}">
                <a16:creationId xmlns:a16="http://schemas.microsoft.com/office/drawing/2014/main" id="{BAF48427-F924-ED57-89F4-6AADCA39431C}"/>
              </a:ext>
            </a:extLst>
          </p:cNvPr>
          <p:cNvSpPr/>
          <p:nvPr/>
        </p:nvSpPr>
        <p:spPr>
          <a:xfrm>
            <a:off x="8131125" y="4349944"/>
            <a:ext cx="1747857" cy="348473"/>
          </a:xfrm>
          <a:prstGeom prst="rect">
            <a:avLst/>
          </a:prstGeom>
          <a:solidFill>
            <a:srgbClr val="FFFF00"/>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bytecode (.class)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7" name="Picture 16">
            <a:extLst>
              <a:ext uri="{FF2B5EF4-FFF2-40B4-BE49-F238E27FC236}">
                <a16:creationId xmlns:a16="http://schemas.microsoft.com/office/drawing/2014/main" id="{E8FF7EE7-85C2-6B93-D3C5-1A5065BACCD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290338" y="305468"/>
            <a:ext cx="875436" cy="348291"/>
          </a:xfrm>
          <a:prstGeom prst="rect">
            <a:avLst/>
          </a:prstGeom>
        </p:spPr>
      </p:pic>
      <p:sp>
        <p:nvSpPr>
          <p:cNvPr id="4" name="Arrow: Down 3">
            <a:extLst>
              <a:ext uri="{FF2B5EF4-FFF2-40B4-BE49-F238E27FC236}">
                <a16:creationId xmlns:a16="http://schemas.microsoft.com/office/drawing/2014/main" id="{289FA3FF-E685-1381-0C75-84EAC432B292}"/>
              </a:ext>
            </a:extLst>
          </p:cNvPr>
          <p:cNvSpPr/>
          <p:nvPr/>
        </p:nvSpPr>
        <p:spPr>
          <a:xfrm>
            <a:off x="8841936" y="5335745"/>
            <a:ext cx="448401" cy="939511"/>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27C4D952-BEAF-2BF2-BEDC-4D804802C165}"/>
              </a:ext>
            </a:extLst>
          </p:cNvPr>
          <p:cNvSpPr/>
          <p:nvPr/>
        </p:nvSpPr>
        <p:spPr>
          <a:xfrm>
            <a:off x="6096000" y="6260741"/>
            <a:ext cx="5727493" cy="395763"/>
          </a:xfrm>
          <a:prstGeom prst="rect">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a:ln>
                  <a:noFill/>
                </a:ln>
                <a:solidFill>
                  <a:prstClr val="black"/>
                </a:solidFill>
                <a:effectLst/>
                <a:uLnTx/>
                <a:uFillTx/>
                <a:latin typeface="Consolas" panose="020B0609020204030204" pitchFamily="49" charset="0"/>
                <a:ea typeface="+mn-ea"/>
                <a:cs typeface="+mn-cs"/>
              </a:rPr>
              <a:t>Native code(machine code) (01011001 11001010)</a:t>
            </a:r>
            <a:endParaRPr kumimoji="0" lang="fr-FR" sz="1600" b="0" i="0" u="none" strike="noStrike" kern="1200" cap="none" spc="0" normalizeH="0" baseline="0" noProof="0" dirty="0">
              <a:ln>
                <a:noFill/>
              </a:ln>
              <a:solidFill>
                <a:prstClr val="black"/>
              </a:solidFill>
              <a:effectLst/>
              <a:uLnTx/>
              <a:uFillTx/>
              <a:latin typeface="Consolas" panose="020B0609020204030204" pitchFamily="49" charset="0"/>
              <a:ea typeface="+mn-ea"/>
              <a:cs typeface="+mn-cs"/>
            </a:endParaRPr>
          </a:p>
        </p:txBody>
      </p:sp>
      <p:sp>
        <p:nvSpPr>
          <p:cNvPr id="24" name="Rectangle 23">
            <a:extLst>
              <a:ext uri="{FF2B5EF4-FFF2-40B4-BE49-F238E27FC236}">
                <a16:creationId xmlns:a16="http://schemas.microsoft.com/office/drawing/2014/main" id="{2ABD0E88-8870-70D3-5B2E-92439F0FDB87}"/>
              </a:ext>
            </a:extLst>
          </p:cNvPr>
          <p:cNvSpPr/>
          <p:nvPr/>
        </p:nvSpPr>
        <p:spPr>
          <a:xfrm>
            <a:off x="355694" y="953303"/>
            <a:ext cx="4860823" cy="1573873"/>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JDK (Java Development Kit):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Includes tools for Java application development, such as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javac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jheap</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jconsole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etc.</a:t>
            </a:r>
          </a:p>
          <a:p>
            <a:pPr marL="742950" marR="0" lvl="1"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javac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tool compile your .java file into bytecode (.class file)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CFDE406F-F568-6B8F-6064-676DE6972BFC}"/>
              </a:ext>
            </a:extLst>
          </p:cNvPr>
          <p:cNvSpPr/>
          <p:nvPr/>
        </p:nvSpPr>
        <p:spPr>
          <a:xfrm>
            <a:off x="355691" y="2707562"/>
            <a:ext cx="4833413" cy="1573873"/>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JRE (Java Runtime Environment):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Provides the runtime environment for executing Java applications, including the JVM. </a:t>
            </a:r>
          </a:p>
          <a:p>
            <a:pPr marL="742950" marR="0" lvl="1"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Java class libraries/ Java API which assist your .java file to execute.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A9EF72FA-F2CE-3D78-9A60-31F8A3191B5E}"/>
              </a:ext>
            </a:extLst>
          </p:cNvPr>
          <p:cNvSpPr/>
          <p:nvPr/>
        </p:nvSpPr>
        <p:spPr>
          <a:xfrm>
            <a:off x="355692" y="4440657"/>
            <a:ext cx="4833413" cy="1073132"/>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JVM (Java Virtual Machine):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Executes Java bytecode, translating it into native machine code. Also do memory management etc.</a:t>
            </a:r>
          </a:p>
        </p:txBody>
      </p:sp>
      <p:sp>
        <p:nvSpPr>
          <p:cNvPr id="27" name="Rectangle 26">
            <a:extLst>
              <a:ext uri="{FF2B5EF4-FFF2-40B4-BE49-F238E27FC236}">
                <a16:creationId xmlns:a16="http://schemas.microsoft.com/office/drawing/2014/main" id="{854CBF12-5998-26C5-B462-79E33C003AD0}"/>
              </a:ext>
            </a:extLst>
          </p:cNvPr>
          <p:cNvSpPr/>
          <p:nvPr/>
        </p:nvSpPr>
        <p:spPr>
          <a:xfrm>
            <a:off x="355692" y="5636414"/>
            <a:ext cx="4833413" cy="1034604"/>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JIT (Just-In-Time)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compiler is a component of the JVM that compiles Java bytecode into native machine code at runtime. </a:t>
            </a:r>
          </a:p>
        </p:txBody>
      </p:sp>
      <p:cxnSp>
        <p:nvCxnSpPr>
          <p:cNvPr id="28" name="Straight Arrow Connector 27">
            <a:extLst>
              <a:ext uri="{FF2B5EF4-FFF2-40B4-BE49-F238E27FC236}">
                <a16:creationId xmlns:a16="http://schemas.microsoft.com/office/drawing/2014/main" id="{B63E58B4-B9FF-49FC-7B6B-96DA1F556E00}"/>
              </a:ext>
            </a:extLst>
          </p:cNvPr>
          <p:cNvCxnSpPr>
            <a:cxnSpLocks/>
            <a:endCxn id="24" idx="3"/>
          </p:cNvCxnSpPr>
          <p:nvPr/>
        </p:nvCxnSpPr>
        <p:spPr>
          <a:xfrm flipH="1" flipV="1">
            <a:off x="5216517" y="1740240"/>
            <a:ext cx="2708283" cy="967322"/>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E1D4F217-0030-5754-E2DE-BE6A1E41483B}"/>
              </a:ext>
            </a:extLst>
          </p:cNvPr>
          <p:cNvCxnSpPr>
            <a:cxnSpLocks/>
            <a:endCxn id="25" idx="3"/>
          </p:cNvCxnSpPr>
          <p:nvPr/>
        </p:nvCxnSpPr>
        <p:spPr>
          <a:xfrm flipH="1" flipV="1">
            <a:off x="5189104" y="3494499"/>
            <a:ext cx="1893867" cy="322758"/>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4" name="Straight Arrow Connector 33">
            <a:extLst>
              <a:ext uri="{FF2B5EF4-FFF2-40B4-BE49-F238E27FC236}">
                <a16:creationId xmlns:a16="http://schemas.microsoft.com/office/drawing/2014/main" id="{28B52604-3348-F40C-F288-36406B05303F}"/>
              </a:ext>
            </a:extLst>
          </p:cNvPr>
          <p:cNvCxnSpPr>
            <a:cxnSpLocks/>
            <a:endCxn id="26" idx="3"/>
          </p:cNvCxnSpPr>
          <p:nvPr/>
        </p:nvCxnSpPr>
        <p:spPr>
          <a:xfrm flipH="1">
            <a:off x="5189105" y="4904835"/>
            <a:ext cx="2485324" cy="72388"/>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7C557359-4483-6492-3A45-2D071A70D135}"/>
              </a:ext>
            </a:extLst>
          </p:cNvPr>
          <p:cNvCxnSpPr>
            <a:cxnSpLocks/>
            <a:endCxn id="27" idx="3"/>
          </p:cNvCxnSpPr>
          <p:nvPr/>
        </p:nvCxnSpPr>
        <p:spPr>
          <a:xfrm flipH="1">
            <a:off x="5189105" y="5035713"/>
            <a:ext cx="4004322" cy="11180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4695503F-5371-AC0E-A3A3-2A0780064183}"/>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361165943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a:ln>
                  <a:noFill/>
                </a:ln>
                <a:solidFill>
                  <a:srgbClr val="FFFF00"/>
                </a:solidFill>
                <a:effectLst/>
                <a:uLnTx/>
                <a:uFillTx/>
                <a:ea typeface="+mn-ea"/>
                <a:cs typeface="+mn-cs"/>
              </a:rPr>
              <a:t>compile-time</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run-time</a:t>
            </a:r>
            <a:r>
              <a:rPr kumimoji="0" lang="en-US" sz="2400" b="1" i="0" u="none" strike="noStrike" kern="1200" cap="none" spc="0" normalizeH="0" baseline="0" noProof="0" dirty="0">
                <a:ln>
                  <a:noFill/>
                </a:ln>
                <a:solidFill>
                  <a:schemeClr val="bg1"/>
                </a:solidFill>
                <a:effectLst/>
                <a:uLnTx/>
                <a:uFillTx/>
                <a:ea typeface="+mn-ea"/>
                <a:cs typeface="+mn-cs"/>
              </a:rPr>
              <a:t>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24" name="Rectangle 23">
            <a:extLst>
              <a:ext uri="{FF2B5EF4-FFF2-40B4-BE49-F238E27FC236}">
                <a16:creationId xmlns:a16="http://schemas.microsoft.com/office/drawing/2014/main" id="{2ABD0E88-8870-70D3-5B2E-92439F0FDB87}"/>
              </a:ext>
            </a:extLst>
          </p:cNvPr>
          <p:cNvSpPr/>
          <p:nvPr/>
        </p:nvSpPr>
        <p:spPr>
          <a:xfrm>
            <a:off x="368507" y="1992607"/>
            <a:ext cx="4833413" cy="1472725"/>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Compile Time: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Compile time is the phase during which the Java source code is translated into bytecode by the Java compiler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javac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CFDE406F-F568-6B8F-6064-676DE6972BFC}"/>
              </a:ext>
            </a:extLst>
          </p:cNvPr>
          <p:cNvSpPr/>
          <p:nvPr/>
        </p:nvSpPr>
        <p:spPr>
          <a:xfrm>
            <a:off x="328284" y="4892685"/>
            <a:ext cx="4833413" cy="1242208"/>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Runtime: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Runtime refers to the phase during which the Java Virtual Machine (JVM) executes the compiled bytecode.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eft Brace 9">
            <a:extLst>
              <a:ext uri="{FF2B5EF4-FFF2-40B4-BE49-F238E27FC236}">
                <a16:creationId xmlns:a16="http://schemas.microsoft.com/office/drawing/2014/main" id="{A65A78DB-417B-DE5A-7BB0-5114FD8C7C31}"/>
              </a:ext>
            </a:extLst>
          </p:cNvPr>
          <p:cNvSpPr/>
          <p:nvPr/>
        </p:nvSpPr>
        <p:spPr>
          <a:xfrm>
            <a:off x="5238210" y="964599"/>
            <a:ext cx="714461" cy="3597479"/>
          </a:xfrm>
          <a:prstGeom prst="leftBrace">
            <a:avLst/>
          </a:prstGeom>
          <a:ln w="127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 name="Left Brace 13">
            <a:extLst>
              <a:ext uri="{FF2B5EF4-FFF2-40B4-BE49-F238E27FC236}">
                <a16:creationId xmlns:a16="http://schemas.microsoft.com/office/drawing/2014/main" id="{A23EC9A1-EC9A-3783-F5BD-0D02A5D60419}"/>
              </a:ext>
            </a:extLst>
          </p:cNvPr>
          <p:cNvSpPr/>
          <p:nvPr/>
        </p:nvSpPr>
        <p:spPr>
          <a:xfrm>
            <a:off x="5248225" y="4741419"/>
            <a:ext cx="714461" cy="1915085"/>
          </a:xfrm>
          <a:prstGeom prst="leftBrace">
            <a:avLst>
              <a:gd name="adj1" fmla="val 24331"/>
              <a:gd name="adj2" fmla="val 50000"/>
            </a:avLst>
          </a:prstGeom>
          <a:ln w="127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 name="Rectangle: Rounded Corners 14">
            <a:extLst>
              <a:ext uri="{FF2B5EF4-FFF2-40B4-BE49-F238E27FC236}">
                <a16:creationId xmlns:a16="http://schemas.microsoft.com/office/drawing/2014/main" id="{6F72A020-3F4C-6A99-50BC-249C5626E9A4}"/>
              </a:ext>
            </a:extLst>
          </p:cNvPr>
          <p:cNvSpPr/>
          <p:nvPr/>
        </p:nvSpPr>
        <p:spPr>
          <a:xfrm>
            <a:off x="6096000" y="2426920"/>
            <a:ext cx="5727493" cy="3452574"/>
          </a:xfrm>
          <a:prstGeom prst="roundRect">
            <a:avLst/>
          </a:prstGeom>
          <a:solidFill>
            <a:schemeClr val="accent4">
              <a:lumMod val="20000"/>
              <a:lumOff val="80000"/>
            </a:scheme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JDK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a:t>
            </a:r>
            <a:r>
              <a:rPr kumimoji="0" lang="en-US" sz="1800" b="1" i="0" u="none" strike="noStrike" kern="1200" cap="none" spc="0" normalizeH="0" baseline="0" noProof="0" dirty="0" err="1">
                <a:ln>
                  <a:noFill/>
                </a:ln>
                <a:solidFill>
                  <a:prstClr val="black"/>
                </a:solidFill>
                <a:effectLst/>
                <a:uLnTx/>
                <a:uFillTx/>
                <a:latin typeface="Calibri" panose="020F0502020204030204"/>
                <a:ea typeface="+mn-ea"/>
                <a:cs typeface="+mn-cs"/>
              </a:rPr>
              <a:t>javac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Rectangle: Rounded Corners 15">
            <a:extLst>
              <a:ext uri="{FF2B5EF4-FFF2-40B4-BE49-F238E27FC236}">
                <a16:creationId xmlns:a16="http://schemas.microsoft.com/office/drawing/2014/main" id="{16EFA6BB-2CA7-5F35-C42E-5A7727C76697}"/>
              </a:ext>
            </a:extLst>
          </p:cNvPr>
          <p:cNvSpPr/>
          <p:nvPr/>
        </p:nvSpPr>
        <p:spPr>
          <a:xfrm>
            <a:off x="6421615" y="3461841"/>
            <a:ext cx="5068362" cy="2174574"/>
          </a:xfrm>
          <a:prstGeom prst="roundRect">
            <a:avLst/>
          </a:prstGeom>
          <a:solidFill>
            <a:schemeClr val="accent5">
              <a:lumMod val="40000"/>
              <a:lumOff val="60000"/>
            </a:scheme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JRE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class libraries,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javaw</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etc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Rectangle: Rounded Corners 17">
            <a:extLst>
              <a:ext uri="{FF2B5EF4-FFF2-40B4-BE49-F238E27FC236}">
                <a16:creationId xmlns:a16="http://schemas.microsoft.com/office/drawing/2014/main" id="{FBDBEBA6-F248-D1BE-43DB-436EE5A66E98}"/>
              </a:ext>
            </a:extLst>
          </p:cNvPr>
          <p:cNvSpPr/>
          <p:nvPr/>
        </p:nvSpPr>
        <p:spPr>
          <a:xfrm>
            <a:off x="7082971" y="4706405"/>
            <a:ext cx="3938062" cy="629340"/>
          </a:xfrm>
          <a:prstGeom prst="roundRect">
            <a:avLst/>
          </a:prstGeom>
          <a:solidFill>
            <a:schemeClr val="accent6">
              <a:lumMod val="60000"/>
              <a:lumOff val="40000"/>
            </a:scheme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JVM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JIT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Compiler)</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Arrow: Down 21">
            <a:extLst>
              <a:ext uri="{FF2B5EF4-FFF2-40B4-BE49-F238E27FC236}">
                <a16:creationId xmlns:a16="http://schemas.microsoft.com/office/drawing/2014/main" id="{9D6FFB12-6D00-DCC3-35C5-196822C227FA}"/>
              </a:ext>
            </a:extLst>
          </p:cNvPr>
          <p:cNvSpPr/>
          <p:nvPr/>
        </p:nvSpPr>
        <p:spPr>
          <a:xfrm>
            <a:off x="8773297" y="1994176"/>
            <a:ext cx="420130" cy="432744"/>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Arrow: Down 22">
            <a:extLst>
              <a:ext uri="{FF2B5EF4-FFF2-40B4-BE49-F238E27FC236}">
                <a16:creationId xmlns:a16="http://schemas.microsoft.com/office/drawing/2014/main" id="{4DB7F2F3-7AE9-6E3B-CD92-CC95989395D2}"/>
              </a:ext>
            </a:extLst>
          </p:cNvPr>
          <p:cNvSpPr/>
          <p:nvPr/>
        </p:nvSpPr>
        <p:spPr>
          <a:xfrm>
            <a:off x="8794990" y="3032084"/>
            <a:ext cx="420130" cy="396916"/>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Arrow: Down 28">
            <a:extLst>
              <a:ext uri="{FF2B5EF4-FFF2-40B4-BE49-F238E27FC236}">
                <a16:creationId xmlns:a16="http://schemas.microsoft.com/office/drawing/2014/main" id="{184BABFF-76B3-05D7-6976-52F6F5E39519}"/>
              </a:ext>
            </a:extLst>
          </p:cNvPr>
          <p:cNvSpPr/>
          <p:nvPr/>
        </p:nvSpPr>
        <p:spPr>
          <a:xfrm>
            <a:off x="8794990" y="3863312"/>
            <a:ext cx="420130" cy="500699"/>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05BC4ADE-D7C0-9F78-C8CE-A2C5648405D6}"/>
              </a:ext>
            </a:extLst>
          </p:cNvPr>
          <p:cNvSpPr/>
          <p:nvPr/>
        </p:nvSpPr>
        <p:spPr>
          <a:xfrm>
            <a:off x="6096000" y="890316"/>
            <a:ext cx="5727493" cy="110229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FirstCode.java</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32" name="Rectangle 31">
            <a:extLst>
              <a:ext uri="{FF2B5EF4-FFF2-40B4-BE49-F238E27FC236}">
                <a16:creationId xmlns:a16="http://schemas.microsoft.com/office/drawing/2014/main" id="{732C3A59-4B85-07AC-BA21-54AEA4F6E43C}"/>
              </a:ext>
            </a:extLst>
          </p:cNvPr>
          <p:cNvSpPr/>
          <p:nvPr/>
        </p:nvSpPr>
        <p:spPr>
          <a:xfrm>
            <a:off x="8167968" y="1719954"/>
            <a:ext cx="1703890" cy="272653"/>
          </a:xfrm>
          <a:prstGeom prst="rect">
            <a:avLst/>
          </a:prstGeom>
          <a:solidFill>
            <a:srgbClr val="FFFF00"/>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code (.java)</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32">
            <a:extLst>
              <a:ext uri="{FF2B5EF4-FFF2-40B4-BE49-F238E27FC236}">
                <a16:creationId xmlns:a16="http://schemas.microsoft.com/office/drawing/2014/main" id="{2F4516B4-F91A-1F2E-0101-C8DD1F115B3B}"/>
              </a:ext>
            </a:extLst>
          </p:cNvPr>
          <p:cNvSpPr/>
          <p:nvPr/>
        </p:nvSpPr>
        <p:spPr>
          <a:xfrm>
            <a:off x="8131125" y="4349944"/>
            <a:ext cx="1747857" cy="348473"/>
          </a:xfrm>
          <a:prstGeom prst="rect">
            <a:avLst/>
          </a:prstGeom>
          <a:solidFill>
            <a:srgbClr val="FFFF00"/>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bytecode (.class)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Arrow: Down 34">
            <a:extLst>
              <a:ext uri="{FF2B5EF4-FFF2-40B4-BE49-F238E27FC236}">
                <a16:creationId xmlns:a16="http://schemas.microsoft.com/office/drawing/2014/main" id="{CB540387-9A7F-D92C-C19B-C03D3AD1D00F}"/>
              </a:ext>
            </a:extLst>
          </p:cNvPr>
          <p:cNvSpPr/>
          <p:nvPr/>
        </p:nvSpPr>
        <p:spPr>
          <a:xfrm>
            <a:off x="8841936" y="5335745"/>
            <a:ext cx="448401" cy="939511"/>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Rectangle 35">
            <a:extLst>
              <a:ext uri="{FF2B5EF4-FFF2-40B4-BE49-F238E27FC236}">
                <a16:creationId xmlns:a16="http://schemas.microsoft.com/office/drawing/2014/main" id="{C03508EC-896D-EF54-0A03-29A158F98B7B}"/>
              </a:ext>
            </a:extLst>
          </p:cNvPr>
          <p:cNvSpPr/>
          <p:nvPr/>
        </p:nvSpPr>
        <p:spPr>
          <a:xfrm>
            <a:off x="6096000" y="6260741"/>
            <a:ext cx="5727493" cy="395763"/>
          </a:xfrm>
          <a:prstGeom prst="rect">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a:ln>
                  <a:noFill/>
                </a:ln>
                <a:solidFill>
                  <a:prstClr val="black"/>
                </a:solidFill>
                <a:effectLst/>
                <a:uLnTx/>
                <a:uFillTx/>
                <a:latin typeface="Consolas" panose="020B0609020204030204" pitchFamily="49" charset="0"/>
                <a:ea typeface="+mn-ea"/>
                <a:cs typeface="+mn-cs"/>
              </a:rPr>
              <a:t>Native code(machine code) (01011001 11001010)</a:t>
            </a:r>
            <a:endParaRPr kumimoji="0" lang="fr-FR" sz="1600" b="0" i="0" u="none" strike="noStrike" kern="1200" cap="none" spc="0" normalizeH="0" baseline="0" noProof="0" dirty="0">
              <a:ln>
                <a:noFill/>
              </a:ln>
              <a:solidFill>
                <a:prstClr val="black"/>
              </a:solidFill>
              <a:effectLst/>
              <a:uLnTx/>
              <a:uFillTx/>
              <a:latin typeface="Consolas" panose="020B0609020204030204" pitchFamily="49" charset="0"/>
              <a:ea typeface="+mn-ea"/>
              <a:cs typeface="+mn-cs"/>
            </a:endParaRPr>
          </a:p>
        </p:txBody>
      </p:sp>
      <p:sp>
        <p:nvSpPr>
          <p:cNvPr id="5" name="TextBox 4">
            <a:extLst>
              <a:ext uri="{FF2B5EF4-FFF2-40B4-BE49-F238E27FC236}">
                <a16:creationId xmlns:a16="http://schemas.microsoft.com/office/drawing/2014/main" id="{430AF637-1FE7-1C5A-73AF-5A054F35FE3F}"/>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97093755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764E63AC-A85A-C7F9-95AA-FA6D3FEE8AE9}"/>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BF63103D-4276-3B68-FE5C-BFC5559D0241}"/>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the </a:t>
            </a:r>
            <a:r>
              <a:rPr kumimoji="0" lang="en-US" sz="2400" b="1" i="0" u="none" strike="noStrike" kern="1200" cap="none" spc="0" normalizeH="0" baseline="0" noProof="0" dirty="0">
                <a:ln>
                  <a:noFill/>
                </a:ln>
                <a:solidFill>
                  <a:srgbClr val="FFFF00"/>
                </a:solidFill>
                <a:effectLst/>
                <a:uLnTx/>
                <a:uFillTx/>
                <a:ea typeface="+mn-ea"/>
                <a:cs typeface="+mn-cs"/>
              </a:rPr>
              <a:t>main features </a:t>
            </a:r>
            <a:r>
              <a:rPr kumimoji="0" lang="en-US" sz="2400" b="1" i="0" u="none" strike="noStrike" kern="1200" cap="none" spc="0" normalizeH="0" baseline="0" noProof="0" dirty="0">
                <a:ln>
                  <a:noFill/>
                </a:ln>
                <a:solidFill>
                  <a:schemeClr val="bg1"/>
                </a:solidFill>
                <a:effectLst/>
                <a:uLnTx/>
                <a:uFillTx/>
                <a:ea typeface="+mn-ea"/>
                <a:cs typeface="+mn-cs"/>
              </a:rPr>
              <a:t>and</a:t>
            </a:r>
            <a:r>
              <a:rPr kumimoji="0" lang="en-US" sz="2400" b="1" i="0" u="none" strike="noStrike" kern="1200" cap="none" spc="0" normalizeH="0" baseline="0" noProof="0" dirty="0">
                <a:ln>
                  <a:noFill/>
                </a:ln>
                <a:solidFill>
                  <a:srgbClr val="FFFF00"/>
                </a:solidFill>
                <a:effectLst/>
                <a:uLnTx/>
                <a:uFillTx/>
                <a:ea typeface="+mn-ea"/>
                <a:cs typeface="+mn-cs"/>
              </a:rPr>
              <a:t> advantages </a:t>
            </a:r>
            <a:r>
              <a:rPr kumimoji="0" lang="en-US" sz="2400" b="1" i="0" u="none" strike="noStrike" kern="1200" cap="none" spc="0" normalizeH="0" baseline="0" noProof="0" dirty="0">
                <a:ln>
                  <a:noFill/>
                </a:ln>
                <a:solidFill>
                  <a:schemeClr val="bg1"/>
                </a:solidFill>
                <a:effectLst/>
                <a:uLnTx/>
                <a:uFillTx/>
                <a:ea typeface="+mn-ea"/>
                <a:cs typeface="+mn-cs"/>
              </a:rPr>
              <a:t>of Java?</a:t>
            </a:r>
            <a:endParaRPr lang="en-IN" sz="2400" b="1" dirty="0">
              <a:solidFill>
                <a:schemeClr val="bg1"/>
              </a:solidFill>
            </a:endParaRPr>
          </a:p>
        </p:txBody>
      </p:sp>
      <p:pic>
        <p:nvPicPr>
          <p:cNvPr id="7" name="Picture 6">
            <a:extLst>
              <a:ext uri="{FF2B5EF4-FFF2-40B4-BE49-F238E27FC236}">
                <a16:creationId xmlns:a16="http://schemas.microsoft.com/office/drawing/2014/main" id="{ACAE9AC6-997B-E64E-3581-DB417633E8B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232867" y="311470"/>
            <a:ext cx="875436" cy="348291"/>
          </a:xfrm>
          <a:prstGeom prst="rect">
            <a:avLst/>
          </a:prstGeom>
        </p:spPr>
      </p:pic>
      <p:pic>
        <p:nvPicPr>
          <p:cNvPr id="3" name="Picture 2" descr="A person with a beard&#10;&#10;Description automatically generated">
            <a:extLst>
              <a:ext uri="{FF2B5EF4-FFF2-40B4-BE49-F238E27FC236}">
                <a16:creationId xmlns:a16="http://schemas.microsoft.com/office/drawing/2014/main" id="{CE71FE55-C873-B2A3-E9D5-262291AD38C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5" name="TextBox 14">
            <a:extLst>
              <a:ext uri="{FF2B5EF4-FFF2-40B4-BE49-F238E27FC236}">
                <a16:creationId xmlns:a16="http://schemas.microsoft.com/office/drawing/2014/main" id="{3F1D49ED-B8E6-70CD-8C65-6714F8A65F33}"/>
              </a:ext>
            </a:extLst>
          </p:cNvPr>
          <p:cNvSpPr txBox="1"/>
          <p:nvPr/>
        </p:nvSpPr>
        <p:spPr>
          <a:xfrm>
            <a:off x="355694" y="1127729"/>
            <a:ext cx="4505567"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5 key features and advantages of Java:</a:t>
            </a:r>
          </a:p>
        </p:txBody>
      </p:sp>
      <p:graphicFrame>
        <p:nvGraphicFramePr>
          <p:cNvPr id="21" name="Diagram 20">
            <a:extLst>
              <a:ext uri="{FF2B5EF4-FFF2-40B4-BE49-F238E27FC236}">
                <a16:creationId xmlns:a16="http://schemas.microsoft.com/office/drawing/2014/main" id="{10E8E102-D9BD-21DA-7EC0-E4398E0F3B7C}"/>
              </a:ext>
            </a:extLst>
          </p:cNvPr>
          <p:cNvGraphicFramePr/>
          <p:nvPr/>
        </p:nvGraphicFramePr>
        <p:xfrm>
          <a:off x="570377" y="1776338"/>
          <a:ext cx="7917640" cy="4741026"/>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5" name="TextBox 4">
            <a:extLst>
              <a:ext uri="{FF2B5EF4-FFF2-40B4-BE49-F238E27FC236}">
                <a16:creationId xmlns:a16="http://schemas.microsoft.com/office/drawing/2014/main" id="{E5BAE42B-6CF6-16CB-078E-A55CE2ADF9F0}"/>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14522067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Java is </a:t>
            </a:r>
            <a:r>
              <a:rPr kumimoji="0" lang="en-US" sz="2400" b="1" i="0" u="none" strike="noStrike" kern="1200" cap="none" spc="0" normalizeH="0" baseline="0" noProof="0" dirty="0">
                <a:ln>
                  <a:noFill/>
                </a:ln>
                <a:solidFill>
                  <a:srgbClr val="FFFF00"/>
                </a:solidFill>
                <a:effectLst/>
                <a:uLnTx/>
                <a:uFillTx/>
                <a:ea typeface="+mn-ea"/>
                <a:cs typeface="+mn-cs"/>
              </a:rPr>
              <a:t>platform independent</a:t>
            </a:r>
            <a:r>
              <a:rPr kumimoji="0" lang="en-US" sz="2400" b="1" i="0" u="none" strike="noStrike" kern="1200" cap="none" spc="0" normalizeH="0" baseline="0" noProof="0" dirty="0">
                <a:ln>
                  <a:noFill/>
                </a:ln>
                <a:solidFill>
                  <a:schemeClr val="bg1"/>
                </a:solidFill>
                <a:effectLst/>
                <a:uLnTx/>
                <a:uFillTx/>
                <a:ea typeface="+mn-ea"/>
                <a:cs typeface="+mn-cs"/>
              </a:rPr>
              <a:t>? Why</a:t>
            </a:r>
            <a:r>
              <a:rPr kumimoji="0" lang="en-US" sz="2400" b="1" i="0" u="none" strike="noStrike" kern="1200" cap="none" spc="0" normalizeH="0" noProof="0" dirty="0">
                <a:ln>
                  <a:noFill/>
                </a:ln>
                <a:solidFill>
                  <a:schemeClr val="bg1"/>
                </a:solidFill>
                <a:effectLst/>
                <a:uLnTx/>
                <a:uFillTx/>
                <a:ea typeface="+mn-ea"/>
                <a:cs typeface="+mn-cs"/>
              </a:rPr>
              <a:t> </a:t>
            </a:r>
            <a:r>
              <a:rPr kumimoji="0" lang="en-US" sz="2400" b="1" i="0" u="none" strike="noStrike" kern="1200" cap="none" spc="0" normalizeH="0" baseline="0" noProof="0" dirty="0">
                <a:ln>
                  <a:noFill/>
                </a:ln>
                <a:solidFill>
                  <a:schemeClr val="bg1"/>
                </a:solidFill>
                <a:effectLst/>
                <a:uLnTx/>
                <a:uFillTx/>
                <a:ea typeface="+mn-ea"/>
                <a:cs typeface="+mn-cs"/>
              </a:rPr>
              <a:t>convert java code to bytecode?</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E18A36FF-A15C-A7C0-AC6C-BE17BFB5DD8F}"/>
              </a:ext>
            </a:extLst>
          </p:cNvPr>
          <p:cNvSpPr txBox="1"/>
          <p:nvPr/>
        </p:nvSpPr>
        <p:spPr>
          <a:xfrm>
            <a:off x="327317" y="1168805"/>
            <a:ext cx="4430034"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achieves platform independence by compiling source code into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bytecode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which can run on any platform with a compatible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JVM</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pic>
        <p:nvPicPr>
          <p:cNvPr id="11" name="Graphic 10" descr="Artificial Intelligence with solid fill">
            <a:extLst>
              <a:ext uri="{FF2B5EF4-FFF2-40B4-BE49-F238E27FC236}">
                <a16:creationId xmlns:a16="http://schemas.microsoft.com/office/drawing/2014/main" id="{0B9B1D6E-371C-30F4-0F57-7DCA7A0EAD1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0918" y="150372"/>
            <a:ext cx="559216" cy="559216"/>
          </a:xfrm>
          <a:prstGeom prst="rect">
            <a:avLst/>
          </a:prstGeom>
        </p:spPr>
      </p:pic>
      <p:sp>
        <p:nvSpPr>
          <p:cNvPr id="7" name="Rectangle: Rounded Corners 6">
            <a:extLst>
              <a:ext uri="{FF2B5EF4-FFF2-40B4-BE49-F238E27FC236}">
                <a16:creationId xmlns:a16="http://schemas.microsoft.com/office/drawing/2014/main" id="{767EB919-2716-703C-3DB1-8C85B647D726}"/>
              </a:ext>
            </a:extLst>
          </p:cNvPr>
          <p:cNvSpPr/>
          <p:nvPr/>
        </p:nvSpPr>
        <p:spPr>
          <a:xfrm>
            <a:off x="6096000" y="2426920"/>
            <a:ext cx="5727493" cy="3452574"/>
          </a:xfrm>
          <a:prstGeom prst="roundRect">
            <a:avLst/>
          </a:prstGeom>
          <a:solidFill>
            <a:schemeClr val="accent4">
              <a:lumMod val="20000"/>
              <a:lumOff val="80000"/>
            </a:scheme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JDK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a:t>
            </a:r>
            <a:r>
              <a:rPr kumimoji="0" lang="en-US" sz="1800" b="1" i="0" u="none" strike="noStrike" kern="1200" cap="none" spc="0" normalizeH="0" baseline="0" noProof="0" dirty="0" err="1">
                <a:ln>
                  <a:noFill/>
                </a:ln>
                <a:solidFill>
                  <a:prstClr val="black"/>
                </a:solidFill>
                <a:effectLst/>
                <a:uLnTx/>
                <a:uFillTx/>
                <a:latin typeface="Calibri" panose="020F0502020204030204"/>
                <a:ea typeface="+mn-ea"/>
                <a:cs typeface="+mn-cs"/>
              </a:rPr>
              <a:t>javac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Rectangle: Rounded Corners 11">
            <a:extLst>
              <a:ext uri="{FF2B5EF4-FFF2-40B4-BE49-F238E27FC236}">
                <a16:creationId xmlns:a16="http://schemas.microsoft.com/office/drawing/2014/main" id="{294A53FE-361C-62CC-3DE4-A3D18CA5D89A}"/>
              </a:ext>
            </a:extLst>
          </p:cNvPr>
          <p:cNvSpPr/>
          <p:nvPr/>
        </p:nvSpPr>
        <p:spPr>
          <a:xfrm>
            <a:off x="6421615" y="3461841"/>
            <a:ext cx="5068362" cy="2174574"/>
          </a:xfrm>
          <a:prstGeom prst="roundRect">
            <a:avLst/>
          </a:prstGeom>
          <a:solidFill>
            <a:schemeClr val="accent5">
              <a:lumMod val="40000"/>
              <a:lumOff val="60000"/>
            </a:scheme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JRE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class libraries,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javaw</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etc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Rounded Corners 13">
            <a:extLst>
              <a:ext uri="{FF2B5EF4-FFF2-40B4-BE49-F238E27FC236}">
                <a16:creationId xmlns:a16="http://schemas.microsoft.com/office/drawing/2014/main" id="{3862A628-1023-C52A-45C8-4B8F342415B1}"/>
              </a:ext>
            </a:extLst>
          </p:cNvPr>
          <p:cNvSpPr/>
          <p:nvPr/>
        </p:nvSpPr>
        <p:spPr>
          <a:xfrm>
            <a:off x="7082971" y="4706405"/>
            <a:ext cx="3938062" cy="629340"/>
          </a:xfrm>
          <a:prstGeom prst="roundRect">
            <a:avLst/>
          </a:prstGeom>
          <a:solidFill>
            <a:schemeClr val="accent6">
              <a:lumMod val="60000"/>
              <a:lumOff val="40000"/>
            </a:scheme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JVM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JIT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Compiler)</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Arrow: Down 14">
            <a:extLst>
              <a:ext uri="{FF2B5EF4-FFF2-40B4-BE49-F238E27FC236}">
                <a16:creationId xmlns:a16="http://schemas.microsoft.com/office/drawing/2014/main" id="{43933E9D-6C9E-C39D-E44A-33CE9D3F8880}"/>
              </a:ext>
            </a:extLst>
          </p:cNvPr>
          <p:cNvSpPr/>
          <p:nvPr/>
        </p:nvSpPr>
        <p:spPr>
          <a:xfrm>
            <a:off x="8773297" y="1994176"/>
            <a:ext cx="420130" cy="432744"/>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Arrow: Down 15">
            <a:extLst>
              <a:ext uri="{FF2B5EF4-FFF2-40B4-BE49-F238E27FC236}">
                <a16:creationId xmlns:a16="http://schemas.microsoft.com/office/drawing/2014/main" id="{2D1A8EF7-C8B8-5921-A838-05A4F3A2C416}"/>
              </a:ext>
            </a:extLst>
          </p:cNvPr>
          <p:cNvSpPr/>
          <p:nvPr/>
        </p:nvSpPr>
        <p:spPr>
          <a:xfrm>
            <a:off x="8794990" y="3032084"/>
            <a:ext cx="420130" cy="396916"/>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Arrow: Down 16">
            <a:extLst>
              <a:ext uri="{FF2B5EF4-FFF2-40B4-BE49-F238E27FC236}">
                <a16:creationId xmlns:a16="http://schemas.microsoft.com/office/drawing/2014/main" id="{091B85B5-006C-2E0D-FF4C-9FA7A3CF155F}"/>
              </a:ext>
            </a:extLst>
          </p:cNvPr>
          <p:cNvSpPr/>
          <p:nvPr/>
        </p:nvSpPr>
        <p:spPr>
          <a:xfrm>
            <a:off x="8794990" y="3863312"/>
            <a:ext cx="420130" cy="500699"/>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E97B3158-B777-8592-44E0-82612169C116}"/>
              </a:ext>
            </a:extLst>
          </p:cNvPr>
          <p:cNvSpPr/>
          <p:nvPr/>
        </p:nvSpPr>
        <p:spPr>
          <a:xfrm>
            <a:off x="6096000" y="890316"/>
            <a:ext cx="5727493" cy="110229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FirstCode.java</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19" name="Rectangle 18">
            <a:extLst>
              <a:ext uri="{FF2B5EF4-FFF2-40B4-BE49-F238E27FC236}">
                <a16:creationId xmlns:a16="http://schemas.microsoft.com/office/drawing/2014/main" id="{5CA10FA1-ED6A-F466-9B62-FAE6F19004AB}"/>
              </a:ext>
            </a:extLst>
          </p:cNvPr>
          <p:cNvSpPr/>
          <p:nvPr/>
        </p:nvSpPr>
        <p:spPr>
          <a:xfrm>
            <a:off x="8167968" y="1719954"/>
            <a:ext cx="1703890" cy="272653"/>
          </a:xfrm>
          <a:prstGeom prst="rect">
            <a:avLst/>
          </a:prstGeom>
          <a:solidFill>
            <a:srgbClr val="FFFF00"/>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code (.java)</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BC08789C-5D79-A4A9-76CA-D9B6D900997F}"/>
              </a:ext>
            </a:extLst>
          </p:cNvPr>
          <p:cNvSpPr/>
          <p:nvPr/>
        </p:nvSpPr>
        <p:spPr>
          <a:xfrm>
            <a:off x="8131125" y="4349944"/>
            <a:ext cx="1747857" cy="348473"/>
          </a:xfrm>
          <a:prstGeom prst="rect">
            <a:avLst/>
          </a:prstGeom>
          <a:solidFill>
            <a:srgbClr val="FFFF00"/>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bytecode (.class)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Arrow: Down 24">
            <a:extLst>
              <a:ext uri="{FF2B5EF4-FFF2-40B4-BE49-F238E27FC236}">
                <a16:creationId xmlns:a16="http://schemas.microsoft.com/office/drawing/2014/main" id="{ECA3A441-3280-91B4-B7F6-FAC37F02AF2C}"/>
              </a:ext>
            </a:extLst>
          </p:cNvPr>
          <p:cNvSpPr/>
          <p:nvPr/>
        </p:nvSpPr>
        <p:spPr>
          <a:xfrm>
            <a:off x="8841936" y="5335745"/>
            <a:ext cx="448401" cy="939511"/>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E68F80B9-3E3B-FFC9-3C84-AC8D605113DD}"/>
              </a:ext>
            </a:extLst>
          </p:cNvPr>
          <p:cNvSpPr/>
          <p:nvPr/>
        </p:nvSpPr>
        <p:spPr>
          <a:xfrm>
            <a:off x="6096000" y="6260741"/>
            <a:ext cx="5727493" cy="395763"/>
          </a:xfrm>
          <a:prstGeom prst="rect">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a:ln>
                  <a:noFill/>
                </a:ln>
                <a:solidFill>
                  <a:prstClr val="black"/>
                </a:solidFill>
                <a:effectLst/>
                <a:uLnTx/>
                <a:uFillTx/>
                <a:latin typeface="Consolas" panose="020B0609020204030204" pitchFamily="49" charset="0"/>
                <a:ea typeface="+mn-ea"/>
                <a:cs typeface="+mn-cs"/>
              </a:rPr>
              <a:t>Native code(machine code) (01011001 11001010)</a:t>
            </a:r>
            <a:endParaRPr kumimoji="0" lang="fr-FR" sz="1600" b="0" i="0" u="none" strike="noStrike" kern="1200" cap="none" spc="0" normalizeH="0" baseline="0" noProof="0" dirty="0">
              <a:ln>
                <a:noFill/>
              </a:ln>
              <a:solidFill>
                <a:prstClr val="black"/>
              </a:solidFill>
              <a:effectLst/>
              <a:uLnTx/>
              <a:uFillTx/>
              <a:latin typeface="Consolas" panose="020B0609020204030204" pitchFamily="49" charset="0"/>
              <a:ea typeface="+mn-ea"/>
              <a:cs typeface="+mn-cs"/>
            </a:endParaRPr>
          </a:p>
        </p:txBody>
      </p:sp>
      <p:sp>
        <p:nvSpPr>
          <p:cNvPr id="5" name="TextBox 4">
            <a:extLst>
              <a:ext uri="{FF2B5EF4-FFF2-40B4-BE49-F238E27FC236}">
                <a16:creationId xmlns:a16="http://schemas.microsoft.com/office/drawing/2014/main" id="{E9073FED-6481-2430-69A0-F4C3C4B4A555}"/>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290419075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to </a:t>
            </a:r>
            <a:r>
              <a:rPr kumimoji="0" lang="en-US" sz="2400" b="1" i="0" u="none" strike="noStrike" kern="1200" cap="none" spc="0" normalizeH="0" baseline="0" noProof="0" dirty="0">
                <a:ln>
                  <a:noFill/>
                </a:ln>
                <a:solidFill>
                  <a:srgbClr val="FFFF00"/>
                </a:solidFill>
                <a:effectLst/>
                <a:uLnTx/>
                <a:uFillTx/>
                <a:ea typeface="+mn-ea"/>
                <a:cs typeface="+mn-cs"/>
              </a:rPr>
              <a:t>setup VS Code</a:t>
            </a:r>
            <a:r>
              <a:rPr kumimoji="0" lang="en-US" sz="2400" b="1" i="0" u="none" strike="noStrike" kern="1200" cap="none" spc="0" normalizeH="0" baseline="0" noProof="0" dirty="0">
                <a:ln>
                  <a:noFill/>
                </a:ln>
                <a:solidFill>
                  <a:schemeClr val="bg1"/>
                </a:solidFill>
                <a:effectLst/>
                <a:uLnTx/>
                <a:uFillTx/>
                <a:ea typeface="+mn-ea"/>
                <a:cs typeface="+mn-cs"/>
              </a:rPr>
              <a:t> for Java?</a:t>
            </a:r>
            <a:r>
              <a:rPr lang="en-US" sz="2400" b="1" dirty="0">
                <a:solidFill>
                  <a:schemeClr val="bg1"/>
                </a:solidFill>
                <a:ea typeface="+mn-ea"/>
                <a:cs typeface="+mn-cs"/>
              </a:rPr>
              <a:t> </a:t>
            </a:r>
            <a:r>
              <a:rPr kumimoji="0" lang="en-US" sz="2400" b="1" i="0" u="none" strike="noStrike" kern="1200" cap="none" spc="0" normalizeH="0" baseline="0" noProof="0" dirty="0">
                <a:ln>
                  <a:noFill/>
                </a:ln>
                <a:solidFill>
                  <a:schemeClr val="bg1"/>
                </a:solidFill>
                <a:effectLst/>
                <a:uLnTx/>
                <a:uFillTx/>
                <a:ea typeface="+mn-ea"/>
                <a:cs typeface="+mn-cs"/>
              </a:rPr>
              <a:t>(not an interview question)</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Diagram 3">
            <a:extLst>
              <a:ext uri="{FF2B5EF4-FFF2-40B4-BE49-F238E27FC236}">
                <a16:creationId xmlns:a16="http://schemas.microsoft.com/office/drawing/2014/main" id="{7A34502D-24ED-EA37-36AF-B9419A310944}"/>
              </a:ext>
            </a:extLst>
          </p:cNvPr>
          <p:cNvGraphicFramePr/>
          <p:nvPr/>
        </p:nvGraphicFramePr>
        <p:xfrm>
          <a:off x="490583" y="1202663"/>
          <a:ext cx="7791268" cy="521120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6" name="TextBox 5">
            <a:extLst>
              <a:ext uri="{FF2B5EF4-FFF2-40B4-BE49-F238E27FC236}">
                <a16:creationId xmlns:a16="http://schemas.microsoft.com/office/drawing/2014/main" id="{91AD8E56-0896-C47B-F77E-AF6AE691962C}"/>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41610362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a:ln>
                  <a:noFill/>
                </a:ln>
                <a:solidFill>
                  <a:srgbClr val="FFFF00"/>
                </a:solidFill>
                <a:effectLst/>
                <a:uLnTx/>
                <a:uFillTx/>
                <a:ea typeface="+mn-ea"/>
                <a:cs typeface="+mn-cs"/>
              </a:rPr>
              <a:t>main method</a:t>
            </a:r>
            <a:r>
              <a:rPr kumimoji="0" lang="en-US" sz="2400" b="1" i="0" u="none" strike="noStrike" kern="1200" cap="none" spc="0" normalizeH="0" baseline="0" noProof="0" dirty="0">
                <a:ln>
                  <a:noFill/>
                </a:ln>
                <a:solidFill>
                  <a:schemeClr val="bg1"/>
                </a:solidFill>
                <a:effectLst/>
                <a:uLnTx/>
                <a:uFillTx/>
                <a:ea typeface="+mn-ea"/>
                <a:cs typeface="+mn-cs"/>
              </a:rPr>
              <a:t> in Java? What is the role of </a:t>
            </a:r>
            <a:r>
              <a:rPr kumimoji="0" lang="en-US" sz="2400" b="1" i="0" u="none" strike="noStrike" kern="1200" cap="none" spc="0" normalizeH="0" baseline="0" noProof="0" dirty="0">
                <a:ln>
                  <a:noFill/>
                </a:ln>
                <a:solidFill>
                  <a:srgbClr val="FFFF00"/>
                </a:solidFill>
                <a:effectLst/>
                <a:uLnTx/>
                <a:uFillTx/>
                <a:ea typeface="+mn-ea"/>
                <a:cs typeface="+mn-cs"/>
              </a:rPr>
              <a:t>public, static</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void</a:t>
            </a:r>
            <a:r>
              <a:rPr kumimoji="0" lang="en-US" sz="2400" b="1" i="0" u="none" strike="noStrike" kern="1200" cap="none" spc="0" normalizeH="0" baseline="0" noProof="0" dirty="0">
                <a:ln>
                  <a:noFill/>
                </a:ln>
                <a:solidFill>
                  <a:schemeClr val="bg1"/>
                </a:solidFill>
                <a:effectLst/>
                <a:uLnTx/>
                <a:uFillTx/>
                <a:ea typeface="+mn-ea"/>
                <a:cs typeface="+mn-cs"/>
              </a:rPr>
              <a:t> in it?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6" name="Diagram 5">
            <a:extLst>
              <a:ext uri="{FF2B5EF4-FFF2-40B4-BE49-F238E27FC236}">
                <a16:creationId xmlns:a16="http://schemas.microsoft.com/office/drawing/2014/main" id="{4BD56C2F-72A3-B87D-A147-5026B35F6883}"/>
              </a:ext>
            </a:extLst>
          </p:cNvPr>
          <p:cNvGraphicFramePr/>
          <p:nvPr/>
        </p:nvGraphicFramePr>
        <p:xfrm>
          <a:off x="355693" y="1229951"/>
          <a:ext cx="10784114" cy="2265909"/>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35" name="Rectangle 34">
            <a:extLst>
              <a:ext uri="{FF2B5EF4-FFF2-40B4-BE49-F238E27FC236}">
                <a16:creationId xmlns:a16="http://schemas.microsoft.com/office/drawing/2014/main" id="{F6C22708-BFA0-0F4E-8C00-DEBD372E77CD}"/>
              </a:ext>
            </a:extLst>
          </p:cNvPr>
          <p:cNvSpPr/>
          <p:nvPr/>
        </p:nvSpPr>
        <p:spPr>
          <a:xfrm>
            <a:off x="2767458" y="3893651"/>
            <a:ext cx="5810483" cy="242229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FirstCode.java</a:t>
            </a:r>
            <a:endPar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8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8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FirstCode</a:t>
            </a: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8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8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8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8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8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8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8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8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8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8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Interview Happy</a:t>
            </a:r>
            <a:endParaRPr kumimoji="0" lang="en-IN"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pic>
        <p:nvPicPr>
          <p:cNvPr id="37" name="Picture 36">
            <a:extLst>
              <a:ext uri="{FF2B5EF4-FFF2-40B4-BE49-F238E27FC236}">
                <a16:creationId xmlns:a16="http://schemas.microsoft.com/office/drawing/2014/main" id="{F762D00C-3F0B-8672-34D5-AB6CAFFBB698}"/>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0085805" y="286418"/>
            <a:ext cx="875436" cy="348291"/>
          </a:xfrm>
          <a:prstGeom prst="rect">
            <a:avLst/>
          </a:prstGeom>
        </p:spPr>
      </p:pic>
      <p:cxnSp>
        <p:nvCxnSpPr>
          <p:cNvPr id="5" name="Straight Arrow Connector 4">
            <a:extLst>
              <a:ext uri="{FF2B5EF4-FFF2-40B4-BE49-F238E27FC236}">
                <a16:creationId xmlns:a16="http://schemas.microsoft.com/office/drawing/2014/main" id="{06789280-A801-9D0F-7E09-56B4083FCE99}"/>
              </a:ext>
            </a:extLst>
          </p:cNvPr>
          <p:cNvCxnSpPr>
            <a:cxnSpLocks/>
          </p:cNvCxnSpPr>
          <p:nvPr/>
        </p:nvCxnSpPr>
        <p:spPr>
          <a:xfrm flipV="1">
            <a:off x="4238171" y="3570216"/>
            <a:ext cx="0" cy="129207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a:extLst>
              <a:ext uri="{FF2B5EF4-FFF2-40B4-BE49-F238E27FC236}">
                <a16:creationId xmlns:a16="http://schemas.microsoft.com/office/drawing/2014/main" id="{D98F7AF1-EFBF-AA85-9B63-FF6700C97CB2}"/>
              </a:ext>
            </a:extLst>
          </p:cNvPr>
          <p:cNvCxnSpPr>
            <a:cxnSpLocks/>
          </p:cNvCxnSpPr>
          <p:nvPr/>
        </p:nvCxnSpPr>
        <p:spPr>
          <a:xfrm flipH="1" flipV="1">
            <a:off x="1459650" y="3570216"/>
            <a:ext cx="1878636" cy="129207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FC4A3551-5687-B4C0-EA93-5F780EBF1A36}"/>
              </a:ext>
            </a:extLst>
          </p:cNvPr>
          <p:cNvCxnSpPr>
            <a:cxnSpLocks/>
          </p:cNvCxnSpPr>
          <p:nvPr/>
        </p:nvCxnSpPr>
        <p:spPr>
          <a:xfrm flipV="1">
            <a:off x="5160793" y="3495860"/>
            <a:ext cx="1878636" cy="1366426"/>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35581AC0-DFDF-16BB-7A21-10301070FBCF}"/>
              </a:ext>
            </a:extLst>
          </p:cNvPr>
          <p:cNvCxnSpPr>
            <a:cxnSpLocks/>
          </p:cNvCxnSpPr>
          <p:nvPr/>
        </p:nvCxnSpPr>
        <p:spPr>
          <a:xfrm flipV="1">
            <a:off x="5878286" y="3570216"/>
            <a:ext cx="3816614" cy="129207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EFF2B801-CCC6-06D8-4A88-26D5854B45AB}"/>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205987012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a:ln>
                  <a:noFill/>
                </a:ln>
                <a:solidFill>
                  <a:srgbClr val="FFFF00"/>
                </a:solidFill>
                <a:effectLst/>
                <a:uLnTx/>
                <a:uFillTx/>
                <a:ea typeface="+mn-ea"/>
                <a:cs typeface="+mn-cs"/>
              </a:rPr>
              <a:t>Java Bytecode</a:t>
            </a:r>
            <a:r>
              <a:rPr kumimoji="0" lang="en-US" sz="2400" b="1" i="0" u="none" strike="noStrike" kern="1200" cap="none" spc="0" normalizeH="0" baseline="0" noProof="0" dirty="0">
                <a:ln>
                  <a:noFill/>
                </a:ln>
                <a:solidFill>
                  <a:schemeClr val="bg1"/>
                </a:solidFill>
                <a:effectLst/>
                <a:uLnTx/>
                <a:uFillTx/>
                <a:ea typeface="+mn-ea"/>
                <a:cs typeface="+mn-cs"/>
              </a:rPr>
              <a:t>? What is high-level, low-level code?</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E18A36FF-A15C-A7C0-AC6C-BE17BFB5DD8F}"/>
              </a:ext>
            </a:extLst>
          </p:cNvPr>
          <p:cNvSpPr txBox="1"/>
          <p:nvPr/>
        </p:nvSpPr>
        <p:spPr>
          <a:xfrm>
            <a:off x="355694" y="1104457"/>
            <a:ext cx="5963462"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bytecode is a platform-independent intermediate code generated by the Java compiler(</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javac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pic>
        <p:nvPicPr>
          <p:cNvPr id="11" name="Graphic 10" descr="Artificial Intelligence with solid fill">
            <a:extLst>
              <a:ext uri="{FF2B5EF4-FFF2-40B4-BE49-F238E27FC236}">
                <a16:creationId xmlns:a16="http://schemas.microsoft.com/office/drawing/2014/main" id="{0B9B1D6E-371C-30F4-0F57-7DCA7A0EAD1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932155" y="136472"/>
            <a:ext cx="559216" cy="559216"/>
          </a:xfrm>
          <a:prstGeom prst="rect">
            <a:avLst/>
          </a:prstGeom>
        </p:spPr>
      </p:pic>
      <p:pic>
        <p:nvPicPr>
          <p:cNvPr id="15" name="Picture 14">
            <a:extLst>
              <a:ext uri="{FF2B5EF4-FFF2-40B4-BE49-F238E27FC236}">
                <a16:creationId xmlns:a16="http://schemas.microsoft.com/office/drawing/2014/main" id="{DEF26B73-EA8E-B258-AAC0-684AC160488B}"/>
              </a:ext>
            </a:extLst>
          </p:cNvPr>
          <p:cNvPicPr>
            <a:picLocks noChangeAspect="1"/>
          </p:cNvPicPr>
          <p:nvPr/>
        </p:nvPicPr>
        <p:blipFill>
          <a:blip r:embed="rId6"/>
          <a:stretch>
            <a:fillRect/>
          </a:stretch>
        </p:blipFill>
        <p:spPr>
          <a:xfrm>
            <a:off x="7347851" y="2831934"/>
            <a:ext cx="4142126" cy="3902361"/>
          </a:xfrm>
          <a:prstGeom prst="rect">
            <a:avLst/>
          </a:prstGeom>
        </p:spPr>
      </p:pic>
      <p:sp>
        <p:nvSpPr>
          <p:cNvPr id="17" name="TextBox 16">
            <a:extLst>
              <a:ext uri="{FF2B5EF4-FFF2-40B4-BE49-F238E27FC236}">
                <a16:creationId xmlns:a16="http://schemas.microsoft.com/office/drawing/2014/main" id="{CFEB425D-6C56-45B3-67D7-78B7BBF39995}"/>
              </a:ext>
            </a:extLst>
          </p:cNvPr>
          <p:cNvSpPr txBox="1"/>
          <p:nvPr/>
        </p:nvSpPr>
        <p:spPr>
          <a:xfrm>
            <a:off x="10217425" y="2850532"/>
            <a:ext cx="144563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Calibri" panose="020F0502020204030204"/>
                <a:ea typeface="+mn-ea"/>
                <a:cs typeface="+mn-cs"/>
              </a:rPr>
              <a:t>Java bytecode</a:t>
            </a:r>
            <a:endParaRPr kumimoji="0" lang="en-IN" sz="1600" b="0" i="0" u="none" strike="noStrike" kern="1200" cap="none" spc="0" normalizeH="0" baseline="0" noProof="0" dirty="0">
              <a:ln>
                <a:noFill/>
              </a:ln>
              <a:solidFill>
                <a:srgbClr val="FFFF00"/>
              </a:solidFill>
              <a:effectLst/>
              <a:uLnTx/>
              <a:uFillTx/>
              <a:latin typeface="Calibri" panose="020F0502020204030204"/>
              <a:ea typeface="+mn-ea"/>
              <a:cs typeface="+mn-cs"/>
            </a:endParaRPr>
          </a:p>
        </p:txBody>
      </p:sp>
      <p:sp>
        <p:nvSpPr>
          <p:cNvPr id="21" name="Arrow: Right 20">
            <a:extLst>
              <a:ext uri="{FF2B5EF4-FFF2-40B4-BE49-F238E27FC236}">
                <a16:creationId xmlns:a16="http://schemas.microsoft.com/office/drawing/2014/main" id="{E1127565-C382-83C0-7B60-349B29D3497A}"/>
              </a:ext>
            </a:extLst>
          </p:cNvPr>
          <p:cNvSpPr/>
          <p:nvPr/>
        </p:nvSpPr>
        <p:spPr>
          <a:xfrm rot="5400000">
            <a:off x="9166317" y="2405286"/>
            <a:ext cx="441468" cy="449023"/>
          </a:xfrm>
          <a:prstGeom prst="rightArrow">
            <a:avLst/>
          </a:prstGeom>
          <a:solidFill>
            <a:srgbClr val="FFFF00"/>
          </a:solidFill>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7A78204B-6255-416E-DD1B-8203CDACCC2A}"/>
              </a:ext>
            </a:extLst>
          </p:cNvPr>
          <p:cNvSpPr txBox="1"/>
          <p:nvPr/>
        </p:nvSpPr>
        <p:spPr>
          <a:xfrm>
            <a:off x="7918033" y="2441925"/>
            <a:ext cx="124450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JDK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javac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FD140F64-3B51-0A79-411B-4FB8E0130702}"/>
              </a:ext>
            </a:extLst>
          </p:cNvPr>
          <p:cNvSpPr/>
          <p:nvPr/>
        </p:nvSpPr>
        <p:spPr>
          <a:xfrm>
            <a:off x="7070392" y="1020032"/>
            <a:ext cx="4633319" cy="142189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FirstCode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4" name="Diagram 3">
            <a:extLst>
              <a:ext uri="{FF2B5EF4-FFF2-40B4-BE49-F238E27FC236}">
                <a16:creationId xmlns:a16="http://schemas.microsoft.com/office/drawing/2014/main" id="{B124BA6D-9E0F-D9D0-A575-164233B85479}"/>
              </a:ext>
            </a:extLst>
          </p:cNvPr>
          <p:cNvGraphicFramePr/>
          <p:nvPr/>
        </p:nvGraphicFramePr>
        <p:xfrm>
          <a:off x="716895" y="2334593"/>
          <a:ext cx="4127254" cy="2547650"/>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7" name="TextBox 6">
            <a:extLst>
              <a:ext uri="{FF2B5EF4-FFF2-40B4-BE49-F238E27FC236}">
                <a16:creationId xmlns:a16="http://schemas.microsoft.com/office/drawing/2014/main" id="{B2BBE804-64EB-75F4-3DF3-182FD88A884A}"/>
              </a:ext>
            </a:extLst>
          </p:cNvPr>
          <p:cNvSpPr txBox="1"/>
          <p:nvPr/>
        </p:nvSpPr>
        <p:spPr>
          <a:xfrm>
            <a:off x="10818238" y="1002149"/>
            <a:ext cx="844826" cy="37350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rPr>
              <a:t>Java</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722AEEED-22CC-5782-CE98-C2FFF9B7F5F6}"/>
              </a:ext>
            </a:extLst>
          </p:cNvPr>
          <p:cNvSpPr txBox="1"/>
          <p:nvPr/>
        </p:nvSpPr>
        <p:spPr>
          <a:xfrm>
            <a:off x="10405730" y="6485478"/>
            <a:ext cx="1786270" cy="307777"/>
          </a:xfrm>
          <a:prstGeom prst="rect">
            <a:avLst/>
          </a:prstGeom>
          <a:noFill/>
        </p:spPr>
        <p:txBody>
          <a:bodyPr wrap="square">
            <a:spAutoFit/>
          </a:bodyPr>
          <a:lstStyle/>
          <a:p>
            <a:r>
              <a:rPr lang="en-US" sz="1400" dirty="0">
                <a:hlinkClick r:id="rId12" action="ppaction://hlinksldjump"/>
              </a:rPr>
              <a:t>back to chapter index</a:t>
            </a:r>
            <a:endParaRPr lang="en-IN" sz="1400" dirty="0"/>
          </a:p>
        </p:txBody>
      </p:sp>
    </p:spTree>
    <p:extLst>
      <p:ext uri="{BB962C8B-B14F-4D97-AF65-F5344CB8AC3E}">
        <p14:creationId xmlns:p14="http://schemas.microsoft.com/office/powerpoint/2010/main" val="367298750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551194"/>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variables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&amp;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data types</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What are the types of data types?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primitive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data types?</a:t>
            </a:r>
            <a:endPar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endParaRP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reference/ non-primitive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data types?</a:t>
            </a:r>
            <a:endPar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endParaRP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are the differences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primitive</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reference</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data types?</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2. Variables &amp; Data types</a:t>
            </a:r>
            <a:endParaRPr lang="en-IN" b="1" dirty="0"/>
          </a:p>
        </p:txBody>
      </p:sp>
      <p:pic>
        <p:nvPicPr>
          <p:cNvPr id="3" name="Picture 2" descr="Download Programming Iphone Java Logo On Black Wallpaper | Wallpapers.com">
            <a:extLst>
              <a:ext uri="{FF2B5EF4-FFF2-40B4-BE49-F238E27FC236}">
                <a16:creationId xmlns:a16="http://schemas.microsoft.com/office/drawing/2014/main" id="{24571D13-B591-39F1-69C1-D46EA26C00CC}"/>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a:extLst>
              <a:ext uri="{FF2B5EF4-FFF2-40B4-BE49-F238E27FC236}">
                <a16:creationId xmlns:a16="http://schemas.microsoft.com/office/drawing/2014/main" id="{2B3C302A-D2F5-E177-EB10-A697EE3E923B}"/>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173672" y="2723617"/>
            <a:ext cx="636255" cy="253133"/>
          </a:xfrm>
          <a:prstGeom prst="rect">
            <a:avLst/>
          </a:prstGeom>
        </p:spPr>
      </p:pic>
      <p:sp>
        <p:nvSpPr>
          <p:cNvPr id="5" name="TextBox 4">
            <a:extLst>
              <a:ext uri="{FF2B5EF4-FFF2-40B4-BE49-F238E27FC236}">
                <a16:creationId xmlns:a16="http://schemas.microsoft.com/office/drawing/2014/main" id="{4D19816C-7DD3-DB7E-D4BB-9ACEA0CEFC15}"/>
              </a:ext>
            </a:extLst>
          </p:cNvPr>
          <p:cNvSpPr txBox="1"/>
          <p:nvPr/>
        </p:nvSpPr>
        <p:spPr>
          <a:xfrm>
            <a:off x="10342731" y="6373174"/>
            <a:ext cx="1972639" cy="307777"/>
          </a:xfrm>
          <a:prstGeom prst="rect">
            <a:avLst/>
          </a:prstGeom>
          <a:noFill/>
        </p:spPr>
        <p:txBody>
          <a:bodyPr wrap="square">
            <a:spAutoFit/>
          </a:bodyPr>
          <a:lstStyle/>
          <a:p>
            <a:r>
              <a:rPr lang="en-US" sz="1400" dirty="0">
                <a:hlinkClick r:id="rId9" action="ppaction://hlinksldjump"/>
              </a:rPr>
              <a:t>Back to main index</a:t>
            </a:r>
            <a:endParaRPr lang="en-IN" sz="1400" dirty="0"/>
          </a:p>
        </p:txBody>
      </p:sp>
    </p:spTree>
    <p:extLst>
      <p:ext uri="{BB962C8B-B14F-4D97-AF65-F5344CB8AC3E}">
        <p14:creationId xmlns:p14="http://schemas.microsoft.com/office/powerpoint/2010/main" val="3548662093"/>
      </p:ext>
    </p:extLst>
  </p:cSld>
  <p:clrMapOvr>
    <a:overrideClrMapping bg1="dk1" tx1="lt1" bg2="dk2" tx2="lt2" accent1="accent1" accent2="accent2" accent3="accent3" accent4="accent4" accent5="accent5" accent6="accent6" hlink="hlink" folHlink="folHlink"/>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variables</a:t>
            </a:r>
            <a:r>
              <a:rPr kumimoji="0" lang="en-US" sz="2400" b="1" i="0" u="none" strike="noStrike" kern="1200" cap="none" spc="0" normalizeH="0" baseline="0" noProof="0" dirty="0">
                <a:ln>
                  <a:noFill/>
                </a:ln>
                <a:solidFill>
                  <a:schemeClr val="bg1"/>
                </a:solidFill>
                <a:effectLst/>
                <a:uLnTx/>
                <a:uFillTx/>
                <a:ea typeface="+mn-ea"/>
                <a:cs typeface="+mn-cs"/>
              </a:rPr>
              <a:t> &amp; </a:t>
            </a:r>
            <a:r>
              <a:rPr kumimoji="0" lang="en-US" sz="2400" b="1" i="0" u="none" strike="noStrike" kern="1200" cap="none" spc="0" normalizeH="0" baseline="0" noProof="0" dirty="0">
                <a:ln>
                  <a:noFill/>
                </a:ln>
                <a:solidFill>
                  <a:srgbClr val="FFFF00"/>
                </a:solidFill>
                <a:effectLst/>
                <a:uLnTx/>
                <a:uFillTx/>
                <a:ea typeface="+mn-ea"/>
                <a:cs typeface="+mn-cs"/>
              </a:rPr>
              <a:t>data types</a:t>
            </a:r>
            <a:r>
              <a:rPr kumimoji="0" lang="en-US" sz="2400" b="1" i="0" u="none" strike="noStrike" kern="1200" cap="none" spc="0" normalizeH="0" baseline="0" noProof="0" dirty="0">
                <a:ln>
                  <a:noFill/>
                </a:ln>
                <a:solidFill>
                  <a:schemeClr val="bg1"/>
                </a:solidFill>
                <a:effectLst/>
                <a:uLnTx/>
                <a:uFillTx/>
                <a:ea typeface="+mn-ea"/>
                <a:cs typeface="+mn-cs"/>
              </a:rPr>
              <a:t>? What are the types of data types?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E18A36FF-A15C-A7C0-AC6C-BE17BFB5DD8F}"/>
              </a:ext>
            </a:extLst>
          </p:cNvPr>
          <p:cNvSpPr txBox="1"/>
          <p:nvPr/>
        </p:nvSpPr>
        <p:spPr>
          <a:xfrm>
            <a:off x="327316" y="1168805"/>
            <a:ext cx="4838947" cy="80021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Variables are used to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store data</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 types define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type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variable.</a:t>
            </a:r>
          </a:p>
        </p:txBody>
      </p:sp>
      <p:graphicFrame>
        <p:nvGraphicFramePr>
          <p:cNvPr id="4" name="Diagram 3">
            <a:extLst>
              <a:ext uri="{FF2B5EF4-FFF2-40B4-BE49-F238E27FC236}">
                <a16:creationId xmlns:a16="http://schemas.microsoft.com/office/drawing/2014/main" id="{11FB6A97-A18C-2CF4-EE7A-337887B593A5}"/>
              </a:ext>
            </a:extLst>
          </p:cNvPr>
          <p:cNvGraphicFramePr/>
          <p:nvPr/>
        </p:nvGraphicFramePr>
        <p:xfrm>
          <a:off x="355693" y="2305669"/>
          <a:ext cx="4838947" cy="4164521"/>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5" name="Rectangle 4">
            <a:extLst>
              <a:ext uri="{FF2B5EF4-FFF2-40B4-BE49-F238E27FC236}">
                <a16:creationId xmlns:a16="http://schemas.microsoft.com/office/drawing/2014/main" id="{52CE89BD-9587-7862-9676-BBD218CEF6EC}"/>
              </a:ext>
            </a:extLst>
          </p:cNvPr>
          <p:cNvSpPr/>
          <p:nvPr/>
        </p:nvSpPr>
        <p:spPr>
          <a:xfrm>
            <a:off x="5999967" y="1168805"/>
            <a:ext cx="6025019" cy="365371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DataTypes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variable declaration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variable initialization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//declaration &amp; initialization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100 200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6" name="TextBox 5">
            <a:extLst>
              <a:ext uri="{FF2B5EF4-FFF2-40B4-BE49-F238E27FC236}">
                <a16:creationId xmlns:a16="http://schemas.microsoft.com/office/drawing/2014/main" id="{313F65D0-3FE2-2B00-EE57-EC3F5E5DAACA}"/>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363518050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primitive</a:t>
            </a:r>
            <a:r>
              <a:rPr kumimoji="0" lang="en-US" sz="2400" b="1" i="0" u="none" strike="noStrike" kern="1200" cap="none" spc="0" normalizeH="0" baseline="0" noProof="0" dirty="0">
                <a:ln>
                  <a:noFill/>
                </a:ln>
                <a:solidFill>
                  <a:schemeClr val="bg1"/>
                </a:solidFill>
                <a:effectLst/>
                <a:uLnTx/>
                <a:uFillTx/>
                <a:ea typeface="+mn-ea"/>
                <a:cs typeface="+mn-cs"/>
              </a:rPr>
              <a:t> </a:t>
            </a:r>
            <a:r>
              <a:rPr kumimoji="0" lang="en-US" sz="2400" b="1" i="0" u="none" strike="noStrike" kern="1200" cap="none" spc="0" normalizeH="0" baseline="0" noProof="0" dirty="0">
                <a:ln>
                  <a:noFill/>
                </a:ln>
                <a:solidFill>
                  <a:srgbClr val="FFFF00"/>
                </a:solidFill>
                <a:effectLst/>
                <a:uLnTx/>
                <a:uFillTx/>
                <a:ea typeface="+mn-ea"/>
                <a:cs typeface="+mn-cs"/>
              </a:rPr>
              <a:t>data types</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E18A36FF-A15C-A7C0-AC6C-BE17BFB5DD8F}"/>
              </a:ext>
            </a:extLst>
          </p:cNvPr>
          <p:cNvSpPr txBox="1"/>
          <p:nvPr/>
        </p:nvSpPr>
        <p:spPr>
          <a:xfrm>
            <a:off x="327317" y="1168805"/>
            <a:ext cx="3981636"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Primitive data types in Java are basic,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built-in data types that directly store values in memory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aphicFrame>
        <p:nvGraphicFramePr>
          <p:cNvPr id="6" name="Table 5">
            <a:extLst>
              <a:ext uri="{FF2B5EF4-FFF2-40B4-BE49-F238E27FC236}">
                <a16:creationId xmlns:a16="http://schemas.microsoft.com/office/drawing/2014/main" id="{56DF7F34-2250-357A-4125-997C5B012768}"/>
              </a:ext>
            </a:extLst>
          </p:cNvPr>
          <p:cNvGraphicFramePr>
            <a:graphicFrameLocks noGrp="1"/>
          </p:cNvGraphicFramePr>
          <p:nvPr/>
        </p:nvGraphicFramePr>
        <p:xfrm>
          <a:off x="656635" y="3773020"/>
          <a:ext cx="3141857" cy="731520"/>
        </p:xfrm>
        <a:graphic>
          <a:graphicData uri="http://schemas.openxmlformats.org/drawingml/2006/table">
            <a:tbl>
              <a:tblPr firstRow="1" bandRow="1">
                <a:tableStyleId>{7DF18680-E054-41AD-8BC1-D1AEF772440D}</a:tableStyleId>
              </a:tblPr>
              <a:tblGrid>
                <a:gridCol w="1011618">
                  <a:extLst>
                    <a:ext uri="{9D8B030D-6E8A-4147-A177-3AD203B41FA5}">
                      <a16:colId xmlns:a16="http://schemas.microsoft.com/office/drawing/2014/main" val="3484456502"/>
                    </a:ext>
                  </a:extLst>
                </a:gridCol>
                <a:gridCol w="762381">
                  <a:extLst>
                    <a:ext uri="{9D8B030D-6E8A-4147-A177-3AD203B41FA5}">
                      <a16:colId xmlns:a16="http://schemas.microsoft.com/office/drawing/2014/main" val="3449044342"/>
                    </a:ext>
                  </a:extLst>
                </a:gridCol>
                <a:gridCol w="1367858">
                  <a:extLst>
                    <a:ext uri="{9D8B030D-6E8A-4147-A177-3AD203B41FA5}">
                      <a16:colId xmlns:a16="http://schemas.microsoft.com/office/drawing/2014/main" val="3356505578"/>
                    </a:ext>
                  </a:extLst>
                </a:gridCol>
              </a:tblGrid>
              <a:tr h="284306">
                <a:tc>
                  <a:txBody>
                    <a:bodyPr/>
                    <a:lstStyle/>
                    <a:p>
                      <a:pPr algn="ctr"/>
                      <a:r>
                        <a:rPr lang="en-US" dirty="0"/>
                        <a:t>Variable</a:t>
                      </a:r>
                      <a:endParaRPr lang="en-IN" dirty="0"/>
                    </a:p>
                  </a:txBody>
                  <a:tcPr anchor="ctr"/>
                </a:tc>
                <a:tc>
                  <a:txBody>
                    <a:bodyPr/>
                    <a:lstStyle/>
                    <a:p>
                      <a:pPr algn="ctr"/>
                      <a:r>
                        <a:rPr lang="en-US" dirty="0"/>
                        <a:t>Value</a:t>
                      </a:r>
                      <a:endParaRPr lang="en-IN" dirty="0"/>
                    </a:p>
                  </a:txBody>
                  <a:tcPr anchor="ctr"/>
                </a:tc>
                <a:tc>
                  <a:txBody>
                    <a:bodyPr/>
                    <a:lstStyle/>
                    <a:p>
                      <a:pPr algn="ctr"/>
                      <a:r>
                        <a:rPr lang="en-US" dirty="0"/>
                        <a:t>Address</a:t>
                      </a:r>
                      <a:endParaRPr lang="en-IN" dirty="0"/>
                    </a:p>
                  </a:txBody>
                  <a:tcPr anchor="ctr"/>
                </a:tc>
                <a:extLst>
                  <a:ext uri="{0D108BD9-81ED-4DB2-BD59-A6C34878D82A}">
                    <a16:rowId xmlns:a16="http://schemas.microsoft.com/office/drawing/2014/main" val="415916861"/>
                  </a:ext>
                </a:extLst>
              </a:tr>
              <a:tr h="284306">
                <a:tc>
                  <a:txBody>
                    <a:bodyPr/>
                    <a:lstStyle/>
                    <a:p>
                      <a:pPr algn="ctr"/>
                      <a:r>
                        <a:rPr lang="en-US" dirty="0"/>
                        <a:t>x</a:t>
                      </a:r>
                      <a:endParaRPr lang="en-IN" dirty="0"/>
                    </a:p>
                  </a:txBody>
                  <a:tcPr anchor="ctr"/>
                </a:tc>
                <a:tc>
                  <a:txBody>
                    <a:bodyPr/>
                    <a:lstStyle/>
                    <a:p>
                      <a:pPr algn="ctr"/>
                      <a:r>
                        <a:rPr lang="en-US" dirty="0"/>
                        <a:t>10</a:t>
                      </a:r>
                      <a:endParaRPr lang="en-IN" dirty="0"/>
                    </a:p>
                  </a:txBody>
                  <a:tcPr anchor="ctr"/>
                </a:tc>
                <a:tc>
                  <a:txBody>
                    <a:bodyPr/>
                    <a:lstStyle/>
                    <a:p>
                      <a:pPr algn="ctr"/>
                      <a:r>
                        <a:rPr lang="en-US" dirty="0"/>
                        <a:t>9999XX</a:t>
                      </a:r>
                      <a:endParaRPr lang="en-IN" dirty="0"/>
                    </a:p>
                  </a:txBody>
                  <a:tcPr anchor="ctr"/>
                </a:tc>
                <a:extLst>
                  <a:ext uri="{0D108BD9-81ED-4DB2-BD59-A6C34878D82A}">
                    <a16:rowId xmlns:a16="http://schemas.microsoft.com/office/drawing/2014/main" val="878826909"/>
                  </a:ext>
                </a:extLst>
              </a:tr>
            </a:tbl>
          </a:graphicData>
        </a:graphic>
      </p:graphicFrame>
      <p:pic>
        <p:nvPicPr>
          <p:cNvPr id="11" name="Picture 10">
            <a:extLst>
              <a:ext uri="{FF2B5EF4-FFF2-40B4-BE49-F238E27FC236}">
                <a16:creationId xmlns:a16="http://schemas.microsoft.com/office/drawing/2014/main" id="{4F5126A2-1D5C-E8D4-60E6-E4356455A547}"/>
              </a:ext>
            </a:extLst>
          </p:cNvPr>
          <p:cNvPicPr>
            <a:picLocks noChangeAspect="1"/>
          </p:cNvPicPr>
          <p:nvPr/>
        </p:nvPicPr>
        <p:blipFill rotWithShape="1">
          <a:blip r:embed="rId4"/>
          <a:srcRect b="54734"/>
          <a:stretch/>
        </p:blipFill>
        <p:spPr>
          <a:xfrm>
            <a:off x="5211169" y="1181332"/>
            <a:ext cx="6784434" cy="2255916"/>
          </a:xfrm>
          <a:prstGeom prst="rect">
            <a:avLst/>
          </a:prstGeom>
        </p:spPr>
      </p:pic>
      <p:pic>
        <p:nvPicPr>
          <p:cNvPr id="12" name="Picture 11">
            <a:extLst>
              <a:ext uri="{FF2B5EF4-FFF2-40B4-BE49-F238E27FC236}">
                <a16:creationId xmlns:a16="http://schemas.microsoft.com/office/drawing/2014/main" id="{30A33E25-C0FA-8B8D-08B0-183AAC9E8C7B}"/>
              </a:ext>
            </a:extLst>
          </p:cNvPr>
          <p:cNvPicPr>
            <a:picLocks noChangeAspect="1"/>
          </p:cNvPicPr>
          <p:nvPr/>
        </p:nvPicPr>
        <p:blipFill rotWithShape="1">
          <a:blip r:embed="rId4"/>
          <a:srcRect t="45038" b="34141"/>
          <a:stretch/>
        </p:blipFill>
        <p:spPr>
          <a:xfrm>
            <a:off x="5211169" y="3345730"/>
            <a:ext cx="6784433" cy="1037692"/>
          </a:xfrm>
          <a:prstGeom prst="rect">
            <a:avLst/>
          </a:prstGeom>
        </p:spPr>
      </p:pic>
      <p:pic>
        <p:nvPicPr>
          <p:cNvPr id="13" name="Picture 12">
            <a:extLst>
              <a:ext uri="{FF2B5EF4-FFF2-40B4-BE49-F238E27FC236}">
                <a16:creationId xmlns:a16="http://schemas.microsoft.com/office/drawing/2014/main" id="{0DD2387E-EB63-1531-261A-8493124391AD}"/>
              </a:ext>
            </a:extLst>
          </p:cNvPr>
          <p:cNvPicPr>
            <a:picLocks noChangeAspect="1"/>
          </p:cNvPicPr>
          <p:nvPr/>
        </p:nvPicPr>
        <p:blipFill rotWithShape="1">
          <a:blip r:embed="rId4"/>
          <a:srcRect t="63384" b="20826"/>
          <a:stretch/>
        </p:blipFill>
        <p:spPr>
          <a:xfrm>
            <a:off x="5211171" y="4341325"/>
            <a:ext cx="6784431" cy="786958"/>
          </a:xfrm>
          <a:prstGeom prst="rect">
            <a:avLst/>
          </a:prstGeom>
        </p:spPr>
      </p:pic>
      <p:pic>
        <p:nvPicPr>
          <p:cNvPr id="14" name="Picture 13">
            <a:extLst>
              <a:ext uri="{FF2B5EF4-FFF2-40B4-BE49-F238E27FC236}">
                <a16:creationId xmlns:a16="http://schemas.microsoft.com/office/drawing/2014/main" id="{D16F8C91-19B3-2D21-8914-1DD9E9D0DFF8}"/>
              </a:ext>
            </a:extLst>
          </p:cNvPr>
          <p:cNvPicPr>
            <a:picLocks noChangeAspect="1"/>
          </p:cNvPicPr>
          <p:nvPr/>
        </p:nvPicPr>
        <p:blipFill rotWithShape="1">
          <a:blip r:embed="rId4"/>
          <a:srcRect t="78630" b="2479"/>
          <a:stretch/>
        </p:blipFill>
        <p:spPr>
          <a:xfrm>
            <a:off x="5211169" y="5058482"/>
            <a:ext cx="6784433" cy="941485"/>
          </a:xfrm>
          <a:prstGeom prst="rect">
            <a:avLst/>
          </a:prstGeom>
        </p:spPr>
      </p:pic>
      <p:pic>
        <p:nvPicPr>
          <p:cNvPr id="26" name="Picture 25">
            <a:extLst>
              <a:ext uri="{FF2B5EF4-FFF2-40B4-BE49-F238E27FC236}">
                <a16:creationId xmlns:a16="http://schemas.microsoft.com/office/drawing/2014/main" id="{4079035A-98CE-0213-431C-DA63F4C4B931}"/>
              </a:ext>
            </a:extLst>
          </p:cNvPr>
          <p:cNvPicPr>
            <a:picLocks noChangeAspect="1"/>
          </p:cNvPicPr>
          <p:nvPr/>
        </p:nvPicPr>
        <p:blipFill rotWithShape="1">
          <a:blip r:embed="rId5"/>
          <a:srcRect b="50000"/>
          <a:stretch/>
        </p:blipFill>
        <p:spPr>
          <a:xfrm>
            <a:off x="656635" y="2486414"/>
            <a:ext cx="3101350" cy="859316"/>
          </a:xfrm>
          <a:prstGeom prst="rect">
            <a:avLst/>
          </a:prstGeom>
        </p:spPr>
      </p:pic>
      <p:sp>
        <p:nvSpPr>
          <p:cNvPr id="39" name="TextBox 38">
            <a:extLst>
              <a:ext uri="{FF2B5EF4-FFF2-40B4-BE49-F238E27FC236}">
                <a16:creationId xmlns:a16="http://schemas.microsoft.com/office/drawing/2014/main" id="{28BD15D4-9867-3AAD-025D-024AE7829445}"/>
              </a:ext>
            </a:extLst>
          </p:cNvPr>
          <p:cNvSpPr txBox="1"/>
          <p:nvPr/>
        </p:nvSpPr>
        <p:spPr>
          <a:xfrm>
            <a:off x="3602293" y="3858209"/>
            <a:ext cx="1345805"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Memory (stack)</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1" name="Straight Arrow Connector 40">
            <a:extLst>
              <a:ext uri="{FF2B5EF4-FFF2-40B4-BE49-F238E27FC236}">
                <a16:creationId xmlns:a16="http://schemas.microsoft.com/office/drawing/2014/main" id="{44E2A6B8-3CB6-6D10-AC7C-AFED5066B497}"/>
              </a:ext>
            </a:extLst>
          </p:cNvPr>
          <p:cNvCxnSpPr/>
          <p:nvPr/>
        </p:nvCxnSpPr>
        <p:spPr>
          <a:xfrm>
            <a:off x="1353128" y="3296794"/>
            <a:ext cx="0" cy="518846"/>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a:extLst>
              <a:ext uri="{FF2B5EF4-FFF2-40B4-BE49-F238E27FC236}">
                <a16:creationId xmlns:a16="http://schemas.microsoft.com/office/drawing/2014/main" id="{64E410EC-E1F3-D34D-3000-88151FD36741}"/>
              </a:ext>
            </a:extLst>
          </p:cNvPr>
          <p:cNvCxnSpPr>
            <a:cxnSpLocks/>
          </p:cNvCxnSpPr>
          <p:nvPr/>
        </p:nvCxnSpPr>
        <p:spPr>
          <a:xfrm>
            <a:off x="1918887" y="3173734"/>
            <a:ext cx="0" cy="641906"/>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A8D451F8-7DA6-9AC5-8CC9-B11E380A9083}"/>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123798869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reference/ non-primitive </a:t>
            </a:r>
            <a:r>
              <a:rPr kumimoji="0" lang="en-US" sz="2400" b="1" i="0" u="none" strike="noStrike" kern="1200" cap="none" spc="0" normalizeH="0" baseline="0" noProof="0" dirty="0">
                <a:ln>
                  <a:noFill/>
                </a:ln>
                <a:solidFill>
                  <a:schemeClr val="bg1"/>
                </a:solidFill>
                <a:effectLst/>
                <a:uLnTx/>
                <a:uFillTx/>
                <a:ea typeface="+mn-ea"/>
                <a:cs typeface="+mn-cs"/>
              </a:rPr>
              <a:t>data types?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E18A36FF-A15C-A7C0-AC6C-BE17BFB5DD8F}"/>
              </a:ext>
            </a:extLst>
          </p:cNvPr>
          <p:cNvSpPr txBox="1"/>
          <p:nvPr/>
        </p:nvSpPr>
        <p:spPr>
          <a:xfrm>
            <a:off x="327315" y="1008164"/>
            <a:ext cx="6336497"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Reference (or non-primitive) data types in Java are data types that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do not store the actual data directly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but instead store references (heap memory addresses) to values in memory.</a:t>
            </a:r>
          </a:p>
        </p:txBody>
      </p:sp>
      <p:pic>
        <p:nvPicPr>
          <p:cNvPr id="6" name="Picture 5">
            <a:extLst>
              <a:ext uri="{FF2B5EF4-FFF2-40B4-BE49-F238E27FC236}">
                <a16:creationId xmlns:a16="http://schemas.microsoft.com/office/drawing/2014/main" id="{D436D52E-448E-FF6E-6D37-4CAE427927A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465786" y="335507"/>
            <a:ext cx="875436" cy="348291"/>
          </a:xfrm>
          <a:prstGeom prst="rect">
            <a:avLst/>
          </a:prstGeom>
        </p:spPr>
      </p:pic>
      <p:pic>
        <p:nvPicPr>
          <p:cNvPr id="8" name="Picture 7">
            <a:extLst>
              <a:ext uri="{FF2B5EF4-FFF2-40B4-BE49-F238E27FC236}">
                <a16:creationId xmlns:a16="http://schemas.microsoft.com/office/drawing/2014/main" id="{C93C5FEE-CA0A-C256-884C-B296320120A7}"/>
              </a:ext>
            </a:extLst>
          </p:cNvPr>
          <p:cNvPicPr>
            <a:picLocks noChangeAspect="1"/>
          </p:cNvPicPr>
          <p:nvPr/>
        </p:nvPicPr>
        <p:blipFill rotWithShape="1">
          <a:blip r:embed="rId5"/>
          <a:srcRect t="49036" b="964"/>
          <a:stretch/>
        </p:blipFill>
        <p:spPr>
          <a:xfrm>
            <a:off x="884714" y="2664507"/>
            <a:ext cx="3101350" cy="859316"/>
          </a:xfrm>
          <a:prstGeom prst="rect">
            <a:avLst/>
          </a:prstGeom>
        </p:spPr>
      </p:pic>
      <p:graphicFrame>
        <p:nvGraphicFramePr>
          <p:cNvPr id="12" name="Table 11">
            <a:extLst>
              <a:ext uri="{FF2B5EF4-FFF2-40B4-BE49-F238E27FC236}">
                <a16:creationId xmlns:a16="http://schemas.microsoft.com/office/drawing/2014/main" id="{097464CB-02BD-0FB9-3D51-6B210B21D13D}"/>
              </a:ext>
            </a:extLst>
          </p:cNvPr>
          <p:cNvGraphicFramePr>
            <a:graphicFrameLocks noGrp="1"/>
          </p:cNvGraphicFramePr>
          <p:nvPr/>
        </p:nvGraphicFramePr>
        <p:xfrm>
          <a:off x="844206" y="5048734"/>
          <a:ext cx="3108603" cy="801102"/>
        </p:xfrm>
        <a:graphic>
          <a:graphicData uri="http://schemas.openxmlformats.org/drawingml/2006/table">
            <a:tbl>
              <a:tblPr firstRow="1" bandRow="1">
                <a:tableStyleId>{00A15C55-8517-42AA-B614-E9B94910E393}</a:tableStyleId>
              </a:tblPr>
              <a:tblGrid>
                <a:gridCol w="888836">
                  <a:extLst>
                    <a:ext uri="{9D8B030D-6E8A-4147-A177-3AD203B41FA5}">
                      <a16:colId xmlns:a16="http://schemas.microsoft.com/office/drawing/2014/main" val="3449044342"/>
                    </a:ext>
                  </a:extLst>
                </a:gridCol>
                <a:gridCol w="2219767">
                  <a:extLst>
                    <a:ext uri="{9D8B030D-6E8A-4147-A177-3AD203B41FA5}">
                      <a16:colId xmlns:a16="http://schemas.microsoft.com/office/drawing/2014/main" val="1094404538"/>
                    </a:ext>
                  </a:extLst>
                </a:gridCol>
              </a:tblGrid>
              <a:tr h="400551">
                <a:tc>
                  <a:txBody>
                    <a:bodyPr/>
                    <a:lstStyle/>
                    <a:p>
                      <a:pPr algn="ctr"/>
                      <a:r>
                        <a:rPr lang="en-US" dirty="0"/>
                        <a:t>Value</a:t>
                      </a:r>
                      <a:endParaRPr lang="en-IN" dirty="0"/>
                    </a:p>
                  </a:txBody>
                  <a:tcPr anchor="ctr"/>
                </a:tc>
                <a:tc>
                  <a:txBody>
                    <a:bodyPr/>
                    <a:lstStyle/>
                    <a:p>
                      <a:pPr algn="ctr"/>
                      <a:r>
                        <a:rPr lang="en-US" dirty="0"/>
                        <a:t>Address (Reference)</a:t>
                      </a:r>
                      <a:endParaRPr lang="en-IN" dirty="0"/>
                    </a:p>
                  </a:txBody>
                  <a:tcPr anchor="ctr"/>
                </a:tc>
                <a:extLst>
                  <a:ext uri="{0D108BD9-81ED-4DB2-BD59-A6C34878D82A}">
                    <a16:rowId xmlns:a16="http://schemas.microsoft.com/office/drawing/2014/main" val="415916861"/>
                  </a:ext>
                </a:extLst>
              </a:tr>
              <a:tr h="400551">
                <a:tc>
                  <a:txBody>
                    <a:bodyPr/>
                    <a:lstStyle/>
                    <a:p>
                      <a:pPr algn="ctr"/>
                      <a:r>
                        <a:rPr lang="en-US" dirty="0"/>
                        <a:t>Hello</a:t>
                      </a:r>
                      <a:endParaRPr lang="en-IN" dirty="0"/>
                    </a:p>
                  </a:txBody>
                  <a:tcPr anchor="ctr"/>
                </a:tc>
                <a:tc>
                  <a:txBody>
                    <a:bodyPr/>
                    <a:lstStyle/>
                    <a:p>
                      <a:pPr algn="ctr"/>
                      <a:r>
                        <a:rPr lang="en-US" dirty="0"/>
                        <a:t>8888XX</a:t>
                      </a:r>
                      <a:endParaRPr lang="en-IN" dirty="0"/>
                    </a:p>
                  </a:txBody>
                  <a:tcPr anchor="ctr"/>
                </a:tc>
                <a:extLst>
                  <a:ext uri="{0D108BD9-81ED-4DB2-BD59-A6C34878D82A}">
                    <a16:rowId xmlns:a16="http://schemas.microsoft.com/office/drawing/2014/main" val="878826909"/>
                  </a:ext>
                </a:extLst>
              </a:tr>
            </a:tbl>
          </a:graphicData>
        </a:graphic>
      </p:graphicFrame>
      <p:graphicFrame>
        <p:nvGraphicFramePr>
          <p:cNvPr id="15" name="Table 14">
            <a:extLst>
              <a:ext uri="{FF2B5EF4-FFF2-40B4-BE49-F238E27FC236}">
                <a16:creationId xmlns:a16="http://schemas.microsoft.com/office/drawing/2014/main" id="{DC8BEC98-9C51-33F5-9260-1AC57FEBC5CA}"/>
              </a:ext>
            </a:extLst>
          </p:cNvPr>
          <p:cNvGraphicFramePr>
            <a:graphicFrameLocks noGrp="1"/>
          </p:cNvGraphicFramePr>
          <p:nvPr/>
        </p:nvGraphicFramePr>
        <p:xfrm>
          <a:off x="844207" y="3947216"/>
          <a:ext cx="3560449" cy="731520"/>
        </p:xfrm>
        <a:graphic>
          <a:graphicData uri="http://schemas.openxmlformats.org/drawingml/2006/table">
            <a:tbl>
              <a:tblPr firstRow="1" bandRow="1">
                <a:tableStyleId>{7DF18680-E054-41AD-8BC1-D1AEF772440D}</a:tableStyleId>
              </a:tblPr>
              <a:tblGrid>
                <a:gridCol w="1011618">
                  <a:extLst>
                    <a:ext uri="{9D8B030D-6E8A-4147-A177-3AD203B41FA5}">
                      <a16:colId xmlns:a16="http://schemas.microsoft.com/office/drawing/2014/main" val="3484456502"/>
                    </a:ext>
                  </a:extLst>
                </a:gridCol>
                <a:gridCol w="1180973">
                  <a:extLst>
                    <a:ext uri="{9D8B030D-6E8A-4147-A177-3AD203B41FA5}">
                      <a16:colId xmlns:a16="http://schemas.microsoft.com/office/drawing/2014/main" val="3449044342"/>
                    </a:ext>
                  </a:extLst>
                </a:gridCol>
                <a:gridCol w="1367858">
                  <a:extLst>
                    <a:ext uri="{9D8B030D-6E8A-4147-A177-3AD203B41FA5}">
                      <a16:colId xmlns:a16="http://schemas.microsoft.com/office/drawing/2014/main" val="3356505578"/>
                    </a:ext>
                  </a:extLst>
                </a:gridCol>
              </a:tblGrid>
              <a:tr h="284306">
                <a:tc>
                  <a:txBody>
                    <a:bodyPr/>
                    <a:lstStyle/>
                    <a:p>
                      <a:pPr algn="ctr"/>
                      <a:r>
                        <a:rPr lang="en-US" dirty="0"/>
                        <a:t>Variable</a:t>
                      </a:r>
                      <a:endParaRPr lang="en-IN" dirty="0"/>
                    </a:p>
                  </a:txBody>
                  <a:tcPr anchor="ctr"/>
                </a:tc>
                <a:tc>
                  <a:txBody>
                    <a:bodyPr/>
                    <a:lstStyle/>
                    <a:p>
                      <a:pPr algn="ctr"/>
                      <a:r>
                        <a:rPr lang="en-US" dirty="0"/>
                        <a:t>Reference</a:t>
                      </a:r>
                      <a:endParaRPr lang="en-IN" dirty="0"/>
                    </a:p>
                  </a:txBody>
                  <a:tcPr anchor="ctr"/>
                </a:tc>
                <a:tc>
                  <a:txBody>
                    <a:bodyPr/>
                    <a:lstStyle/>
                    <a:p>
                      <a:pPr algn="ctr"/>
                      <a:r>
                        <a:rPr lang="en-US" dirty="0"/>
                        <a:t>Address</a:t>
                      </a:r>
                      <a:endParaRPr lang="en-IN" dirty="0"/>
                    </a:p>
                  </a:txBody>
                  <a:tcPr anchor="ctr"/>
                </a:tc>
                <a:extLst>
                  <a:ext uri="{0D108BD9-81ED-4DB2-BD59-A6C34878D82A}">
                    <a16:rowId xmlns:a16="http://schemas.microsoft.com/office/drawing/2014/main" val="415916861"/>
                  </a:ext>
                </a:extLst>
              </a:tr>
              <a:tr h="284306">
                <a:tc>
                  <a:txBody>
                    <a:bodyPr/>
                    <a:lstStyle/>
                    <a:p>
                      <a:pPr algn="ctr"/>
                      <a:r>
                        <a:rPr lang="en-US" dirty="0"/>
                        <a:t>str</a:t>
                      </a:r>
                      <a:endParaRPr lang="en-IN" dirty="0"/>
                    </a:p>
                  </a:txBody>
                  <a:tcPr anchor="ctr"/>
                </a:tc>
                <a:tc>
                  <a:txBody>
                    <a:bodyPr/>
                    <a:lstStyle/>
                    <a:p>
                      <a:pPr algn="ctr"/>
                      <a:r>
                        <a:rPr lang="en-US" dirty="0"/>
                        <a:t>8888XX</a:t>
                      </a:r>
                      <a:endParaRPr lang="en-IN" dirty="0"/>
                    </a:p>
                  </a:txBody>
                  <a:tcPr anchor="ctr"/>
                </a:tc>
                <a:tc>
                  <a:txBody>
                    <a:bodyPr/>
                    <a:lstStyle/>
                    <a:p>
                      <a:pPr algn="ctr"/>
                      <a:r>
                        <a:rPr lang="en-US" dirty="0"/>
                        <a:t>9999XX</a:t>
                      </a:r>
                      <a:endParaRPr lang="en-IN" dirty="0"/>
                    </a:p>
                  </a:txBody>
                  <a:tcPr anchor="ctr"/>
                </a:tc>
                <a:extLst>
                  <a:ext uri="{0D108BD9-81ED-4DB2-BD59-A6C34878D82A}">
                    <a16:rowId xmlns:a16="http://schemas.microsoft.com/office/drawing/2014/main" val="878826909"/>
                  </a:ext>
                </a:extLst>
              </a:tr>
            </a:tbl>
          </a:graphicData>
        </a:graphic>
      </p:graphicFrame>
      <p:cxnSp>
        <p:nvCxnSpPr>
          <p:cNvPr id="17" name="Straight Arrow Connector 16">
            <a:extLst>
              <a:ext uri="{FF2B5EF4-FFF2-40B4-BE49-F238E27FC236}">
                <a16:creationId xmlns:a16="http://schemas.microsoft.com/office/drawing/2014/main" id="{74ED46EE-1BD7-74FE-4974-4A9495624F17}"/>
              </a:ext>
            </a:extLst>
          </p:cNvPr>
          <p:cNvCxnSpPr>
            <a:cxnSpLocks/>
          </p:cNvCxnSpPr>
          <p:nvPr/>
        </p:nvCxnSpPr>
        <p:spPr>
          <a:xfrm flipH="1">
            <a:off x="1447498" y="3429000"/>
            <a:ext cx="556665" cy="518216"/>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CA3CBE72-50C1-7EA9-8F70-51FE0CB53366}"/>
              </a:ext>
            </a:extLst>
          </p:cNvPr>
          <p:cNvSpPr txBox="1"/>
          <p:nvPr/>
        </p:nvSpPr>
        <p:spPr>
          <a:xfrm>
            <a:off x="3952809" y="5126119"/>
            <a:ext cx="1067195"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Memory (heap)</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9" name="Straight Arrow Connector 28">
            <a:extLst>
              <a:ext uri="{FF2B5EF4-FFF2-40B4-BE49-F238E27FC236}">
                <a16:creationId xmlns:a16="http://schemas.microsoft.com/office/drawing/2014/main" id="{B49B7264-DA8D-1A17-2AF8-15068910F109}"/>
              </a:ext>
            </a:extLst>
          </p:cNvPr>
          <p:cNvCxnSpPr>
            <a:cxnSpLocks/>
          </p:cNvCxnSpPr>
          <p:nvPr/>
        </p:nvCxnSpPr>
        <p:spPr>
          <a:xfrm>
            <a:off x="2544229" y="4592429"/>
            <a:ext cx="0" cy="53369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B2E24060-3C92-B72B-4F7B-76D0B5947ED2}"/>
              </a:ext>
            </a:extLst>
          </p:cNvPr>
          <p:cNvSpPr txBox="1"/>
          <p:nvPr/>
        </p:nvSpPr>
        <p:spPr>
          <a:xfrm>
            <a:off x="4136675" y="3989810"/>
            <a:ext cx="1345805"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Memory (stack)</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39" name="Diagram 38">
            <a:extLst>
              <a:ext uri="{FF2B5EF4-FFF2-40B4-BE49-F238E27FC236}">
                <a16:creationId xmlns:a16="http://schemas.microsoft.com/office/drawing/2014/main" id="{E657757E-4668-6960-184B-8C07FCDD4251}"/>
              </a:ext>
            </a:extLst>
          </p:cNvPr>
          <p:cNvGraphicFramePr/>
          <p:nvPr/>
        </p:nvGraphicFramePr>
        <p:xfrm>
          <a:off x="7341222" y="1147726"/>
          <a:ext cx="4215123" cy="3416193"/>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4" name="Freeform: Shape 13">
            <a:extLst>
              <a:ext uri="{FF2B5EF4-FFF2-40B4-BE49-F238E27FC236}">
                <a16:creationId xmlns:a16="http://schemas.microsoft.com/office/drawing/2014/main" id="{8BF55A38-4F09-EA69-FC7D-1BC348597B38}"/>
              </a:ext>
            </a:extLst>
          </p:cNvPr>
          <p:cNvSpPr/>
          <p:nvPr/>
        </p:nvSpPr>
        <p:spPr>
          <a:xfrm>
            <a:off x="1319514" y="3414527"/>
            <a:ext cx="4215124" cy="2856619"/>
          </a:xfrm>
          <a:custGeom>
            <a:avLst/>
            <a:gdLst>
              <a:gd name="connsiteX0" fmla="*/ 2303362 w 4400324"/>
              <a:gd name="connsiteY0" fmla="*/ 0 h 3070563"/>
              <a:gd name="connsiteX1" fmla="*/ 4340506 w 4400324"/>
              <a:gd name="connsiteY1" fmla="*/ 729205 h 3070563"/>
              <a:gd name="connsiteX2" fmla="*/ 3507129 w 4400324"/>
              <a:gd name="connsiteY2" fmla="*/ 2963119 h 3070563"/>
              <a:gd name="connsiteX3" fmla="*/ 0 w 4400324"/>
              <a:gd name="connsiteY3" fmla="*/ 2511706 h 3070563"/>
            </a:gdLst>
            <a:ahLst/>
            <a:cxnLst>
              <a:cxn ang="0">
                <a:pos x="connsiteX0" y="connsiteY0"/>
              </a:cxn>
              <a:cxn ang="0">
                <a:pos x="connsiteX1" y="connsiteY1"/>
              </a:cxn>
              <a:cxn ang="0">
                <a:pos x="connsiteX2" y="connsiteY2"/>
              </a:cxn>
              <a:cxn ang="0">
                <a:pos x="connsiteX3" y="connsiteY3"/>
              </a:cxn>
            </a:cxnLst>
            <a:rect l="l" t="t" r="r" b="b"/>
            <a:pathLst>
              <a:path w="4400324" h="3070563">
                <a:moveTo>
                  <a:pt x="2303362" y="0"/>
                </a:moveTo>
                <a:cubicBezTo>
                  <a:pt x="3221620" y="117676"/>
                  <a:pt x="4139878" y="235352"/>
                  <a:pt x="4340506" y="729205"/>
                </a:cubicBezTo>
                <a:cubicBezTo>
                  <a:pt x="4541134" y="1223058"/>
                  <a:pt x="4230547" y="2666036"/>
                  <a:pt x="3507129" y="2963119"/>
                </a:cubicBezTo>
                <a:cubicBezTo>
                  <a:pt x="2783711" y="3260203"/>
                  <a:pt x="1391855" y="2885954"/>
                  <a:pt x="0" y="2511706"/>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2330EC2E-E990-E82E-A3F8-58828492056E}"/>
              </a:ext>
            </a:extLst>
          </p:cNvPr>
          <p:cNvSpPr txBox="1"/>
          <p:nvPr/>
        </p:nvSpPr>
        <p:spPr>
          <a:xfrm>
            <a:off x="10405730" y="6485478"/>
            <a:ext cx="1786270" cy="307777"/>
          </a:xfrm>
          <a:prstGeom prst="rect">
            <a:avLst/>
          </a:prstGeom>
          <a:noFill/>
        </p:spPr>
        <p:txBody>
          <a:bodyPr wrap="square">
            <a:spAutoFit/>
          </a:bodyPr>
          <a:lstStyle/>
          <a:p>
            <a:r>
              <a:rPr lang="en-US" sz="1400" dirty="0">
                <a:hlinkClick r:id="rId11" action="ppaction://hlinksldjump"/>
              </a:rPr>
              <a:t>back to chapter index</a:t>
            </a:r>
            <a:endParaRPr lang="en-IN" sz="1400" dirty="0"/>
          </a:p>
        </p:txBody>
      </p:sp>
    </p:spTree>
    <p:extLst>
      <p:ext uri="{BB962C8B-B14F-4D97-AF65-F5344CB8AC3E}">
        <p14:creationId xmlns:p14="http://schemas.microsoft.com/office/powerpoint/2010/main" val="162117463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t>
            </a:r>
            <a:r>
              <a:rPr lang="en-US" sz="2400" b="1" dirty="0">
                <a:solidFill>
                  <a:schemeClr val="bg1"/>
                </a:solidFill>
                <a:ea typeface="+mn-ea"/>
                <a:cs typeface="+mn-cs"/>
              </a:rPr>
              <a:t>are the differences between </a:t>
            </a:r>
            <a:r>
              <a:rPr lang="en-US" sz="2400" b="1" dirty="0">
                <a:solidFill>
                  <a:srgbClr val="FFFF00"/>
                </a:solidFill>
                <a:ea typeface="+mn-ea"/>
                <a:cs typeface="+mn-cs"/>
              </a:rPr>
              <a:t>primitive</a:t>
            </a:r>
            <a:r>
              <a:rPr lang="en-US" sz="2400" b="1" dirty="0">
                <a:solidFill>
                  <a:schemeClr val="bg1"/>
                </a:solidFill>
                <a:ea typeface="+mn-ea"/>
                <a:cs typeface="+mn-cs"/>
              </a:rPr>
              <a:t> and </a:t>
            </a:r>
            <a:r>
              <a:rPr lang="en-US" sz="2400" b="1" dirty="0">
                <a:solidFill>
                  <a:srgbClr val="FFFF00"/>
                </a:solidFill>
                <a:ea typeface="+mn-ea"/>
                <a:cs typeface="+mn-cs"/>
              </a:rPr>
              <a:t>reference</a:t>
            </a:r>
            <a:r>
              <a:rPr lang="en-US" sz="2400" b="1" dirty="0">
                <a:solidFill>
                  <a:schemeClr val="bg1"/>
                </a:solidFill>
                <a:ea typeface="+mn-ea"/>
                <a:cs typeface="+mn-cs"/>
              </a:rPr>
              <a:t> data types?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Picture 10">
            <a:extLst>
              <a:ext uri="{FF2B5EF4-FFF2-40B4-BE49-F238E27FC236}">
                <a16:creationId xmlns:a16="http://schemas.microsoft.com/office/drawing/2014/main" id="{59526C23-AE5C-8221-4165-CADE8F4FD0F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46328" y="313736"/>
            <a:ext cx="875436" cy="348291"/>
          </a:xfrm>
          <a:prstGeom prst="rect">
            <a:avLst/>
          </a:prstGeom>
        </p:spPr>
      </p:pic>
      <p:sp>
        <p:nvSpPr>
          <p:cNvPr id="20" name="TextBox 19">
            <a:extLst>
              <a:ext uri="{FF2B5EF4-FFF2-40B4-BE49-F238E27FC236}">
                <a16:creationId xmlns:a16="http://schemas.microsoft.com/office/drawing/2014/main" id="{47FF692A-8AF3-CF67-4316-E4A3EEBEC519}"/>
              </a:ext>
            </a:extLst>
          </p:cNvPr>
          <p:cNvSpPr txBox="1"/>
          <p:nvPr/>
        </p:nvSpPr>
        <p:spPr>
          <a:xfrm>
            <a:off x="355693" y="4251127"/>
            <a:ext cx="4831360" cy="2215991"/>
          </a:xfrm>
          <a:prstGeom prst="rect">
            <a:avLst/>
          </a:prstGeom>
          <a:noFill/>
        </p:spPr>
        <p:txBody>
          <a:bodyPr wrap="square">
            <a:spAutoFit/>
          </a:bodyPr>
          <a:lstStyle/>
          <a:p>
            <a:pPr marL="342900" marR="0" lvl="0" indent="-342900" algn="l" defTabSz="914400" rtl="0" eaLnBrk="1" fontAlgn="auto" latinLnBrk="0" hangingPunct="1">
              <a:lnSpc>
                <a:spcPct val="100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Primitive data types store actual values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directly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 memory.</a:t>
            </a:r>
          </a:p>
          <a:p>
            <a:pPr marL="342900" marR="0" lvl="0" indent="-342900" algn="l" defTabSz="914400" rtl="0" eaLnBrk="1" fontAlgn="auto" latinLnBrk="0" hangingPunct="1">
              <a:lnSpc>
                <a:spcPct val="100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Primitive data types mostly hold single values.</a:t>
            </a:r>
          </a:p>
          <a:p>
            <a:pPr marL="342900" marR="0" lvl="0" indent="-342900" algn="l" defTabSz="914400" rtl="0" eaLnBrk="1" fontAlgn="auto" latinLnBrk="0" hangingPunct="1">
              <a:lnSpc>
                <a:spcPct val="100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Primitive data types have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fixed storage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342900" marR="0" lvl="0" indent="-342900" algn="l" defTabSz="914400" rtl="0" eaLnBrk="1" fontAlgn="auto" latinLnBrk="0" hangingPunct="1">
              <a:lnSpc>
                <a:spcPct val="100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Primitive data types are stored on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stack memory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24" name="TextBox 23">
            <a:extLst>
              <a:ext uri="{FF2B5EF4-FFF2-40B4-BE49-F238E27FC236}">
                <a16:creationId xmlns:a16="http://schemas.microsoft.com/office/drawing/2014/main" id="{6320B049-C39E-99C7-1C24-BC3E2E940E96}"/>
              </a:ext>
            </a:extLst>
          </p:cNvPr>
          <p:cNvSpPr txBox="1"/>
          <p:nvPr/>
        </p:nvSpPr>
        <p:spPr>
          <a:xfrm>
            <a:off x="5603222" y="4251127"/>
            <a:ext cx="5886755" cy="2215991"/>
          </a:xfrm>
          <a:prstGeom prst="rect">
            <a:avLst/>
          </a:prstGeom>
          <a:noFill/>
        </p:spPr>
        <p:txBody>
          <a:bodyPr wrap="square">
            <a:spAutoFit/>
          </a:bodyPr>
          <a:lstStyle/>
          <a:p>
            <a:pPr marL="342900" marR="0" lvl="0" indent="-342900" algn="l" defTabSz="914400" rtl="0" eaLnBrk="1" fontAlgn="auto" latinLnBrk="0" hangingPunct="1">
              <a:lnSpc>
                <a:spcPct val="100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Reference data types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store references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(heap memory addresses) of the values or objects.</a:t>
            </a:r>
          </a:p>
          <a:p>
            <a:pPr marL="342900" marR="0" lvl="0" indent="-342900" algn="l" defTabSz="914400" rtl="0" eaLnBrk="1" fontAlgn="auto" latinLnBrk="0" hangingPunct="1">
              <a:lnSpc>
                <a:spcPct val="100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Reference data types can hold multiple values.</a:t>
            </a:r>
          </a:p>
          <a:p>
            <a:pPr marL="342900" marR="0" lvl="0" indent="-342900" algn="l" defTabSz="914400" rtl="0" eaLnBrk="1" fontAlgn="auto" latinLnBrk="0" hangingPunct="1">
              <a:lnSpc>
                <a:spcPct val="100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Reference data types have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variable storage sizes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342900" marR="0" lvl="0" indent="-342900" algn="l" defTabSz="914400" rtl="0" eaLnBrk="1" fontAlgn="auto" latinLnBrk="0" hangingPunct="1">
              <a:lnSpc>
                <a:spcPct val="100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Reference data types are stored on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heap memory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with references stored on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stack</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cxnSp>
        <p:nvCxnSpPr>
          <p:cNvPr id="26" name="Straight Connector 25">
            <a:extLst>
              <a:ext uri="{FF2B5EF4-FFF2-40B4-BE49-F238E27FC236}">
                <a16:creationId xmlns:a16="http://schemas.microsoft.com/office/drawing/2014/main" id="{C1949CA3-215D-4708-014D-D6DDE1E3593F}"/>
              </a:ext>
            </a:extLst>
          </p:cNvPr>
          <p:cNvCxnSpPr/>
          <p:nvPr/>
        </p:nvCxnSpPr>
        <p:spPr>
          <a:xfrm>
            <a:off x="5426884" y="1742301"/>
            <a:ext cx="0" cy="4778997"/>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37" name="Table 36">
            <a:extLst>
              <a:ext uri="{FF2B5EF4-FFF2-40B4-BE49-F238E27FC236}">
                <a16:creationId xmlns:a16="http://schemas.microsoft.com/office/drawing/2014/main" id="{25EFCD9B-058D-A9D3-3C5C-5BFF09263C72}"/>
              </a:ext>
            </a:extLst>
          </p:cNvPr>
          <p:cNvGraphicFramePr>
            <a:graphicFrameLocks noGrp="1"/>
          </p:cNvGraphicFramePr>
          <p:nvPr/>
        </p:nvGraphicFramePr>
        <p:xfrm>
          <a:off x="1073549" y="2368420"/>
          <a:ext cx="3141857" cy="731520"/>
        </p:xfrm>
        <a:graphic>
          <a:graphicData uri="http://schemas.openxmlformats.org/drawingml/2006/table">
            <a:tbl>
              <a:tblPr firstRow="1" bandRow="1">
                <a:tableStyleId>{7DF18680-E054-41AD-8BC1-D1AEF772440D}</a:tableStyleId>
              </a:tblPr>
              <a:tblGrid>
                <a:gridCol w="1011618">
                  <a:extLst>
                    <a:ext uri="{9D8B030D-6E8A-4147-A177-3AD203B41FA5}">
                      <a16:colId xmlns:a16="http://schemas.microsoft.com/office/drawing/2014/main" val="3484456502"/>
                    </a:ext>
                  </a:extLst>
                </a:gridCol>
                <a:gridCol w="762381">
                  <a:extLst>
                    <a:ext uri="{9D8B030D-6E8A-4147-A177-3AD203B41FA5}">
                      <a16:colId xmlns:a16="http://schemas.microsoft.com/office/drawing/2014/main" val="3449044342"/>
                    </a:ext>
                  </a:extLst>
                </a:gridCol>
                <a:gridCol w="1367858">
                  <a:extLst>
                    <a:ext uri="{9D8B030D-6E8A-4147-A177-3AD203B41FA5}">
                      <a16:colId xmlns:a16="http://schemas.microsoft.com/office/drawing/2014/main" val="3356505578"/>
                    </a:ext>
                  </a:extLst>
                </a:gridCol>
              </a:tblGrid>
              <a:tr h="284306">
                <a:tc>
                  <a:txBody>
                    <a:bodyPr/>
                    <a:lstStyle/>
                    <a:p>
                      <a:pPr algn="ctr"/>
                      <a:r>
                        <a:rPr lang="en-US" dirty="0"/>
                        <a:t>Variable</a:t>
                      </a:r>
                      <a:endParaRPr lang="en-IN" dirty="0"/>
                    </a:p>
                  </a:txBody>
                  <a:tcPr anchor="ctr"/>
                </a:tc>
                <a:tc>
                  <a:txBody>
                    <a:bodyPr/>
                    <a:lstStyle/>
                    <a:p>
                      <a:pPr algn="ctr"/>
                      <a:r>
                        <a:rPr lang="en-US" dirty="0"/>
                        <a:t>Value</a:t>
                      </a:r>
                      <a:endParaRPr lang="en-IN" dirty="0"/>
                    </a:p>
                  </a:txBody>
                  <a:tcPr anchor="ctr"/>
                </a:tc>
                <a:tc>
                  <a:txBody>
                    <a:bodyPr/>
                    <a:lstStyle/>
                    <a:p>
                      <a:pPr algn="ctr"/>
                      <a:r>
                        <a:rPr lang="en-US" dirty="0"/>
                        <a:t>Address</a:t>
                      </a:r>
                      <a:endParaRPr lang="en-IN" dirty="0"/>
                    </a:p>
                  </a:txBody>
                  <a:tcPr anchor="ctr"/>
                </a:tc>
                <a:extLst>
                  <a:ext uri="{0D108BD9-81ED-4DB2-BD59-A6C34878D82A}">
                    <a16:rowId xmlns:a16="http://schemas.microsoft.com/office/drawing/2014/main" val="415916861"/>
                  </a:ext>
                </a:extLst>
              </a:tr>
              <a:tr h="284306">
                <a:tc>
                  <a:txBody>
                    <a:bodyPr/>
                    <a:lstStyle/>
                    <a:p>
                      <a:pPr algn="ctr"/>
                      <a:r>
                        <a:rPr lang="en-US" dirty="0"/>
                        <a:t>x</a:t>
                      </a:r>
                      <a:endParaRPr lang="en-IN" dirty="0"/>
                    </a:p>
                  </a:txBody>
                  <a:tcPr anchor="ctr"/>
                </a:tc>
                <a:tc>
                  <a:txBody>
                    <a:bodyPr/>
                    <a:lstStyle/>
                    <a:p>
                      <a:pPr algn="ctr"/>
                      <a:r>
                        <a:rPr lang="en-US" dirty="0"/>
                        <a:t>10</a:t>
                      </a:r>
                      <a:endParaRPr lang="en-IN" dirty="0"/>
                    </a:p>
                  </a:txBody>
                  <a:tcPr anchor="ctr"/>
                </a:tc>
                <a:tc>
                  <a:txBody>
                    <a:bodyPr/>
                    <a:lstStyle/>
                    <a:p>
                      <a:pPr algn="ctr"/>
                      <a:r>
                        <a:rPr lang="en-US" dirty="0"/>
                        <a:t>9999XX</a:t>
                      </a:r>
                      <a:endParaRPr lang="en-IN" dirty="0"/>
                    </a:p>
                  </a:txBody>
                  <a:tcPr anchor="ctr"/>
                </a:tc>
                <a:extLst>
                  <a:ext uri="{0D108BD9-81ED-4DB2-BD59-A6C34878D82A}">
                    <a16:rowId xmlns:a16="http://schemas.microsoft.com/office/drawing/2014/main" val="878826909"/>
                  </a:ext>
                </a:extLst>
              </a:tr>
            </a:tbl>
          </a:graphicData>
        </a:graphic>
      </p:graphicFrame>
      <p:pic>
        <p:nvPicPr>
          <p:cNvPr id="38" name="Picture 37">
            <a:extLst>
              <a:ext uri="{FF2B5EF4-FFF2-40B4-BE49-F238E27FC236}">
                <a16:creationId xmlns:a16="http://schemas.microsoft.com/office/drawing/2014/main" id="{EB8BD754-E4A2-1DB2-3C9D-098ED29387CA}"/>
              </a:ext>
            </a:extLst>
          </p:cNvPr>
          <p:cNvPicPr>
            <a:picLocks noChangeAspect="1"/>
          </p:cNvPicPr>
          <p:nvPr/>
        </p:nvPicPr>
        <p:blipFill rotWithShape="1">
          <a:blip r:embed="rId5"/>
          <a:srcRect b="50000"/>
          <a:stretch/>
        </p:blipFill>
        <p:spPr>
          <a:xfrm>
            <a:off x="1073549" y="1081814"/>
            <a:ext cx="3101350" cy="859316"/>
          </a:xfrm>
          <a:prstGeom prst="rect">
            <a:avLst/>
          </a:prstGeom>
        </p:spPr>
      </p:pic>
      <p:sp>
        <p:nvSpPr>
          <p:cNvPr id="39" name="TextBox 38">
            <a:extLst>
              <a:ext uri="{FF2B5EF4-FFF2-40B4-BE49-F238E27FC236}">
                <a16:creationId xmlns:a16="http://schemas.microsoft.com/office/drawing/2014/main" id="{C2B5A8D2-BECA-107E-BE3D-200C46B4DE0F}"/>
              </a:ext>
            </a:extLst>
          </p:cNvPr>
          <p:cNvSpPr txBox="1"/>
          <p:nvPr/>
        </p:nvSpPr>
        <p:spPr>
          <a:xfrm>
            <a:off x="4019207" y="2453609"/>
            <a:ext cx="1345805"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Memory (stack)</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0" name="Straight Arrow Connector 39">
            <a:extLst>
              <a:ext uri="{FF2B5EF4-FFF2-40B4-BE49-F238E27FC236}">
                <a16:creationId xmlns:a16="http://schemas.microsoft.com/office/drawing/2014/main" id="{7F944B13-75E6-6EA4-D377-8D52DDA986FD}"/>
              </a:ext>
            </a:extLst>
          </p:cNvPr>
          <p:cNvCxnSpPr/>
          <p:nvPr/>
        </p:nvCxnSpPr>
        <p:spPr>
          <a:xfrm>
            <a:off x="1770042" y="1892194"/>
            <a:ext cx="0" cy="518846"/>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a:extLst>
              <a:ext uri="{FF2B5EF4-FFF2-40B4-BE49-F238E27FC236}">
                <a16:creationId xmlns:a16="http://schemas.microsoft.com/office/drawing/2014/main" id="{FCE5D974-EDC1-1303-39FC-3618DF38C945}"/>
              </a:ext>
            </a:extLst>
          </p:cNvPr>
          <p:cNvCxnSpPr>
            <a:cxnSpLocks/>
          </p:cNvCxnSpPr>
          <p:nvPr/>
        </p:nvCxnSpPr>
        <p:spPr>
          <a:xfrm>
            <a:off x="2335801" y="1769134"/>
            <a:ext cx="0" cy="641906"/>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42" name="Picture 41">
            <a:extLst>
              <a:ext uri="{FF2B5EF4-FFF2-40B4-BE49-F238E27FC236}">
                <a16:creationId xmlns:a16="http://schemas.microsoft.com/office/drawing/2014/main" id="{F89C0AAC-0B73-6AE2-267F-1D53EEB235B9}"/>
              </a:ext>
            </a:extLst>
          </p:cNvPr>
          <p:cNvPicPr>
            <a:picLocks noChangeAspect="1"/>
          </p:cNvPicPr>
          <p:nvPr/>
        </p:nvPicPr>
        <p:blipFill rotWithShape="1">
          <a:blip r:embed="rId5"/>
          <a:srcRect t="49036" b="964"/>
          <a:stretch/>
        </p:blipFill>
        <p:spPr>
          <a:xfrm>
            <a:off x="6840053" y="1032878"/>
            <a:ext cx="3101350" cy="859316"/>
          </a:xfrm>
          <a:prstGeom prst="rect">
            <a:avLst/>
          </a:prstGeom>
        </p:spPr>
      </p:pic>
      <p:graphicFrame>
        <p:nvGraphicFramePr>
          <p:cNvPr id="43" name="Table 42">
            <a:extLst>
              <a:ext uri="{FF2B5EF4-FFF2-40B4-BE49-F238E27FC236}">
                <a16:creationId xmlns:a16="http://schemas.microsoft.com/office/drawing/2014/main" id="{9CA7372A-3E9F-4796-DFE0-832E8350D875}"/>
              </a:ext>
            </a:extLst>
          </p:cNvPr>
          <p:cNvGraphicFramePr>
            <a:graphicFrameLocks noGrp="1"/>
          </p:cNvGraphicFramePr>
          <p:nvPr/>
        </p:nvGraphicFramePr>
        <p:xfrm>
          <a:off x="6799545" y="3012655"/>
          <a:ext cx="3108603" cy="801102"/>
        </p:xfrm>
        <a:graphic>
          <a:graphicData uri="http://schemas.openxmlformats.org/drawingml/2006/table">
            <a:tbl>
              <a:tblPr firstRow="1" bandRow="1">
                <a:tableStyleId>{00A15C55-8517-42AA-B614-E9B94910E393}</a:tableStyleId>
              </a:tblPr>
              <a:tblGrid>
                <a:gridCol w="888836">
                  <a:extLst>
                    <a:ext uri="{9D8B030D-6E8A-4147-A177-3AD203B41FA5}">
                      <a16:colId xmlns:a16="http://schemas.microsoft.com/office/drawing/2014/main" val="3449044342"/>
                    </a:ext>
                  </a:extLst>
                </a:gridCol>
                <a:gridCol w="2219767">
                  <a:extLst>
                    <a:ext uri="{9D8B030D-6E8A-4147-A177-3AD203B41FA5}">
                      <a16:colId xmlns:a16="http://schemas.microsoft.com/office/drawing/2014/main" val="1094404538"/>
                    </a:ext>
                  </a:extLst>
                </a:gridCol>
              </a:tblGrid>
              <a:tr h="400551">
                <a:tc>
                  <a:txBody>
                    <a:bodyPr/>
                    <a:lstStyle/>
                    <a:p>
                      <a:pPr algn="ctr"/>
                      <a:r>
                        <a:rPr lang="en-US" dirty="0"/>
                        <a:t>Value</a:t>
                      </a:r>
                      <a:endParaRPr lang="en-IN" dirty="0"/>
                    </a:p>
                  </a:txBody>
                  <a:tcPr anchor="ctr"/>
                </a:tc>
                <a:tc>
                  <a:txBody>
                    <a:bodyPr/>
                    <a:lstStyle/>
                    <a:p>
                      <a:pPr algn="ctr"/>
                      <a:r>
                        <a:rPr lang="en-US" dirty="0"/>
                        <a:t>Address (Reference)</a:t>
                      </a:r>
                      <a:endParaRPr lang="en-IN" dirty="0"/>
                    </a:p>
                  </a:txBody>
                  <a:tcPr anchor="ctr"/>
                </a:tc>
                <a:extLst>
                  <a:ext uri="{0D108BD9-81ED-4DB2-BD59-A6C34878D82A}">
                    <a16:rowId xmlns:a16="http://schemas.microsoft.com/office/drawing/2014/main" val="415916861"/>
                  </a:ext>
                </a:extLst>
              </a:tr>
              <a:tr h="400551">
                <a:tc>
                  <a:txBody>
                    <a:bodyPr/>
                    <a:lstStyle/>
                    <a:p>
                      <a:pPr algn="ctr"/>
                      <a:r>
                        <a:rPr lang="en-US" dirty="0"/>
                        <a:t>Hello</a:t>
                      </a:r>
                      <a:endParaRPr lang="en-IN" dirty="0"/>
                    </a:p>
                  </a:txBody>
                  <a:tcPr anchor="ctr"/>
                </a:tc>
                <a:tc>
                  <a:txBody>
                    <a:bodyPr/>
                    <a:lstStyle/>
                    <a:p>
                      <a:pPr algn="ctr"/>
                      <a:r>
                        <a:rPr lang="en-US" dirty="0"/>
                        <a:t>8888XX</a:t>
                      </a:r>
                      <a:endParaRPr lang="en-IN" dirty="0"/>
                    </a:p>
                  </a:txBody>
                  <a:tcPr anchor="ctr"/>
                </a:tc>
                <a:extLst>
                  <a:ext uri="{0D108BD9-81ED-4DB2-BD59-A6C34878D82A}">
                    <a16:rowId xmlns:a16="http://schemas.microsoft.com/office/drawing/2014/main" val="878826909"/>
                  </a:ext>
                </a:extLst>
              </a:tr>
            </a:tbl>
          </a:graphicData>
        </a:graphic>
      </p:graphicFrame>
      <p:graphicFrame>
        <p:nvGraphicFramePr>
          <p:cNvPr id="44" name="Table 43">
            <a:extLst>
              <a:ext uri="{FF2B5EF4-FFF2-40B4-BE49-F238E27FC236}">
                <a16:creationId xmlns:a16="http://schemas.microsoft.com/office/drawing/2014/main" id="{9D06840C-187E-D7AC-7407-3CCE7C92C0F5}"/>
              </a:ext>
            </a:extLst>
          </p:cNvPr>
          <p:cNvGraphicFramePr>
            <a:graphicFrameLocks noGrp="1"/>
          </p:cNvGraphicFramePr>
          <p:nvPr/>
        </p:nvGraphicFramePr>
        <p:xfrm>
          <a:off x="6799546" y="2086982"/>
          <a:ext cx="3560449" cy="731520"/>
        </p:xfrm>
        <a:graphic>
          <a:graphicData uri="http://schemas.openxmlformats.org/drawingml/2006/table">
            <a:tbl>
              <a:tblPr firstRow="1" bandRow="1">
                <a:tableStyleId>{7DF18680-E054-41AD-8BC1-D1AEF772440D}</a:tableStyleId>
              </a:tblPr>
              <a:tblGrid>
                <a:gridCol w="1011618">
                  <a:extLst>
                    <a:ext uri="{9D8B030D-6E8A-4147-A177-3AD203B41FA5}">
                      <a16:colId xmlns:a16="http://schemas.microsoft.com/office/drawing/2014/main" val="3484456502"/>
                    </a:ext>
                  </a:extLst>
                </a:gridCol>
                <a:gridCol w="1180973">
                  <a:extLst>
                    <a:ext uri="{9D8B030D-6E8A-4147-A177-3AD203B41FA5}">
                      <a16:colId xmlns:a16="http://schemas.microsoft.com/office/drawing/2014/main" val="3449044342"/>
                    </a:ext>
                  </a:extLst>
                </a:gridCol>
                <a:gridCol w="1367858">
                  <a:extLst>
                    <a:ext uri="{9D8B030D-6E8A-4147-A177-3AD203B41FA5}">
                      <a16:colId xmlns:a16="http://schemas.microsoft.com/office/drawing/2014/main" val="3356505578"/>
                    </a:ext>
                  </a:extLst>
                </a:gridCol>
              </a:tblGrid>
              <a:tr h="284306">
                <a:tc>
                  <a:txBody>
                    <a:bodyPr/>
                    <a:lstStyle/>
                    <a:p>
                      <a:pPr algn="ctr"/>
                      <a:r>
                        <a:rPr lang="en-US" dirty="0"/>
                        <a:t>Variable</a:t>
                      </a:r>
                      <a:endParaRPr lang="en-IN" dirty="0"/>
                    </a:p>
                  </a:txBody>
                  <a:tcPr anchor="ctr"/>
                </a:tc>
                <a:tc>
                  <a:txBody>
                    <a:bodyPr/>
                    <a:lstStyle/>
                    <a:p>
                      <a:pPr algn="ctr"/>
                      <a:r>
                        <a:rPr lang="en-US" dirty="0"/>
                        <a:t>Reference</a:t>
                      </a:r>
                      <a:endParaRPr lang="en-IN" dirty="0"/>
                    </a:p>
                  </a:txBody>
                  <a:tcPr anchor="ctr"/>
                </a:tc>
                <a:tc>
                  <a:txBody>
                    <a:bodyPr/>
                    <a:lstStyle/>
                    <a:p>
                      <a:pPr algn="ctr"/>
                      <a:r>
                        <a:rPr lang="en-US" dirty="0"/>
                        <a:t>Address</a:t>
                      </a:r>
                      <a:endParaRPr lang="en-IN" dirty="0"/>
                    </a:p>
                  </a:txBody>
                  <a:tcPr anchor="ctr"/>
                </a:tc>
                <a:extLst>
                  <a:ext uri="{0D108BD9-81ED-4DB2-BD59-A6C34878D82A}">
                    <a16:rowId xmlns:a16="http://schemas.microsoft.com/office/drawing/2014/main" val="415916861"/>
                  </a:ext>
                </a:extLst>
              </a:tr>
              <a:tr h="284306">
                <a:tc>
                  <a:txBody>
                    <a:bodyPr/>
                    <a:lstStyle/>
                    <a:p>
                      <a:pPr algn="ctr"/>
                      <a:r>
                        <a:rPr lang="en-US" dirty="0"/>
                        <a:t>str</a:t>
                      </a:r>
                      <a:endParaRPr lang="en-IN" dirty="0"/>
                    </a:p>
                  </a:txBody>
                  <a:tcPr anchor="ctr"/>
                </a:tc>
                <a:tc>
                  <a:txBody>
                    <a:bodyPr/>
                    <a:lstStyle/>
                    <a:p>
                      <a:pPr algn="ctr"/>
                      <a:r>
                        <a:rPr lang="en-US" dirty="0"/>
                        <a:t>8888XX</a:t>
                      </a:r>
                      <a:endParaRPr lang="en-IN" dirty="0"/>
                    </a:p>
                  </a:txBody>
                  <a:tcPr anchor="ctr"/>
                </a:tc>
                <a:tc>
                  <a:txBody>
                    <a:bodyPr/>
                    <a:lstStyle/>
                    <a:p>
                      <a:pPr algn="ctr"/>
                      <a:r>
                        <a:rPr lang="en-US" dirty="0"/>
                        <a:t>9999XX</a:t>
                      </a:r>
                      <a:endParaRPr lang="en-IN" dirty="0"/>
                    </a:p>
                  </a:txBody>
                  <a:tcPr anchor="ctr"/>
                </a:tc>
                <a:extLst>
                  <a:ext uri="{0D108BD9-81ED-4DB2-BD59-A6C34878D82A}">
                    <a16:rowId xmlns:a16="http://schemas.microsoft.com/office/drawing/2014/main" val="878826909"/>
                  </a:ext>
                </a:extLst>
              </a:tr>
            </a:tbl>
          </a:graphicData>
        </a:graphic>
      </p:graphicFrame>
      <p:cxnSp>
        <p:nvCxnSpPr>
          <p:cNvPr id="45" name="Straight Arrow Connector 44">
            <a:extLst>
              <a:ext uri="{FF2B5EF4-FFF2-40B4-BE49-F238E27FC236}">
                <a16:creationId xmlns:a16="http://schemas.microsoft.com/office/drawing/2014/main" id="{77033F7A-6F42-E447-3369-CBE21CEAF5CC}"/>
              </a:ext>
            </a:extLst>
          </p:cNvPr>
          <p:cNvCxnSpPr>
            <a:cxnSpLocks/>
          </p:cNvCxnSpPr>
          <p:nvPr/>
        </p:nvCxnSpPr>
        <p:spPr>
          <a:xfrm flipH="1">
            <a:off x="7614138" y="1797371"/>
            <a:ext cx="345364" cy="348087"/>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BB8F6CEC-AC23-C3C3-40FF-CEB5D7D38828}"/>
              </a:ext>
            </a:extLst>
          </p:cNvPr>
          <p:cNvSpPr txBox="1"/>
          <p:nvPr/>
        </p:nvSpPr>
        <p:spPr>
          <a:xfrm>
            <a:off x="9908148" y="3090040"/>
            <a:ext cx="1067195"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Memory (heap)</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7" name="Straight Arrow Connector 46">
            <a:extLst>
              <a:ext uri="{FF2B5EF4-FFF2-40B4-BE49-F238E27FC236}">
                <a16:creationId xmlns:a16="http://schemas.microsoft.com/office/drawing/2014/main" id="{930412CE-733E-06B1-D771-31CDA43A9013}"/>
              </a:ext>
            </a:extLst>
          </p:cNvPr>
          <p:cNvCxnSpPr>
            <a:cxnSpLocks/>
          </p:cNvCxnSpPr>
          <p:nvPr/>
        </p:nvCxnSpPr>
        <p:spPr>
          <a:xfrm>
            <a:off x="8499568" y="2745810"/>
            <a:ext cx="0" cy="35413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948A928B-B344-A87E-FEF2-6A5E4C0D6138}"/>
              </a:ext>
            </a:extLst>
          </p:cNvPr>
          <p:cNvSpPr txBox="1"/>
          <p:nvPr/>
        </p:nvSpPr>
        <p:spPr>
          <a:xfrm>
            <a:off x="10092014" y="2129576"/>
            <a:ext cx="1345805"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Memory (stack)</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Shape 48">
            <a:extLst>
              <a:ext uri="{FF2B5EF4-FFF2-40B4-BE49-F238E27FC236}">
                <a16:creationId xmlns:a16="http://schemas.microsoft.com/office/drawing/2014/main" id="{8F2886AC-C82A-D9C0-105C-3F103B0B51E5}"/>
              </a:ext>
            </a:extLst>
          </p:cNvPr>
          <p:cNvSpPr/>
          <p:nvPr/>
        </p:nvSpPr>
        <p:spPr>
          <a:xfrm>
            <a:off x="7503459" y="1701253"/>
            <a:ext cx="4215124" cy="2341547"/>
          </a:xfrm>
          <a:custGeom>
            <a:avLst/>
            <a:gdLst>
              <a:gd name="connsiteX0" fmla="*/ 2303362 w 4400324"/>
              <a:gd name="connsiteY0" fmla="*/ 0 h 3070563"/>
              <a:gd name="connsiteX1" fmla="*/ 4340506 w 4400324"/>
              <a:gd name="connsiteY1" fmla="*/ 729205 h 3070563"/>
              <a:gd name="connsiteX2" fmla="*/ 3507129 w 4400324"/>
              <a:gd name="connsiteY2" fmla="*/ 2963119 h 3070563"/>
              <a:gd name="connsiteX3" fmla="*/ 0 w 4400324"/>
              <a:gd name="connsiteY3" fmla="*/ 2511706 h 3070563"/>
            </a:gdLst>
            <a:ahLst/>
            <a:cxnLst>
              <a:cxn ang="0">
                <a:pos x="connsiteX0" y="connsiteY0"/>
              </a:cxn>
              <a:cxn ang="0">
                <a:pos x="connsiteX1" y="connsiteY1"/>
              </a:cxn>
              <a:cxn ang="0">
                <a:pos x="connsiteX2" y="connsiteY2"/>
              </a:cxn>
              <a:cxn ang="0">
                <a:pos x="connsiteX3" y="connsiteY3"/>
              </a:cxn>
            </a:cxnLst>
            <a:rect l="l" t="t" r="r" b="b"/>
            <a:pathLst>
              <a:path w="4400324" h="3070563">
                <a:moveTo>
                  <a:pt x="2303362" y="0"/>
                </a:moveTo>
                <a:cubicBezTo>
                  <a:pt x="3221620" y="117676"/>
                  <a:pt x="4139878" y="235352"/>
                  <a:pt x="4340506" y="729205"/>
                </a:cubicBezTo>
                <a:cubicBezTo>
                  <a:pt x="4541134" y="1223058"/>
                  <a:pt x="4230547" y="2666036"/>
                  <a:pt x="3507129" y="2963119"/>
                </a:cubicBezTo>
                <a:cubicBezTo>
                  <a:pt x="2783711" y="3260203"/>
                  <a:pt x="1391855" y="2885954"/>
                  <a:pt x="0" y="2511706"/>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7E59052-C099-3A3E-C6DD-F82BF20177C7}"/>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120245173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3163943"/>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Operators</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What the types of operators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Arithmetic Operators</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Assignment Operators</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Comparison Operators</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When to use them?</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Logical Operators</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When to use them?</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Unary Operators</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Ternary (Conditional) </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Operators?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instanceOf</a:t>
            </a: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 Operator?</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3. Operators</a:t>
            </a:r>
            <a:endParaRPr lang="en-IN" b="1" dirty="0"/>
          </a:p>
        </p:txBody>
      </p:sp>
      <p:pic>
        <p:nvPicPr>
          <p:cNvPr id="3" name="Picture 2" descr="Download Programming Iphone Java Logo On Black Wallpaper | Wallpapers.com">
            <a:extLst>
              <a:ext uri="{FF2B5EF4-FFF2-40B4-BE49-F238E27FC236}">
                <a16:creationId xmlns:a16="http://schemas.microsoft.com/office/drawing/2014/main" id="{8656CD34-8599-BDCF-5697-12643CE840B3}"/>
              </a:ext>
            </a:extLst>
          </p:cNvPr>
          <p:cNvPicPr>
            <a:picLocks noChangeAspect="1" noChangeArrowheads="1"/>
          </p:cNvPicPr>
          <p:nvPr/>
        </p:nvPicPr>
        <p:blipFill rotWithShape="1">
          <a:blip r:embed="rId11">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a:extLst>
              <a:ext uri="{FF2B5EF4-FFF2-40B4-BE49-F238E27FC236}">
                <a16:creationId xmlns:a16="http://schemas.microsoft.com/office/drawing/2014/main" id="{E9B72EB6-EA59-646F-0B59-7D10E07A98AE}"/>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4626004" y="3904076"/>
            <a:ext cx="636255" cy="253133"/>
          </a:xfrm>
          <a:prstGeom prst="rect">
            <a:avLst/>
          </a:prstGeom>
        </p:spPr>
      </p:pic>
      <p:sp>
        <p:nvSpPr>
          <p:cNvPr id="5" name="TextBox 4">
            <a:extLst>
              <a:ext uri="{FF2B5EF4-FFF2-40B4-BE49-F238E27FC236}">
                <a16:creationId xmlns:a16="http://schemas.microsoft.com/office/drawing/2014/main" id="{CB474BD4-66DC-05C2-1B27-44D54FB30F1A}"/>
              </a:ext>
            </a:extLst>
          </p:cNvPr>
          <p:cNvSpPr txBox="1"/>
          <p:nvPr/>
        </p:nvSpPr>
        <p:spPr>
          <a:xfrm>
            <a:off x="10342731" y="6373174"/>
            <a:ext cx="1972639" cy="307777"/>
          </a:xfrm>
          <a:prstGeom prst="rect">
            <a:avLst/>
          </a:prstGeom>
          <a:noFill/>
        </p:spPr>
        <p:txBody>
          <a:bodyPr wrap="square">
            <a:spAutoFit/>
          </a:bodyPr>
          <a:lstStyle/>
          <a:p>
            <a:r>
              <a:rPr lang="en-US" sz="1400" dirty="0">
                <a:hlinkClick r:id="rId13" action="ppaction://hlinksldjump"/>
              </a:rPr>
              <a:t>Back to main index</a:t>
            </a:r>
            <a:endParaRPr lang="en-IN" sz="1400" dirty="0"/>
          </a:p>
        </p:txBody>
      </p:sp>
    </p:spTree>
    <p:extLst>
      <p:ext uri="{BB962C8B-B14F-4D97-AF65-F5344CB8AC3E}">
        <p14:creationId xmlns:p14="http://schemas.microsoft.com/office/powerpoint/2010/main" val="2608487164"/>
      </p:ext>
    </p:extLst>
  </p:cSld>
  <p:clrMapOvr>
    <a:overrideClrMapping bg1="dk1" tx1="lt1" bg2="dk2" tx2="lt2" accent1="accent1" accent2="accent2" accent3="accent3" accent4="accent4" accent5="accent5" accent6="accent6" hlink="hlink" folHlink="folHlink"/>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Operators</a:t>
            </a:r>
            <a:r>
              <a:rPr kumimoji="0" lang="en-US" sz="2400" b="1" i="0" u="none" strike="noStrike" kern="1200" cap="none" spc="0" normalizeH="0" baseline="0" noProof="0" dirty="0">
                <a:ln>
                  <a:noFill/>
                </a:ln>
                <a:solidFill>
                  <a:schemeClr val="bg1"/>
                </a:solidFill>
                <a:effectLst/>
                <a:uLnTx/>
                <a:uFillTx/>
                <a:ea typeface="+mn-ea"/>
                <a:cs typeface="+mn-cs"/>
              </a:rPr>
              <a:t>? What the types of operators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EE72434E-6C19-6E9C-0691-D673C7F672F2}"/>
              </a:ext>
            </a:extLst>
          </p:cNvPr>
          <p:cNvSpPr txBox="1"/>
          <p:nvPr/>
        </p:nvSpPr>
        <p:spPr>
          <a:xfrm>
            <a:off x="339163" y="1090283"/>
            <a:ext cx="4307788"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Operators are </a:t>
            </a:r>
            <a:r>
              <a:rPr kumimoji="0" lang="en-US" sz="1800" b="1" i="0" u="none" strike="noStrike" kern="1200" cap="none" spc="0" normalizeH="0" baseline="0" noProof="0" dirty="0">
                <a:ln>
                  <a:noFill/>
                </a:ln>
                <a:solidFill>
                  <a:prstClr val="black"/>
                </a:solidFill>
                <a:effectLst/>
                <a:uLnTx/>
                <a:uFillTx/>
                <a:latin typeface="Söhne"/>
                <a:ea typeface="+mn-ea"/>
                <a:cs typeface="+mn-cs"/>
              </a:rPr>
              <a:t>symbols or keywords</a:t>
            </a:r>
            <a:r>
              <a:rPr kumimoji="0" lang="en-US" sz="1800" b="0" i="0" u="none" strike="noStrike" kern="1200" cap="none" spc="0" normalizeH="0" baseline="0" noProof="0" dirty="0">
                <a:ln>
                  <a:noFill/>
                </a:ln>
                <a:solidFill>
                  <a:prstClr val="black"/>
                </a:solidFill>
                <a:effectLst/>
                <a:uLnTx/>
                <a:uFillTx/>
                <a:latin typeface="Söhne"/>
                <a:ea typeface="+mn-ea"/>
                <a:cs typeface="+mn-cs"/>
              </a:rPr>
              <a:t> used to perform operations on operands.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 name="Picture 2" descr="34 What Is An Operator In Javascript - Modern Javascript Blog">
            <a:extLst>
              <a:ext uri="{FF2B5EF4-FFF2-40B4-BE49-F238E27FC236}">
                <a16:creationId xmlns:a16="http://schemas.microsoft.com/office/drawing/2014/main" id="{4351954E-015D-1BC7-4454-5C00C29F084D}"/>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9844" t="10217" r="13581" b="11214"/>
          <a:stretch/>
        </p:blipFill>
        <p:spPr bwMode="auto">
          <a:xfrm>
            <a:off x="1007681" y="2240008"/>
            <a:ext cx="3329541" cy="2748687"/>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7" name="Diagram 6">
            <a:extLst>
              <a:ext uri="{FF2B5EF4-FFF2-40B4-BE49-F238E27FC236}">
                <a16:creationId xmlns:a16="http://schemas.microsoft.com/office/drawing/2014/main" id="{AA957A27-91AA-28B2-D4EC-61E24C5780E0}"/>
              </a:ext>
            </a:extLst>
          </p:cNvPr>
          <p:cNvGraphicFramePr/>
          <p:nvPr/>
        </p:nvGraphicFramePr>
        <p:xfrm>
          <a:off x="4761796" y="1519557"/>
          <a:ext cx="6938250" cy="5014099"/>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10" name="TextBox 9">
            <a:extLst>
              <a:ext uri="{FF2B5EF4-FFF2-40B4-BE49-F238E27FC236}">
                <a16:creationId xmlns:a16="http://schemas.microsoft.com/office/drawing/2014/main" id="{19EE9A30-0E2D-9195-0A59-F39A6D9225A7}"/>
              </a:ext>
            </a:extLst>
          </p:cNvPr>
          <p:cNvSpPr txBox="1"/>
          <p:nvPr/>
        </p:nvSpPr>
        <p:spPr>
          <a:xfrm>
            <a:off x="7481117" y="1044116"/>
            <a:ext cx="1499608"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Söhne"/>
                <a:ea typeface="+mn-ea"/>
                <a:cs typeface="+mn-cs"/>
              </a:rPr>
              <a:t>Categories</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9F8B11FE-F11B-3BEB-9B1E-EA9B0D88A0D8}"/>
              </a:ext>
            </a:extLst>
          </p:cNvPr>
          <p:cNvSpPr txBox="1"/>
          <p:nvPr/>
        </p:nvSpPr>
        <p:spPr>
          <a:xfrm>
            <a:off x="9996619" y="1006722"/>
            <a:ext cx="126406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Söhne"/>
                <a:ea typeface="+mn-ea"/>
                <a:cs typeface="+mn-cs"/>
              </a:rPr>
              <a:t>Types</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8CC8789F-4179-FACF-3E82-9AE56356E6E1}"/>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72378052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Arithmetic Operators</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8" name="Diagram 7">
            <a:extLst>
              <a:ext uri="{FF2B5EF4-FFF2-40B4-BE49-F238E27FC236}">
                <a16:creationId xmlns:a16="http://schemas.microsoft.com/office/drawing/2014/main" id="{134C362C-1295-37D0-ABB8-0C6EDCB3561D}"/>
              </a:ext>
            </a:extLst>
          </p:cNvPr>
          <p:cNvGraphicFramePr/>
          <p:nvPr/>
        </p:nvGraphicFramePr>
        <p:xfrm>
          <a:off x="435145" y="2195952"/>
          <a:ext cx="4787807" cy="2466095"/>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11" name="Picture 10">
            <a:extLst>
              <a:ext uri="{FF2B5EF4-FFF2-40B4-BE49-F238E27FC236}">
                <a16:creationId xmlns:a16="http://schemas.microsoft.com/office/drawing/2014/main" id="{10ED2A53-673F-4E64-BA6C-A5CD31F44B0E}"/>
              </a:ext>
            </a:extLst>
          </p:cNvPr>
          <p:cNvPicPr>
            <a:picLocks noChangeAspect="1"/>
          </p:cNvPicPr>
          <p:nvPr/>
        </p:nvPicPr>
        <p:blipFill>
          <a:blip r:embed="rId9"/>
          <a:stretch>
            <a:fillRect/>
          </a:stretch>
        </p:blipFill>
        <p:spPr>
          <a:xfrm>
            <a:off x="5833864" y="1050788"/>
            <a:ext cx="6164547" cy="5604795"/>
          </a:xfrm>
          <a:prstGeom prst="rect">
            <a:avLst/>
          </a:prstGeom>
        </p:spPr>
      </p:pic>
      <p:sp>
        <p:nvSpPr>
          <p:cNvPr id="6" name="TextBox 5">
            <a:extLst>
              <a:ext uri="{FF2B5EF4-FFF2-40B4-BE49-F238E27FC236}">
                <a16:creationId xmlns:a16="http://schemas.microsoft.com/office/drawing/2014/main" id="{C9C33252-50D3-DA90-7FD8-6056EC7DE22C}"/>
              </a:ext>
            </a:extLst>
          </p:cNvPr>
          <p:cNvSpPr txBox="1"/>
          <p:nvPr/>
        </p:nvSpPr>
        <p:spPr>
          <a:xfrm>
            <a:off x="339163" y="1090283"/>
            <a:ext cx="4979772"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Arithmetic Operators perform basic arithmetic operations like addition (+), subtraction (-) etc.</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CAB9AA4E-D84A-BB43-7FC2-B39DC4FC1AE1}"/>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196768619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Assignment Operators</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5" name="Picture 4">
            <a:extLst>
              <a:ext uri="{FF2B5EF4-FFF2-40B4-BE49-F238E27FC236}">
                <a16:creationId xmlns:a16="http://schemas.microsoft.com/office/drawing/2014/main" id="{024FE6D5-1D39-4AEC-8E61-04D264190078}"/>
              </a:ext>
            </a:extLst>
          </p:cNvPr>
          <p:cNvPicPr>
            <a:picLocks noChangeAspect="1"/>
          </p:cNvPicPr>
          <p:nvPr/>
        </p:nvPicPr>
        <p:blipFill>
          <a:blip r:embed="rId4"/>
          <a:stretch>
            <a:fillRect/>
          </a:stretch>
        </p:blipFill>
        <p:spPr>
          <a:xfrm>
            <a:off x="6873067" y="1030630"/>
            <a:ext cx="4616910" cy="5177384"/>
          </a:xfrm>
          <a:prstGeom prst="rect">
            <a:avLst/>
          </a:prstGeom>
        </p:spPr>
      </p:pic>
      <p:sp>
        <p:nvSpPr>
          <p:cNvPr id="10" name="TextBox 9">
            <a:extLst>
              <a:ext uri="{FF2B5EF4-FFF2-40B4-BE49-F238E27FC236}">
                <a16:creationId xmlns:a16="http://schemas.microsoft.com/office/drawing/2014/main" id="{9513BE46-5042-F64B-619C-B536F6180EB4}"/>
              </a:ext>
            </a:extLst>
          </p:cNvPr>
          <p:cNvSpPr txBox="1"/>
          <p:nvPr/>
        </p:nvSpPr>
        <p:spPr>
          <a:xfrm>
            <a:off x="339163" y="1090283"/>
            <a:ext cx="4979772"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Assignment Operators assign values to variables. For example: =, +=, -=, *=, etc.</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4" name="Diagram 3">
            <a:extLst>
              <a:ext uri="{FF2B5EF4-FFF2-40B4-BE49-F238E27FC236}">
                <a16:creationId xmlns:a16="http://schemas.microsoft.com/office/drawing/2014/main" id="{25D3B425-9E36-D78C-8350-427CC052AF3E}"/>
              </a:ext>
            </a:extLst>
          </p:cNvPr>
          <p:cNvGraphicFramePr/>
          <p:nvPr/>
        </p:nvGraphicFramePr>
        <p:xfrm>
          <a:off x="435145" y="2195952"/>
          <a:ext cx="4787807" cy="2466095"/>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6" name="TextBox 5">
            <a:extLst>
              <a:ext uri="{FF2B5EF4-FFF2-40B4-BE49-F238E27FC236}">
                <a16:creationId xmlns:a16="http://schemas.microsoft.com/office/drawing/2014/main" id="{BC4045C2-954D-711F-247F-5D405FE22C2A}"/>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423898373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Comparison Operators</a:t>
            </a:r>
            <a:r>
              <a:rPr kumimoji="0" lang="en-US" sz="2400" b="1" i="0" u="none" strike="noStrike" kern="1200" cap="none" spc="0" normalizeH="0" baseline="0" noProof="0" dirty="0">
                <a:ln>
                  <a:noFill/>
                </a:ln>
                <a:solidFill>
                  <a:schemeClr val="bg1"/>
                </a:solidFill>
                <a:effectLst/>
                <a:uLnTx/>
                <a:uFillTx/>
                <a:ea typeface="+mn-ea"/>
                <a:cs typeface="+mn-cs"/>
              </a:rPr>
              <a:t>? When to use them?</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19E66822-21B3-23BC-9BA8-BC591D18C1C3}"/>
              </a:ext>
            </a:extLst>
          </p:cNvPr>
          <p:cNvSpPr txBox="1"/>
          <p:nvPr/>
        </p:nvSpPr>
        <p:spPr>
          <a:xfrm>
            <a:off x="339162" y="1090283"/>
            <a:ext cx="5756838"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Comparison Operators compare values and return </a:t>
            </a:r>
            <a:r>
              <a:rPr kumimoji="0" lang="en-US" sz="1800" b="0" i="0" u="none" strike="noStrike" kern="1200" cap="none" spc="0" normalizeH="0" baseline="0" noProof="0" dirty="0" err="1">
                <a:ln>
                  <a:noFill/>
                </a:ln>
                <a:solidFill>
                  <a:prstClr val="black"/>
                </a:solidFill>
                <a:effectLst/>
                <a:uLnTx/>
                <a:uFillTx/>
                <a:latin typeface="Söhne"/>
                <a:ea typeface="+mn-ea"/>
                <a:cs typeface="+mn-cs"/>
              </a:rPr>
              <a:t>boolean</a:t>
            </a:r>
            <a:r>
              <a:rPr kumimoji="0" lang="en-US" sz="1800" b="0" i="0" u="none" strike="noStrike" kern="1200" cap="none" spc="0" normalizeH="0" baseline="0" noProof="0" dirty="0">
                <a:ln>
                  <a:noFill/>
                </a:ln>
                <a:solidFill>
                  <a:prstClr val="black"/>
                </a:solidFill>
                <a:effectLst/>
                <a:uLnTx/>
                <a:uFillTx/>
                <a:latin typeface="Söhne"/>
                <a:ea typeface="+mn-ea"/>
                <a:cs typeface="+mn-cs"/>
              </a:rPr>
              <a:t> results. For example, ==, !=, &gt;, &lt;, &gt;=, &lt;=. Mostly used to evaluate conditions in control statements.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2819F64A-6C74-3E62-ABE1-77A565D84E1F}"/>
              </a:ext>
            </a:extLst>
          </p:cNvPr>
          <p:cNvSpPr/>
          <p:nvPr/>
        </p:nvSpPr>
        <p:spPr>
          <a:xfrm>
            <a:off x="6260240" y="964599"/>
            <a:ext cx="5852871" cy="570885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Comparison operators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isEqual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isEqual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false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isNotEqual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isNotEqual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isGreater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&gt;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isGreater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isLess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isLess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false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isGreaterOrEqual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&gt;=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isGreaterOrEqual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isLessOrEqual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isLessOrEqual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false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graphicFrame>
        <p:nvGraphicFramePr>
          <p:cNvPr id="4" name="Diagram 3">
            <a:extLst>
              <a:ext uri="{FF2B5EF4-FFF2-40B4-BE49-F238E27FC236}">
                <a16:creationId xmlns:a16="http://schemas.microsoft.com/office/drawing/2014/main" id="{36722F9D-FFD0-95D9-96EC-5EAB845EA963}"/>
              </a:ext>
            </a:extLst>
          </p:cNvPr>
          <p:cNvGraphicFramePr/>
          <p:nvPr/>
        </p:nvGraphicFramePr>
        <p:xfrm>
          <a:off x="435145" y="2195952"/>
          <a:ext cx="4787807" cy="2466095"/>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5" name="TextBox 4">
            <a:extLst>
              <a:ext uri="{FF2B5EF4-FFF2-40B4-BE49-F238E27FC236}">
                <a16:creationId xmlns:a16="http://schemas.microsoft.com/office/drawing/2014/main" id="{46B953F0-6875-E4C0-2080-CEB1CF6A2E53}"/>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42743885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Logical Operators</a:t>
            </a:r>
            <a:r>
              <a:rPr kumimoji="0" lang="en-US" sz="2400" b="1" i="0" u="none" strike="noStrike" kern="1200" cap="none" spc="0" normalizeH="0" baseline="0" noProof="0" dirty="0">
                <a:ln>
                  <a:noFill/>
                </a:ln>
                <a:solidFill>
                  <a:schemeClr val="bg1"/>
                </a:solidFill>
                <a:effectLst/>
                <a:uLnTx/>
                <a:uFillTx/>
                <a:ea typeface="+mn-ea"/>
                <a:cs typeface="+mn-cs"/>
              </a:rPr>
              <a:t>? When to use them?</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5101FA6C-8013-5EEC-AA5F-3DAC874FD8D9}"/>
              </a:ext>
            </a:extLst>
          </p:cNvPr>
          <p:cNvSpPr txBox="1"/>
          <p:nvPr/>
        </p:nvSpPr>
        <p:spPr>
          <a:xfrm>
            <a:off x="339163" y="1090283"/>
            <a:ext cx="4979772"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Logical Operators multiple combine </a:t>
            </a:r>
            <a:r>
              <a:rPr kumimoji="0" lang="en-US" sz="1800" b="0" i="0" u="none" strike="noStrike" kern="1200" cap="none" spc="0" normalizeH="0" baseline="0" noProof="0" dirty="0" err="1">
                <a:ln>
                  <a:noFill/>
                </a:ln>
                <a:solidFill>
                  <a:prstClr val="black"/>
                </a:solidFill>
                <a:effectLst/>
                <a:uLnTx/>
                <a:uFillTx/>
                <a:latin typeface="Söhne"/>
                <a:ea typeface="+mn-ea"/>
                <a:cs typeface="+mn-cs"/>
              </a:rPr>
              <a:t>boolean</a:t>
            </a:r>
            <a:r>
              <a:rPr kumimoji="0" lang="en-US" sz="1800" b="0" i="0" u="none" strike="noStrike" kern="1200" cap="none" spc="0" normalizeH="0" baseline="0" noProof="0" dirty="0">
                <a:ln>
                  <a:noFill/>
                </a:ln>
                <a:solidFill>
                  <a:prstClr val="black"/>
                </a:solidFill>
                <a:effectLst/>
                <a:uLnTx/>
                <a:uFillTx/>
                <a:latin typeface="Söhne"/>
                <a:ea typeface="+mn-ea"/>
                <a:cs typeface="+mn-cs"/>
              </a:rPr>
              <a:t> expressions and used for decision-making. For example, &amp;&amp;, ||, !, etc.</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BA0E7CEB-1F81-26A8-5CC0-3060F3BAD4A4}"/>
              </a:ext>
            </a:extLst>
          </p:cNvPr>
          <p:cNvSpPr/>
          <p:nvPr/>
        </p:nvSpPr>
        <p:spPr>
          <a:xfrm>
            <a:off x="6237962" y="964599"/>
            <a:ext cx="5552639" cy="498526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true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false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Logical AND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andResult1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&amp;&amp;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andResult1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false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andResult2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&amp;&amp;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andResult2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logical 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orResult1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orResult1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orResult2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orResult2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false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graphicFrame>
        <p:nvGraphicFramePr>
          <p:cNvPr id="4" name="Diagram 3">
            <a:extLst>
              <a:ext uri="{FF2B5EF4-FFF2-40B4-BE49-F238E27FC236}">
                <a16:creationId xmlns:a16="http://schemas.microsoft.com/office/drawing/2014/main" id="{89DC0257-2C98-5564-0E24-E0108994BF79}"/>
              </a:ext>
            </a:extLst>
          </p:cNvPr>
          <p:cNvGraphicFramePr/>
          <p:nvPr/>
        </p:nvGraphicFramePr>
        <p:xfrm>
          <a:off x="435145" y="2195952"/>
          <a:ext cx="4787807" cy="2466095"/>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5" name="TextBox 4">
            <a:extLst>
              <a:ext uri="{FF2B5EF4-FFF2-40B4-BE49-F238E27FC236}">
                <a16:creationId xmlns:a16="http://schemas.microsoft.com/office/drawing/2014/main" id="{B4D07CEB-4EED-E86E-A1DE-A2BEE7D17276}"/>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335558533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Unary Operators</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723ED594-F05E-6099-8232-1D56D2F6EE19}"/>
              </a:ext>
            </a:extLst>
          </p:cNvPr>
          <p:cNvSpPr txBox="1"/>
          <p:nvPr/>
        </p:nvSpPr>
        <p:spPr>
          <a:xfrm>
            <a:off x="339163" y="1090283"/>
            <a:ext cx="4979772"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Unary Operators operate on a </a:t>
            </a:r>
            <a:r>
              <a:rPr kumimoji="0" lang="en-US" sz="1800" b="1" i="0" u="none" strike="noStrike" kern="1200" cap="none" spc="0" normalizeH="0" baseline="0" noProof="0" dirty="0">
                <a:ln>
                  <a:noFill/>
                </a:ln>
                <a:solidFill>
                  <a:prstClr val="black"/>
                </a:solidFill>
                <a:effectLst/>
                <a:uLnTx/>
                <a:uFillTx/>
                <a:latin typeface="Söhne"/>
                <a:ea typeface="+mn-ea"/>
                <a:cs typeface="+mn-cs"/>
              </a:rPr>
              <a:t>single operand</a:t>
            </a:r>
            <a:r>
              <a:rPr kumimoji="0" lang="en-US" sz="1800" b="0" i="0" u="none" strike="noStrike" kern="1200" cap="none" spc="0" normalizeH="0" baseline="0" noProof="0" dirty="0">
                <a:ln>
                  <a:noFill/>
                </a:ln>
                <a:solidFill>
                  <a:prstClr val="black"/>
                </a:solidFill>
                <a:effectLst/>
                <a:uLnTx/>
                <a:uFillTx/>
                <a:latin typeface="Söhne"/>
                <a:ea typeface="+mn-ea"/>
                <a:cs typeface="+mn-cs"/>
              </a:rPr>
              <a:t>. For example, ++, --,  etc.</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241A2FCE-46C5-E8AA-D615-A09BB7C3EC6B}"/>
              </a:ext>
            </a:extLst>
          </p:cNvPr>
          <p:cNvSpPr/>
          <p:nvPr/>
        </p:nvSpPr>
        <p:spPr>
          <a:xfrm>
            <a:off x="5749447" y="1156503"/>
            <a:ext cx="6203992" cy="289351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preIncrement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pre-increment operator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preIncrement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6</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preDecrement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pre-decrement operator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preDecrement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graphicFrame>
        <p:nvGraphicFramePr>
          <p:cNvPr id="5" name="Diagram 4">
            <a:extLst>
              <a:ext uri="{FF2B5EF4-FFF2-40B4-BE49-F238E27FC236}">
                <a16:creationId xmlns:a16="http://schemas.microsoft.com/office/drawing/2014/main" id="{9A5689E8-18BE-CE4E-1BDE-79D80A6B19C2}"/>
              </a:ext>
            </a:extLst>
          </p:cNvPr>
          <p:cNvGraphicFramePr/>
          <p:nvPr/>
        </p:nvGraphicFramePr>
        <p:xfrm>
          <a:off x="435145" y="2195952"/>
          <a:ext cx="4787807" cy="2466095"/>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6" name="TextBox 5">
            <a:extLst>
              <a:ext uri="{FF2B5EF4-FFF2-40B4-BE49-F238E27FC236}">
                <a16:creationId xmlns:a16="http://schemas.microsoft.com/office/drawing/2014/main" id="{0F2D3672-B533-B24D-2A50-626DD17FBF0C}"/>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56650150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Ternary (Conditional) Operators</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3" y="1090283"/>
            <a:ext cx="4979772" cy="2062103"/>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Ternary Operator (Conditional Operator) (?:) evaluate a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boolean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expression and return one of two values based on the result. </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It is mostly </a:t>
            </a: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used for conditional assignment.</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It is called ternary operator because it operates on three operands.</a:t>
            </a:r>
          </a:p>
        </p:txBody>
      </p:sp>
      <p:pic>
        <p:nvPicPr>
          <p:cNvPr id="4" name="Picture 3">
            <a:extLst>
              <a:ext uri="{FF2B5EF4-FFF2-40B4-BE49-F238E27FC236}">
                <a16:creationId xmlns:a16="http://schemas.microsoft.com/office/drawing/2014/main" id="{D0610EDF-288B-4FB1-7C47-2DBF78D6F09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011131" y="291965"/>
            <a:ext cx="875436" cy="348291"/>
          </a:xfrm>
          <a:prstGeom prst="rect">
            <a:avLst/>
          </a:prstGeom>
        </p:spPr>
      </p:pic>
      <p:sp>
        <p:nvSpPr>
          <p:cNvPr id="6" name="Rectangle 5">
            <a:extLst>
              <a:ext uri="{FF2B5EF4-FFF2-40B4-BE49-F238E27FC236}">
                <a16:creationId xmlns:a16="http://schemas.microsoft.com/office/drawing/2014/main" id="{6DD60CF5-F0B0-2AFB-FAB1-A1E5B8480243}"/>
              </a:ext>
            </a:extLst>
          </p:cNvPr>
          <p:cNvSpPr/>
          <p:nvPr/>
        </p:nvSpPr>
        <p:spPr>
          <a:xfrm>
            <a:off x="6510206" y="1156503"/>
            <a:ext cx="4979771" cy="262994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Ternary operator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&gt;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pic>
        <p:nvPicPr>
          <p:cNvPr id="11" name="Picture 10">
            <a:extLst>
              <a:ext uri="{FF2B5EF4-FFF2-40B4-BE49-F238E27FC236}">
                <a16:creationId xmlns:a16="http://schemas.microsoft.com/office/drawing/2014/main" id="{AC865268-BE46-1F6B-799F-225DE4D4EE18}"/>
              </a:ext>
            </a:extLst>
          </p:cNvPr>
          <p:cNvPicPr>
            <a:picLocks noChangeAspect="1"/>
          </p:cNvPicPr>
          <p:nvPr/>
        </p:nvPicPr>
        <p:blipFill>
          <a:blip r:embed="rId5"/>
          <a:stretch>
            <a:fillRect/>
          </a:stretch>
        </p:blipFill>
        <p:spPr>
          <a:xfrm>
            <a:off x="6510206" y="4709668"/>
            <a:ext cx="4446174" cy="485716"/>
          </a:xfrm>
          <a:prstGeom prst="rect">
            <a:avLst/>
          </a:prstGeom>
        </p:spPr>
      </p:pic>
      <p:sp>
        <p:nvSpPr>
          <p:cNvPr id="12" name="Left Brace 11">
            <a:extLst>
              <a:ext uri="{FF2B5EF4-FFF2-40B4-BE49-F238E27FC236}">
                <a16:creationId xmlns:a16="http://schemas.microsoft.com/office/drawing/2014/main" id="{F855A0C5-7A03-B793-3803-B83C17250768}"/>
              </a:ext>
            </a:extLst>
          </p:cNvPr>
          <p:cNvSpPr/>
          <p:nvPr/>
        </p:nvSpPr>
        <p:spPr>
          <a:xfrm rot="16200000">
            <a:off x="8749549" y="4901441"/>
            <a:ext cx="259456" cy="847343"/>
          </a:xfrm>
          <a:prstGeom prst="leftBrace">
            <a:avLst/>
          </a:prstGeom>
          <a:ln w="127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FB1A9ED7-C00D-D0EB-6075-13282D822195}"/>
              </a:ext>
            </a:extLst>
          </p:cNvPr>
          <p:cNvSpPr txBox="1"/>
          <p:nvPr/>
        </p:nvSpPr>
        <p:spPr>
          <a:xfrm>
            <a:off x="7952351" y="5454841"/>
            <a:ext cx="1853851"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Söhne"/>
                <a:ea typeface="+mn-ea"/>
                <a:cs typeface="+mn-cs"/>
              </a:rPr>
              <a:t>Condition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Söhne"/>
                <a:ea typeface="+mn-ea"/>
                <a:cs typeface="+mn-cs"/>
              </a:rPr>
              <a:t>(true/ false)</a:t>
            </a:r>
            <a:endParaRPr kumimoji="0" lang="en-IN" sz="18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069A0008-A197-81F6-A9C9-7F6D9CFF2D39}"/>
              </a:ext>
            </a:extLst>
          </p:cNvPr>
          <p:cNvSpPr/>
          <p:nvPr/>
        </p:nvSpPr>
        <p:spPr>
          <a:xfrm>
            <a:off x="8538857" y="4110793"/>
            <a:ext cx="2985526" cy="2608013"/>
          </a:xfrm>
          <a:custGeom>
            <a:avLst/>
            <a:gdLst>
              <a:gd name="connsiteX0" fmla="*/ 0 w 2985526"/>
              <a:gd name="connsiteY0" fmla="*/ 1995401 h 2608013"/>
              <a:gd name="connsiteX1" fmla="*/ 588723 w 2985526"/>
              <a:gd name="connsiteY1" fmla="*/ 2458864 h 2608013"/>
              <a:gd name="connsiteX2" fmla="*/ 2768252 w 2985526"/>
              <a:gd name="connsiteY2" fmla="*/ 2396234 h 2608013"/>
              <a:gd name="connsiteX3" fmla="*/ 2730674 w 2985526"/>
              <a:gd name="connsiteY3" fmla="*/ 91445 h 2608013"/>
              <a:gd name="connsiteX4" fmla="*/ 1202499 w 2985526"/>
              <a:gd name="connsiteY4" fmla="*/ 680168 h 2608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5526" h="2608013">
                <a:moveTo>
                  <a:pt x="0" y="1995401"/>
                </a:moveTo>
                <a:cubicBezTo>
                  <a:pt x="63674" y="2193730"/>
                  <a:pt x="127348" y="2392059"/>
                  <a:pt x="588723" y="2458864"/>
                </a:cubicBezTo>
                <a:cubicBezTo>
                  <a:pt x="1050098" y="2525669"/>
                  <a:pt x="2411260" y="2790804"/>
                  <a:pt x="2768252" y="2396234"/>
                </a:cubicBezTo>
                <a:cubicBezTo>
                  <a:pt x="3125244" y="2001664"/>
                  <a:pt x="2991633" y="377456"/>
                  <a:pt x="2730674" y="91445"/>
                </a:cubicBezTo>
                <a:cubicBezTo>
                  <a:pt x="2469715" y="-194566"/>
                  <a:pt x="1836107" y="242801"/>
                  <a:pt x="1202499" y="680168"/>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Freeform: Shape 16">
            <a:extLst>
              <a:ext uri="{FF2B5EF4-FFF2-40B4-BE49-F238E27FC236}">
                <a16:creationId xmlns:a16="http://schemas.microsoft.com/office/drawing/2014/main" id="{504CEFE4-9F17-27B6-77D5-1DCAEC8DE0FA}"/>
              </a:ext>
            </a:extLst>
          </p:cNvPr>
          <p:cNvSpPr/>
          <p:nvPr/>
        </p:nvSpPr>
        <p:spPr>
          <a:xfrm>
            <a:off x="9123339" y="4435589"/>
            <a:ext cx="2093787" cy="2075459"/>
          </a:xfrm>
          <a:custGeom>
            <a:avLst/>
            <a:gdLst>
              <a:gd name="connsiteX0" fmla="*/ 54345 w 2093787"/>
              <a:gd name="connsiteY0" fmla="*/ 1633027 h 2075459"/>
              <a:gd name="connsiteX1" fmla="*/ 242236 w 2093787"/>
              <a:gd name="connsiteY1" fmla="*/ 1921126 h 2075459"/>
              <a:gd name="connsiteX2" fmla="*/ 1970828 w 2093787"/>
              <a:gd name="connsiteY2" fmla="*/ 1933652 h 2075459"/>
              <a:gd name="connsiteX3" fmla="*/ 1883145 w 2093787"/>
              <a:gd name="connsiteY3" fmla="*/ 117378 h 2075459"/>
              <a:gd name="connsiteX4" fmla="*/ 1319474 w 2093787"/>
              <a:gd name="connsiteY4" fmla="*/ 330320 h 207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3787" h="2075459">
                <a:moveTo>
                  <a:pt x="54345" y="1633027"/>
                </a:moveTo>
                <a:cubicBezTo>
                  <a:pt x="-11417" y="1752024"/>
                  <a:pt x="-77178" y="1871022"/>
                  <a:pt x="242236" y="1921126"/>
                </a:cubicBezTo>
                <a:cubicBezTo>
                  <a:pt x="561650" y="1971230"/>
                  <a:pt x="1697343" y="2234277"/>
                  <a:pt x="1970828" y="1933652"/>
                </a:cubicBezTo>
                <a:cubicBezTo>
                  <a:pt x="2244313" y="1633027"/>
                  <a:pt x="1991704" y="384600"/>
                  <a:pt x="1883145" y="117378"/>
                </a:cubicBezTo>
                <a:cubicBezTo>
                  <a:pt x="1774586" y="-149844"/>
                  <a:pt x="1547030" y="90238"/>
                  <a:pt x="1319474" y="33032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E94290E6-CDEE-1362-D155-B2567927BD74}"/>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375283375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err="1">
                <a:ln>
                  <a:noFill/>
                </a:ln>
                <a:solidFill>
                  <a:srgbClr val="FFFF00"/>
                </a:solidFill>
                <a:effectLst/>
                <a:uLnTx/>
                <a:uFillTx/>
                <a:ea typeface="+mn-ea"/>
                <a:cs typeface="+mn-cs"/>
              </a:rPr>
              <a:t>instanceOf</a:t>
            </a:r>
            <a:r>
              <a:rPr kumimoji="0" lang="en-US" sz="2400" b="1" i="0" u="none" strike="noStrike" kern="1200" cap="none" spc="0" normalizeH="0" baseline="0" noProof="0" dirty="0">
                <a:ln>
                  <a:noFill/>
                </a:ln>
                <a:solidFill>
                  <a:srgbClr val="FFFF00"/>
                </a:solidFill>
                <a:effectLst/>
                <a:uLnTx/>
                <a:uFillTx/>
                <a:ea typeface="+mn-ea"/>
                <a:cs typeface="+mn-cs"/>
              </a:rPr>
              <a:t> </a:t>
            </a:r>
            <a:r>
              <a:rPr kumimoji="0" lang="en-US" sz="2400" b="1" i="0" u="none" strike="noStrike" kern="1200" cap="none" spc="0" normalizeH="0" baseline="0" noProof="0" dirty="0">
                <a:ln>
                  <a:noFill/>
                </a:ln>
                <a:solidFill>
                  <a:schemeClr val="bg1"/>
                </a:solidFill>
                <a:effectLst/>
                <a:uLnTx/>
                <a:uFillTx/>
                <a:ea typeface="+mn-ea"/>
                <a:cs typeface="+mn-cs"/>
              </a:rPr>
              <a:t>Operator?</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CCB9B3FA-86CD-DDD0-659A-F06447FF06A0}"/>
              </a:ext>
            </a:extLst>
          </p:cNvPr>
          <p:cNvSpPr txBox="1"/>
          <p:nvPr/>
        </p:nvSpPr>
        <p:spPr>
          <a:xfrm>
            <a:off x="339163" y="1090283"/>
            <a:ext cx="4979772"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The </a:t>
            </a:r>
            <a:r>
              <a:rPr kumimoji="0" lang="en-US" sz="1800" b="0" i="0" u="none" strike="noStrike" kern="1200" cap="none" spc="0" normalizeH="0" baseline="0" noProof="0" dirty="0" err="1">
                <a:ln>
                  <a:noFill/>
                </a:ln>
                <a:solidFill>
                  <a:prstClr val="black"/>
                </a:solidFill>
                <a:effectLst/>
                <a:uLnTx/>
                <a:uFillTx/>
                <a:latin typeface="Söhne"/>
                <a:ea typeface="+mn-ea"/>
                <a:cs typeface="+mn-cs"/>
              </a:rPr>
              <a:t>instanceof</a:t>
            </a:r>
            <a:r>
              <a:rPr kumimoji="0" lang="en-US" sz="1800" b="0" i="0" u="none" strike="noStrike" kern="1200" cap="none" spc="0" normalizeH="0" baseline="0" noProof="0" dirty="0">
                <a:ln>
                  <a:noFill/>
                </a:ln>
                <a:solidFill>
                  <a:prstClr val="black"/>
                </a:solidFill>
                <a:effectLst/>
                <a:uLnTx/>
                <a:uFillTx/>
                <a:latin typeface="Söhne"/>
                <a:ea typeface="+mn-ea"/>
                <a:cs typeface="+mn-cs"/>
              </a:rPr>
              <a:t> operator is used to check if an object is an instance of a specific class or a type.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300DEE6A-9931-C206-98CC-EC41A2C09699}"/>
              </a:ext>
            </a:extLst>
          </p:cNvPr>
          <p:cNvSpPr/>
          <p:nvPr/>
        </p:nvSpPr>
        <p:spPr>
          <a:xfrm>
            <a:off x="5862182" y="1156503"/>
            <a:ext cx="5990656" cy="275161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Using instanceof operator to check</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if str is an instance of String 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isStrInstance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instanceof</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isStrInstance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graphicFrame>
        <p:nvGraphicFramePr>
          <p:cNvPr id="5" name="Diagram 4">
            <a:extLst>
              <a:ext uri="{FF2B5EF4-FFF2-40B4-BE49-F238E27FC236}">
                <a16:creationId xmlns:a16="http://schemas.microsoft.com/office/drawing/2014/main" id="{B5958EDB-E625-C657-C29C-58E9A32BF500}"/>
              </a:ext>
            </a:extLst>
          </p:cNvPr>
          <p:cNvGraphicFramePr/>
          <p:nvPr/>
        </p:nvGraphicFramePr>
        <p:xfrm>
          <a:off x="435145" y="2195952"/>
          <a:ext cx="4787807" cy="2466095"/>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6" name="TextBox 5">
            <a:extLst>
              <a:ext uri="{FF2B5EF4-FFF2-40B4-BE49-F238E27FC236}">
                <a16:creationId xmlns:a16="http://schemas.microsoft.com/office/drawing/2014/main" id="{9EBF9B6D-CD3A-A572-19AA-57C22D1ADC13}"/>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198637186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954381"/>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control statements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conditional statements</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What is if-elseif-else condition?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looping statements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in Java? What is while loop?</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while loop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for loop</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break </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continue</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statement?</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4. Control statements - Basics</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A955027B-295F-C0DD-2603-CC513BB8F085}"/>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5DF046D0-2251-7A54-CB0B-ED9CD3A05C92}"/>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091347" y="1528260"/>
            <a:ext cx="636255" cy="253133"/>
          </a:xfrm>
          <a:prstGeom prst="rect">
            <a:avLst/>
          </a:prstGeom>
        </p:spPr>
      </p:pic>
      <p:pic>
        <p:nvPicPr>
          <p:cNvPr id="5" name="Picture 4">
            <a:extLst>
              <a:ext uri="{FF2B5EF4-FFF2-40B4-BE49-F238E27FC236}">
                <a16:creationId xmlns:a16="http://schemas.microsoft.com/office/drawing/2014/main" id="{B28790D5-A0F5-AB57-4BF0-83142716DB6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543258" y="3109000"/>
            <a:ext cx="636255" cy="253133"/>
          </a:xfrm>
          <a:prstGeom prst="rect">
            <a:avLst/>
          </a:prstGeom>
        </p:spPr>
      </p:pic>
      <p:sp>
        <p:nvSpPr>
          <p:cNvPr id="6" name="TextBox 5">
            <a:extLst>
              <a:ext uri="{FF2B5EF4-FFF2-40B4-BE49-F238E27FC236}">
                <a16:creationId xmlns:a16="http://schemas.microsoft.com/office/drawing/2014/main" id="{93E949F0-386B-703E-4909-FD35276956A5}"/>
              </a:ext>
            </a:extLst>
          </p:cNvPr>
          <p:cNvSpPr txBox="1"/>
          <p:nvPr/>
        </p:nvSpPr>
        <p:spPr>
          <a:xfrm>
            <a:off x="10342731" y="6373174"/>
            <a:ext cx="1972639" cy="307777"/>
          </a:xfrm>
          <a:prstGeom prst="rect">
            <a:avLst/>
          </a:prstGeom>
          <a:noFill/>
        </p:spPr>
        <p:txBody>
          <a:bodyPr wrap="square">
            <a:spAutoFit/>
          </a:bodyPr>
          <a:lstStyle/>
          <a:p>
            <a:r>
              <a:rPr lang="en-US" sz="1400" dirty="0">
                <a:hlinkClick r:id="rId10" action="ppaction://hlinksldjump"/>
              </a:rPr>
              <a:t>Back to main index</a:t>
            </a:r>
            <a:endParaRPr lang="en-IN" sz="1400" dirty="0"/>
          </a:p>
        </p:txBody>
      </p:sp>
    </p:spTree>
    <p:extLst>
      <p:ext uri="{BB962C8B-B14F-4D97-AF65-F5344CB8AC3E}">
        <p14:creationId xmlns:p14="http://schemas.microsoft.com/office/powerpoint/2010/main" val="1235475108"/>
      </p:ext>
    </p:extLst>
  </p:cSld>
  <p:clrMapOvr>
    <a:overrideClrMapping bg1="dk1" tx1="lt1" bg2="dk2" tx2="lt2" accent1="accent1" accent2="accent2" accent3="accent3" accent4="accent4" accent5="accent5" accent6="accent6" hlink="hlink" folHlink="folHlink"/>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control statements</a:t>
            </a:r>
            <a:r>
              <a:rPr kumimoji="0" lang="en-US" sz="2400" b="1" i="0" u="none" strike="noStrike" kern="1200" cap="none" spc="0" normalizeH="0" baseline="0" noProof="0" dirty="0">
                <a:ln>
                  <a:noFill/>
                </a:ln>
                <a:solidFill>
                  <a:schemeClr val="bg1"/>
                </a:solidFill>
                <a:effectLst/>
                <a:uLnTx/>
                <a:uFillTx/>
                <a:ea typeface="+mn-ea"/>
                <a:cs typeface="+mn-cs"/>
              </a:rPr>
              <a:t>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9BD76721-67C5-3CB9-F942-98FA369196B9}"/>
              </a:ext>
            </a:extLst>
          </p:cNvPr>
          <p:cNvSpPr txBox="1"/>
          <p:nvPr/>
        </p:nvSpPr>
        <p:spPr>
          <a:xfrm>
            <a:off x="339163" y="1090283"/>
            <a:ext cx="5196664"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Control statements </a:t>
            </a:r>
            <a:r>
              <a:rPr kumimoji="0" lang="en-US" sz="1800" b="1" i="0" u="none" strike="noStrike" kern="1200" cap="none" spc="0" normalizeH="0" baseline="0" noProof="0" dirty="0">
                <a:ln>
                  <a:noFill/>
                </a:ln>
                <a:solidFill>
                  <a:prstClr val="black"/>
                </a:solidFill>
                <a:effectLst/>
                <a:uLnTx/>
                <a:uFillTx/>
                <a:latin typeface="Söhne"/>
                <a:ea typeface="+mn-ea"/>
                <a:cs typeface="+mn-cs"/>
              </a:rPr>
              <a:t>manage the flow</a:t>
            </a:r>
            <a:r>
              <a:rPr kumimoji="0" lang="en-US" sz="1800" b="0" i="0" u="none" strike="noStrike" kern="1200" cap="none" spc="0" normalizeH="0" baseline="0" noProof="0" dirty="0">
                <a:ln>
                  <a:noFill/>
                </a:ln>
                <a:solidFill>
                  <a:prstClr val="black"/>
                </a:solidFill>
                <a:effectLst/>
                <a:uLnTx/>
                <a:uFillTx/>
                <a:latin typeface="Söhne"/>
                <a:ea typeface="+mn-ea"/>
                <a:cs typeface="+mn-cs"/>
              </a:rPr>
              <a:t> of execution in a program.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Rounded Corners 29">
            <a:extLst>
              <a:ext uri="{FF2B5EF4-FFF2-40B4-BE49-F238E27FC236}">
                <a16:creationId xmlns:a16="http://schemas.microsoft.com/office/drawing/2014/main" id="{E83D1951-7C93-53F9-9D20-60BD7CA793B8}"/>
              </a:ext>
            </a:extLst>
          </p:cNvPr>
          <p:cNvSpPr/>
          <p:nvPr/>
        </p:nvSpPr>
        <p:spPr>
          <a:xfrm>
            <a:off x="1852724" y="2026141"/>
            <a:ext cx="1891430" cy="646331"/>
          </a:xfrm>
          <a:prstGeom prst="roundRect">
            <a:avLst/>
          </a:prstGeom>
          <a:solidFill>
            <a:schemeClr val="accent6">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Start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int i = 0 )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Diamond 31">
            <a:extLst>
              <a:ext uri="{FF2B5EF4-FFF2-40B4-BE49-F238E27FC236}">
                <a16:creationId xmlns:a16="http://schemas.microsoft.com/office/drawing/2014/main" id="{5D765C91-2BA6-3EBB-B17D-FE4AE6F99464}"/>
              </a:ext>
            </a:extLst>
          </p:cNvPr>
          <p:cNvSpPr/>
          <p:nvPr/>
        </p:nvSpPr>
        <p:spPr>
          <a:xfrm>
            <a:off x="1652307" y="2967044"/>
            <a:ext cx="2292263" cy="1000269"/>
          </a:xfrm>
          <a:prstGeom prst="diamond">
            <a:avLst/>
          </a:prstGeom>
          <a:solidFill>
            <a:schemeClr val="accent4">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Condition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if (i &gt; 0)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Rounded Corners 32">
            <a:extLst>
              <a:ext uri="{FF2B5EF4-FFF2-40B4-BE49-F238E27FC236}">
                <a16:creationId xmlns:a16="http://schemas.microsoft.com/office/drawing/2014/main" id="{D5C4CAA0-F8B0-B791-4A0C-E22774A2881D}"/>
              </a:ext>
            </a:extLst>
          </p:cNvPr>
          <p:cNvSpPr/>
          <p:nvPr/>
        </p:nvSpPr>
        <p:spPr>
          <a:xfrm>
            <a:off x="339163" y="4205477"/>
            <a:ext cx="1891430" cy="534910"/>
          </a:xfrm>
          <a:prstGeom prst="roundRect">
            <a:avLst/>
          </a:prstGeom>
          <a:solidFill>
            <a:schemeClr val="accent2">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End 1</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Rounded Corners 33">
            <a:extLst>
              <a:ext uri="{FF2B5EF4-FFF2-40B4-BE49-F238E27FC236}">
                <a16:creationId xmlns:a16="http://schemas.microsoft.com/office/drawing/2014/main" id="{B0C23D69-DFFD-3E38-6106-6027E28536FD}"/>
              </a:ext>
            </a:extLst>
          </p:cNvPr>
          <p:cNvSpPr/>
          <p:nvPr/>
        </p:nvSpPr>
        <p:spPr>
          <a:xfrm>
            <a:off x="3406200" y="4205477"/>
            <a:ext cx="1891430" cy="534910"/>
          </a:xfrm>
          <a:prstGeom prst="roundRect">
            <a:avLst/>
          </a:prstGeom>
          <a:solidFill>
            <a:schemeClr val="accent2">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End 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6" name="Straight Arrow Connector 35">
            <a:extLst>
              <a:ext uri="{FF2B5EF4-FFF2-40B4-BE49-F238E27FC236}">
                <a16:creationId xmlns:a16="http://schemas.microsoft.com/office/drawing/2014/main" id="{01BA6700-74FB-719C-92AF-6FC3F08A1203}"/>
              </a:ext>
            </a:extLst>
          </p:cNvPr>
          <p:cNvCxnSpPr>
            <a:cxnSpLocks/>
            <a:stCxn id="30" idx="2"/>
            <a:endCxn id="32" idx="0"/>
          </p:cNvCxnSpPr>
          <p:nvPr/>
        </p:nvCxnSpPr>
        <p:spPr>
          <a:xfrm>
            <a:off x="2798439" y="2672472"/>
            <a:ext cx="0" cy="294572"/>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9" name="Connector: Elbow 38">
            <a:extLst>
              <a:ext uri="{FF2B5EF4-FFF2-40B4-BE49-F238E27FC236}">
                <a16:creationId xmlns:a16="http://schemas.microsoft.com/office/drawing/2014/main" id="{1F637BFB-208C-0714-44C3-A2C05FDBF1F3}"/>
              </a:ext>
            </a:extLst>
          </p:cNvPr>
          <p:cNvCxnSpPr>
            <a:cxnSpLocks/>
            <a:stCxn id="32" idx="1"/>
          </p:cNvCxnSpPr>
          <p:nvPr/>
        </p:nvCxnSpPr>
        <p:spPr>
          <a:xfrm rot="10800000" flipV="1">
            <a:off x="1235649" y="3467178"/>
            <a:ext cx="416658" cy="701351"/>
          </a:xfrm>
          <a:prstGeom prst="bentConnector2">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3" name="Connector: Elbow 42">
            <a:extLst>
              <a:ext uri="{FF2B5EF4-FFF2-40B4-BE49-F238E27FC236}">
                <a16:creationId xmlns:a16="http://schemas.microsoft.com/office/drawing/2014/main" id="{A01812DE-DBD9-6A11-1081-67D77A77EB81}"/>
              </a:ext>
            </a:extLst>
          </p:cNvPr>
          <p:cNvCxnSpPr>
            <a:cxnSpLocks/>
            <a:stCxn id="32" idx="3"/>
          </p:cNvCxnSpPr>
          <p:nvPr/>
        </p:nvCxnSpPr>
        <p:spPr>
          <a:xfrm>
            <a:off x="3944570" y="3467179"/>
            <a:ext cx="385860" cy="709908"/>
          </a:xfrm>
          <a:prstGeom prst="bentConnector2">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0AAD1B51-A1D4-53E1-013E-02E420DB69E4}"/>
              </a:ext>
            </a:extLst>
          </p:cNvPr>
          <p:cNvSpPr txBox="1"/>
          <p:nvPr/>
        </p:nvSpPr>
        <p:spPr>
          <a:xfrm>
            <a:off x="438354" y="3062859"/>
            <a:ext cx="100562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Flow1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(true)</a:t>
            </a:r>
          </a:p>
        </p:txBody>
      </p:sp>
      <p:sp>
        <p:nvSpPr>
          <p:cNvPr id="60" name="TextBox 59">
            <a:extLst>
              <a:ext uri="{FF2B5EF4-FFF2-40B4-BE49-F238E27FC236}">
                <a16:creationId xmlns:a16="http://schemas.microsoft.com/office/drawing/2014/main" id="{A0ED655E-25B6-989B-3678-70C1686304E0}"/>
              </a:ext>
            </a:extLst>
          </p:cNvPr>
          <p:cNvSpPr txBox="1"/>
          <p:nvPr/>
        </p:nvSpPr>
        <p:spPr>
          <a:xfrm>
            <a:off x="4296305" y="3088978"/>
            <a:ext cx="782502"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Flow2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(false)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61" name="Content Placeholder 4">
            <a:extLst>
              <a:ext uri="{FF2B5EF4-FFF2-40B4-BE49-F238E27FC236}">
                <a16:creationId xmlns:a16="http://schemas.microsoft.com/office/drawing/2014/main" id="{FA6C1D25-81F2-33A6-3684-AC89E47C585A}"/>
              </a:ext>
            </a:extLst>
          </p:cNvPr>
          <p:cNvGraphicFramePr>
            <a:graphicFrameLocks noGrp="1"/>
          </p:cNvGraphicFramePr>
          <p:nvPr>
            <p:ph idx="1"/>
          </p:nvPr>
        </p:nvGraphicFramePr>
        <p:xfrm>
          <a:off x="5964659" y="892715"/>
          <a:ext cx="5836885" cy="5685189"/>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66" name="Graphic 65" descr="Checkmark with solid fill">
            <a:extLst>
              <a:ext uri="{FF2B5EF4-FFF2-40B4-BE49-F238E27FC236}">
                <a16:creationId xmlns:a16="http://schemas.microsoft.com/office/drawing/2014/main" id="{DB631F02-A9D6-59AD-22B1-98F401497FB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4587655" y="3969678"/>
            <a:ext cx="471597" cy="471597"/>
          </a:xfrm>
          <a:prstGeom prst="rect">
            <a:avLst/>
          </a:prstGeom>
        </p:spPr>
      </p:pic>
      <p:pic>
        <p:nvPicPr>
          <p:cNvPr id="68" name="Graphic 67" descr="Close with solid fill">
            <a:extLst>
              <a:ext uri="{FF2B5EF4-FFF2-40B4-BE49-F238E27FC236}">
                <a16:creationId xmlns:a16="http://schemas.microsoft.com/office/drawing/2014/main" id="{95E0FC81-8C81-7434-4291-AD03D778BFC3}"/>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28312" y="3967313"/>
            <a:ext cx="518188" cy="518188"/>
          </a:xfrm>
          <a:prstGeom prst="rect">
            <a:avLst/>
          </a:prstGeom>
        </p:spPr>
      </p:pic>
      <p:pic>
        <p:nvPicPr>
          <p:cNvPr id="5" name="Picture 4">
            <a:extLst>
              <a:ext uri="{FF2B5EF4-FFF2-40B4-BE49-F238E27FC236}">
                <a16:creationId xmlns:a16="http://schemas.microsoft.com/office/drawing/2014/main" id="{A27899AC-0385-59A4-A5F8-B654E7C62F3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25327" y="291965"/>
            <a:ext cx="875436" cy="348291"/>
          </a:xfrm>
          <a:prstGeom prst="rect">
            <a:avLst/>
          </a:prstGeom>
        </p:spPr>
      </p:pic>
      <p:sp>
        <p:nvSpPr>
          <p:cNvPr id="6" name="TextBox 5">
            <a:extLst>
              <a:ext uri="{FF2B5EF4-FFF2-40B4-BE49-F238E27FC236}">
                <a16:creationId xmlns:a16="http://schemas.microsoft.com/office/drawing/2014/main" id="{4E35D315-EC39-E51D-14BC-A720A9C00134}"/>
              </a:ext>
            </a:extLst>
          </p:cNvPr>
          <p:cNvSpPr txBox="1"/>
          <p:nvPr/>
        </p:nvSpPr>
        <p:spPr>
          <a:xfrm>
            <a:off x="10405730" y="6485478"/>
            <a:ext cx="1786270" cy="307777"/>
          </a:xfrm>
          <a:prstGeom prst="rect">
            <a:avLst/>
          </a:prstGeom>
          <a:noFill/>
        </p:spPr>
        <p:txBody>
          <a:bodyPr wrap="square">
            <a:spAutoFit/>
          </a:bodyPr>
          <a:lstStyle/>
          <a:p>
            <a:r>
              <a:rPr lang="en-US" sz="1400" dirty="0">
                <a:hlinkClick r:id="rId14" action="ppaction://hlinksldjump"/>
              </a:rPr>
              <a:t>back to chapter index</a:t>
            </a:r>
            <a:endParaRPr lang="en-IN" sz="1400" dirty="0"/>
          </a:p>
        </p:txBody>
      </p:sp>
    </p:spTree>
    <p:extLst>
      <p:ext uri="{BB962C8B-B14F-4D97-AF65-F5344CB8AC3E}">
        <p14:creationId xmlns:p14="http://schemas.microsoft.com/office/powerpoint/2010/main" val="421228917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conditional statements</a:t>
            </a:r>
            <a:r>
              <a:rPr kumimoji="0" lang="en-US" sz="2400" b="1" i="0" u="none" strike="noStrike" kern="1200" cap="none" spc="0" normalizeH="0" baseline="0" noProof="0" dirty="0">
                <a:ln>
                  <a:noFill/>
                </a:ln>
                <a:solidFill>
                  <a:schemeClr val="bg1"/>
                </a:solidFill>
                <a:effectLst/>
                <a:uLnTx/>
                <a:uFillTx/>
                <a:ea typeface="+mn-ea"/>
                <a:cs typeface="+mn-cs"/>
              </a:rPr>
              <a:t>? What is </a:t>
            </a:r>
            <a:r>
              <a:rPr kumimoji="0" lang="en-US" sz="2400" b="1" i="0" u="none" strike="noStrike" kern="1200" cap="none" spc="0" normalizeH="0" baseline="0" noProof="0" dirty="0">
                <a:ln>
                  <a:noFill/>
                </a:ln>
                <a:solidFill>
                  <a:srgbClr val="FFFF00"/>
                </a:solidFill>
                <a:effectLst/>
                <a:uLnTx/>
                <a:uFillTx/>
                <a:ea typeface="+mn-ea"/>
                <a:cs typeface="+mn-cs"/>
              </a:rPr>
              <a:t>if-elseif-else</a:t>
            </a:r>
            <a:r>
              <a:rPr kumimoji="0" lang="en-US" sz="2400" b="1" i="0" u="none" strike="noStrike" kern="1200" cap="none" spc="0" normalizeH="0" baseline="0" noProof="0" dirty="0">
                <a:ln>
                  <a:noFill/>
                </a:ln>
                <a:solidFill>
                  <a:schemeClr val="bg1"/>
                </a:solidFill>
                <a:effectLst/>
                <a:uLnTx/>
                <a:uFillTx/>
                <a:ea typeface="+mn-ea"/>
                <a:cs typeface="+mn-cs"/>
              </a:rPr>
              <a:t> condition?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9BD76721-67C5-3CB9-F942-98FA369196B9}"/>
              </a:ext>
            </a:extLst>
          </p:cNvPr>
          <p:cNvSpPr txBox="1"/>
          <p:nvPr/>
        </p:nvSpPr>
        <p:spPr>
          <a:xfrm>
            <a:off x="339163" y="1090283"/>
            <a:ext cx="5510492" cy="1785104"/>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Conditional statements helps in </a:t>
            </a:r>
            <a:r>
              <a:rPr kumimoji="0" lang="en-US" sz="1800" b="1" i="0" u="none" strike="noStrike" kern="1200" cap="none" spc="0" normalizeH="0" baseline="0" noProof="0" dirty="0">
                <a:ln>
                  <a:noFill/>
                </a:ln>
                <a:solidFill>
                  <a:prstClr val="black"/>
                </a:solidFill>
                <a:effectLst/>
                <a:uLnTx/>
                <a:uFillTx/>
                <a:latin typeface="Söhne"/>
                <a:ea typeface="+mn-ea"/>
                <a:cs typeface="+mn-cs"/>
              </a:rPr>
              <a:t>decision-making</a:t>
            </a:r>
            <a:r>
              <a:rPr kumimoji="0" lang="en-US" sz="1800" b="0" i="0" u="none" strike="noStrike" kern="1200" cap="none" spc="0" normalizeH="0" baseline="0" noProof="0" dirty="0">
                <a:ln>
                  <a:noFill/>
                </a:ln>
                <a:solidFill>
                  <a:prstClr val="black"/>
                </a:solidFill>
                <a:effectLst/>
                <a:uLnTx/>
                <a:uFillTx/>
                <a:latin typeface="Söhne"/>
                <a:ea typeface="+mn-ea"/>
                <a:cs typeface="+mn-cs"/>
              </a:rPr>
              <a:t> based on specified conditions.</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There can be multiple else-if blocks, but only one if and else block can be present.</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Only one block will be executed at a time.</a:t>
            </a:r>
            <a:endParaRPr kumimoji="0" lang="en-US" sz="1800" b="0" i="0" u="none" strike="noStrike" kern="1200" cap="none" spc="0" normalizeH="0" baseline="0" noProof="0" dirty="0">
              <a:ln>
                <a:noFill/>
              </a:ln>
              <a:solidFill>
                <a:prstClr val="black"/>
              </a:solidFill>
              <a:effectLst/>
              <a:uLnTx/>
              <a:uFillTx/>
              <a:latin typeface="Söhne"/>
              <a:ea typeface="+mn-ea"/>
              <a:cs typeface="+mn-cs"/>
            </a:endParaRPr>
          </a:p>
        </p:txBody>
      </p:sp>
      <p:graphicFrame>
        <p:nvGraphicFramePr>
          <p:cNvPr id="5" name="Diagram 4">
            <a:extLst>
              <a:ext uri="{FF2B5EF4-FFF2-40B4-BE49-F238E27FC236}">
                <a16:creationId xmlns:a16="http://schemas.microsoft.com/office/drawing/2014/main" id="{F338560F-B68A-C52F-84EB-A7F585B9E971}"/>
              </a:ext>
            </a:extLst>
          </p:cNvPr>
          <p:cNvGraphicFramePr/>
          <p:nvPr/>
        </p:nvGraphicFramePr>
        <p:xfrm>
          <a:off x="480953" y="3257308"/>
          <a:ext cx="3786578" cy="2604873"/>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7" name="Rectangle 6">
            <a:extLst>
              <a:ext uri="{FF2B5EF4-FFF2-40B4-BE49-F238E27FC236}">
                <a16:creationId xmlns:a16="http://schemas.microsoft.com/office/drawing/2014/main" id="{D62F38E2-6C8B-461F-4E2A-F91BF3E136D2}"/>
              </a:ext>
            </a:extLst>
          </p:cNvPr>
          <p:cNvSpPr/>
          <p:nvPr/>
        </p:nvSpPr>
        <p:spPr>
          <a:xfrm>
            <a:off x="6701425" y="1156503"/>
            <a:ext cx="4546948" cy="383113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&gt;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"positive"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else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"negative"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else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"ten"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else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"zero"</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zero</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6" name="TextBox 5">
            <a:extLst>
              <a:ext uri="{FF2B5EF4-FFF2-40B4-BE49-F238E27FC236}">
                <a16:creationId xmlns:a16="http://schemas.microsoft.com/office/drawing/2014/main" id="{00F66358-4286-C94A-BD2E-50A55FF7C37C}"/>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383669159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looping statements</a:t>
            </a:r>
            <a:r>
              <a:rPr kumimoji="0" lang="en-US" sz="2400" b="1" i="0" u="none" strike="noStrike" kern="1200" cap="none" spc="0" normalizeH="0" baseline="0" noProof="0" dirty="0">
                <a:ln>
                  <a:noFill/>
                </a:ln>
                <a:solidFill>
                  <a:schemeClr val="bg1"/>
                </a:solidFill>
                <a:effectLst/>
                <a:uLnTx/>
                <a:uFillTx/>
                <a:ea typeface="+mn-ea"/>
                <a:cs typeface="+mn-cs"/>
              </a:rPr>
              <a:t> in Java? What is </a:t>
            </a:r>
            <a:r>
              <a:rPr kumimoji="0" lang="en-US" sz="2400" b="1" i="0" u="none" strike="noStrike" kern="1200" cap="none" spc="0" normalizeH="0" baseline="0" noProof="0" dirty="0">
                <a:ln>
                  <a:noFill/>
                </a:ln>
                <a:solidFill>
                  <a:srgbClr val="FFFF00"/>
                </a:solidFill>
                <a:effectLst/>
                <a:uLnTx/>
                <a:uFillTx/>
                <a:ea typeface="+mn-ea"/>
                <a:cs typeface="+mn-cs"/>
              </a:rPr>
              <a:t>while loop</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9BD76721-67C5-3CB9-F942-98FA369196B9}"/>
              </a:ext>
            </a:extLst>
          </p:cNvPr>
          <p:cNvSpPr txBox="1"/>
          <p:nvPr/>
        </p:nvSpPr>
        <p:spPr>
          <a:xfrm>
            <a:off x="339163" y="1090283"/>
            <a:ext cx="4971138" cy="135421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Looping statements are used to execute a block of </a:t>
            </a:r>
            <a:r>
              <a:rPr kumimoji="0" lang="en-US" sz="1800" b="1" i="0" u="none" strike="noStrike" kern="1200" cap="none" spc="0" normalizeH="0" baseline="0" noProof="0" dirty="0">
                <a:ln>
                  <a:noFill/>
                </a:ln>
                <a:solidFill>
                  <a:prstClr val="black"/>
                </a:solidFill>
                <a:effectLst/>
                <a:uLnTx/>
                <a:uFillTx/>
                <a:latin typeface="Söhne"/>
                <a:ea typeface="+mn-ea"/>
                <a:cs typeface="+mn-cs"/>
              </a:rPr>
              <a:t>code repeatedly</a:t>
            </a:r>
            <a:r>
              <a:rPr kumimoji="0" lang="en-US" sz="1800" b="0" i="0" u="none" strike="noStrike" kern="1200" cap="none" spc="0" normalizeH="0" baseline="0" noProof="0" dirty="0">
                <a:ln>
                  <a:noFill/>
                </a:ln>
                <a:solidFill>
                  <a:prstClr val="black"/>
                </a:solidFill>
                <a:effectLst/>
                <a:uLnTx/>
                <a:uFillTx/>
                <a:latin typeface="Söhne"/>
                <a:ea typeface="+mn-ea"/>
                <a:cs typeface="+mn-cs"/>
              </a:rPr>
              <a:t> based on a condition. </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while loop iterate(repeat) a block of code while a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certain condition is true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8" name="Diagram 7">
            <a:extLst>
              <a:ext uri="{FF2B5EF4-FFF2-40B4-BE49-F238E27FC236}">
                <a16:creationId xmlns:a16="http://schemas.microsoft.com/office/drawing/2014/main" id="{2E69416C-0D08-7827-A751-7A41DD552A1B}"/>
              </a:ext>
            </a:extLst>
          </p:cNvPr>
          <p:cNvGraphicFramePr/>
          <p:nvPr/>
        </p:nvGraphicFramePr>
        <p:xfrm>
          <a:off x="931443" y="2702623"/>
          <a:ext cx="3786578" cy="2800366"/>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6" name="Rectangle 5">
            <a:extLst>
              <a:ext uri="{FF2B5EF4-FFF2-40B4-BE49-F238E27FC236}">
                <a16:creationId xmlns:a16="http://schemas.microsoft.com/office/drawing/2014/main" id="{04C78B69-6DFF-1C0A-0F95-B700B0E994EE}"/>
              </a:ext>
            </a:extLst>
          </p:cNvPr>
          <p:cNvSpPr/>
          <p:nvPr/>
        </p:nvSpPr>
        <p:spPr>
          <a:xfrm>
            <a:off x="6362701" y="1785407"/>
            <a:ext cx="5127276" cy="280036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while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 2 3 4 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7" name="TextBox 6">
            <a:extLst>
              <a:ext uri="{FF2B5EF4-FFF2-40B4-BE49-F238E27FC236}">
                <a16:creationId xmlns:a16="http://schemas.microsoft.com/office/drawing/2014/main" id="{2B8505AF-F69D-235A-E57F-F3FBEB8B1CF8}"/>
              </a:ext>
            </a:extLst>
          </p:cNvPr>
          <p:cNvSpPr txBox="1"/>
          <p:nvPr/>
        </p:nvSpPr>
        <p:spPr>
          <a:xfrm>
            <a:off x="6361154" y="1173230"/>
            <a:ext cx="1400630" cy="369332"/>
          </a:xfrm>
          <a:prstGeom prst="rect">
            <a:avLst/>
          </a:prstGeom>
          <a:noFill/>
          <a:ln w="19050">
            <a:solidFill>
              <a:srgbClr val="FF0000"/>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Initialization</a:t>
            </a:r>
          </a:p>
        </p:txBody>
      </p:sp>
      <p:cxnSp>
        <p:nvCxnSpPr>
          <p:cNvPr id="10" name="Straight Arrow Connector 9">
            <a:extLst>
              <a:ext uri="{FF2B5EF4-FFF2-40B4-BE49-F238E27FC236}">
                <a16:creationId xmlns:a16="http://schemas.microsoft.com/office/drawing/2014/main" id="{E401C26A-29B4-0A98-DCE5-601A39A72CCD}"/>
              </a:ext>
            </a:extLst>
          </p:cNvPr>
          <p:cNvCxnSpPr>
            <a:cxnSpLocks/>
            <a:endCxn id="7" idx="2"/>
          </p:cNvCxnSpPr>
          <p:nvPr/>
        </p:nvCxnSpPr>
        <p:spPr>
          <a:xfrm flipH="1" flipV="1">
            <a:off x="7061469" y="1542562"/>
            <a:ext cx="605816" cy="76102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43D2A6D3-54B8-94F6-0DD5-14C66BE33FC4}"/>
              </a:ext>
            </a:extLst>
          </p:cNvPr>
          <p:cNvSpPr txBox="1"/>
          <p:nvPr/>
        </p:nvSpPr>
        <p:spPr>
          <a:xfrm>
            <a:off x="8248285" y="1156503"/>
            <a:ext cx="1400630" cy="369332"/>
          </a:xfrm>
          <a:prstGeom prst="rect">
            <a:avLst/>
          </a:prstGeom>
          <a:noFill/>
          <a:ln w="19050">
            <a:solidFill>
              <a:srgbClr val="FF0000"/>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Condition</a:t>
            </a:r>
          </a:p>
        </p:txBody>
      </p:sp>
      <p:cxnSp>
        <p:nvCxnSpPr>
          <p:cNvPr id="12" name="Straight Arrow Connector 11">
            <a:extLst>
              <a:ext uri="{FF2B5EF4-FFF2-40B4-BE49-F238E27FC236}">
                <a16:creationId xmlns:a16="http://schemas.microsoft.com/office/drawing/2014/main" id="{5B01C88B-3ED1-200A-DCD1-A38C369DDCA5}"/>
              </a:ext>
            </a:extLst>
          </p:cNvPr>
          <p:cNvCxnSpPr>
            <a:cxnSpLocks/>
            <a:endCxn id="11" idx="2"/>
          </p:cNvCxnSpPr>
          <p:nvPr/>
        </p:nvCxnSpPr>
        <p:spPr>
          <a:xfrm flipV="1">
            <a:off x="7983415" y="1525835"/>
            <a:ext cx="965185" cy="117678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7317498E-36B4-BB77-A127-0174BB107EA2}"/>
              </a:ext>
            </a:extLst>
          </p:cNvPr>
          <p:cNvSpPr txBox="1"/>
          <p:nvPr/>
        </p:nvSpPr>
        <p:spPr>
          <a:xfrm>
            <a:off x="10089964" y="1169194"/>
            <a:ext cx="1398466" cy="369332"/>
          </a:xfrm>
          <a:prstGeom prst="rect">
            <a:avLst/>
          </a:prstGeom>
          <a:noFill/>
          <a:ln w="19050">
            <a:solidFill>
              <a:srgbClr val="FF0000"/>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Increment</a:t>
            </a:r>
          </a:p>
        </p:txBody>
      </p:sp>
      <p:cxnSp>
        <p:nvCxnSpPr>
          <p:cNvPr id="21" name="Straight Arrow Connector 20">
            <a:extLst>
              <a:ext uri="{FF2B5EF4-FFF2-40B4-BE49-F238E27FC236}">
                <a16:creationId xmlns:a16="http://schemas.microsoft.com/office/drawing/2014/main" id="{78C31377-C74D-3FA4-DB2E-B9F7F3A68B87}"/>
              </a:ext>
            </a:extLst>
          </p:cNvPr>
          <p:cNvCxnSpPr>
            <a:cxnSpLocks/>
            <a:endCxn id="20" idx="2"/>
          </p:cNvCxnSpPr>
          <p:nvPr/>
        </p:nvCxnSpPr>
        <p:spPr>
          <a:xfrm flipV="1">
            <a:off x="7761784" y="1538526"/>
            <a:ext cx="3027413" cy="185777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23B5ED5F-D1F9-6E48-3240-320D6D864149}"/>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75147703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difference between </a:t>
            </a:r>
            <a:r>
              <a:rPr lang="en-US" sz="2400" b="1" dirty="0">
                <a:solidFill>
                  <a:srgbClr val="FFFF00"/>
                </a:solidFill>
                <a:ea typeface="+mn-ea"/>
                <a:cs typeface="+mn-cs"/>
              </a:rPr>
              <a:t>while</a:t>
            </a:r>
            <a:r>
              <a:rPr kumimoji="0" lang="en-US" sz="2400" b="1" i="0" u="none" strike="noStrike" kern="1200" cap="none" spc="0" normalizeH="0" baseline="0" noProof="0" dirty="0">
                <a:ln>
                  <a:noFill/>
                </a:ln>
                <a:solidFill>
                  <a:srgbClr val="FFFF00"/>
                </a:solidFill>
                <a:effectLst/>
                <a:uLnTx/>
                <a:uFillTx/>
                <a:ea typeface="+mn-ea"/>
                <a:cs typeface="+mn-cs"/>
              </a:rPr>
              <a:t> loop</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for loop</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9BD76721-67C5-3CB9-F942-98FA369196B9}"/>
              </a:ext>
            </a:extLst>
          </p:cNvPr>
          <p:cNvSpPr txBox="1"/>
          <p:nvPr/>
        </p:nvSpPr>
        <p:spPr>
          <a:xfrm>
            <a:off x="6552395" y="1134442"/>
            <a:ext cx="4994836"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for loop repeat iterate(repeat) a block of code a certain</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 number of 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 name="Straight Connector 5">
            <a:extLst>
              <a:ext uri="{FF2B5EF4-FFF2-40B4-BE49-F238E27FC236}">
                <a16:creationId xmlns:a16="http://schemas.microsoft.com/office/drawing/2014/main" id="{1FD9D9F2-4BA4-A1F0-9D85-F84C5DDA9954}"/>
              </a:ext>
            </a:extLst>
          </p:cNvPr>
          <p:cNvCxnSpPr/>
          <p:nvPr/>
        </p:nvCxnSpPr>
        <p:spPr>
          <a:xfrm>
            <a:off x="6096000" y="1090282"/>
            <a:ext cx="0" cy="4778997"/>
          </a:xfrm>
          <a:prstGeom prst="line">
            <a:avLst/>
          </a:prstGeom>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6EA79B5F-EDE9-386D-E02C-9860A0E234CB}"/>
              </a:ext>
            </a:extLst>
          </p:cNvPr>
          <p:cNvSpPr txBox="1"/>
          <p:nvPr/>
        </p:nvSpPr>
        <p:spPr>
          <a:xfrm>
            <a:off x="265970" y="1201492"/>
            <a:ext cx="4753537"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while loop iterate(repeat) a block of code while a certain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condition is true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315538D0-116A-2524-81B5-600D4EDCF62F}"/>
              </a:ext>
            </a:extLst>
          </p:cNvPr>
          <p:cNvSpPr/>
          <p:nvPr/>
        </p:nvSpPr>
        <p:spPr>
          <a:xfrm>
            <a:off x="6715680" y="2711081"/>
            <a:ext cx="4994836" cy="224797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 2 3 4 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11" name="TextBox 10">
            <a:extLst>
              <a:ext uri="{FF2B5EF4-FFF2-40B4-BE49-F238E27FC236}">
                <a16:creationId xmlns:a16="http://schemas.microsoft.com/office/drawing/2014/main" id="{C4CB65E0-F7AA-0ECB-313A-35FD44373B20}"/>
              </a:ext>
            </a:extLst>
          </p:cNvPr>
          <p:cNvSpPr txBox="1"/>
          <p:nvPr/>
        </p:nvSpPr>
        <p:spPr>
          <a:xfrm>
            <a:off x="6583240" y="2042932"/>
            <a:ext cx="1400630" cy="369332"/>
          </a:xfrm>
          <a:prstGeom prst="rect">
            <a:avLst/>
          </a:prstGeom>
          <a:noFill/>
          <a:ln w="19050">
            <a:solidFill>
              <a:srgbClr val="FF0000"/>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Initialization</a:t>
            </a:r>
          </a:p>
        </p:txBody>
      </p:sp>
      <p:cxnSp>
        <p:nvCxnSpPr>
          <p:cNvPr id="12" name="Straight Arrow Connector 11">
            <a:extLst>
              <a:ext uri="{FF2B5EF4-FFF2-40B4-BE49-F238E27FC236}">
                <a16:creationId xmlns:a16="http://schemas.microsoft.com/office/drawing/2014/main" id="{A1099AF7-8E5B-7599-C281-E5C1870669FE}"/>
              </a:ext>
            </a:extLst>
          </p:cNvPr>
          <p:cNvCxnSpPr>
            <a:cxnSpLocks/>
            <a:endCxn id="11" idx="2"/>
          </p:cNvCxnSpPr>
          <p:nvPr/>
        </p:nvCxnSpPr>
        <p:spPr>
          <a:xfrm flipH="1" flipV="1">
            <a:off x="7283555" y="2412264"/>
            <a:ext cx="1174944" cy="92627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8C9BD9BA-9259-0F42-1409-9E3DF517C2A3}"/>
              </a:ext>
            </a:extLst>
          </p:cNvPr>
          <p:cNvSpPr txBox="1"/>
          <p:nvPr/>
        </p:nvSpPr>
        <p:spPr>
          <a:xfrm>
            <a:off x="8470371" y="2026205"/>
            <a:ext cx="1400630" cy="369332"/>
          </a:xfrm>
          <a:prstGeom prst="rect">
            <a:avLst/>
          </a:prstGeom>
          <a:noFill/>
          <a:ln w="19050">
            <a:solidFill>
              <a:srgbClr val="FF0000"/>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Condition</a:t>
            </a:r>
          </a:p>
        </p:txBody>
      </p:sp>
      <p:cxnSp>
        <p:nvCxnSpPr>
          <p:cNvPr id="21" name="Straight Arrow Connector 20">
            <a:extLst>
              <a:ext uri="{FF2B5EF4-FFF2-40B4-BE49-F238E27FC236}">
                <a16:creationId xmlns:a16="http://schemas.microsoft.com/office/drawing/2014/main" id="{015B489A-2D41-742C-4DF5-27A2D181DA8F}"/>
              </a:ext>
            </a:extLst>
          </p:cNvPr>
          <p:cNvCxnSpPr>
            <a:cxnSpLocks/>
          </p:cNvCxnSpPr>
          <p:nvPr/>
        </p:nvCxnSpPr>
        <p:spPr>
          <a:xfrm flipH="1" flipV="1">
            <a:off x="9158815" y="2451508"/>
            <a:ext cx="165916" cy="88702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407DBED7-4382-D8AF-2895-013A39CBC3BB}"/>
              </a:ext>
            </a:extLst>
          </p:cNvPr>
          <p:cNvSpPr txBox="1"/>
          <p:nvPr/>
        </p:nvSpPr>
        <p:spPr>
          <a:xfrm>
            <a:off x="10312050" y="2038896"/>
            <a:ext cx="1398466" cy="369332"/>
          </a:xfrm>
          <a:prstGeom prst="rect">
            <a:avLst/>
          </a:prstGeom>
          <a:noFill/>
          <a:ln w="19050">
            <a:solidFill>
              <a:srgbClr val="FF0000"/>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Increment</a:t>
            </a:r>
          </a:p>
        </p:txBody>
      </p:sp>
      <p:cxnSp>
        <p:nvCxnSpPr>
          <p:cNvPr id="23" name="Straight Arrow Connector 22">
            <a:extLst>
              <a:ext uri="{FF2B5EF4-FFF2-40B4-BE49-F238E27FC236}">
                <a16:creationId xmlns:a16="http://schemas.microsoft.com/office/drawing/2014/main" id="{C612A4D5-FCCA-330B-1BEB-F12DD59F60F4}"/>
              </a:ext>
            </a:extLst>
          </p:cNvPr>
          <p:cNvCxnSpPr>
            <a:cxnSpLocks/>
            <a:endCxn id="22" idx="2"/>
          </p:cNvCxnSpPr>
          <p:nvPr/>
        </p:nvCxnSpPr>
        <p:spPr>
          <a:xfrm flipV="1">
            <a:off x="10154672" y="2408228"/>
            <a:ext cx="856611" cy="93030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6B863A50-31E9-D140-A754-8098601C12B5}"/>
              </a:ext>
            </a:extLst>
          </p:cNvPr>
          <p:cNvSpPr/>
          <p:nvPr/>
        </p:nvSpPr>
        <p:spPr>
          <a:xfrm>
            <a:off x="423922" y="2778132"/>
            <a:ext cx="5127276" cy="260276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while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 2 3 4 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29" name="TextBox 28">
            <a:extLst>
              <a:ext uri="{FF2B5EF4-FFF2-40B4-BE49-F238E27FC236}">
                <a16:creationId xmlns:a16="http://schemas.microsoft.com/office/drawing/2014/main" id="{5AE325ED-9F90-29A0-EAB3-7CAEE561874C}"/>
              </a:ext>
            </a:extLst>
          </p:cNvPr>
          <p:cNvSpPr txBox="1"/>
          <p:nvPr/>
        </p:nvSpPr>
        <p:spPr>
          <a:xfrm>
            <a:off x="422375" y="2165954"/>
            <a:ext cx="1400630" cy="369332"/>
          </a:xfrm>
          <a:prstGeom prst="rect">
            <a:avLst/>
          </a:prstGeom>
          <a:noFill/>
          <a:ln w="19050">
            <a:solidFill>
              <a:srgbClr val="FF0000"/>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Initialization</a:t>
            </a:r>
          </a:p>
        </p:txBody>
      </p:sp>
      <p:cxnSp>
        <p:nvCxnSpPr>
          <p:cNvPr id="30" name="Straight Arrow Connector 29">
            <a:extLst>
              <a:ext uri="{FF2B5EF4-FFF2-40B4-BE49-F238E27FC236}">
                <a16:creationId xmlns:a16="http://schemas.microsoft.com/office/drawing/2014/main" id="{00683980-4B46-DF20-0397-1FBC70B6434F}"/>
              </a:ext>
            </a:extLst>
          </p:cNvPr>
          <p:cNvCxnSpPr>
            <a:cxnSpLocks/>
            <a:endCxn id="29" idx="2"/>
          </p:cNvCxnSpPr>
          <p:nvPr/>
        </p:nvCxnSpPr>
        <p:spPr>
          <a:xfrm flipH="1" flipV="1">
            <a:off x="1122690" y="2535286"/>
            <a:ext cx="531645" cy="89371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6F160050-7D98-004E-D6B8-0874A5F6FE90}"/>
              </a:ext>
            </a:extLst>
          </p:cNvPr>
          <p:cNvSpPr txBox="1"/>
          <p:nvPr/>
        </p:nvSpPr>
        <p:spPr>
          <a:xfrm>
            <a:off x="2309506" y="2149227"/>
            <a:ext cx="1400630" cy="369332"/>
          </a:xfrm>
          <a:prstGeom prst="rect">
            <a:avLst/>
          </a:prstGeom>
          <a:noFill/>
          <a:ln w="19050">
            <a:solidFill>
              <a:srgbClr val="FF0000"/>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Condition</a:t>
            </a:r>
          </a:p>
        </p:txBody>
      </p:sp>
      <p:cxnSp>
        <p:nvCxnSpPr>
          <p:cNvPr id="32" name="Straight Arrow Connector 31">
            <a:extLst>
              <a:ext uri="{FF2B5EF4-FFF2-40B4-BE49-F238E27FC236}">
                <a16:creationId xmlns:a16="http://schemas.microsoft.com/office/drawing/2014/main" id="{87DFB9A8-264D-2B9F-D004-4DBA38855D21}"/>
              </a:ext>
            </a:extLst>
          </p:cNvPr>
          <p:cNvCxnSpPr>
            <a:cxnSpLocks/>
            <a:endCxn id="31" idx="2"/>
          </p:cNvCxnSpPr>
          <p:nvPr/>
        </p:nvCxnSpPr>
        <p:spPr>
          <a:xfrm flipV="1">
            <a:off x="2110154" y="2518559"/>
            <a:ext cx="899667" cy="127971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F98E27EB-E8ED-08A5-245F-F3539503376E}"/>
              </a:ext>
            </a:extLst>
          </p:cNvPr>
          <p:cNvSpPr txBox="1"/>
          <p:nvPr/>
        </p:nvSpPr>
        <p:spPr>
          <a:xfrm>
            <a:off x="4155779" y="2165954"/>
            <a:ext cx="1398466" cy="369332"/>
          </a:xfrm>
          <a:prstGeom prst="rect">
            <a:avLst/>
          </a:prstGeom>
          <a:noFill/>
          <a:ln w="19050">
            <a:solidFill>
              <a:srgbClr val="FF0000"/>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Increment</a:t>
            </a:r>
          </a:p>
        </p:txBody>
      </p:sp>
      <p:cxnSp>
        <p:nvCxnSpPr>
          <p:cNvPr id="34" name="Straight Arrow Connector 33">
            <a:extLst>
              <a:ext uri="{FF2B5EF4-FFF2-40B4-BE49-F238E27FC236}">
                <a16:creationId xmlns:a16="http://schemas.microsoft.com/office/drawing/2014/main" id="{7E560FAD-FC81-8527-FD78-316015F4E5C1}"/>
              </a:ext>
            </a:extLst>
          </p:cNvPr>
          <p:cNvCxnSpPr>
            <a:cxnSpLocks/>
            <a:endCxn id="33" idx="2"/>
          </p:cNvCxnSpPr>
          <p:nvPr/>
        </p:nvCxnSpPr>
        <p:spPr>
          <a:xfrm flipV="1">
            <a:off x="1654335" y="2535286"/>
            <a:ext cx="3200677" cy="1933727"/>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DD42ED92-D8D6-1612-DE36-C4EB8B4A4D1B}"/>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90403297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difference between </a:t>
            </a:r>
            <a:r>
              <a:rPr kumimoji="0" lang="en-US" sz="2400" b="1" i="0" u="none" strike="noStrike" kern="1200" cap="none" spc="0" normalizeH="0" baseline="0" noProof="0" dirty="0">
                <a:ln>
                  <a:noFill/>
                </a:ln>
                <a:solidFill>
                  <a:srgbClr val="FFFF00"/>
                </a:solidFill>
                <a:effectLst/>
                <a:uLnTx/>
                <a:uFillTx/>
                <a:ea typeface="+mn-ea"/>
                <a:cs typeface="+mn-cs"/>
              </a:rPr>
              <a:t>break</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continue</a:t>
            </a:r>
            <a:r>
              <a:rPr kumimoji="0" lang="en-US" sz="2400" b="1" i="0" u="none" strike="noStrike" kern="1200" cap="none" spc="0" normalizeH="0" baseline="0" noProof="0" dirty="0">
                <a:ln>
                  <a:noFill/>
                </a:ln>
                <a:solidFill>
                  <a:schemeClr val="bg1"/>
                </a:solidFill>
                <a:effectLst/>
                <a:uLnTx/>
                <a:uFillTx/>
                <a:ea typeface="+mn-ea"/>
                <a:cs typeface="+mn-cs"/>
              </a:rPr>
              <a:t> statement?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5" name="Picture 4">
            <a:extLst>
              <a:ext uri="{FF2B5EF4-FFF2-40B4-BE49-F238E27FC236}">
                <a16:creationId xmlns:a16="http://schemas.microsoft.com/office/drawing/2014/main" id="{A27899AC-0385-59A4-A5F8-B654E7C62F3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469404" y="315411"/>
            <a:ext cx="875436" cy="348291"/>
          </a:xfrm>
          <a:prstGeom prst="rect">
            <a:avLst/>
          </a:prstGeom>
        </p:spPr>
      </p:pic>
      <p:sp>
        <p:nvSpPr>
          <p:cNvPr id="10" name="TextBox 9">
            <a:extLst>
              <a:ext uri="{FF2B5EF4-FFF2-40B4-BE49-F238E27FC236}">
                <a16:creationId xmlns:a16="http://schemas.microsoft.com/office/drawing/2014/main" id="{053919AE-FAE2-4B2F-D265-0C327B7F4769}"/>
              </a:ext>
            </a:extLst>
          </p:cNvPr>
          <p:cNvSpPr txBox="1"/>
          <p:nvPr/>
        </p:nvSpPr>
        <p:spPr>
          <a:xfrm>
            <a:off x="339164" y="1090283"/>
            <a:ext cx="4994836"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break statement is used to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terminate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the loop completely.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74444411-3ACD-AC5E-1813-181035E87F36}"/>
              </a:ext>
            </a:extLst>
          </p:cNvPr>
          <p:cNvCxnSpPr/>
          <p:nvPr/>
        </p:nvCxnSpPr>
        <p:spPr>
          <a:xfrm>
            <a:off x="6096000" y="1090282"/>
            <a:ext cx="0" cy="4778997"/>
          </a:xfrm>
          <a:prstGeom prst="line">
            <a:avLst/>
          </a:prstGeom>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1143483C-3509-CC1A-9257-2D284720F357}"/>
              </a:ext>
            </a:extLst>
          </p:cNvPr>
          <p:cNvSpPr txBox="1"/>
          <p:nvPr/>
        </p:nvSpPr>
        <p:spPr>
          <a:xfrm>
            <a:off x="6536763" y="1090282"/>
            <a:ext cx="4753537"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continue statement is used to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skip the current iteration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the loop and move on to the next iteration of the loop.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3618BED7-BC28-98AA-F956-2F34837B39A7}"/>
              </a:ext>
            </a:extLst>
          </p:cNvPr>
          <p:cNvSpPr/>
          <p:nvPr/>
        </p:nvSpPr>
        <p:spPr>
          <a:xfrm>
            <a:off x="451649" y="2260522"/>
            <a:ext cx="4994836" cy="303830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BreakEx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break</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Exit the loop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 2</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21" name="Rectangle 20">
            <a:extLst>
              <a:ext uri="{FF2B5EF4-FFF2-40B4-BE49-F238E27FC236}">
                <a16:creationId xmlns:a16="http://schemas.microsoft.com/office/drawing/2014/main" id="{6B9986CC-96DC-DBCD-E912-143D22ECE7AA}"/>
              </a:ext>
            </a:extLst>
          </p:cNvPr>
          <p:cNvSpPr/>
          <p:nvPr/>
        </p:nvSpPr>
        <p:spPr>
          <a:xfrm>
            <a:off x="6680202" y="2260522"/>
            <a:ext cx="5051075" cy="303830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ContinueEx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continue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Skip rest of the loop</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 2 4 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TextBox 3">
            <a:extLst>
              <a:ext uri="{FF2B5EF4-FFF2-40B4-BE49-F238E27FC236}">
                <a16:creationId xmlns:a16="http://schemas.microsoft.com/office/drawing/2014/main" id="{16D8BE2C-586F-A074-750D-103132A3A32B}"/>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215762108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235756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while loop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do-while loop</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How to decide which loop(for, while, do-while) to use in real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the difference btw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for loop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for-each loop</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When to use for-each loop?</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switch</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statement?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When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use which type of conditional statements </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in real applications?</a:t>
            </a:r>
            <a:endParaRPr kumimoji="0" lang="en-US" sz="1800" b="0" i="0" u="none" strike="noStrike" kern="1200" cap="none" spc="0" normalizeH="0" baseline="0" noProof="0" dirty="0">
              <a:ln>
                <a:noFill/>
              </a:ln>
              <a:effectLst/>
              <a:uLnTx/>
              <a:uFillTx/>
              <a:latin typeface="Calibri" panose="020F0502020204030204"/>
              <a:ea typeface="+mn-ea"/>
              <a:cs typeface="+mn-cs"/>
            </a:endParaRPr>
          </a:p>
          <a:p>
            <a:pPr marL="0" marR="0" lvl="0" indent="0" algn="l" defTabSz="914400" rtl="0" eaLnBrk="1" fontAlgn="auto" latinLnBrk="0" hangingPunct="1">
              <a:lnSpc>
                <a:spcPct val="90000"/>
              </a:lnSpc>
              <a:spcBef>
                <a:spcPts val="120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5. Control statements - Advanced</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EDC01B48-30A4-2FA6-A736-175553F69986}"/>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FF394DAF-1C12-9798-2A9D-F57BAE2E51E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484882" y="1545193"/>
            <a:ext cx="636255" cy="253133"/>
          </a:xfrm>
          <a:prstGeom prst="rect">
            <a:avLst/>
          </a:prstGeom>
        </p:spPr>
      </p:pic>
      <p:pic>
        <p:nvPicPr>
          <p:cNvPr id="5" name="Picture 4">
            <a:extLst>
              <a:ext uri="{FF2B5EF4-FFF2-40B4-BE49-F238E27FC236}">
                <a16:creationId xmlns:a16="http://schemas.microsoft.com/office/drawing/2014/main" id="{7F3299F8-5F48-A224-1B0D-591E8C964C30}"/>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563138" y="1935876"/>
            <a:ext cx="636255" cy="253133"/>
          </a:xfrm>
          <a:prstGeom prst="rect">
            <a:avLst/>
          </a:prstGeom>
        </p:spPr>
      </p:pic>
      <p:pic>
        <p:nvPicPr>
          <p:cNvPr id="6" name="Picture 5">
            <a:extLst>
              <a:ext uri="{FF2B5EF4-FFF2-40B4-BE49-F238E27FC236}">
                <a16:creationId xmlns:a16="http://schemas.microsoft.com/office/drawing/2014/main" id="{25781435-5D0C-B18A-4B98-192CA13B8EDA}"/>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245010" y="3175867"/>
            <a:ext cx="636255" cy="253133"/>
          </a:xfrm>
          <a:prstGeom prst="rect">
            <a:avLst/>
          </a:prstGeom>
        </p:spPr>
      </p:pic>
      <p:sp>
        <p:nvSpPr>
          <p:cNvPr id="10" name="TextBox 9">
            <a:extLst>
              <a:ext uri="{FF2B5EF4-FFF2-40B4-BE49-F238E27FC236}">
                <a16:creationId xmlns:a16="http://schemas.microsoft.com/office/drawing/2014/main" id="{A06B2D31-5947-A0FE-3698-8FF4EBC22C9A}"/>
              </a:ext>
            </a:extLst>
          </p:cNvPr>
          <p:cNvSpPr txBox="1"/>
          <p:nvPr/>
        </p:nvSpPr>
        <p:spPr>
          <a:xfrm>
            <a:off x="10342731" y="6373174"/>
            <a:ext cx="1972639" cy="307777"/>
          </a:xfrm>
          <a:prstGeom prst="rect">
            <a:avLst/>
          </a:prstGeom>
          <a:noFill/>
        </p:spPr>
        <p:txBody>
          <a:bodyPr wrap="square">
            <a:spAutoFit/>
          </a:bodyPr>
          <a:lstStyle/>
          <a:p>
            <a:r>
              <a:rPr lang="en-US" sz="1400" dirty="0">
                <a:hlinkClick r:id="rId10" action="ppaction://hlinksldjump"/>
              </a:rPr>
              <a:t>Back to main index</a:t>
            </a:r>
            <a:endParaRPr lang="en-IN" sz="1400" dirty="0"/>
          </a:p>
        </p:txBody>
      </p:sp>
    </p:spTree>
    <p:extLst>
      <p:ext uri="{BB962C8B-B14F-4D97-AF65-F5344CB8AC3E}">
        <p14:creationId xmlns:p14="http://schemas.microsoft.com/office/powerpoint/2010/main" val="2161139412"/>
      </p:ext>
    </p:extLst>
  </p:cSld>
  <p:clrMapOvr>
    <a:overrideClrMapping bg1="dk1" tx1="lt1" bg2="dk2" tx2="lt2" accent1="accent1" accent2="accent2" accent3="accent3" accent4="accent4" accent5="accent5" accent6="accent6" hlink="hlink" folHlink="folHlink"/>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difference between </a:t>
            </a:r>
            <a:r>
              <a:rPr kumimoji="0" lang="en-US" sz="2400" b="1" i="0" u="none" strike="noStrike" kern="1200" cap="none" spc="0" normalizeH="0" baseline="0" noProof="0" dirty="0">
                <a:ln>
                  <a:noFill/>
                </a:ln>
                <a:solidFill>
                  <a:srgbClr val="FFFF00"/>
                </a:solidFill>
                <a:effectLst/>
                <a:uLnTx/>
                <a:uFillTx/>
                <a:ea typeface="+mn-ea"/>
                <a:cs typeface="+mn-cs"/>
              </a:rPr>
              <a:t>while loop</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do-while loop</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5" name="Picture 4">
            <a:extLst>
              <a:ext uri="{FF2B5EF4-FFF2-40B4-BE49-F238E27FC236}">
                <a16:creationId xmlns:a16="http://schemas.microsoft.com/office/drawing/2014/main" id="{A27899AC-0385-59A4-A5F8-B654E7C62F3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329704" y="315411"/>
            <a:ext cx="875436" cy="348291"/>
          </a:xfrm>
          <a:prstGeom prst="rect">
            <a:avLst/>
          </a:prstGeom>
        </p:spPr>
      </p:pic>
      <p:sp>
        <p:nvSpPr>
          <p:cNvPr id="10" name="TextBox 9">
            <a:extLst>
              <a:ext uri="{FF2B5EF4-FFF2-40B4-BE49-F238E27FC236}">
                <a16:creationId xmlns:a16="http://schemas.microsoft.com/office/drawing/2014/main" id="{053919AE-FAE2-4B2F-D265-0C327B7F4769}"/>
              </a:ext>
            </a:extLst>
          </p:cNvPr>
          <p:cNvSpPr txBox="1"/>
          <p:nvPr/>
        </p:nvSpPr>
        <p:spPr>
          <a:xfrm>
            <a:off x="339164" y="1090283"/>
            <a:ext cx="4994836"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while loop iterate a block of code while a certain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condition is true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74444411-3ACD-AC5E-1813-181035E87F36}"/>
              </a:ext>
            </a:extLst>
          </p:cNvPr>
          <p:cNvCxnSpPr/>
          <p:nvPr/>
        </p:nvCxnSpPr>
        <p:spPr>
          <a:xfrm>
            <a:off x="6096000" y="1090282"/>
            <a:ext cx="0" cy="4778997"/>
          </a:xfrm>
          <a:prstGeom prst="line">
            <a:avLst/>
          </a:prstGeom>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1143483C-3509-CC1A-9257-2D284720F357}"/>
              </a:ext>
            </a:extLst>
          </p:cNvPr>
          <p:cNvSpPr txBox="1"/>
          <p:nvPr/>
        </p:nvSpPr>
        <p:spPr>
          <a:xfrm>
            <a:off x="6536763" y="1090282"/>
            <a:ext cx="4753537"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A do-while loop is like the while loop only, except that the block of code is </a:t>
            </a:r>
            <a:r>
              <a:rPr kumimoji="0" lang="en-US" sz="1800" b="1" i="0" u="none" strike="noStrike" kern="1200" cap="none" spc="0" normalizeH="0" baseline="0" noProof="0" dirty="0">
                <a:ln>
                  <a:noFill/>
                </a:ln>
                <a:solidFill>
                  <a:prstClr val="black"/>
                </a:solidFill>
                <a:effectLst/>
                <a:uLnTx/>
                <a:uFillTx/>
                <a:latin typeface="Söhne"/>
                <a:ea typeface="+mn-ea"/>
                <a:cs typeface="+mn-cs"/>
              </a:rPr>
              <a:t>executed</a:t>
            </a:r>
            <a:r>
              <a:rPr kumimoji="0" lang="en-US" sz="1800" b="0" i="0" u="none" strike="noStrike" kern="1200" cap="none" spc="0" normalizeH="0" baseline="0" noProof="0" dirty="0">
                <a:ln>
                  <a:noFill/>
                </a:ln>
                <a:solidFill>
                  <a:prstClr val="black"/>
                </a:solidFill>
                <a:effectLst/>
                <a:uLnTx/>
                <a:uFillTx/>
                <a:latin typeface="Söhne"/>
                <a:ea typeface="+mn-ea"/>
                <a:cs typeface="+mn-cs"/>
              </a:rPr>
              <a:t> </a:t>
            </a:r>
            <a:r>
              <a:rPr kumimoji="0" lang="en-US" sz="1800" b="1" i="0" u="none" strike="noStrike" kern="1200" cap="none" spc="0" normalizeH="0" baseline="0" noProof="0" dirty="0">
                <a:ln>
                  <a:noFill/>
                </a:ln>
                <a:solidFill>
                  <a:prstClr val="black"/>
                </a:solidFill>
                <a:effectLst/>
                <a:uLnTx/>
                <a:uFillTx/>
                <a:latin typeface="Söhne"/>
                <a:ea typeface="+mn-ea"/>
                <a:cs typeface="+mn-cs"/>
              </a:rPr>
              <a:t>at least once</a:t>
            </a:r>
            <a:r>
              <a:rPr kumimoji="0" lang="en-US" sz="1800" b="0" i="0" u="none" strike="noStrike" kern="1200" cap="none" spc="0" normalizeH="0" baseline="0" noProof="0" dirty="0">
                <a:ln>
                  <a:noFill/>
                </a:ln>
                <a:solidFill>
                  <a:prstClr val="black"/>
                </a:solidFill>
                <a:effectLst/>
                <a:uLnTx/>
                <a:uFillTx/>
                <a:latin typeface="Söhne"/>
                <a:ea typeface="+mn-ea"/>
                <a:cs typeface="+mn-cs"/>
              </a:rPr>
              <a:t>, even if the condition is false.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3618BED7-BC28-98AA-F956-2F34837B39A7}"/>
              </a:ext>
            </a:extLst>
          </p:cNvPr>
          <p:cNvSpPr/>
          <p:nvPr/>
        </p:nvSpPr>
        <p:spPr>
          <a:xfrm>
            <a:off x="451649" y="2260522"/>
            <a:ext cx="4780748" cy="252737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Initialization</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while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Condition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Increment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 2 3 4 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21" name="Rectangle 20">
            <a:extLst>
              <a:ext uri="{FF2B5EF4-FFF2-40B4-BE49-F238E27FC236}">
                <a16:creationId xmlns:a16="http://schemas.microsoft.com/office/drawing/2014/main" id="{6B9986CC-96DC-DBCD-E912-143D22ECE7AA}"/>
              </a:ext>
            </a:extLst>
          </p:cNvPr>
          <p:cNvSpPr/>
          <p:nvPr/>
        </p:nvSpPr>
        <p:spPr>
          <a:xfrm>
            <a:off x="6536763" y="2260522"/>
            <a:ext cx="5096438" cy="252737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Initialization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do</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Increment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while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Condition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TextBox 3">
            <a:extLst>
              <a:ext uri="{FF2B5EF4-FFF2-40B4-BE49-F238E27FC236}">
                <a16:creationId xmlns:a16="http://schemas.microsoft.com/office/drawing/2014/main" id="{0B6ACBC4-6C13-094A-28EC-36061FEF752F}"/>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312604543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to decide which loop(for, while, do-while) to use in real applications?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5" name="Picture 4">
            <a:extLst>
              <a:ext uri="{FF2B5EF4-FFF2-40B4-BE49-F238E27FC236}">
                <a16:creationId xmlns:a16="http://schemas.microsoft.com/office/drawing/2014/main" id="{A27899AC-0385-59A4-A5F8-B654E7C62F3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776907" y="298944"/>
            <a:ext cx="875436" cy="348291"/>
          </a:xfrm>
          <a:prstGeom prst="rect">
            <a:avLst/>
          </a:prstGeom>
        </p:spPr>
      </p:pic>
      <p:sp>
        <p:nvSpPr>
          <p:cNvPr id="10" name="TextBox 9">
            <a:extLst>
              <a:ext uri="{FF2B5EF4-FFF2-40B4-BE49-F238E27FC236}">
                <a16:creationId xmlns:a16="http://schemas.microsoft.com/office/drawing/2014/main" id="{053919AE-FAE2-4B2F-D265-0C327B7F4769}"/>
              </a:ext>
            </a:extLst>
          </p:cNvPr>
          <p:cNvSpPr txBox="1"/>
          <p:nvPr/>
        </p:nvSpPr>
        <p:spPr>
          <a:xfrm>
            <a:off x="211019" y="1090283"/>
            <a:ext cx="3844110" cy="1477328"/>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for loop when you have to initialize a variable, specify a condition, and define an increment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all in one line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which can make your code more compact and readable.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74444411-3ACD-AC5E-1813-181035E87F36}"/>
              </a:ext>
            </a:extLst>
          </p:cNvPr>
          <p:cNvCxnSpPr/>
          <p:nvPr/>
        </p:nvCxnSpPr>
        <p:spPr>
          <a:xfrm>
            <a:off x="4272008" y="1319349"/>
            <a:ext cx="0" cy="4778997"/>
          </a:xfrm>
          <a:prstGeom prst="line">
            <a:avLst/>
          </a:prstGeom>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1143483C-3509-CC1A-9257-2D284720F357}"/>
              </a:ext>
            </a:extLst>
          </p:cNvPr>
          <p:cNvSpPr txBox="1"/>
          <p:nvPr/>
        </p:nvSpPr>
        <p:spPr>
          <a:xfrm>
            <a:off x="4558898" y="1104355"/>
            <a:ext cx="3223267"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Use while loop when have </a:t>
            </a:r>
            <a:r>
              <a:rPr kumimoji="0" lang="en-US" sz="1800" b="1" i="0" u="none" strike="noStrike" kern="1200" cap="none" spc="0" normalizeH="0" baseline="0" noProof="0" dirty="0">
                <a:ln>
                  <a:noFill/>
                </a:ln>
                <a:solidFill>
                  <a:prstClr val="black"/>
                </a:solidFill>
                <a:effectLst/>
                <a:uLnTx/>
                <a:uFillTx/>
                <a:latin typeface="Söhne"/>
                <a:ea typeface="+mn-ea"/>
                <a:cs typeface="+mn-cs"/>
              </a:rPr>
              <a:t>only condition</a:t>
            </a:r>
            <a:r>
              <a:rPr kumimoji="0" lang="en-US" sz="1800" b="0" i="0" u="none" strike="noStrike" kern="1200" cap="none" spc="0" normalizeH="0" baseline="0" noProof="0" dirty="0">
                <a:ln>
                  <a:noFill/>
                </a:ln>
                <a:solidFill>
                  <a:prstClr val="black"/>
                </a:solidFill>
                <a:effectLst/>
                <a:uLnTx/>
                <a:uFillTx/>
                <a:latin typeface="Söhne"/>
                <a:ea typeface="+mn-ea"/>
                <a:cs typeface="+mn-cs"/>
              </a:rPr>
              <a:t>, without initialization and increment.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3618BED7-BC28-98AA-F956-2F34837B39A7}"/>
              </a:ext>
            </a:extLst>
          </p:cNvPr>
          <p:cNvSpPr/>
          <p:nvPr/>
        </p:nvSpPr>
        <p:spPr>
          <a:xfrm>
            <a:off x="4627436" y="2714637"/>
            <a:ext cx="3351091" cy="188348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Initialization</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while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Condition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Increment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21" name="Rectangle 20">
            <a:extLst>
              <a:ext uri="{FF2B5EF4-FFF2-40B4-BE49-F238E27FC236}">
                <a16:creationId xmlns:a16="http://schemas.microsoft.com/office/drawing/2014/main" id="{6B9986CC-96DC-DBCD-E912-143D22ECE7AA}"/>
              </a:ext>
            </a:extLst>
          </p:cNvPr>
          <p:cNvSpPr/>
          <p:nvPr/>
        </p:nvSpPr>
        <p:spPr>
          <a:xfrm>
            <a:off x="8476762" y="2714637"/>
            <a:ext cx="3568697" cy="189230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Initialization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do</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Increment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while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Condition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Rectangle 3">
            <a:extLst>
              <a:ext uri="{FF2B5EF4-FFF2-40B4-BE49-F238E27FC236}">
                <a16:creationId xmlns:a16="http://schemas.microsoft.com/office/drawing/2014/main" id="{D92FCD22-FAA0-CCA0-F8F5-D195A3D2982D}"/>
              </a:ext>
            </a:extLst>
          </p:cNvPr>
          <p:cNvSpPr/>
          <p:nvPr/>
        </p:nvSpPr>
        <p:spPr>
          <a:xfrm>
            <a:off x="441597" y="2714637"/>
            <a:ext cx="3568690" cy="173768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cxnSp>
        <p:nvCxnSpPr>
          <p:cNvPr id="6" name="Straight Connector 5">
            <a:extLst>
              <a:ext uri="{FF2B5EF4-FFF2-40B4-BE49-F238E27FC236}">
                <a16:creationId xmlns:a16="http://schemas.microsoft.com/office/drawing/2014/main" id="{73730D13-6431-A79F-7C73-19E461529B18}"/>
              </a:ext>
            </a:extLst>
          </p:cNvPr>
          <p:cNvCxnSpPr/>
          <p:nvPr/>
        </p:nvCxnSpPr>
        <p:spPr>
          <a:xfrm>
            <a:off x="8280400" y="1179182"/>
            <a:ext cx="0" cy="4778997"/>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3E11AE4B-5020-0A04-67A4-A72AB9006596}"/>
              </a:ext>
            </a:extLst>
          </p:cNvPr>
          <p:cNvSpPr/>
          <p:nvPr/>
        </p:nvSpPr>
        <p:spPr>
          <a:xfrm>
            <a:off x="4627436" y="4790024"/>
            <a:ext cx="3351090" cy="155353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while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Only //Condition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break</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5" name="TextBox 14">
            <a:extLst>
              <a:ext uri="{FF2B5EF4-FFF2-40B4-BE49-F238E27FC236}">
                <a16:creationId xmlns:a16="http://schemas.microsoft.com/office/drawing/2014/main" id="{DE35F374-C0B3-5556-E03A-B8152E82F061}"/>
              </a:ext>
            </a:extLst>
          </p:cNvPr>
          <p:cNvSpPr txBox="1"/>
          <p:nvPr/>
        </p:nvSpPr>
        <p:spPr>
          <a:xfrm>
            <a:off x="8280400" y="1104355"/>
            <a:ext cx="3463268"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Use do-while when you have to iterate the loop at least one time.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C0DEA685-497E-0983-6D43-72D6EF8688EE}"/>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3327248905"/>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difference btw </a:t>
            </a:r>
            <a:r>
              <a:rPr kumimoji="0" lang="en-US" sz="2400" b="1" i="0" u="none" strike="noStrike" kern="1200" cap="none" spc="0" normalizeH="0" baseline="0" noProof="0" dirty="0">
                <a:ln>
                  <a:noFill/>
                </a:ln>
                <a:solidFill>
                  <a:srgbClr val="FFFF00"/>
                </a:solidFill>
                <a:effectLst/>
                <a:uLnTx/>
                <a:uFillTx/>
                <a:ea typeface="+mn-ea"/>
                <a:cs typeface="+mn-cs"/>
              </a:rPr>
              <a:t>for loop</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for-each loop</a:t>
            </a:r>
            <a:r>
              <a:rPr kumimoji="0" lang="en-US" sz="2400" b="1" i="0" u="none" strike="noStrike" kern="1200" cap="none" spc="0" normalizeH="0" baseline="0" noProof="0" dirty="0">
                <a:ln>
                  <a:noFill/>
                </a:ln>
                <a:solidFill>
                  <a:schemeClr val="bg1"/>
                </a:solidFill>
                <a:effectLst/>
                <a:uLnTx/>
                <a:uFillTx/>
                <a:ea typeface="+mn-ea"/>
                <a:cs typeface="+mn-cs"/>
              </a:rPr>
              <a:t>? When to use for-each loop?</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D447A697-0E84-B319-57AD-87361850F9F4}"/>
              </a:ext>
            </a:extLst>
          </p:cNvPr>
          <p:cNvSpPr txBox="1"/>
          <p:nvPr/>
        </p:nvSpPr>
        <p:spPr>
          <a:xfrm>
            <a:off x="339164" y="1090283"/>
            <a:ext cx="4994836"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for loop repeat iterate(repeat) a block of code a certain</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 number of 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11D883E5-C1BC-EED9-7E51-F567F92695F0}"/>
              </a:ext>
            </a:extLst>
          </p:cNvPr>
          <p:cNvSpPr/>
          <p:nvPr/>
        </p:nvSpPr>
        <p:spPr>
          <a:xfrm>
            <a:off x="339164" y="2297588"/>
            <a:ext cx="5549768" cy="340467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457200" marR="0" lvl="1"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Using a traditional for loop</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for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0</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&lt;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numbers</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length</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 2 3 4 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cxnSp>
        <p:nvCxnSpPr>
          <p:cNvPr id="23" name="Straight Connector 22">
            <a:extLst>
              <a:ext uri="{FF2B5EF4-FFF2-40B4-BE49-F238E27FC236}">
                <a16:creationId xmlns:a16="http://schemas.microsoft.com/office/drawing/2014/main" id="{3A1C0A63-FE9A-1724-902D-6DCCF6FC5710}"/>
              </a:ext>
            </a:extLst>
          </p:cNvPr>
          <p:cNvCxnSpPr/>
          <p:nvPr/>
        </p:nvCxnSpPr>
        <p:spPr>
          <a:xfrm>
            <a:off x="6127262" y="1204581"/>
            <a:ext cx="0" cy="4778997"/>
          </a:xfrm>
          <a:prstGeom prst="line">
            <a:avLst/>
          </a:prstGeom>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BB01A97B-FBBB-9CC2-2810-E54742201FE4}"/>
              </a:ext>
            </a:extLst>
          </p:cNvPr>
          <p:cNvSpPr/>
          <p:nvPr/>
        </p:nvSpPr>
        <p:spPr>
          <a:xfrm>
            <a:off x="6495141" y="2297588"/>
            <a:ext cx="4994836" cy="224797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 2 3 4 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25" name="TextBox 24">
            <a:extLst>
              <a:ext uri="{FF2B5EF4-FFF2-40B4-BE49-F238E27FC236}">
                <a16:creationId xmlns:a16="http://schemas.microsoft.com/office/drawing/2014/main" id="{B7B1BAC9-D940-8117-8E2C-7B7F413414A9}"/>
              </a:ext>
            </a:extLst>
          </p:cNvPr>
          <p:cNvSpPr txBox="1"/>
          <p:nvPr/>
        </p:nvSpPr>
        <p:spPr>
          <a:xfrm>
            <a:off x="6299201" y="1103209"/>
            <a:ext cx="4994836"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enhanced for loop(for-each loop), is used to iterate over elements in an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array or a collection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without the need for an explicit loop counter.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3F93314C-8F55-7444-F2D2-1278BF7A658A}"/>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413751694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a:ln>
                  <a:noFill/>
                </a:ln>
                <a:solidFill>
                  <a:srgbClr val="FFFF00"/>
                </a:solidFill>
                <a:effectLst/>
                <a:uLnTx/>
                <a:uFillTx/>
                <a:ea typeface="+mn-ea"/>
                <a:cs typeface="+mn-cs"/>
              </a:rPr>
              <a:t>switch</a:t>
            </a:r>
            <a:r>
              <a:rPr kumimoji="0" lang="en-US" sz="2400" b="1" i="0" u="none" strike="noStrike" kern="1200" cap="none" spc="0" normalizeH="0" baseline="0" noProof="0" dirty="0">
                <a:ln>
                  <a:noFill/>
                </a:ln>
                <a:solidFill>
                  <a:schemeClr val="bg1"/>
                </a:solidFill>
                <a:effectLst/>
                <a:uLnTx/>
                <a:uFillTx/>
                <a:ea typeface="+mn-ea"/>
                <a:cs typeface="+mn-cs"/>
              </a:rPr>
              <a:t> statement?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9BD76721-67C5-3CB9-F942-98FA369196B9}"/>
              </a:ext>
            </a:extLst>
          </p:cNvPr>
          <p:cNvSpPr txBox="1"/>
          <p:nvPr/>
        </p:nvSpPr>
        <p:spPr>
          <a:xfrm>
            <a:off x="339162" y="1090283"/>
            <a:ext cx="5523019" cy="1785104"/>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The switch statement executes the code block corresponding to the matching case label.</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Use break statements to exit the switch block.</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default case is optional and executes when none of the case labels match the expression.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865E9136-5FE9-91D6-D2B0-6DF454DA2FA7}"/>
              </a:ext>
            </a:extLst>
          </p:cNvPr>
          <p:cNvSpPr/>
          <p:nvPr/>
        </p:nvSpPr>
        <p:spPr>
          <a:xfrm>
            <a:off x="7056047" y="1090283"/>
            <a:ext cx="4280007" cy="499377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priority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Switch statement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switch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priority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"High"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break</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"Medium"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break</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default: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"Low"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break</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Medium</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graphicFrame>
        <p:nvGraphicFramePr>
          <p:cNvPr id="8" name="Diagram 7">
            <a:extLst>
              <a:ext uri="{FF2B5EF4-FFF2-40B4-BE49-F238E27FC236}">
                <a16:creationId xmlns:a16="http://schemas.microsoft.com/office/drawing/2014/main" id="{40436173-D498-8551-5B3A-CB06F6F79A62}"/>
              </a:ext>
            </a:extLst>
          </p:cNvPr>
          <p:cNvGraphicFramePr/>
          <p:nvPr/>
        </p:nvGraphicFramePr>
        <p:xfrm>
          <a:off x="779247" y="3479187"/>
          <a:ext cx="3786578" cy="2604873"/>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5" name="TextBox 4">
            <a:extLst>
              <a:ext uri="{FF2B5EF4-FFF2-40B4-BE49-F238E27FC236}">
                <a16:creationId xmlns:a16="http://schemas.microsoft.com/office/drawing/2014/main" id="{1F950C33-DDEA-DEA8-8DB1-050C6B919401}"/>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127552101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When to </a:t>
            </a:r>
            <a:r>
              <a:rPr kumimoji="0" lang="en-US" sz="2400" b="1" i="0" u="none" strike="noStrike" kern="1200" cap="none" spc="0" normalizeH="0" baseline="0" noProof="0" dirty="0">
                <a:ln>
                  <a:noFill/>
                </a:ln>
                <a:solidFill>
                  <a:srgbClr val="FFFF00"/>
                </a:solidFill>
                <a:effectLst/>
                <a:uLnTx/>
                <a:uFillTx/>
                <a:ea typeface="+mn-ea"/>
                <a:cs typeface="+mn-cs"/>
              </a:rPr>
              <a:t>use which type of conditional statements</a:t>
            </a:r>
            <a:r>
              <a:rPr kumimoji="0" lang="en-US" sz="2400" b="1" i="0" u="none" strike="noStrike" kern="1200" cap="none" spc="0" normalizeH="0" baseline="0" noProof="0" dirty="0">
                <a:ln>
                  <a:noFill/>
                </a:ln>
                <a:solidFill>
                  <a:schemeClr val="bg1"/>
                </a:solidFill>
                <a:effectLst/>
                <a:uLnTx/>
                <a:uFillTx/>
                <a:ea typeface="+mn-ea"/>
                <a:cs typeface="+mn-cs"/>
              </a:rPr>
              <a:t> in real applications?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5" name="Picture 4">
            <a:extLst>
              <a:ext uri="{FF2B5EF4-FFF2-40B4-BE49-F238E27FC236}">
                <a16:creationId xmlns:a16="http://schemas.microsoft.com/office/drawing/2014/main" id="{A26AB6CC-3451-D6C0-CF35-1C24BCEE339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56479" y="316082"/>
            <a:ext cx="794050" cy="315912"/>
          </a:xfrm>
          <a:prstGeom prst="rect">
            <a:avLst/>
          </a:prstGeom>
        </p:spPr>
      </p:pic>
      <p:sp>
        <p:nvSpPr>
          <p:cNvPr id="11" name="TextBox 10">
            <a:extLst>
              <a:ext uri="{FF2B5EF4-FFF2-40B4-BE49-F238E27FC236}">
                <a16:creationId xmlns:a16="http://schemas.microsoft.com/office/drawing/2014/main" id="{634C618E-9162-5CF8-94DB-F1453306AF10}"/>
              </a:ext>
            </a:extLst>
          </p:cNvPr>
          <p:cNvSpPr txBox="1"/>
          <p:nvPr/>
        </p:nvSpPr>
        <p:spPr>
          <a:xfrm>
            <a:off x="126885" y="1090283"/>
            <a:ext cx="4263530" cy="1077218"/>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If…else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for complex, different &amp; multiline execution.</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Benefit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Cover all scenarios.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Box 12">
            <a:extLst>
              <a:ext uri="{FF2B5EF4-FFF2-40B4-BE49-F238E27FC236}">
                <a16:creationId xmlns:a16="http://schemas.microsoft.com/office/drawing/2014/main" id="{E6609B68-43B7-B718-AF8C-75FF81B85D33}"/>
              </a:ext>
            </a:extLst>
          </p:cNvPr>
          <p:cNvSpPr txBox="1"/>
          <p:nvPr/>
        </p:nvSpPr>
        <p:spPr>
          <a:xfrm>
            <a:off x="4579489" y="1090283"/>
            <a:ext cx="3812950" cy="135421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Ternary operators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for single conditions &amp; single value evaluations.</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Benefit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Short one line syntax.</a:t>
            </a:r>
          </a:p>
        </p:txBody>
      </p:sp>
      <p:sp>
        <p:nvSpPr>
          <p:cNvPr id="14" name="TextBox 13">
            <a:extLst>
              <a:ext uri="{FF2B5EF4-FFF2-40B4-BE49-F238E27FC236}">
                <a16:creationId xmlns:a16="http://schemas.microsoft.com/office/drawing/2014/main" id="{61C58BDF-EA7F-8DA8-59C6-425537B39A4C}"/>
              </a:ext>
            </a:extLst>
          </p:cNvPr>
          <p:cNvSpPr txBox="1"/>
          <p:nvPr/>
        </p:nvSpPr>
        <p:spPr>
          <a:xfrm>
            <a:off x="8395368" y="1048509"/>
            <a:ext cx="3406176" cy="1508105"/>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Switch case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For same left side values.</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Benefit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More structured code.</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7" name="Picture 16">
            <a:extLst>
              <a:ext uri="{FF2B5EF4-FFF2-40B4-BE49-F238E27FC236}">
                <a16:creationId xmlns:a16="http://schemas.microsoft.com/office/drawing/2014/main" id="{AE3CFA49-E855-F5C4-1DE0-B9FC70F2F75F}"/>
              </a:ext>
            </a:extLst>
          </p:cNvPr>
          <p:cNvPicPr>
            <a:picLocks noChangeAspect="1"/>
          </p:cNvPicPr>
          <p:nvPr/>
        </p:nvPicPr>
        <p:blipFill>
          <a:blip r:embed="rId5"/>
          <a:stretch>
            <a:fillRect/>
          </a:stretch>
        </p:blipFill>
        <p:spPr>
          <a:xfrm>
            <a:off x="224203" y="2539710"/>
            <a:ext cx="3900162" cy="3676382"/>
          </a:xfrm>
          <a:prstGeom prst="rect">
            <a:avLst/>
          </a:prstGeom>
        </p:spPr>
      </p:pic>
      <p:pic>
        <p:nvPicPr>
          <p:cNvPr id="23" name="Picture 22">
            <a:extLst>
              <a:ext uri="{FF2B5EF4-FFF2-40B4-BE49-F238E27FC236}">
                <a16:creationId xmlns:a16="http://schemas.microsoft.com/office/drawing/2014/main" id="{CFCB9BE2-2518-E1CA-64B8-6AC4AB12A70D}"/>
              </a:ext>
            </a:extLst>
          </p:cNvPr>
          <p:cNvPicPr>
            <a:picLocks noChangeAspect="1"/>
          </p:cNvPicPr>
          <p:nvPr/>
        </p:nvPicPr>
        <p:blipFill>
          <a:blip r:embed="rId6"/>
          <a:stretch>
            <a:fillRect/>
          </a:stretch>
        </p:blipFill>
        <p:spPr>
          <a:xfrm>
            <a:off x="4741143" y="2539710"/>
            <a:ext cx="3004687" cy="2174698"/>
          </a:xfrm>
          <a:prstGeom prst="rect">
            <a:avLst/>
          </a:prstGeom>
        </p:spPr>
      </p:pic>
      <p:pic>
        <p:nvPicPr>
          <p:cNvPr id="25" name="Picture 24">
            <a:extLst>
              <a:ext uri="{FF2B5EF4-FFF2-40B4-BE49-F238E27FC236}">
                <a16:creationId xmlns:a16="http://schemas.microsoft.com/office/drawing/2014/main" id="{23DDD910-4E75-DFD7-CFEE-1D6D32F42247}"/>
              </a:ext>
            </a:extLst>
          </p:cNvPr>
          <p:cNvPicPr>
            <a:picLocks noChangeAspect="1"/>
          </p:cNvPicPr>
          <p:nvPr/>
        </p:nvPicPr>
        <p:blipFill>
          <a:blip r:embed="rId7"/>
          <a:stretch>
            <a:fillRect/>
          </a:stretch>
        </p:blipFill>
        <p:spPr>
          <a:xfrm>
            <a:off x="8593925" y="2539710"/>
            <a:ext cx="3115866" cy="4225012"/>
          </a:xfrm>
          <a:prstGeom prst="rect">
            <a:avLst/>
          </a:prstGeom>
        </p:spPr>
      </p:pic>
      <p:cxnSp>
        <p:nvCxnSpPr>
          <p:cNvPr id="8" name="Straight Connector 7">
            <a:extLst>
              <a:ext uri="{FF2B5EF4-FFF2-40B4-BE49-F238E27FC236}">
                <a16:creationId xmlns:a16="http://schemas.microsoft.com/office/drawing/2014/main" id="{CDD8EA34-7ED6-1291-2029-31CB253C28C8}"/>
              </a:ext>
            </a:extLst>
          </p:cNvPr>
          <p:cNvCxnSpPr>
            <a:cxnSpLocks/>
          </p:cNvCxnSpPr>
          <p:nvPr/>
        </p:nvCxnSpPr>
        <p:spPr>
          <a:xfrm>
            <a:off x="4390415" y="1048509"/>
            <a:ext cx="0" cy="5615338"/>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D9BA0281-AE25-DAA3-326E-4ECC5B8D6AAA}"/>
              </a:ext>
            </a:extLst>
          </p:cNvPr>
          <p:cNvCxnSpPr>
            <a:cxnSpLocks/>
          </p:cNvCxnSpPr>
          <p:nvPr/>
        </p:nvCxnSpPr>
        <p:spPr>
          <a:xfrm>
            <a:off x="8137785" y="1069396"/>
            <a:ext cx="0" cy="5573564"/>
          </a:xfrm>
          <a:prstGeom prst="line">
            <a:avLst/>
          </a:prstGeom>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45B99D03-C118-41C0-621F-E21DF8408FF8}"/>
              </a:ext>
            </a:extLst>
          </p:cNvPr>
          <p:cNvSpPr txBox="1"/>
          <p:nvPr/>
        </p:nvSpPr>
        <p:spPr>
          <a:xfrm>
            <a:off x="10405730" y="6485478"/>
            <a:ext cx="1786270" cy="307777"/>
          </a:xfrm>
          <a:prstGeom prst="rect">
            <a:avLst/>
          </a:prstGeom>
          <a:noFill/>
        </p:spPr>
        <p:txBody>
          <a:bodyPr wrap="square">
            <a:spAutoFit/>
          </a:bodyPr>
          <a:lstStyle/>
          <a:p>
            <a:r>
              <a:rPr lang="en-US" sz="1400" dirty="0">
                <a:hlinkClick r:id="rId8" action="ppaction://hlinksldjump"/>
              </a:rPr>
              <a:t>back to chapter index</a:t>
            </a:r>
            <a:endParaRPr lang="en-IN" sz="1400" dirty="0"/>
          </a:p>
        </p:txBody>
      </p:sp>
    </p:spTree>
    <p:extLst>
      <p:ext uri="{BB962C8B-B14F-4D97-AF65-F5344CB8AC3E}">
        <p14:creationId xmlns:p14="http://schemas.microsoft.com/office/powerpoint/2010/main" val="427537057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954381"/>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StringBuilder</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String</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StringBuilder</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When to use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String</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and when to use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StringBuilder</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in real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the concept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string pool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equals()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method for comparing strings?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important methods </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of String class?</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normAutofit/>
          </a:bodyPr>
          <a:lstStyle/>
          <a:p>
            <a:r>
              <a:rPr lang="en-US" b="1" dirty="0">
                <a:solidFill>
                  <a:srgbClr val="FFFF00"/>
                </a:solidFill>
              </a:rPr>
              <a:t>6. String &amp; StringBuilder</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22F14227-6AF0-079E-9705-9C2F8F79B6CC}"/>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E91227AA-259F-454C-7202-38576B951F6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064403" y="1510221"/>
            <a:ext cx="636255" cy="253133"/>
          </a:xfrm>
          <a:prstGeom prst="rect">
            <a:avLst/>
          </a:prstGeom>
        </p:spPr>
      </p:pic>
      <p:pic>
        <p:nvPicPr>
          <p:cNvPr id="5" name="Picture 4">
            <a:extLst>
              <a:ext uri="{FF2B5EF4-FFF2-40B4-BE49-F238E27FC236}">
                <a16:creationId xmlns:a16="http://schemas.microsoft.com/office/drawing/2014/main" id="{0275BC64-CC86-91F5-CB91-13EA3F92DD0B}"/>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945871" y="2730654"/>
            <a:ext cx="636255" cy="253133"/>
          </a:xfrm>
          <a:prstGeom prst="rect">
            <a:avLst/>
          </a:prstGeom>
        </p:spPr>
      </p:pic>
      <p:sp>
        <p:nvSpPr>
          <p:cNvPr id="6" name="TextBox 5">
            <a:extLst>
              <a:ext uri="{FF2B5EF4-FFF2-40B4-BE49-F238E27FC236}">
                <a16:creationId xmlns:a16="http://schemas.microsoft.com/office/drawing/2014/main" id="{7391E23E-7CA0-1D88-D522-F4DE04237323}"/>
              </a:ext>
            </a:extLst>
          </p:cNvPr>
          <p:cNvSpPr txBox="1"/>
          <p:nvPr/>
        </p:nvSpPr>
        <p:spPr>
          <a:xfrm>
            <a:off x="10342731" y="6373174"/>
            <a:ext cx="1972639" cy="307777"/>
          </a:xfrm>
          <a:prstGeom prst="rect">
            <a:avLst/>
          </a:prstGeom>
          <a:noFill/>
        </p:spPr>
        <p:txBody>
          <a:bodyPr wrap="square">
            <a:spAutoFit/>
          </a:bodyPr>
          <a:lstStyle/>
          <a:p>
            <a:r>
              <a:rPr lang="en-US" sz="1400" dirty="0">
                <a:hlinkClick r:id="rId10" action="ppaction://hlinksldjump"/>
              </a:rPr>
              <a:t>Back to main index</a:t>
            </a:r>
            <a:endParaRPr lang="en-IN" sz="1400" dirty="0"/>
          </a:p>
        </p:txBody>
      </p:sp>
    </p:spTree>
    <p:extLst>
      <p:ext uri="{BB962C8B-B14F-4D97-AF65-F5344CB8AC3E}">
        <p14:creationId xmlns:p14="http://schemas.microsoft.com/office/powerpoint/2010/main" val="3400119346"/>
      </p:ext>
    </p:extLst>
  </p:cSld>
  <p:clrMapOvr>
    <a:overrideClrMapping bg1="dk1" tx1="lt1" bg2="dk2" tx2="lt2" accent1="accent1" accent2="accent2" accent3="accent3" accent4="accent4" accent5="accent5" accent6="accent6" hlink="hlink" folHlink="folHlink"/>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rPr>
              <a:t>StringBuilder</a:t>
            </a:r>
            <a:r>
              <a:rPr lang="en-US" sz="2400" b="1" dirty="0">
                <a:solidFill>
                  <a:schemeClr val="bg1"/>
                </a:solidFill>
              </a:rPr>
              <a:t>? What is </a:t>
            </a:r>
            <a:r>
              <a:rPr lang="en-US" sz="2400" b="1" dirty="0">
                <a:solidFill>
                  <a:schemeClr val="bg1"/>
                </a:solidFill>
                <a:ea typeface="+mn-ea"/>
                <a:cs typeface="+mn-cs"/>
              </a:rPr>
              <a:t>the difference between </a:t>
            </a:r>
            <a:r>
              <a:rPr lang="en-US" sz="2400" b="1" dirty="0">
                <a:solidFill>
                  <a:srgbClr val="FFFF00"/>
                </a:solidFill>
                <a:ea typeface="+mn-ea"/>
                <a:cs typeface="+mn-cs"/>
              </a:rPr>
              <a:t>String</a:t>
            </a:r>
            <a:r>
              <a:rPr lang="en-US" sz="2400" b="1" dirty="0">
                <a:solidFill>
                  <a:schemeClr val="bg1"/>
                </a:solidFill>
                <a:ea typeface="+mn-ea"/>
                <a:cs typeface="+mn-cs"/>
              </a:rPr>
              <a:t> and </a:t>
            </a:r>
            <a:r>
              <a:rPr lang="en-US" sz="2400" b="1" dirty="0">
                <a:solidFill>
                  <a:srgbClr val="FFFF00"/>
                </a:solidFill>
                <a:ea typeface="+mn-ea"/>
                <a:cs typeface="+mn-cs"/>
              </a:rPr>
              <a:t>StringBuilder</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4">
            <a:extLst>
              <a:ext uri="{FF2B5EF4-FFF2-40B4-BE49-F238E27FC236}">
                <a16:creationId xmlns:a16="http://schemas.microsoft.com/office/drawing/2014/main" id="{31499A3C-6AAE-E85D-B227-315CEB3E20BF}"/>
              </a:ext>
            </a:extLst>
          </p:cNvPr>
          <p:cNvSpPr/>
          <p:nvPr/>
        </p:nvSpPr>
        <p:spPr>
          <a:xfrm>
            <a:off x="998547" y="2262142"/>
            <a:ext cx="4296427" cy="160379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String (immutable)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Creates a new String object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Rectangle 5">
            <a:extLst>
              <a:ext uri="{FF2B5EF4-FFF2-40B4-BE49-F238E27FC236}">
                <a16:creationId xmlns:a16="http://schemas.microsoft.com/office/drawing/2014/main" id="{674A5B79-ED19-E2F7-35AF-F1DC42F2BDE6}"/>
              </a:ext>
            </a:extLst>
          </p:cNvPr>
          <p:cNvSpPr/>
          <p:nvPr/>
        </p:nvSpPr>
        <p:spPr>
          <a:xfrm>
            <a:off x="7005194" y="2233906"/>
            <a:ext cx="4401450" cy="179030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StringBuilder (mutable)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StringBuilder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StringBuilder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Modifies the existing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StringBuilder object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sb</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append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12" name="Rectangle: Rounded Corners 11">
            <a:extLst>
              <a:ext uri="{FF2B5EF4-FFF2-40B4-BE49-F238E27FC236}">
                <a16:creationId xmlns:a16="http://schemas.microsoft.com/office/drawing/2014/main" id="{33C2E00B-A491-9A33-4703-D64A6388C604}"/>
              </a:ext>
            </a:extLst>
          </p:cNvPr>
          <p:cNvSpPr/>
          <p:nvPr/>
        </p:nvSpPr>
        <p:spPr>
          <a:xfrm>
            <a:off x="959633" y="4151667"/>
            <a:ext cx="4335341" cy="2304694"/>
          </a:xfrm>
          <a:prstGeom prst="roundRect">
            <a:avLst/>
          </a:prstGeom>
          <a:solidFill>
            <a:srgbClr val="FBFBFB"/>
          </a:solidFill>
        </p:spPr>
        <p:style>
          <a:lnRef idx="2">
            <a:schemeClr val="accent2">
              <a:shade val="15000"/>
            </a:schemeClr>
          </a:lnRef>
          <a:fillRef idx="1">
            <a:schemeClr val="accent2"/>
          </a:fillRef>
          <a:effectRef idx="0">
            <a:schemeClr val="accent2"/>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Memory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7" name="Table 16">
            <a:extLst>
              <a:ext uri="{FF2B5EF4-FFF2-40B4-BE49-F238E27FC236}">
                <a16:creationId xmlns:a16="http://schemas.microsoft.com/office/drawing/2014/main" id="{CA6C7C12-DC21-29C7-9B07-1E42E542AF27}"/>
              </a:ext>
            </a:extLst>
          </p:cNvPr>
          <p:cNvGraphicFramePr>
            <a:graphicFrameLocks noGrp="1"/>
          </p:cNvGraphicFramePr>
          <p:nvPr/>
        </p:nvGraphicFramePr>
        <p:xfrm>
          <a:off x="1222738" y="4657281"/>
          <a:ext cx="3781334" cy="1513353"/>
        </p:xfrm>
        <a:graphic>
          <a:graphicData uri="http://schemas.openxmlformats.org/drawingml/2006/table">
            <a:tbl>
              <a:tblPr firstRow="1" bandRow="1">
                <a:tableStyleId>{7DF18680-E054-41AD-8BC1-D1AEF772440D}</a:tableStyleId>
              </a:tblPr>
              <a:tblGrid>
                <a:gridCol w="991553">
                  <a:extLst>
                    <a:ext uri="{9D8B030D-6E8A-4147-A177-3AD203B41FA5}">
                      <a16:colId xmlns:a16="http://schemas.microsoft.com/office/drawing/2014/main" val="3645525572"/>
                    </a:ext>
                  </a:extLst>
                </a:gridCol>
                <a:gridCol w="1064006">
                  <a:extLst>
                    <a:ext uri="{9D8B030D-6E8A-4147-A177-3AD203B41FA5}">
                      <a16:colId xmlns:a16="http://schemas.microsoft.com/office/drawing/2014/main" val="1933556531"/>
                    </a:ext>
                  </a:extLst>
                </a:gridCol>
                <a:gridCol w="1725775">
                  <a:extLst>
                    <a:ext uri="{9D8B030D-6E8A-4147-A177-3AD203B41FA5}">
                      <a16:colId xmlns:a16="http://schemas.microsoft.com/office/drawing/2014/main" val="229568726"/>
                    </a:ext>
                  </a:extLst>
                </a:gridCol>
              </a:tblGrid>
              <a:tr h="504451">
                <a:tc>
                  <a:txBody>
                    <a:bodyPr/>
                    <a:lstStyle/>
                    <a:p>
                      <a:r>
                        <a:rPr lang="en-US" dirty="0"/>
                        <a:t>Address</a:t>
                      </a:r>
                      <a:endParaRPr lang="en-IN" dirty="0"/>
                    </a:p>
                  </a:txBody>
                  <a:tcPr/>
                </a:tc>
                <a:tc>
                  <a:txBody>
                    <a:bodyPr/>
                    <a:lstStyle/>
                    <a:p>
                      <a:r>
                        <a:rPr lang="en-US" dirty="0"/>
                        <a:t>Variable </a:t>
                      </a:r>
                      <a:endParaRPr lang="en-IN" dirty="0"/>
                    </a:p>
                  </a:txBody>
                  <a:tcPr/>
                </a:tc>
                <a:tc>
                  <a:txBody>
                    <a:bodyPr/>
                    <a:lstStyle/>
                    <a:p>
                      <a:r>
                        <a:rPr lang="en-US" dirty="0"/>
                        <a:t>Value</a:t>
                      </a:r>
                      <a:endParaRPr lang="en-IN" dirty="0"/>
                    </a:p>
                  </a:txBody>
                  <a:tcPr/>
                </a:tc>
                <a:extLst>
                  <a:ext uri="{0D108BD9-81ED-4DB2-BD59-A6C34878D82A}">
                    <a16:rowId xmlns:a16="http://schemas.microsoft.com/office/drawing/2014/main" val="6880034"/>
                  </a:ext>
                </a:extLst>
              </a:tr>
              <a:tr h="504451">
                <a:tc>
                  <a:txBody>
                    <a:bodyPr/>
                    <a:lstStyle/>
                    <a:p>
                      <a:r>
                        <a:rPr lang="en-US" dirty="0"/>
                        <a:t>999999</a:t>
                      </a:r>
                      <a:endParaRPr lang="en-IN" dirty="0"/>
                    </a:p>
                  </a:txBody>
                  <a:tcPr/>
                </a:tc>
                <a:tc>
                  <a:txBody>
                    <a:bodyPr/>
                    <a:lstStyle/>
                    <a:p>
                      <a:r>
                        <a:rPr lang="en-US" dirty="0"/>
                        <a:t>str</a:t>
                      </a:r>
                      <a:endParaRPr lang="en-IN" dirty="0"/>
                    </a:p>
                  </a:txBody>
                  <a:tcPr/>
                </a:tc>
                <a:tc>
                  <a:txBody>
                    <a:bodyPr/>
                    <a:lstStyle/>
                    <a:p>
                      <a:r>
                        <a:rPr lang="en-US" dirty="0"/>
                        <a:t>Interview</a:t>
                      </a:r>
                      <a:endParaRPr lang="en-IN" dirty="0"/>
                    </a:p>
                  </a:txBody>
                  <a:tcPr/>
                </a:tc>
                <a:extLst>
                  <a:ext uri="{0D108BD9-81ED-4DB2-BD59-A6C34878D82A}">
                    <a16:rowId xmlns:a16="http://schemas.microsoft.com/office/drawing/2014/main" val="1088640024"/>
                  </a:ext>
                </a:extLst>
              </a:tr>
              <a:tr h="504451">
                <a:tc>
                  <a:txBody>
                    <a:bodyPr/>
                    <a:lstStyle/>
                    <a:p>
                      <a:r>
                        <a:rPr lang="en-US" dirty="0"/>
                        <a:t>888888</a:t>
                      </a:r>
                      <a:endParaRPr lang="en-IN" dirty="0"/>
                    </a:p>
                  </a:txBody>
                  <a:tcPr/>
                </a:tc>
                <a:tc>
                  <a:txBody>
                    <a:bodyPr/>
                    <a:lstStyle/>
                    <a:p>
                      <a:r>
                        <a:rPr lang="en-US" dirty="0"/>
                        <a:t>str</a:t>
                      </a:r>
                      <a:endParaRPr lang="en-IN" dirty="0"/>
                    </a:p>
                  </a:txBody>
                  <a:tcPr/>
                </a:tc>
                <a:tc>
                  <a:txBody>
                    <a:bodyPr/>
                    <a:lstStyle/>
                    <a:p>
                      <a:r>
                        <a:rPr lang="en-US" dirty="0"/>
                        <a:t>Interview Happy</a:t>
                      </a:r>
                      <a:endParaRPr lang="en-IN" dirty="0"/>
                    </a:p>
                  </a:txBody>
                  <a:tcPr/>
                </a:tc>
                <a:extLst>
                  <a:ext uri="{0D108BD9-81ED-4DB2-BD59-A6C34878D82A}">
                    <a16:rowId xmlns:a16="http://schemas.microsoft.com/office/drawing/2014/main" val="3404043766"/>
                  </a:ext>
                </a:extLst>
              </a:tr>
            </a:tbl>
          </a:graphicData>
        </a:graphic>
      </p:graphicFrame>
      <p:sp>
        <p:nvSpPr>
          <p:cNvPr id="14" name="TextBox 13">
            <a:extLst>
              <a:ext uri="{FF2B5EF4-FFF2-40B4-BE49-F238E27FC236}">
                <a16:creationId xmlns:a16="http://schemas.microsoft.com/office/drawing/2014/main" id="{DB2DC613-0F3B-184A-637B-29EEFDC2C958}"/>
              </a:ext>
            </a:extLst>
          </p:cNvPr>
          <p:cNvSpPr txBox="1"/>
          <p:nvPr/>
        </p:nvSpPr>
        <p:spPr>
          <a:xfrm>
            <a:off x="355693" y="1019505"/>
            <a:ext cx="5286682"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String is </a:t>
            </a: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immutable.</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It means if you defined one string then you couldn’t modify it. Every time you will assign some value to it, a new string is created.</a:t>
            </a:r>
          </a:p>
        </p:txBody>
      </p:sp>
      <p:sp>
        <p:nvSpPr>
          <p:cNvPr id="15" name="Rectangle: Rounded Corners 14">
            <a:extLst>
              <a:ext uri="{FF2B5EF4-FFF2-40B4-BE49-F238E27FC236}">
                <a16:creationId xmlns:a16="http://schemas.microsoft.com/office/drawing/2014/main" id="{D0E14738-26A0-28C0-8037-C8A6CC2D4561}"/>
              </a:ext>
            </a:extLst>
          </p:cNvPr>
          <p:cNvSpPr/>
          <p:nvPr/>
        </p:nvSpPr>
        <p:spPr>
          <a:xfrm>
            <a:off x="7005194" y="4248691"/>
            <a:ext cx="4335341" cy="1790309"/>
          </a:xfrm>
          <a:prstGeom prst="roundRect">
            <a:avLst/>
          </a:prstGeom>
          <a:solidFill>
            <a:srgbClr val="FBFBFB"/>
          </a:solidFill>
        </p:spPr>
        <p:style>
          <a:lnRef idx="2">
            <a:schemeClr val="accent2">
              <a:shade val="15000"/>
            </a:schemeClr>
          </a:lnRef>
          <a:fillRef idx="1">
            <a:schemeClr val="accent2"/>
          </a:fillRef>
          <a:effectRef idx="0">
            <a:schemeClr val="accent2"/>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Memory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6" name="Table 15">
            <a:extLst>
              <a:ext uri="{FF2B5EF4-FFF2-40B4-BE49-F238E27FC236}">
                <a16:creationId xmlns:a16="http://schemas.microsoft.com/office/drawing/2014/main" id="{7C4711B1-8D68-C8D8-764F-E1FD653B9CCC}"/>
              </a:ext>
            </a:extLst>
          </p:cNvPr>
          <p:cNvGraphicFramePr>
            <a:graphicFrameLocks noGrp="1"/>
          </p:cNvGraphicFramePr>
          <p:nvPr/>
        </p:nvGraphicFramePr>
        <p:xfrm>
          <a:off x="7268299" y="4754306"/>
          <a:ext cx="3825252" cy="1005840"/>
        </p:xfrm>
        <a:graphic>
          <a:graphicData uri="http://schemas.openxmlformats.org/drawingml/2006/table">
            <a:tbl>
              <a:tblPr firstRow="1" bandRow="1">
                <a:tableStyleId>{7DF18680-E054-41AD-8BC1-D1AEF772440D}</a:tableStyleId>
              </a:tblPr>
              <a:tblGrid>
                <a:gridCol w="991553">
                  <a:extLst>
                    <a:ext uri="{9D8B030D-6E8A-4147-A177-3AD203B41FA5}">
                      <a16:colId xmlns:a16="http://schemas.microsoft.com/office/drawing/2014/main" val="3645525572"/>
                    </a:ext>
                  </a:extLst>
                </a:gridCol>
                <a:gridCol w="1107924">
                  <a:extLst>
                    <a:ext uri="{9D8B030D-6E8A-4147-A177-3AD203B41FA5}">
                      <a16:colId xmlns:a16="http://schemas.microsoft.com/office/drawing/2014/main" val="1933556531"/>
                    </a:ext>
                  </a:extLst>
                </a:gridCol>
                <a:gridCol w="1725775">
                  <a:extLst>
                    <a:ext uri="{9D8B030D-6E8A-4147-A177-3AD203B41FA5}">
                      <a16:colId xmlns:a16="http://schemas.microsoft.com/office/drawing/2014/main" val="229568726"/>
                    </a:ext>
                  </a:extLst>
                </a:gridCol>
              </a:tblGrid>
              <a:tr h="219953">
                <a:tc>
                  <a:txBody>
                    <a:bodyPr/>
                    <a:lstStyle/>
                    <a:p>
                      <a:r>
                        <a:rPr lang="en-US" dirty="0"/>
                        <a:t>Address</a:t>
                      </a:r>
                      <a:endParaRPr lang="en-IN" dirty="0"/>
                    </a:p>
                  </a:txBody>
                  <a:tcPr/>
                </a:tc>
                <a:tc>
                  <a:txBody>
                    <a:bodyPr/>
                    <a:lstStyle/>
                    <a:p>
                      <a:r>
                        <a:rPr lang="en-US" dirty="0"/>
                        <a:t>Variable </a:t>
                      </a:r>
                      <a:endParaRPr lang="en-IN" dirty="0"/>
                    </a:p>
                  </a:txBody>
                  <a:tcPr/>
                </a:tc>
                <a:tc>
                  <a:txBody>
                    <a:bodyPr/>
                    <a:lstStyle/>
                    <a:p>
                      <a:r>
                        <a:rPr lang="en-US" dirty="0"/>
                        <a:t>Value</a:t>
                      </a:r>
                      <a:endParaRPr lang="en-IN" dirty="0"/>
                    </a:p>
                  </a:txBody>
                  <a:tcPr/>
                </a:tc>
                <a:extLst>
                  <a:ext uri="{0D108BD9-81ED-4DB2-BD59-A6C34878D82A}">
                    <a16:rowId xmlns:a16="http://schemas.microsoft.com/office/drawing/2014/main" val="6880034"/>
                  </a:ext>
                </a:extLst>
              </a:tr>
              <a:tr h="549883">
                <a:tc>
                  <a:txBody>
                    <a:bodyPr/>
                    <a:lstStyle/>
                    <a:p>
                      <a:r>
                        <a:rPr lang="en-US" dirty="0"/>
                        <a:t>999999</a:t>
                      </a:r>
                      <a:endParaRPr lang="en-IN" dirty="0"/>
                    </a:p>
                  </a:txBody>
                  <a:tcPr/>
                </a:tc>
                <a:tc>
                  <a:txBody>
                    <a:bodyPr/>
                    <a:lstStyle/>
                    <a:p>
                      <a:r>
                        <a:rPr lang="en-US" dirty="0"/>
                        <a:t>sb</a:t>
                      </a:r>
                      <a:endParaRPr lang="en-IN"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Interview -&gt; Interview Happy</a:t>
                      </a:r>
                      <a:endParaRPr lang="en-IN" dirty="0"/>
                    </a:p>
                  </a:txBody>
                  <a:tcPr/>
                </a:tc>
                <a:extLst>
                  <a:ext uri="{0D108BD9-81ED-4DB2-BD59-A6C34878D82A}">
                    <a16:rowId xmlns:a16="http://schemas.microsoft.com/office/drawing/2014/main" val="1088640024"/>
                  </a:ext>
                </a:extLst>
              </a:tr>
            </a:tbl>
          </a:graphicData>
        </a:graphic>
      </p:graphicFrame>
      <p:sp>
        <p:nvSpPr>
          <p:cNvPr id="18" name="TextBox 17">
            <a:extLst>
              <a:ext uri="{FF2B5EF4-FFF2-40B4-BE49-F238E27FC236}">
                <a16:creationId xmlns:a16="http://schemas.microsoft.com/office/drawing/2014/main" id="{B4F4335D-0EAF-C500-F17F-0A2E84D96C9B}"/>
              </a:ext>
            </a:extLst>
          </p:cNvPr>
          <p:cNvSpPr txBox="1"/>
          <p:nvPr/>
        </p:nvSpPr>
        <p:spPr>
          <a:xfrm>
            <a:off x="6692504" y="1019505"/>
            <a:ext cx="4752877"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StringBuilder is </a:t>
            </a: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mutable.</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It means if you defined one string then you can modify it and  a new string is not created.</a:t>
            </a:r>
          </a:p>
        </p:txBody>
      </p:sp>
      <p:cxnSp>
        <p:nvCxnSpPr>
          <p:cNvPr id="22" name="Straight Connector 21">
            <a:extLst>
              <a:ext uri="{FF2B5EF4-FFF2-40B4-BE49-F238E27FC236}">
                <a16:creationId xmlns:a16="http://schemas.microsoft.com/office/drawing/2014/main" id="{8B7F30E9-9917-BE3B-E757-C9C2FD8A3CE0}"/>
              </a:ext>
            </a:extLst>
          </p:cNvPr>
          <p:cNvCxnSpPr/>
          <p:nvPr/>
        </p:nvCxnSpPr>
        <p:spPr>
          <a:xfrm>
            <a:off x="6196209" y="1737986"/>
            <a:ext cx="0" cy="4308953"/>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3" name="Freeform: Shape 22">
            <a:extLst>
              <a:ext uri="{FF2B5EF4-FFF2-40B4-BE49-F238E27FC236}">
                <a16:creationId xmlns:a16="http://schemas.microsoft.com/office/drawing/2014/main" id="{3A9732FE-FBC8-EEE3-C851-CA05D969F474}"/>
              </a:ext>
            </a:extLst>
          </p:cNvPr>
          <p:cNvSpPr/>
          <p:nvPr/>
        </p:nvSpPr>
        <p:spPr>
          <a:xfrm>
            <a:off x="328093" y="2997069"/>
            <a:ext cx="1985688" cy="2354893"/>
          </a:xfrm>
          <a:custGeom>
            <a:avLst/>
            <a:gdLst>
              <a:gd name="connsiteX0" fmla="*/ 1985688 w 1985688"/>
              <a:gd name="connsiteY0" fmla="*/ 0 h 2354893"/>
              <a:gd name="connsiteX1" fmla="*/ 19102 w 1985688"/>
              <a:gd name="connsiteY1" fmla="*/ 475989 h 2354893"/>
              <a:gd name="connsiteX2" fmla="*/ 933502 w 1985688"/>
              <a:gd name="connsiteY2" fmla="*/ 2354893 h 2354893"/>
              <a:gd name="connsiteX3" fmla="*/ 933502 w 1985688"/>
              <a:gd name="connsiteY3" fmla="*/ 2354893 h 2354893"/>
            </a:gdLst>
            <a:ahLst/>
            <a:cxnLst>
              <a:cxn ang="0">
                <a:pos x="connsiteX0" y="connsiteY0"/>
              </a:cxn>
              <a:cxn ang="0">
                <a:pos x="connsiteX1" y="connsiteY1"/>
              </a:cxn>
              <a:cxn ang="0">
                <a:pos x="connsiteX2" y="connsiteY2"/>
              </a:cxn>
              <a:cxn ang="0">
                <a:pos x="connsiteX3" y="connsiteY3"/>
              </a:cxn>
            </a:cxnLst>
            <a:rect l="l" t="t" r="r" b="b"/>
            <a:pathLst>
              <a:path w="1985688" h="2354893">
                <a:moveTo>
                  <a:pt x="1985688" y="0"/>
                </a:moveTo>
                <a:cubicBezTo>
                  <a:pt x="1090077" y="41753"/>
                  <a:pt x="194466" y="83507"/>
                  <a:pt x="19102" y="475989"/>
                </a:cubicBezTo>
                <a:cubicBezTo>
                  <a:pt x="-156262" y="868471"/>
                  <a:pt x="933502" y="2354893"/>
                  <a:pt x="933502" y="2354893"/>
                </a:cubicBezTo>
                <a:lnTo>
                  <a:pt x="933502" y="2354893"/>
                </a:lnTo>
              </a:path>
            </a:pathLst>
          </a:custGeom>
          <a:noFill/>
          <a:ln w="12700">
            <a:solidFill>
              <a:srgbClr val="FF0000"/>
            </a:solidFill>
            <a:tailEnd type="stealt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BC8523AB-C1CF-8BB0-17DA-5DD77B427738}"/>
              </a:ext>
            </a:extLst>
          </p:cNvPr>
          <p:cNvSpPr/>
          <p:nvPr/>
        </p:nvSpPr>
        <p:spPr>
          <a:xfrm>
            <a:off x="218563" y="3723579"/>
            <a:ext cx="1431339" cy="2129424"/>
          </a:xfrm>
          <a:custGeom>
            <a:avLst/>
            <a:gdLst>
              <a:gd name="connsiteX0" fmla="*/ 1431339 w 1431339"/>
              <a:gd name="connsiteY0" fmla="*/ 0 h 2129424"/>
              <a:gd name="connsiteX1" fmla="*/ 3372 w 1431339"/>
              <a:gd name="connsiteY1" fmla="*/ 1027134 h 2129424"/>
              <a:gd name="connsiteX2" fmla="*/ 1005454 w 1431339"/>
              <a:gd name="connsiteY2" fmla="*/ 2129424 h 2129424"/>
              <a:gd name="connsiteX3" fmla="*/ 1005454 w 1431339"/>
              <a:gd name="connsiteY3" fmla="*/ 2129424 h 2129424"/>
            </a:gdLst>
            <a:ahLst/>
            <a:cxnLst>
              <a:cxn ang="0">
                <a:pos x="connsiteX0" y="connsiteY0"/>
              </a:cxn>
              <a:cxn ang="0">
                <a:pos x="connsiteX1" y="connsiteY1"/>
              </a:cxn>
              <a:cxn ang="0">
                <a:pos x="connsiteX2" y="connsiteY2"/>
              </a:cxn>
              <a:cxn ang="0">
                <a:pos x="connsiteX3" y="connsiteY3"/>
              </a:cxn>
            </a:cxnLst>
            <a:rect l="l" t="t" r="r" b="b"/>
            <a:pathLst>
              <a:path w="1431339" h="2129424">
                <a:moveTo>
                  <a:pt x="1431339" y="0"/>
                </a:moveTo>
                <a:cubicBezTo>
                  <a:pt x="752846" y="336115"/>
                  <a:pt x="74353" y="672230"/>
                  <a:pt x="3372" y="1027134"/>
                </a:cubicBezTo>
                <a:cubicBezTo>
                  <a:pt x="-67609" y="1382038"/>
                  <a:pt x="1005454" y="2129424"/>
                  <a:pt x="1005454" y="2129424"/>
                </a:cubicBezTo>
                <a:lnTo>
                  <a:pt x="1005454" y="2129424"/>
                </a:ln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Freeform: Shape 24">
            <a:extLst>
              <a:ext uri="{FF2B5EF4-FFF2-40B4-BE49-F238E27FC236}">
                <a16:creationId xmlns:a16="http://schemas.microsoft.com/office/drawing/2014/main" id="{1E20F830-895B-134A-1FD6-190083EFEF78}"/>
              </a:ext>
            </a:extLst>
          </p:cNvPr>
          <p:cNvSpPr/>
          <p:nvPr/>
        </p:nvSpPr>
        <p:spPr>
          <a:xfrm>
            <a:off x="6458419" y="3883233"/>
            <a:ext cx="990001" cy="1390389"/>
          </a:xfrm>
          <a:custGeom>
            <a:avLst/>
            <a:gdLst>
              <a:gd name="connsiteX0" fmla="*/ 990001 w 990001"/>
              <a:gd name="connsiteY0" fmla="*/ 0 h 1390389"/>
              <a:gd name="connsiteX1" fmla="*/ 444 w 990001"/>
              <a:gd name="connsiteY1" fmla="*/ 601249 h 1390389"/>
              <a:gd name="connsiteX2" fmla="*/ 852214 w 990001"/>
              <a:gd name="connsiteY2" fmla="*/ 1390389 h 1390389"/>
              <a:gd name="connsiteX3" fmla="*/ 852214 w 990001"/>
              <a:gd name="connsiteY3" fmla="*/ 1390389 h 1390389"/>
            </a:gdLst>
            <a:ahLst/>
            <a:cxnLst>
              <a:cxn ang="0">
                <a:pos x="connsiteX0" y="connsiteY0"/>
              </a:cxn>
              <a:cxn ang="0">
                <a:pos x="connsiteX1" y="connsiteY1"/>
              </a:cxn>
              <a:cxn ang="0">
                <a:pos x="connsiteX2" y="connsiteY2"/>
              </a:cxn>
              <a:cxn ang="0">
                <a:pos x="connsiteX3" y="connsiteY3"/>
              </a:cxn>
            </a:cxnLst>
            <a:rect l="l" t="t" r="r" b="b"/>
            <a:pathLst>
              <a:path w="990001" h="1390389">
                <a:moveTo>
                  <a:pt x="990001" y="0"/>
                </a:moveTo>
                <a:cubicBezTo>
                  <a:pt x="506704" y="184759"/>
                  <a:pt x="23408" y="369518"/>
                  <a:pt x="444" y="601249"/>
                </a:cubicBezTo>
                <a:cubicBezTo>
                  <a:pt x="-22520" y="832980"/>
                  <a:pt x="852214" y="1390389"/>
                  <a:pt x="852214" y="1390389"/>
                </a:cubicBezTo>
                <a:lnTo>
                  <a:pt x="852214" y="1390389"/>
                </a:lnTo>
              </a:path>
            </a:pathLst>
          </a:custGeom>
          <a:noFill/>
          <a:ln>
            <a:solidFill>
              <a:srgbClr val="FF0000"/>
            </a:solidFill>
            <a:tailEnd type="stealt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26" name="Picture 25">
            <a:extLst>
              <a:ext uri="{FF2B5EF4-FFF2-40B4-BE49-F238E27FC236}">
                <a16:creationId xmlns:a16="http://schemas.microsoft.com/office/drawing/2014/main" id="{8990BE6C-672A-1F80-DEF7-64E5C0D2C16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364351" y="288836"/>
            <a:ext cx="914784" cy="363946"/>
          </a:xfrm>
          <a:prstGeom prst="rect">
            <a:avLst/>
          </a:prstGeom>
        </p:spPr>
      </p:pic>
      <mc:AlternateContent xmlns:mc="http://schemas.openxmlformats.org/markup-compatibility/2006" xmlns:p14="http://schemas.microsoft.com/office/powerpoint/2010/main">
        <mc:Choice Requires="p14">
          <p:contentPart p14:bwMode="auto" r:id="rId5">
            <p14:nvContentPartPr>
              <p14:cNvPr id="4" name="Ink 3">
                <a:extLst>
                  <a:ext uri="{FF2B5EF4-FFF2-40B4-BE49-F238E27FC236}">
                    <a16:creationId xmlns:a16="http://schemas.microsoft.com/office/drawing/2014/main" id="{344CA9E4-7D48-21A3-765A-2ABCC1A4739C}"/>
                  </a:ext>
                </a:extLst>
              </p14:cNvPr>
              <p14:cNvContentPartPr/>
              <p14:nvPr/>
            </p14:nvContentPartPr>
            <p14:xfrm>
              <a:off x="14853263" y="1583385"/>
              <a:ext cx="67320" cy="17280"/>
            </p14:xfrm>
          </p:contentPart>
        </mc:Choice>
        <mc:Fallback xmlns="">
          <p:pic>
            <p:nvPicPr>
              <p:cNvPr id="4" name="Ink 3">
                <a:extLst>
                  <a:ext uri="{FF2B5EF4-FFF2-40B4-BE49-F238E27FC236}">
                    <a16:creationId xmlns:a16="http://schemas.microsoft.com/office/drawing/2014/main" id="{344CA9E4-7D48-21A3-765A-2ABCC1A4739C}"/>
                  </a:ext>
                </a:extLst>
              </p:cNvPr>
              <p:cNvPicPr/>
              <p:nvPr/>
            </p:nvPicPr>
            <p:blipFill>
              <a:blip r:embed="rId6"/>
              <a:stretch>
                <a:fillRect/>
              </a:stretch>
            </p:blipFill>
            <p:spPr>
              <a:xfrm>
                <a:off x="14844263" y="1574745"/>
                <a:ext cx="84960" cy="34920"/>
              </a:xfrm>
              <a:prstGeom prst="rect">
                <a:avLst/>
              </a:prstGeom>
            </p:spPr>
          </p:pic>
        </mc:Fallback>
      </mc:AlternateContent>
      <p:sp>
        <p:nvSpPr>
          <p:cNvPr id="7" name="TextBox 6">
            <a:extLst>
              <a:ext uri="{FF2B5EF4-FFF2-40B4-BE49-F238E27FC236}">
                <a16:creationId xmlns:a16="http://schemas.microsoft.com/office/drawing/2014/main" id="{B3AC907E-9E97-80E1-83E1-380E7A92142C}"/>
              </a:ext>
            </a:extLst>
          </p:cNvPr>
          <p:cNvSpPr txBox="1"/>
          <p:nvPr/>
        </p:nvSpPr>
        <p:spPr>
          <a:xfrm>
            <a:off x="10405730" y="6485478"/>
            <a:ext cx="1786270" cy="307777"/>
          </a:xfrm>
          <a:prstGeom prst="rect">
            <a:avLst/>
          </a:prstGeom>
          <a:noFill/>
        </p:spPr>
        <p:txBody>
          <a:bodyPr wrap="square">
            <a:spAutoFit/>
          </a:bodyPr>
          <a:lstStyle/>
          <a:p>
            <a:r>
              <a:rPr lang="en-US" sz="1400" dirty="0">
                <a:hlinkClick r:id="rId7" action="ppaction://hlinksldjump"/>
              </a:rPr>
              <a:t>back to chapter index</a:t>
            </a:r>
            <a:endParaRPr lang="en-IN" sz="1400" dirty="0"/>
          </a:p>
        </p:txBody>
      </p:sp>
    </p:spTree>
    <p:extLst>
      <p:ext uri="{BB962C8B-B14F-4D97-AF65-F5344CB8AC3E}">
        <p14:creationId xmlns:p14="http://schemas.microsoft.com/office/powerpoint/2010/main" val="396442139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When to use </a:t>
            </a:r>
            <a:r>
              <a:rPr lang="en-US" sz="2400" b="1" dirty="0">
                <a:solidFill>
                  <a:srgbClr val="FFFF00"/>
                </a:solidFill>
                <a:ea typeface="+mn-ea"/>
                <a:cs typeface="+mn-cs"/>
              </a:rPr>
              <a:t>String</a:t>
            </a:r>
            <a:r>
              <a:rPr lang="en-US" sz="2400" b="1" dirty="0">
                <a:solidFill>
                  <a:schemeClr val="bg1"/>
                </a:solidFill>
                <a:ea typeface="+mn-ea"/>
                <a:cs typeface="+mn-cs"/>
              </a:rPr>
              <a:t> and when to use </a:t>
            </a:r>
            <a:r>
              <a:rPr lang="en-US" sz="2400" b="1" dirty="0">
                <a:solidFill>
                  <a:srgbClr val="FFFF00"/>
                </a:solidFill>
                <a:ea typeface="+mn-ea"/>
                <a:cs typeface="+mn-cs"/>
              </a:rPr>
              <a:t>StringBuilder</a:t>
            </a:r>
            <a:r>
              <a:rPr lang="en-US" sz="2400" b="1" dirty="0">
                <a:solidFill>
                  <a:schemeClr val="bg1"/>
                </a:solidFill>
                <a:ea typeface="+mn-ea"/>
                <a:cs typeface="+mn-cs"/>
              </a:rPr>
              <a:t> in real applications?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4">
            <a:extLst>
              <a:ext uri="{FF2B5EF4-FFF2-40B4-BE49-F238E27FC236}">
                <a16:creationId xmlns:a16="http://schemas.microsoft.com/office/drawing/2014/main" id="{31499A3C-6AAE-E85D-B227-315CEB3E20BF}"/>
              </a:ext>
            </a:extLst>
          </p:cNvPr>
          <p:cNvSpPr/>
          <p:nvPr/>
        </p:nvSpPr>
        <p:spPr>
          <a:xfrm>
            <a:off x="998547" y="2160542"/>
            <a:ext cx="4296427" cy="160379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String (immutable)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Creates a new String object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Rectangle 5">
            <a:extLst>
              <a:ext uri="{FF2B5EF4-FFF2-40B4-BE49-F238E27FC236}">
                <a16:creationId xmlns:a16="http://schemas.microsoft.com/office/drawing/2014/main" id="{674A5B79-ED19-E2F7-35AF-F1DC42F2BDE6}"/>
              </a:ext>
            </a:extLst>
          </p:cNvPr>
          <p:cNvSpPr/>
          <p:nvPr/>
        </p:nvSpPr>
        <p:spPr>
          <a:xfrm>
            <a:off x="7043931" y="2549667"/>
            <a:ext cx="4401450" cy="179030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StringBuilder (mutable)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StringBuilder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StringBuilder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Modifies the existing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StringBuilder object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sb</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append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12" name="Rectangle: Rounded Corners 11">
            <a:extLst>
              <a:ext uri="{FF2B5EF4-FFF2-40B4-BE49-F238E27FC236}">
                <a16:creationId xmlns:a16="http://schemas.microsoft.com/office/drawing/2014/main" id="{33C2E00B-A491-9A33-4703-D64A6388C604}"/>
              </a:ext>
            </a:extLst>
          </p:cNvPr>
          <p:cNvSpPr/>
          <p:nvPr/>
        </p:nvSpPr>
        <p:spPr>
          <a:xfrm>
            <a:off x="959633" y="4050067"/>
            <a:ext cx="4335341" cy="2304694"/>
          </a:xfrm>
          <a:prstGeom prst="roundRect">
            <a:avLst/>
          </a:prstGeom>
          <a:solidFill>
            <a:srgbClr val="FBFBFB"/>
          </a:solidFill>
        </p:spPr>
        <p:style>
          <a:lnRef idx="2">
            <a:schemeClr val="accent2">
              <a:shade val="15000"/>
            </a:schemeClr>
          </a:lnRef>
          <a:fillRef idx="1">
            <a:schemeClr val="accent2"/>
          </a:fillRef>
          <a:effectRef idx="0">
            <a:schemeClr val="accent2"/>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Memory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7" name="Table 16">
            <a:extLst>
              <a:ext uri="{FF2B5EF4-FFF2-40B4-BE49-F238E27FC236}">
                <a16:creationId xmlns:a16="http://schemas.microsoft.com/office/drawing/2014/main" id="{CA6C7C12-DC21-29C7-9B07-1E42E542AF27}"/>
              </a:ext>
            </a:extLst>
          </p:cNvPr>
          <p:cNvGraphicFramePr>
            <a:graphicFrameLocks noGrp="1"/>
          </p:cNvGraphicFramePr>
          <p:nvPr/>
        </p:nvGraphicFramePr>
        <p:xfrm>
          <a:off x="1222738" y="4555681"/>
          <a:ext cx="3781334" cy="1513353"/>
        </p:xfrm>
        <a:graphic>
          <a:graphicData uri="http://schemas.openxmlformats.org/drawingml/2006/table">
            <a:tbl>
              <a:tblPr firstRow="1" bandRow="1">
                <a:tableStyleId>{7DF18680-E054-41AD-8BC1-D1AEF772440D}</a:tableStyleId>
              </a:tblPr>
              <a:tblGrid>
                <a:gridCol w="991553">
                  <a:extLst>
                    <a:ext uri="{9D8B030D-6E8A-4147-A177-3AD203B41FA5}">
                      <a16:colId xmlns:a16="http://schemas.microsoft.com/office/drawing/2014/main" val="3645525572"/>
                    </a:ext>
                  </a:extLst>
                </a:gridCol>
                <a:gridCol w="1064006">
                  <a:extLst>
                    <a:ext uri="{9D8B030D-6E8A-4147-A177-3AD203B41FA5}">
                      <a16:colId xmlns:a16="http://schemas.microsoft.com/office/drawing/2014/main" val="1933556531"/>
                    </a:ext>
                  </a:extLst>
                </a:gridCol>
                <a:gridCol w="1725775">
                  <a:extLst>
                    <a:ext uri="{9D8B030D-6E8A-4147-A177-3AD203B41FA5}">
                      <a16:colId xmlns:a16="http://schemas.microsoft.com/office/drawing/2014/main" val="229568726"/>
                    </a:ext>
                  </a:extLst>
                </a:gridCol>
              </a:tblGrid>
              <a:tr h="504451">
                <a:tc>
                  <a:txBody>
                    <a:bodyPr/>
                    <a:lstStyle/>
                    <a:p>
                      <a:r>
                        <a:rPr lang="en-US" dirty="0"/>
                        <a:t>Address</a:t>
                      </a:r>
                      <a:endParaRPr lang="en-IN" dirty="0"/>
                    </a:p>
                  </a:txBody>
                  <a:tcPr/>
                </a:tc>
                <a:tc>
                  <a:txBody>
                    <a:bodyPr/>
                    <a:lstStyle/>
                    <a:p>
                      <a:r>
                        <a:rPr lang="en-US" dirty="0"/>
                        <a:t>Variable </a:t>
                      </a:r>
                      <a:endParaRPr lang="en-IN" dirty="0"/>
                    </a:p>
                  </a:txBody>
                  <a:tcPr/>
                </a:tc>
                <a:tc>
                  <a:txBody>
                    <a:bodyPr/>
                    <a:lstStyle/>
                    <a:p>
                      <a:r>
                        <a:rPr lang="en-US" dirty="0"/>
                        <a:t>Value</a:t>
                      </a:r>
                      <a:endParaRPr lang="en-IN" dirty="0"/>
                    </a:p>
                  </a:txBody>
                  <a:tcPr/>
                </a:tc>
                <a:extLst>
                  <a:ext uri="{0D108BD9-81ED-4DB2-BD59-A6C34878D82A}">
                    <a16:rowId xmlns:a16="http://schemas.microsoft.com/office/drawing/2014/main" val="6880034"/>
                  </a:ext>
                </a:extLst>
              </a:tr>
              <a:tr h="504451">
                <a:tc>
                  <a:txBody>
                    <a:bodyPr/>
                    <a:lstStyle/>
                    <a:p>
                      <a:r>
                        <a:rPr lang="en-US" dirty="0"/>
                        <a:t>999999</a:t>
                      </a:r>
                      <a:endParaRPr lang="en-IN" dirty="0"/>
                    </a:p>
                  </a:txBody>
                  <a:tcPr/>
                </a:tc>
                <a:tc>
                  <a:txBody>
                    <a:bodyPr/>
                    <a:lstStyle/>
                    <a:p>
                      <a:r>
                        <a:rPr lang="en-US" dirty="0"/>
                        <a:t>str</a:t>
                      </a:r>
                      <a:endParaRPr lang="en-IN" dirty="0"/>
                    </a:p>
                  </a:txBody>
                  <a:tcPr/>
                </a:tc>
                <a:tc>
                  <a:txBody>
                    <a:bodyPr/>
                    <a:lstStyle/>
                    <a:p>
                      <a:r>
                        <a:rPr lang="en-US" dirty="0"/>
                        <a:t>Interview</a:t>
                      </a:r>
                      <a:endParaRPr lang="en-IN" dirty="0"/>
                    </a:p>
                  </a:txBody>
                  <a:tcPr/>
                </a:tc>
                <a:extLst>
                  <a:ext uri="{0D108BD9-81ED-4DB2-BD59-A6C34878D82A}">
                    <a16:rowId xmlns:a16="http://schemas.microsoft.com/office/drawing/2014/main" val="1088640024"/>
                  </a:ext>
                </a:extLst>
              </a:tr>
              <a:tr h="504451">
                <a:tc>
                  <a:txBody>
                    <a:bodyPr/>
                    <a:lstStyle/>
                    <a:p>
                      <a:r>
                        <a:rPr lang="en-US" dirty="0"/>
                        <a:t>888888</a:t>
                      </a:r>
                      <a:endParaRPr lang="en-IN" dirty="0"/>
                    </a:p>
                  </a:txBody>
                  <a:tcPr/>
                </a:tc>
                <a:tc>
                  <a:txBody>
                    <a:bodyPr/>
                    <a:lstStyle/>
                    <a:p>
                      <a:r>
                        <a:rPr lang="en-US" dirty="0"/>
                        <a:t>str</a:t>
                      </a:r>
                      <a:endParaRPr lang="en-IN" dirty="0"/>
                    </a:p>
                  </a:txBody>
                  <a:tcPr/>
                </a:tc>
                <a:tc>
                  <a:txBody>
                    <a:bodyPr/>
                    <a:lstStyle/>
                    <a:p>
                      <a:r>
                        <a:rPr lang="en-US" dirty="0"/>
                        <a:t>Interview Happy</a:t>
                      </a:r>
                      <a:endParaRPr lang="en-IN" dirty="0"/>
                    </a:p>
                  </a:txBody>
                  <a:tcPr/>
                </a:tc>
                <a:extLst>
                  <a:ext uri="{0D108BD9-81ED-4DB2-BD59-A6C34878D82A}">
                    <a16:rowId xmlns:a16="http://schemas.microsoft.com/office/drawing/2014/main" val="3404043766"/>
                  </a:ext>
                </a:extLst>
              </a:tr>
            </a:tbl>
          </a:graphicData>
        </a:graphic>
      </p:graphicFrame>
      <p:sp>
        <p:nvSpPr>
          <p:cNvPr id="14" name="TextBox 13">
            <a:extLst>
              <a:ext uri="{FF2B5EF4-FFF2-40B4-BE49-F238E27FC236}">
                <a16:creationId xmlns:a16="http://schemas.microsoft.com/office/drawing/2014/main" id="{DB2DC613-0F3B-184A-637B-29EEFDC2C958}"/>
              </a:ext>
            </a:extLst>
          </p:cNvPr>
          <p:cNvSpPr txBox="1"/>
          <p:nvPr/>
        </p:nvSpPr>
        <p:spPr>
          <a:xfrm>
            <a:off x="355693" y="1070305"/>
            <a:ext cx="5286682"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Use String for </a:t>
            </a: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constant values</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because Strings are light weight and therefore improve performance.</a:t>
            </a:r>
          </a:p>
        </p:txBody>
      </p:sp>
      <p:sp>
        <p:nvSpPr>
          <p:cNvPr id="15" name="Rectangle: Rounded Corners 14">
            <a:extLst>
              <a:ext uri="{FF2B5EF4-FFF2-40B4-BE49-F238E27FC236}">
                <a16:creationId xmlns:a16="http://schemas.microsoft.com/office/drawing/2014/main" id="{D0E14738-26A0-28C0-8037-C8A6CC2D4561}"/>
              </a:ext>
            </a:extLst>
          </p:cNvPr>
          <p:cNvSpPr/>
          <p:nvPr/>
        </p:nvSpPr>
        <p:spPr>
          <a:xfrm>
            <a:off x="7043931" y="4564452"/>
            <a:ext cx="4335341" cy="1790309"/>
          </a:xfrm>
          <a:prstGeom prst="roundRect">
            <a:avLst/>
          </a:prstGeom>
          <a:solidFill>
            <a:srgbClr val="FBFBFB"/>
          </a:solidFill>
        </p:spPr>
        <p:style>
          <a:lnRef idx="2">
            <a:schemeClr val="accent2">
              <a:shade val="15000"/>
            </a:schemeClr>
          </a:lnRef>
          <a:fillRef idx="1">
            <a:schemeClr val="accent2"/>
          </a:fillRef>
          <a:effectRef idx="0">
            <a:schemeClr val="accent2"/>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Memory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6" name="Table 15">
            <a:extLst>
              <a:ext uri="{FF2B5EF4-FFF2-40B4-BE49-F238E27FC236}">
                <a16:creationId xmlns:a16="http://schemas.microsoft.com/office/drawing/2014/main" id="{7C4711B1-8D68-C8D8-764F-E1FD653B9CCC}"/>
              </a:ext>
            </a:extLst>
          </p:cNvPr>
          <p:cNvGraphicFramePr>
            <a:graphicFrameLocks noGrp="1"/>
          </p:cNvGraphicFramePr>
          <p:nvPr/>
        </p:nvGraphicFramePr>
        <p:xfrm>
          <a:off x="7307036" y="5070067"/>
          <a:ext cx="3825252" cy="1005840"/>
        </p:xfrm>
        <a:graphic>
          <a:graphicData uri="http://schemas.openxmlformats.org/drawingml/2006/table">
            <a:tbl>
              <a:tblPr firstRow="1" bandRow="1">
                <a:tableStyleId>{7DF18680-E054-41AD-8BC1-D1AEF772440D}</a:tableStyleId>
              </a:tblPr>
              <a:tblGrid>
                <a:gridCol w="991553">
                  <a:extLst>
                    <a:ext uri="{9D8B030D-6E8A-4147-A177-3AD203B41FA5}">
                      <a16:colId xmlns:a16="http://schemas.microsoft.com/office/drawing/2014/main" val="3645525572"/>
                    </a:ext>
                  </a:extLst>
                </a:gridCol>
                <a:gridCol w="1107924">
                  <a:extLst>
                    <a:ext uri="{9D8B030D-6E8A-4147-A177-3AD203B41FA5}">
                      <a16:colId xmlns:a16="http://schemas.microsoft.com/office/drawing/2014/main" val="1933556531"/>
                    </a:ext>
                  </a:extLst>
                </a:gridCol>
                <a:gridCol w="1725775">
                  <a:extLst>
                    <a:ext uri="{9D8B030D-6E8A-4147-A177-3AD203B41FA5}">
                      <a16:colId xmlns:a16="http://schemas.microsoft.com/office/drawing/2014/main" val="229568726"/>
                    </a:ext>
                  </a:extLst>
                </a:gridCol>
              </a:tblGrid>
              <a:tr h="219953">
                <a:tc>
                  <a:txBody>
                    <a:bodyPr/>
                    <a:lstStyle/>
                    <a:p>
                      <a:r>
                        <a:rPr lang="en-US" dirty="0"/>
                        <a:t>Address</a:t>
                      </a:r>
                      <a:endParaRPr lang="en-IN" dirty="0"/>
                    </a:p>
                  </a:txBody>
                  <a:tcPr/>
                </a:tc>
                <a:tc>
                  <a:txBody>
                    <a:bodyPr/>
                    <a:lstStyle/>
                    <a:p>
                      <a:r>
                        <a:rPr lang="en-US" dirty="0"/>
                        <a:t>Variable </a:t>
                      </a:r>
                      <a:endParaRPr lang="en-IN" dirty="0"/>
                    </a:p>
                  </a:txBody>
                  <a:tcPr/>
                </a:tc>
                <a:tc>
                  <a:txBody>
                    <a:bodyPr/>
                    <a:lstStyle/>
                    <a:p>
                      <a:r>
                        <a:rPr lang="en-US" dirty="0"/>
                        <a:t>Value</a:t>
                      </a:r>
                      <a:endParaRPr lang="en-IN" dirty="0"/>
                    </a:p>
                  </a:txBody>
                  <a:tcPr/>
                </a:tc>
                <a:extLst>
                  <a:ext uri="{0D108BD9-81ED-4DB2-BD59-A6C34878D82A}">
                    <a16:rowId xmlns:a16="http://schemas.microsoft.com/office/drawing/2014/main" val="6880034"/>
                  </a:ext>
                </a:extLst>
              </a:tr>
              <a:tr h="549883">
                <a:tc>
                  <a:txBody>
                    <a:bodyPr/>
                    <a:lstStyle/>
                    <a:p>
                      <a:r>
                        <a:rPr lang="en-US" dirty="0"/>
                        <a:t>999999</a:t>
                      </a:r>
                      <a:endParaRPr lang="en-IN" dirty="0"/>
                    </a:p>
                  </a:txBody>
                  <a:tcPr/>
                </a:tc>
                <a:tc>
                  <a:txBody>
                    <a:bodyPr/>
                    <a:lstStyle/>
                    <a:p>
                      <a:r>
                        <a:rPr lang="en-US" dirty="0"/>
                        <a:t>sb</a:t>
                      </a:r>
                      <a:endParaRPr lang="en-IN"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Interview -&gt; Interview Happy</a:t>
                      </a:r>
                      <a:endParaRPr lang="en-IN" dirty="0"/>
                    </a:p>
                  </a:txBody>
                  <a:tcPr/>
                </a:tc>
                <a:extLst>
                  <a:ext uri="{0D108BD9-81ED-4DB2-BD59-A6C34878D82A}">
                    <a16:rowId xmlns:a16="http://schemas.microsoft.com/office/drawing/2014/main" val="1088640024"/>
                  </a:ext>
                </a:extLst>
              </a:tr>
            </a:tbl>
          </a:graphicData>
        </a:graphic>
      </p:graphicFrame>
      <p:sp>
        <p:nvSpPr>
          <p:cNvPr id="18" name="TextBox 17">
            <a:extLst>
              <a:ext uri="{FF2B5EF4-FFF2-40B4-BE49-F238E27FC236}">
                <a16:creationId xmlns:a16="http://schemas.microsoft.com/office/drawing/2014/main" id="{B4F4335D-0EAF-C500-F17F-0A2E84D96C9B}"/>
              </a:ext>
            </a:extLst>
          </p:cNvPr>
          <p:cNvSpPr txBox="1"/>
          <p:nvPr/>
        </p:nvSpPr>
        <p:spPr>
          <a:xfrm>
            <a:off x="6692504" y="1070305"/>
            <a:ext cx="4752877"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Use StringBuilder when concatenating or </a:t>
            </a: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modifying strings frequently.</a:t>
            </a: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p:txBody>
      </p:sp>
      <p:cxnSp>
        <p:nvCxnSpPr>
          <p:cNvPr id="22" name="Straight Connector 21">
            <a:extLst>
              <a:ext uri="{FF2B5EF4-FFF2-40B4-BE49-F238E27FC236}">
                <a16:creationId xmlns:a16="http://schemas.microsoft.com/office/drawing/2014/main" id="{8B7F30E9-9917-BE3B-E757-C9C2FD8A3CE0}"/>
              </a:ext>
            </a:extLst>
          </p:cNvPr>
          <p:cNvCxnSpPr/>
          <p:nvPr/>
        </p:nvCxnSpPr>
        <p:spPr>
          <a:xfrm>
            <a:off x="6196209" y="1737986"/>
            <a:ext cx="0" cy="4308953"/>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3" name="Freeform: Shape 22">
            <a:extLst>
              <a:ext uri="{FF2B5EF4-FFF2-40B4-BE49-F238E27FC236}">
                <a16:creationId xmlns:a16="http://schemas.microsoft.com/office/drawing/2014/main" id="{3A9732FE-FBC8-EEE3-C851-CA05D969F474}"/>
              </a:ext>
            </a:extLst>
          </p:cNvPr>
          <p:cNvSpPr/>
          <p:nvPr/>
        </p:nvSpPr>
        <p:spPr>
          <a:xfrm>
            <a:off x="328093" y="2895469"/>
            <a:ext cx="1985688" cy="2354893"/>
          </a:xfrm>
          <a:custGeom>
            <a:avLst/>
            <a:gdLst>
              <a:gd name="connsiteX0" fmla="*/ 1985688 w 1985688"/>
              <a:gd name="connsiteY0" fmla="*/ 0 h 2354893"/>
              <a:gd name="connsiteX1" fmla="*/ 19102 w 1985688"/>
              <a:gd name="connsiteY1" fmla="*/ 475989 h 2354893"/>
              <a:gd name="connsiteX2" fmla="*/ 933502 w 1985688"/>
              <a:gd name="connsiteY2" fmla="*/ 2354893 h 2354893"/>
              <a:gd name="connsiteX3" fmla="*/ 933502 w 1985688"/>
              <a:gd name="connsiteY3" fmla="*/ 2354893 h 2354893"/>
            </a:gdLst>
            <a:ahLst/>
            <a:cxnLst>
              <a:cxn ang="0">
                <a:pos x="connsiteX0" y="connsiteY0"/>
              </a:cxn>
              <a:cxn ang="0">
                <a:pos x="connsiteX1" y="connsiteY1"/>
              </a:cxn>
              <a:cxn ang="0">
                <a:pos x="connsiteX2" y="connsiteY2"/>
              </a:cxn>
              <a:cxn ang="0">
                <a:pos x="connsiteX3" y="connsiteY3"/>
              </a:cxn>
            </a:cxnLst>
            <a:rect l="l" t="t" r="r" b="b"/>
            <a:pathLst>
              <a:path w="1985688" h="2354893">
                <a:moveTo>
                  <a:pt x="1985688" y="0"/>
                </a:moveTo>
                <a:cubicBezTo>
                  <a:pt x="1090077" y="41753"/>
                  <a:pt x="194466" y="83507"/>
                  <a:pt x="19102" y="475989"/>
                </a:cubicBezTo>
                <a:cubicBezTo>
                  <a:pt x="-156262" y="868471"/>
                  <a:pt x="933502" y="2354893"/>
                  <a:pt x="933502" y="2354893"/>
                </a:cubicBezTo>
                <a:lnTo>
                  <a:pt x="933502" y="2354893"/>
                </a:lnTo>
              </a:path>
            </a:pathLst>
          </a:custGeom>
          <a:noFill/>
          <a:ln w="12700">
            <a:solidFill>
              <a:srgbClr val="FF0000"/>
            </a:solidFill>
            <a:tailEnd type="stealt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BC8523AB-C1CF-8BB0-17DA-5DD77B427738}"/>
              </a:ext>
            </a:extLst>
          </p:cNvPr>
          <p:cNvSpPr/>
          <p:nvPr/>
        </p:nvSpPr>
        <p:spPr>
          <a:xfrm>
            <a:off x="218563" y="3621979"/>
            <a:ext cx="1431339" cy="2129424"/>
          </a:xfrm>
          <a:custGeom>
            <a:avLst/>
            <a:gdLst>
              <a:gd name="connsiteX0" fmla="*/ 1431339 w 1431339"/>
              <a:gd name="connsiteY0" fmla="*/ 0 h 2129424"/>
              <a:gd name="connsiteX1" fmla="*/ 3372 w 1431339"/>
              <a:gd name="connsiteY1" fmla="*/ 1027134 h 2129424"/>
              <a:gd name="connsiteX2" fmla="*/ 1005454 w 1431339"/>
              <a:gd name="connsiteY2" fmla="*/ 2129424 h 2129424"/>
              <a:gd name="connsiteX3" fmla="*/ 1005454 w 1431339"/>
              <a:gd name="connsiteY3" fmla="*/ 2129424 h 2129424"/>
            </a:gdLst>
            <a:ahLst/>
            <a:cxnLst>
              <a:cxn ang="0">
                <a:pos x="connsiteX0" y="connsiteY0"/>
              </a:cxn>
              <a:cxn ang="0">
                <a:pos x="connsiteX1" y="connsiteY1"/>
              </a:cxn>
              <a:cxn ang="0">
                <a:pos x="connsiteX2" y="connsiteY2"/>
              </a:cxn>
              <a:cxn ang="0">
                <a:pos x="connsiteX3" y="connsiteY3"/>
              </a:cxn>
            </a:cxnLst>
            <a:rect l="l" t="t" r="r" b="b"/>
            <a:pathLst>
              <a:path w="1431339" h="2129424">
                <a:moveTo>
                  <a:pt x="1431339" y="0"/>
                </a:moveTo>
                <a:cubicBezTo>
                  <a:pt x="752846" y="336115"/>
                  <a:pt x="74353" y="672230"/>
                  <a:pt x="3372" y="1027134"/>
                </a:cubicBezTo>
                <a:cubicBezTo>
                  <a:pt x="-67609" y="1382038"/>
                  <a:pt x="1005454" y="2129424"/>
                  <a:pt x="1005454" y="2129424"/>
                </a:cubicBezTo>
                <a:lnTo>
                  <a:pt x="1005454" y="2129424"/>
                </a:ln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Freeform: Shape 24">
            <a:extLst>
              <a:ext uri="{FF2B5EF4-FFF2-40B4-BE49-F238E27FC236}">
                <a16:creationId xmlns:a16="http://schemas.microsoft.com/office/drawing/2014/main" id="{1E20F830-895B-134A-1FD6-190083EFEF78}"/>
              </a:ext>
            </a:extLst>
          </p:cNvPr>
          <p:cNvSpPr/>
          <p:nvPr/>
        </p:nvSpPr>
        <p:spPr>
          <a:xfrm>
            <a:off x="6458419" y="3781633"/>
            <a:ext cx="990001" cy="1390389"/>
          </a:xfrm>
          <a:custGeom>
            <a:avLst/>
            <a:gdLst>
              <a:gd name="connsiteX0" fmla="*/ 990001 w 990001"/>
              <a:gd name="connsiteY0" fmla="*/ 0 h 1390389"/>
              <a:gd name="connsiteX1" fmla="*/ 444 w 990001"/>
              <a:gd name="connsiteY1" fmla="*/ 601249 h 1390389"/>
              <a:gd name="connsiteX2" fmla="*/ 852214 w 990001"/>
              <a:gd name="connsiteY2" fmla="*/ 1390389 h 1390389"/>
              <a:gd name="connsiteX3" fmla="*/ 852214 w 990001"/>
              <a:gd name="connsiteY3" fmla="*/ 1390389 h 1390389"/>
            </a:gdLst>
            <a:ahLst/>
            <a:cxnLst>
              <a:cxn ang="0">
                <a:pos x="connsiteX0" y="connsiteY0"/>
              </a:cxn>
              <a:cxn ang="0">
                <a:pos x="connsiteX1" y="connsiteY1"/>
              </a:cxn>
              <a:cxn ang="0">
                <a:pos x="connsiteX2" y="connsiteY2"/>
              </a:cxn>
              <a:cxn ang="0">
                <a:pos x="connsiteX3" y="connsiteY3"/>
              </a:cxn>
            </a:cxnLst>
            <a:rect l="l" t="t" r="r" b="b"/>
            <a:pathLst>
              <a:path w="990001" h="1390389">
                <a:moveTo>
                  <a:pt x="990001" y="0"/>
                </a:moveTo>
                <a:cubicBezTo>
                  <a:pt x="506704" y="184759"/>
                  <a:pt x="23408" y="369518"/>
                  <a:pt x="444" y="601249"/>
                </a:cubicBezTo>
                <a:cubicBezTo>
                  <a:pt x="-22520" y="832980"/>
                  <a:pt x="852214" y="1390389"/>
                  <a:pt x="852214" y="1390389"/>
                </a:cubicBezTo>
                <a:lnTo>
                  <a:pt x="852214" y="1390389"/>
                </a:lnTo>
              </a:path>
            </a:pathLst>
          </a:custGeom>
          <a:noFill/>
          <a:ln>
            <a:solidFill>
              <a:srgbClr val="FF0000"/>
            </a:solidFill>
            <a:tailEnd type="stealt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73303959-AA06-C612-28E2-1B34FFC0B035}"/>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33053165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29" name="Rectangle: Rounded Corners 28">
            <a:extLst>
              <a:ext uri="{FF2B5EF4-FFF2-40B4-BE49-F238E27FC236}">
                <a16:creationId xmlns:a16="http://schemas.microsoft.com/office/drawing/2014/main" id="{4C82DEDD-BE32-7205-F724-00E0AE6F9D04}"/>
              </a:ext>
            </a:extLst>
          </p:cNvPr>
          <p:cNvSpPr/>
          <p:nvPr/>
        </p:nvSpPr>
        <p:spPr>
          <a:xfrm>
            <a:off x="569750" y="975085"/>
            <a:ext cx="4558062" cy="3507267"/>
          </a:xfrm>
          <a:prstGeom prst="roundRect">
            <a:avLst/>
          </a:prstGeom>
          <a:solidFill>
            <a:srgbClr val="FBFBFB"/>
          </a:solidFill>
        </p:spPr>
        <p:style>
          <a:lnRef idx="2">
            <a:schemeClr val="accent2">
              <a:shade val="15000"/>
            </a:schemeClr>
          </a:lnRef>
          <a:fillRef idx="1">
            <a:schemeClr val="accent2"/>
          </a:fillRef>
          <a:effectRef idx="0">
            <a:schemeClr val="accent2"/>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Memory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concept of </a:t>
            </a:r>
            <a:r>
              <a:rPr lang="en-US" sz="2400" b="1" dirty="0">
                <a:solidFill>
                  <a:srgbClr val="FFFF00"/>
                </a:solidFill>
                <a:ea typeface="+mn-ea"/>
                <a:cs typeface="+mn-cs"/>
              </a:rPr>
              <a:t>string pool</a:t>
            </a:r>
            <a:r>
              <a:rPr lang="en-US" sz="2400" b="1" dirty="0">
                <a:solidFill>
                  <a:schemeClr val="bg1"/>
                </a:solidFill>
                <a:ea typeface="+mn-ea"/>
                <a:cs typeface="+mn-cs"/>
              </a:rPr>
              <a:t>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777C8741-2FCD-468B-A96B-94C35C2811B7}"/>
              </a:ext>
            </a:extLst>
          </p:cNvPr>
          <p:cNvSpPr/>
          <p:nvPr/>
        </p:nvSpPr>
        <p:spPr>
          <a:xfrm>
            <a:off x="6601465" y="975085"/>
            <a:ext cx="5020786" cy="350726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StringPoolEx</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s2</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    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s3</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s4</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Rectangle: Rounded Corners 4">
            <a:extLst>
              <a:ext uri="{FF2B5EF4-FFF2-40B4-BE49-F238E27FC236}">
                <a16:creationId xmlns:a16="http://schemas.microsoft.com/office/drawing/2014/main" id="{A4DFD7C7-2211-357C-D0D2-21B7975863D5}"/>
              </a:ext>
            </a:extLst>
          </p:cNvPr>
          <p:cNvSpPr/>
          <p:nvPr/>
        </p:nvSpPr>
        <p:spPr>
          <a:xfrm>
            <a:off x="914400" y="1566483"/>
            <a:ext cx="3695633" cy="1564453"/>
          </a:xfrm>
          <a:prstGeom prst="roundRect">
            <a:avLst/>
          </a:prstGeom>
          <a:solidFill>
            <a:schemeClr val="bg1"/>
          </a:solidFill>
        </p:spPr>
        <p:style>
          <a:lnRef idx="2">
            <a:schemeClr val="accent2">
              <a:shade val="15000"/>
            </a:schemeClr>
          </a:lnRef>
          <a:fillRef idx="1">
            <a:schemeClr val="accent2"/>
          </a:fillRef>
          <a:effectRef idx="0">
            <a:schemeClr val="accent2"/>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String Pool</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0" name="Table 9">
            <a:extLst>
              <a:ext uri="{FF2B5EF4-FFF2-40B4-BE49-F238E27FC236}">
                <a16:creationId xmlns:a16="http://schemas.microsoft.com/office/drawing/2014/main" id="{1DA12E67-B6F4-B9A6-E4CC-F6BF4924F8BB}"/>
              </a:ext>
            </a:extLst>
          </p:cNvPr>
          <p:cNvGraphicFramePr>
            <a:graphicFrameLocks noGrp="1"/>
          </p:cNvGraphicFramePr>
          <p:nvPr/>
        </p:nvGraphicFramePr>
        <p:xfrm>
          <a:off x="1130073" y="1939518"/>
          <a:ext cx="3254493" cy="1097280"/>
        </p:xfrm>
        <a:graphic>
          <a:graphicData uri="http://schemas.openxmlformats.org/drawingml/2006/table">
            <a:tbl>
              <a:tblPr firstRow="1" bandRow="1">
                <a:tableStyleId>{5C22544A-7EE6-4342-B048-85BDC9FD1C3A}</a:tableStyleId>
              </a:tblPr>
              <a:tblGrid>
                <a:gridCol w="1084831">
                  <a:extLst>
                    <a:ext uri="{9D8B030D-6E8A-4147-A177-3AD203B41FA5}">
                      <a16:colId xmlns:a16="http://schemas.microsoft.com/office/drawing/2014/main" val="3113690705"/>
                    </a:ext>
                  </a:extLst>
                </a:gridCol>
                <a:gridCol w="1084831">
                  <a:extLst>
                    <a:ext uri="{9D8B030D-6E8A-4147-A177-3AD203B41FA5}">
                      <a16:colId xmlns:a16="http://schemas.microsoft.com/office/drawing/2014/main" val="4119169458"/>
                    </a:ext>
                  </a:extLst>
                </a:gridCol>
                <a:gridCol w="1084831">
                  <a:extLst>
                    <a:ext uri="{9D8B030D-6E8A-4147-A177-3AD203B41FA5}">
                      <a16:colId xmlns:a16="http://schemas.microsoft.com/office/drawing/2014/main" val="3885177378"/>
                    </a:ext>
                  </a:extLst>
                </a:gridCol>
              </a:tblGrid>
              <a:tr h="236825">
                <a:tc>
                  <a:txBody>
                    <a:bodyPr/>
                    <a:lstStyle/>
                    <a:p>
                      <a:pPr algn="ctr"/>
                      <a:r>
                        <a:rPr lang="en-US" dirty="0"/>
                        <a:t>Address</a:t>
                      </a:r>
                      <a:endParaRPr lang="en-IN" dirty="0"/>
                    </a:p>
                  </a:txBody>
                  <a:tcPr anchor="ctr"/>
                </a:tc>
                <a:tc>
                  <a:txBody>
                    <a:bodyPr/>
                    <a:lstStyle/>
                    <a:p>
                      <a:pPr algn="ctr"/>
                      <a:r>
                        <a:rPr lang="en-US" dirty="0"/>
                        <a:t>Variable</a:t>
                      </a:r>
                      <a:endParaRPr lang="en-IN" dirty="0"/>
                    </a:p>
                  </a:txBody>
                  <a:tcPr anchor="ctr"/>
                </a:tc>
                <a:tc>
                  <a:txBody>
                    <a:bodyPr/>
                    <a:lstStyle/>
                    <a:p>
                      <a:pPr algn="ctr"/>
                      <a:r>
                        <a:rPr lang="en-US" dirty="0"/>
                        <a:t>Value</a:t>
                      </a:r>
                      <a:endParaRPr lang="en-IN" dirty="0"/>
                    </a:p>
                  </a:txBody>
                  <a:tcPr anchor="ctr"/>
                </a:tc>
                <a:extLst>
                  <a:ext uri="{0D108BD9-81ED-4DB2-BD59-A6C34878D82A}">
                    <a16:rowId xmlns:a16="http://schemas.microsoft.com/office/drawing/2014/main" val="2330503794"/>
                  </a:ext>
                </a:extLst>
              </a:tr>
              <a:tr h="236825">
                <a:tc>
                  <a:txBody>
                    <a:bodyPr/>
                    <a:lstStyle/>
                    <a:p>
                      <a:pPr algn="ctr"/>
                      <a:r>
                        <a:rPr lang="en-US" dirty="0"/>
                        <a:t>999999</a:t>
                      </a:r>
                      <a:endParaRPr lang="en-IN" dirty="0"/>
                    </a:p>
                  </a:txBody>
                  <a:tcPr anchor="ctr"/>
                </a:tc>
                <a:tc>
                  <a:txBody>
                    <a:bodyPr/>
                    <a:lstStyle/>
                    <a:p>
                      <a:pPr algn="ctr"/>
                      <a:r>
                        <a:rPr lang="en-US" dirty="0"/>
                        <a:t>s1, s2</a:t>
                      </a:r>
                      <a:endParaRPr lang="en-IN" dirty="0"/>
                    </a:p>
                  </a:txBody>
                  <a:tcPr anchor="ctr"/>
                </a:tc>
                <a:tc>
                  <a:txBody>
                    <a:bodyPr/>
                    <a:lstStyle/>
                    <a:p>
                      <a:pPr algn="ctr"/>
                      <a:r>
                        <a:rPr lang="en-US" dirty="0"/>
                        <a:t>Happy</a:t>
                      </a:r>
                      <a:endParaRPr lang="en-IN" dirty="0"/>
                    </a:p>
                  </a:txBody>
                  <a:tcPr anchor="ctr"/>
                </a:tc>
                <a:extLst>
                  <a:ext uri="{0D108BD9-81ED-4DB2-BD59-A6C34878D82A}">
                    <a16:rowId xmlns:a16="http://schemas.microsoft.com/office/drawing/2014/main" val="1662302148"/>
                  </a:ext>
                </a:extLst>
              </a:tr>
              <a:tr h="236825">
                <a:tc>
                  <a:txBody>
                    <a:bodyPr/>
                    <a:lstStyle/>
                    <a:p>
                      <a:pPr algn="ctr"/>
                      <a:r>
                        <a:rPr lang="en-US" dirty="0"/>
                        <a:t>888888</a:t>
                      </a:r>
                      <a:endParaRPr lang="en-IN" dirty="0"/>
                    </a:p>
                  </a:txBody>
                  <a:tcPr anchor="ctr"/>
                </a:tc>
                <a:tc>
                  <a:txBody>
                    <a:bodyPr/>
                    <a:lstStyle/>
                    <a:p>
                      <a:pPr algn="ctr"/>
                      <a:r>
                        <a:rPr lang="en-US" dirty="0"/>
                        <a:t>s3</a:t>
                      </a:r>
                      <a:endParaRPr lang="en-IN" dirty="0"/>
                    </a:p>
                  </a:txBody>
                  <a:tcPr anchor="ctr"/>
                </a:tc>
                <a:tc>
                  <a:txBody>
                    <a:bodyPr/>
                    <a:lstStyle/>
                    <a:p>
                      <a:pPr algn="ctr"/>
                      <a:r>
                        <a:rPr lang="en-US" dirty="0"/>
                        <a:t>Interview</a:t>
                      </a:r>
                      <a:endParaRPr lang="en-IN" dirty="0"/>
                    </a:p>
                  </a:txBody>
                  <a:tcPr anchor="ctr"/>
                </a:tc>
                <a:extLst>
                  <a:ext uri="{0D108BD9-81ED-4DB2-BD59-A6C34878D82A}">
                    <a16:rowId xmlns:a16="http://schemas.microsoft.com/office/drawing/2014/main" val="1963883522"/>
                  </a:ext>
                </a:extLst>
              </a:tr>
            </a:tbl>
          </a:graphicData>
        </a:graphic>
      </p:graphicFrame>
      <p:cxnSp>
        <p:nvCxnSpPr>
          <p:cNvPr id="12" name="Straight Arrow Connector 11">
            <a:extLst>
              <a:ext uri="{FF2B5EF4-FFF2-40B4-BE49-F238E27FC236}">
                <a16:creationId xmlns:a16="http://schemas.microsoft.com/office/drawing/2014/main" id="{6F614385-7392-8FAD-2CC6-F164C69486C8}"/>
              </a:ext>
            </a:extLst>
          </p:cNvPr>
          <p:cNvCxnSpPr>
            <a:cxnSpLocks/>
            <a:endCxn id="10" idx="3"/>
          </p:cNvCxnSpPr>
          <p:nvPr/>
        </p:nvCxnSpPr>
        <p:spPr>
          <a:xfrm flipH="1">
            <a:off x="4384566" y="2175365"/>
            <a:ext cx="2711489" cy="31279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B6D7F017-7DC6-E272-280B-1FFCC0AC44D1}"/>
              </a:ext>
            </a:extLst>
          </p:cNvPr>
          <p:cNvCxnSpPr>
            <a:cxnSpLocks/>
            <a:endCxn id="10" idx="3"/>
          </p:cNvCxnSpPr>
          <p:nvPr/>
        </p:nvCxnSpPr>
        <p:spPr>
          <a:xfrm flipH="1" flipV="1">
            <a:off x="4384566" y="2488158"/>
            <a:ext cx="2711489" cy="156317"/>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9D287F2A-7462-6FB5-A5FF-E094BC636297}"/>
              </a:ext>
            </a:extLst>
          </p:cNvPr>
          <p:cNvSpPr txBox="1"/>
          <p:nvPr/>
        </p:nvSpPr>
        <p:spPr>
          <a:xfrm>
            <a:off x="212260" y="4628554"/>
            <a:ext cx="9810283" cy="209288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8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The string constant pool in Java is a memory area where String literals are stored. </a:t>
            </a:r>
          </a:p>
          <a:p>
            <a:pPr marL="285750" marR="0" lvl="0" indent="-285750" algn="l" defTabSz="914400" rtl="0" eaLnBrk="1" fontAlgn="auto" latinLnBrk="0" hangingPunct="1">
              <a:lnSpc>
                <a:spcPct val="100000"/>
              </a:lnSpc>
              <a:spcBef>
                <a:spcPts val="18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When you use a String literal, Java checks the pool:</a:t>
            </a:r>
          </a:p>
          <a:p>
            <a:pPr marL="342900" marR="0" lvl="0" indent="-342900" algn="l" defTabSz="914400" rtl="0" eaLnBrk="1" fontAlgn="auto" latinLnBrk="0" hangingPunct="1">
              <a:lnSpc>
                <a:spcPct val="100000"/>
              </a:lnSpc>
              <a:spcBef>
                <a:spcPts val="600"/>
              </a:spcBef>
              <a:spcAft>
                <a:spcPts val="0"/>
              </a:spcAft>
              <a:buClr>
                <a:srgbClr val="FFC000"/>
              </a:buClr>
              <a:buSzTx/>
              <a:buFont typeface="+mj-lt"/>
              <a:buAutoNum type="alphaL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If the string is already there, Java returns its reference.</a:t>
            </a:r>
          </a:p>
          <a:p>
            <a:pPr marL="342900" marR="0" lvl="0" indent="-342900" algn="l" defTabSz="914400" rtl="0" eaLnBrk="1" fontAlgn="auto" latinLnBrk="0" hangingPunct="1">
              <a:lnSpc>
                <a:spcPct val="100000"/>
              </a:lnSpc>
              <a:spcBef>
                <a:spcPts val="600"/>
              </a:spcBef>
              <a:spcAft>
                <a:spcPts val="0"/>
              </a:spcAft>
              <a:buClr>
                <a:srgbClr val="FFC000"/>
              </a:buClr>
              <a:buSzTx/>
              <a:buFont typeface="+mj-lt"/>
              <a:buAutoNum type="alphaL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If not, Java creates a new String object in the pool and returns its reference. </a:t>
            </a:r>
          </a:p>
          <a:p>
            <a:pPr marL="285750" marR="0" lvl="0" indent="-285750" algn="l" defTabSz="914400" rtl="0" eaLnBrk="1" fontAlgn="auto" latinLnBrk="0" hangingPunct="1">
              <a:lnSpc>
                <a:spcPct val="100000"/>
              </a:lnSpc>
              <a:spcBef>
                <a:spcPts val="18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This helps conserve memory by reusing existing strings.</a:t>
            </a:r>
          </a:p>
        </p:txBody>
      </p:sp>
      <p:cxnSp>
        <p:nvCxnSpPr>
          <p:cNvPr id="23" name="Straight Arrow Connector 22">
            <a:extLst>
              <a:ext uri="{FF2B5EF4-FFF2-40B4-BE49-F238E27FC236}">
                <a16:creationId xmlns:a16="http://schemas.microsoft.com/office/drawing/2014/main" id="{D8A9B883-0B4D-981B-3F9D-65FEC43A56DC}"/>
              </a:ext>
            </a:extLst>
          </p:cNvPr>
          <p:cNvCxnSpPr>
            <a:cxnSpLocks/>
          </p:cNvCxnSpPr>
          <p:nvPr/>
        </p:nvCxnSpPr>
        <p:spPr>
          <a:xfrm flipH="1">
            <a:off x="4384565" y="3564118"/>
            <a:ext cx="2711490" cy="379851"/>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31" name="Table 30">
            <a:extLst>
              <a:ext uri="{FF2B5EF4-FFF2-40B4-BE49-F238E27FC236}">
                <a16:creationId xmlns:a16="http://schemas.microsoft.com/office/drawing/2014/main" id="{573C3F08-770E-451A-92A3-CDF311D8DF93}"/>
              </a:ext>
            </a:extLst>
          </p:cNvPr>
          <p:cNvGraphicFramePr>
            <a:graphicFrameLocks noGrp="1"/>
          </p:cNvGraphicFramePr>
          <p:nvPr/>
        </p:nvGraphicFramePr>
        <p:xfrm>
          <a:off x="1130073" y="3403564"/>
          <a:ext cx="3254493" cy="741680"/>
        </p:xfrm>
        <a:graphic>
          <a:graphicData uri="http://schemas.openxmlformats.org/drawingml/2006/table">
            <a:tbl>
              <a:tblPr firstRow="1" bandRow="1">
                <a:tableStyleId>{5C22544A-7EE6-4342-B048-85BDC9FD1C3A}</a:tableStyleId>
              </a:tblPr>
              <a:tblGrid>
                <a:gridCol w="1084831">
                  <a:extLst>
                    <a:ext uri="{9D8B030D-6E8A-4147-A177-3AD203B41FA5}">
                      <a16:colId xmlns:a16="http://schemas.microsoft.com/office/drawing/2014/main" val="3113690705"/>
                    </a:ext>
                  </a:extLst>
                </a:gridCol>
                <a:gridCol w="1084831">
                  <a:extLst>
                    <a:ext uri="{9D8B030D-6E8A-4147-A177-3AD203B41FA5}">
                      <a16:colId xmlns:a16="http://schemas.microsoft.com/office/drawing/2014/main" val="2205937617"/>
                    </a:ext>
                  </a:extLst>
                </a:gridCol>
                <a:gridCol w="1084831">
                  <a:extLst>
                    <a:ext uri="{9D8B030D-6E8A-4147-A177-3AD203B41FA5}">
                      <a16:colId xmlns:a16="http://schemas.microsoft.com/office/drawing/2014/main" val="3885177378"/>
                    </a:ext>
                  </a:extLst>
                </a:gridCol>
              </a:tblGrid>
              <a:tr h="370840">
                <a:tc>
                  <a:txBody>
                    <a:bodyPr/>
                    <a:lstStyle/>
                    <a:p>
                      <a:pPr algn="ctr"/>
                      <a:r>
                        <a:rPr lang="en-US" dirty="0"/>
                        <a:t>Address</a:t>
                      </a:r>
                      <a:endParaRPr lang="en-IN" dirty="0"/>
                    </a:p>
                  </a:txBody>
                  <a:tcPr anchor="ctr"/>
                </a:tc>
                <a:tc>
                  <a:txBody>
                    <a:bodyPr/>
                    <a:lstStyle/>
                    <a:p>
                      <a:pPr algn="ctr"/>
                      <a:r>
                        <a:rPr lang="en-US" dirty="0"/>
                        <a:t>Variable</a:t>
                      </a:r>
                      <a:endParaRPr lang="en-IN" dirty="0"/>
                    </a:p>
                  </a:txBody>
                  <a:tcPr anchor="ctr"/>
                </a:tc>
                <a:tc>
                  <a:txBody>
                    <a:bodyPr/>
                    <a:lstStyle/>
                    <a:p>
                      <a:pPr algn="ctr"/>
                      <a:r>
                        <a:rPr lang="en-US" dirty="0"/>
                        <a:t>Value</a:t>
                      </a:r>
                      <a:endParaRPr lang="en-IN" dirty="0"/>
                    </a:p>
                  </a:txBody>
                  <a:tcPr anchor="ctr"/>
                </a:tc>
                <a:extLst>
                  <a:ext uri="{0D108BD9-81ED-4DB2-BD59-A6C34878D82A}">
                    <a16:rowId xmlns:a16="http://schemas.microsoft.com/office/drawing/2014/main" val="2330503794"/>
                  </a:ext>
                </a:extLst>
              </a:tr>
              <a:tr h="370840">
                <a:tc>
                  <a:txBody>
                    <a:bodyPr/>
                    <a:lstStyle/>
                    <a:p>
                      <a:pPr algn="ctr"/>
                      <a:r>
                        <a:rPr lang="en-US" dirty="0"/>
                        <a:t>777777</a:t>
                      </a:r>
                      <a:endParaRPr lang="en-IN" dirty="0"/>
                    </a:p>
                  </a:txBody>
                  <a:tcPr anchor="ctr"/>
                </a:tc>
                <a:tc>
                  <a:txBody>
                    <a:bodyPr/>
                    <a:lstStyle/>
                    <a:p>
                      <a:pPr algn="ctr"/>
                      <a:r>
                        <a:rPr lang="en-US" dirty="0"/>
                        <a:t>s4</a:t>
                      </a:r>
                      <a:endParaRPr lang="en-IN" dirty="0"/>
                    </a:p>
                  </a:txBody>
                  <a:tcPr anchor="ctr"/>
                </a:tc>
                <a:tc>
                  <a:txBody>
                    <a:bodyPr/>
                    <a:lstStyle/>
                    <a:p>
                      <a:pPr algn="ctr"/>
                      <a:r>
                        <a:rPr lang="en-US" dirty="0"/>
                        <a:t>Happy</a:t>
                      </a:r>
                      <a:endParaRPr lang="en-IN" dirty="0"/>
                    </a:p>
                  </a:txBody>
                  <a:tcPr anchor="ctr"/>
                </a:tc>
                <a:extLst>
                  <a:ext uri="{0D108BD9-81ED-4DB2-BD59-A6C34878D82A}">
                    <a16:rowId xmlns:a16="http://schemas.microsoft.com/office/drawing/2014/main" val="3021567169"/>
                  </a:ext>
                </a:extLst>
              </a:tr>
            </a:tbl>
          </a:graphicData>
        </a:graphic>
      </p:graphicFrame>
      <p:cxnSp>
        <p:nvCxnSpPr>
          <p:cNvPr id="15" name="Straight Arrow Connector 14">
            <a:extLst>
              <a:ext uri="{FF2B5EF4-FFF2-40B4-BE49-F238E27FC236}">
                <a16:creationId xmlns:a16="http://schemas.microsoft.com/office/drawing/2014/main" id="{4CB9A4F8-F162-6DA6-2961-8932BD53FF69}"/>
              </a:ext>
            </a:extLst>
          </p:cNvPr>
          <p:cNvCxnSpPr>
            <a:cxnSpLocks/>
          </p:cNvCxnSpPr>
          <p:nvPr/>
        </p:nvCxnSpPr>
        <p:spPr>
          <a:xfrm flipH="1" flipV="1">
            <a:off x="4384565" y="2921340"/>
            <a:ext cx="2711490" cy="156317"/>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E5660D3B-56A6-226D-9FC7-371F7D5F8A9D}"/>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53722688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difference between </a:t>
            </a:r>
            <a:r>
              <a:rPr lang="en-US" sz="2400" b="1" dirty="0">
                <a:solidFill>
                  <a:srgbClr val="FFFF00"/>
                </a:solidFill>
                <a:ea typeface="+mn-ea"/>
                <a:cs typeface="+mn-cs"/>
              </a:rPr>
              <a:t>==</a:t>
            </a:r>
            <a:r>
              <a:rPr lang="en-US" sz="2400" b="1" dirty="0">
                <a:solidFill>
                  <a:schemeClr val="bg1"/>
                </a:solidFill>
                <a:ea typeface="+mn-ea"/>
                <a:cs typeface="+mn-cs"/>
              </a:rPr>
              <a:t> and </a:t>
            </a:r>
            <a:r>
              <a:rPr lang="en-US" sz="2400" b="1" dirty="0">
                <a:solidFill>
                  <a:srgbClr val="FFFF00"/>
                </a:solidFill>
                <a:ea typeface="+mn-ea"/>
                <a:cs typeface="+mn-cs"/>
              </a:rPr>
              <a:t>equals() </a:t>
            </a:r>
            <a:r>
              <a:rPr lang="en-US" sz="2400" b="1" dirty="0">
                <a:solidFill>
                  <a:schemeClr val="bg1"/>
                </a:solidFill>
                <a:ea typeface="+mn-ea"/>
                <a:cs typeface="+mn-cs"/>
              </a:rPr>
              <a:t>method for comparing strings?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777C8741-2FCD-468B-A96B-94C35C2811B7}"/>
              </a:ext>
            </a:extLst>
          </p:cNvPr>
          <p:cNvSpPr/>
          <p:nvPr/>
        </p:nvSpPr>
        <p:spPr>
          <a:xfrm>
            <a:off x="5969000" y="1149149"/>
            <a:ext cx="6032500" cy="380385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StringComparisonEx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Using == to compare string references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different objects in memory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false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Using equals() to compare string contents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equals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4" name="Graphic 3" descr="Artificial Intelligence with solid fill">
            <a:extLst>
              <a:ext uri="{FF2B5EF4-FFF2-40B4-BE49-F238E27FC236}">
                <a16:creationId xmlns:a16="http://schemas.microsoft.com/office/drawing/2014/main" id="{5FBCFC28-4C46-89C0-00A1-A6A3CF5DAF9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325432" y="164412"/>
            <a:ext cx="559216" cy="559216"/>
          </a:xfrm>
          <a:prstGeom prst="rect">
            <a:avLst/>
          </a:prstGeom>
        </p:spPr>
      </p:pic>
      <p:sp>
        <p:nvSpPr>
          <p:cNvPr id="6" name="TextBox 5">
            <a:extLst>
              <a:ext uri="{FF2B5EF4-FFF2-40B4-BE49-F238E27FC236}">
                <a16:creationId xmlns:a16="http://schemas.microsoft.com/office/drawing/2014/main" id="{57538471-B4C4-E8CC-263E-88B6139022F3}"/>
              </a:ext>
            </a:extLst>
          </p:cNvPr>
          <p:cNvSpPr txBox="1"/>
          <p:nvPr/>
        </p:nvSpPr>
        <p:spPr>
          <a:xfrm>
            <a:off x="355693" y="1061676"/>
            <a:ext cx="4673507" cy="1785104"/>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compares references (memory addresses) of objects.</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equals() compares the actual contents (characters) of objects.</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p:txBody>
      </p:sp>
      <p:sp>
        <p:nvSpPr>
          <p:cNvPr id="5" name="Rectangle: Rounded Corners 4">
            <a:extLst>
              <a:ext uri="{FF2B5EF4-FFF2-40B4-BE49-F238E27FC236}">
                <a16:creationId xmlns:a16="http://schemas.microsoft.com/office/drawing/2014/main" id="{B5CBB1AD-0697-ED30-7983-3A22BB32C732}"/>
              </a:ext>
            </a:extLst>
          </p:cNvPr>
          <p:cNvSpPr/>
          <p:nvPr/>
        </p:nvSpPr>
        <p:spPr>
          <a:xfrm>
            <a:off x="541687" y="2706158"/>
            <a:ext cx="4144613" cy="3002693"/>
          </a:xfrm>
          <a:prstGeom prst="roundRect">
            <a:avLst/>
          </a:prstGeom>
          <a:solidFill>
            <a:srgbClr val="FBFBFB"/>
          </a:solidFill>
        </p:spPr>
        <p:style>
          <a:lnRef idx="2">
            <a:schemeClr val="accent2">
              <a:shade val="15000"/>
            </a:schemeClr>
          </a:lnRef>
          <a:fillRef idx="1">
            <a:schemeClr val="accent2"/>
          </a:fillRef>
          <a:effectRef idx="0">
            <a:schemeClr val="accent2"/>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Memory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Rectangle: Rounded Corners 7">
            <a:extLst>
              <a:ext uri="{FF2B5EF4-FFF2-40B4-BE49-F238E27FC236}">
                <a16:creationId xmlns:a16="http://schemas.microsoft.com/office/drawing/2014/main" id="{0B57384B-D032-8515-BC21-948AFA36FC73}"/>
              </a:ext>
            </a:extLst>
          </p:cNvPr>
          <p:cNvSpPr/>
          <p:nvPr/>
        </p:nvSpPr>
        <p:spPr>
          <a:xfrm>
            <a:off x="890265" y="3269830"/>
            <a:ext cx="3479961" cy="1306373"/>
          </a:xfrm>
          <a:prstGeom prst="roundRect">
            <a:avLst/>
          </a:prstGeom>
          <a:solidFill>
            <a:schemeClr val="bg1"/>
          </a:solidFill>
        </p:spPr>
        <p:style>
          <a:lnRef idx="2">
            <a:schemeClr val="accent2">
              <a:shade val="15000"/>
            </a:schemeClr>
          </a:lnRef>
          <a:fillRef idx="1">
            <a:schemeClr val="accent2"/>
          </a:fillRef>
          <a:effectRef idx="0">
            <a:schemeClr val="accent2"/>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String Pool</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0" name="Table 9">
            <a:extLst>
              <a:ext uri="{FF2B5EF4-FFF2-40B4-BE49-F238E27FC236}">
                <a16:creationId xmlns:a16="http://schemas.microsoft.com/office/drawing/2014/main" id="{A87FC2E5-D252-9B9F-4575-774AC76C3846}"/>
              </a:ext>
            </a:extLst>
          </p:cNvPr>
          <p:cNvGraphicFramePr>
            <a:graphicFrameLocks noGrp="1"/>
          </p:cNvGraphicFramePr>
          <p:nvPr/>
        </p:nvGraphicFramePr>
        <p:xfrm>
          <a:off x="1115092" y="3758008"/>
          <a:ext cx="3029667" cy="741680"/>
        </p:xfrm>
        <a:graphic>
          <a:graphicData uri="http://schemas.openxmlformats.org/drawingml/2006/table">
            <a:tbl>
              <a:tblPr firstRow="1" bandRow="1">
                <a:tableStyleId>{5C22544A-7EE6-4342-B048-85BDC9FD1C3A}</a:tableStyleId>
              </a:tblPr>
              <a:tblGrid>
                <a:gridCol w="1009889">
                  <a:extLst>
                    <a:ext uri="{9D8B030D-6E8A-4147-A177-3AD203B41FA5}">
                      <a16:colId xmlns:a16="http://schemas.microsoft.com/office/drawing/2014/main" val="3113690705"/>
                    </a:ext>
                  </a:extLst>
                </a:gridCol>
                <a:gridCol w="1009889">
                  <a:extLst>
                    <a:ext uri="{9D8B030D-6E8A-4147-A177-3AD203B41FA5}">
                      <a16:colId xmlns:a16="http://schemas.microsoft.com/office/drawing/2014/main" val="4119169458"/>
                    </a:ext>
                  </a:extLst>
                </a:gridCol>
                <a:gridCol w="1009889">
                  <a:extLst>
                    <a:ext uri="{9D8B030D-6E8A-4147-A177-3AD203B41FA5}">
                      <a16:colId xmlns:a16="http://schemas.microsoft.com/office/drawing/2014/main" val="3885177378"/>
                    </a:ext>
                  </a:extLst>
                </a:gridCol>
              </a:tblGrid>
              <a:tr h="370840">
                <a:tc>
                  <a:txBody>
                    <a:bodyPr/>
                    <a:lstStyle/>
                    <a:p>
                      <a:pPr algn="ctr"/>
                      <a:r>
                        <a:rPr lang="en-US" dirty="0"/>
                        <a:t>Address</a:t>
                      </a:r>
                      <a:endParaRPr lang="en-IN" dirty="0"/>
                    </a:p>
                  </a:txBody>
                  <a:tcPr anchor="ctr"/>
                </a:tc>
                <a:tc>
                  <a:txBody>
                    <a:bodyPr/>
                    <a:lstStyle/>
                    <a:p>
                      <a:pPr algn="ctr"/>
                      <a:r>
                        <a:rPr lang="en-US" dirty="0"/>
                        <a:t>Variable</a:t>
                      </a:r>
                      <a:endParaRPr lang="en-IN" dirty="0"/>
                    </a:p>
                  </a:txBody>
                  <a:tcPr anchor="ctr"/>
                </a:tc>
                <a:tc>
                  <a:txBody>
                    <a:bodyPr/>
                    <a:lstStyle/>
                    <a:p>
                      <a:pPr algn="ctr"/>
                      <a:r>
                        <a:rPr lang="en-US" dirty="0"/>
                        <a:t>Value</a:t>
                      </a:r>
                      <a:endParaRPr lang="en-IN" dirty="0"/>
                    </a:p>
                  </a:txBody>
                  <a:tcPr anchor="ctr"/>
                </a:tc>
                <a:extLst>
                  <a:ext uri="{0D108BD9-81ED-4DB2-BD59-A6C34878D82A}">
                    <a16:rowId xmlns:a16="http://schemas.microsoft.com/office/drawing/2014/main" val="2330503794"/>
                  </a:ext>
                </a:extLst>
              </a:tr>
              <a:tr h="370840">
                <a:tc>
                  <a:txBody>
                    <a:bodyPr/>
                    <a:lstStyle/>
                    <a:p>
                      <a:pPr algn="ctr"/>
                      <a:r>
                        <a:rPr lang="en-US" dirty="0"/>
                        <a:t>999999</a:t>
                      </a:r>
                      <a:endParaRPr lang="en-IN" dirty="0"/>
                    </a:p>
                  </a:txBody>
                  <a:tcPr anchor="ctr"/>
                </a:tc>
                <a:tc>
                  <a:txBody>
                    <a:bodyPr/>
                    <a:lstStyle/>
                    <a:p>
                      <a:pPr algn="ctr"/>
                      <a:r>
                        <a:rPr lang="en-US" dirty="0"/>
                        <a:t>str1</a:t>
                      </a:r>
                      <a:endParaRPr lang="en-IN" dirty="0"/>
                    </a:p>
                  </a:txBody>
                  <a:tcPr anchor="ctr"/>
                </a:tc>
                <a:tc>
                  <a:txBody>
                    <a:bodyPr/>
                    <a:lstStyle/>
                    <a:p>
                      <a:pPr algn="ctr"/>
                      <a:r>
                        <a:rPr lang="en-US" dirty="0"/>
                        <a:t>Happy</a:t>
                      </a:r>
                      <a:endParaRPr lang="en-IN" dirty="0"/>
                    </a:p>
                  </a:txBody>
                  <a:tcPr anchor="ctr"/>
                </a:tc>
                <a:extLst>
                  <a:ext uri="{0D108BD9-81ED-4DB2-BD59-A6C34878D82A}">
                    <a16:rowId xmlns:a16="http://schemas.microsoft.com/office/drawing/2014/main" val="1662302148"/>
                  </a:ext>
                </a:extLst>
              </a:tr>
            </a:tbl>
          </a:graphicData>
        </a:graphic>
      </p:graphicFrame>
      <p:cxnSp>
        <p:nvCxnSpPr>
          <p:cNvPr id="11" name="Straight Arrow Connector 10">
            <a:extLst>
              <a:ext uri="{FF2B5EF4-FFF2-40B4-BE49-F238E27FC236}">
                <a16:creationId xmlns:a16="http://schemas.microsoft.com/office/drawing/2014/main" id="{9BB3B57A-0D03-2ECF-E3CF-5DF78B4C5821}"/>
              </a:ext>
            </a:extLst>
          </p:cNvPr>
          <p:cNvCxnSpPr>
            <a:cxnSpLocks/>
          </p:cNvCxnSpPr>
          <p:nvPr/>
        </p:nvCxnSpPr>
        <p:spPr>
          <a:xfrm flipH="1">
            <a:off x="4144758" y="2313918"/>
            <a:ext cx="2332242" cy="1975577"/>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D8DC056B-FD0B-FB5F-52A3-7A93B3F4C7D4}"/>
              </a:ext>
            </a:extLst>
          </p:cNvPr>
          <p:cNvCxnSpPr>
            <a:cxnSpLocks/>
          </p:cNvCxnSpPr>
          <p:nvPr/>
        </p:nvCxnSpPr>
        <p:spPr>
          <a:xfrm flipH="1">
            <a:off x="4369586" y="2541105"/>
            <a:ext cx="2907514" cy="263781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13" name="Table 12">
            <a:extLst>
              <a:ext uri="{FF2B5EF4-FFF2-40B4-BE49-F238E27FC236}">
                <a16:creationId xmlns:a16="http://schemas.microsoft.com/office/drawing/2014/main" id="{C11F324C-652B-28AB-23D0-57D4108511BA}"/>
              </a:ext>
            </a:extLst>
          </p:cNvPr>
          <p:cNvGraphicFramePr>
            <a:graphicFrameLocks noGrp="1"/>
          </p:cNvGraphicFramePr>
          <p:nvPr/>
        </p:nvGraphicFramePr>
        <p:xfrm>
          <a:off x="1115092" y="4802118"/>
          <a:ext cx="3029667" cy="741680"/>
        </p:xfrm>
        <a:graphic>
          <a:graphicData uri="http://schemas.openxmlformats.org/drawingml/2006/table">
            <a:tbl>
              <a:tblPr firstRow="1" bandRow="1">
                <a:tableStyleId>{5C22544A-7EE6-4342-B048-85BDC9FD1C3A}</a:tableStyleId>
              </a:tblPr>
              <a:tblGrid>
                <a:gridCol w="1009889">
                  <a:extLst>
                    <a:ext uri="{9D8B030D-6E8A-4147-A177-3AD203B41FA5}">
                      <a16:colId xmlns:a16="http://schemas.microsoft.com/office/drawing/2014/main" val="3113690705"/>
                    </a:ext>
                  </a:extLst>
                </a:gridCol>
                <a:gridCol w="1009889">
                  <a:extLst>
                    <a:ext uri="{9D8B030D-6E8A-4147-A177-3AD203B41FA5}">
                      <a16:colId xmlns:a16="http://schemas.microsoft.com/office/drawing/2014/main" val="2205937617"/>
                    </a:ext>
                  </a:extLst>
                </a:gridCol>
                <a:gridCol w="1009889">
                  <a:extLst>
                    <a:ext uri="{9D8B030D-6E8A-4147-A177-3AD203B41FA5}">
                      <a16:colId xmlns:a16="http://schemas.microsoft.com/office/drawing/2014/main" val="3885177378"/>
                    </a:ext>
                  </a:extLst>
                </a:gridCol>
              </a:tblGrid>
              <a:tr h="370840">
                <a:tc>
                  <a:txBody>
                    <a:bodyPr/>
                    <a:lstStyle/>
                    <a:p>
                      <a:pPr algn="ctr"/>
                      <a:r>
                        <a:rPr lang="en-US" dirty="0"/>
                        <a:t>Address</a:t>
                      </a:r>
                      <a:endParaRPr lang="en-IN" dirty="0"/>
                    </a:p>
                  </a:txBody>
                  <a:tcPr anchor="ctr"/>
                </a:tc>
                <a:tc>
                  <a:txBody>
                    <a:bodyPr/>
                    <a:lstStyle/>
                    <a:p>
                      <a:pPr algn="ctr"/>
                      <a:r>
                        <a:rPr lang="en-US" dirty="0"/>
                        <a:t>Variable</a:t>
                      </a:r>
                      <a:endParaRPr lang="en-IN" dirty="0"/>
                    </a:p>
                  </a:txBody>
                  <a:tcPr anchor="ctr"/>
                </a:tc>
                <a:tc>
                  <a:txBody>
                    <a:bodyPr/>
                    <a:lstStyle/>
                    <a:p>
                      <a:pPr algn="ctr"/>
                      <a:r>
                        <a:rPr lang="en-US" dirty="0"/>
                        <a:t>Value</a:t>
                      </a:r>
                      <a:endParaRPr lang="en-IN" dirty="0"/>
                    </a:p>
                  </a:txBody>
                  <a:tcPr anchor="ctr"/>
                </a:tc>
                <a:extLst>
                  <a:ext uri="{0D108BD9-81ED-4DB2-BD59-A6C34878D82A}">
                    <a16:rowId xmlns:a16="http://schemas.microsoft.com/office/drawing/2014/main" val="2330503794"/>
                  </a:ext>
                </a:extLst>
              </a:tr>
              <a:tr h="370840">
                <a:tc>
                  <a:txBody>
                    <a:bodyPr/>
                    <a:lstStyle/>
                    <a:p>
                      <a:pPr algn="ctr"/>
                      <a:r>
                        <a:rPr lang="en-US" dirty="0"/>
                        <a:t>777777</a:t>
                      </a:r>
                      <a:endParaRPr lang="en-IN" dirty="0"/>
                    </a:p>
                  </a:txBody>
                  <a:tcPr anchor="ctr"/>
                </a:tc>
                <a:tc>
                  <a:txBody>
                    <a:bodyPr/>
                    <a:lstStyle/>
                    <a:p>
                      <a:pPr algn="ctr"/>
                      <a:r>
                        <a:rPr lang="en-US" dirty="0"/>
                        <a:t>str2</a:t>
                      </a:r>
                      <a:endParaRPr lang="en-IN" dirty="0"/>
                    </a:p>
                  </a:txBody>
                  <a:tcPr anchor="ctr"/>
                </a:tc>
                <a:tc>
                  <a:txBody>
                    <a:bodyPr/>
                    <a:lstStyle/>
                    <a:p>
                      <a:pPr algn="ctr"/>
                      <a:r>
                        <a:rPr lang="en-US" dirty="0"/>
                        <a:t>Happy</a:t>
                      </a:r>
                      <a:endParaRPr lang="en-IN" dirty="0"/>
                    </a:p>
                  </a:txBody>
                  <a:tcPr anchor="ctr"/>
                </a:tc>
                <a:extLst>
                  <a:ext uri="{0D108BD9-81ED-4DB2-BD59-A6C34878D82A}">
                    <a16:rowId xmlns:a16="http://schemas.microsoft.com/office/drawing/2014/main" val="3021567169"/>
                  </a:ext>
                </a:extLst>
              </a:tr>
            </a:tbl>
          </a:graphicData>
        </a:graphic>
      </p:graphicFrame>
      <p:sp>
        <p:nvSpPr>
          <p:cNvPr id="14" name="TextBox 13">
            <a:extLst>
              <a:ext uri="{FF2B5EF4-FFF2-40B4-BE49-F238E27FC236}">
                <a16:creationId xmlns:a16="http://schemas.microsoft.com/office/drawing/2014/main" id="{19F55872-C802-9259-91A8-0963CCBFCFB6}"/>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392967543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the </a:t>
            </a:r>
            <a:r>
              <a:rPr lang="en-US" sz="2400" b="1" dirty="0">
                <a:solidFill>
                  <a:srgbClr val="FFFF00"/>
                </a:solidFill>
                <a:ea typeface="+mn-ea"/>
                <a:cs typeface="+mn-cs"/>
              </a:rPr>
              <a:t>important methods </a:t>
            </a:r>
            <a:r>
              <a:rPr lang="en-US" sz="2400" b="1" dirty="0">
                <a:solidFill>
                  <a:schemeClr val="bg1"/>
                </a:solidFill>
                <a:ea typeface="+mn-ea"/>
                <a:cs typeface="+mn-cs"/>
              </a:rPr>
              <a:t>of String class?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4">
            <a:extLst>
              <a:ext uri="{FF2B5EF4-FFF2-40B4-BE49-F238E27FC236}">
                <a16:creationId xmlns:a16="http://schemas.microsoft.com/office/drawing/2014/main" id="{3D6C8CF0-449C-18F8-4985-1B607C9D0BAC}"/>
              </a:ext>
            </a:extLst>
          </p:cNvPr>
          <p:cNvSpPr/>
          <p:nvPr/>
        </p:nvSpPr>
        <p:spPr>
          <a:xfrm>
            <a:off x="448911" y="1522215"/>
            <a:ext cx="5254243" cy="381356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StringExample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1.Length of the string</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9</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2.Concatenation -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joing</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two strings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concat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Interview, Happy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Rectangle 3">
            <a:extLst>
              <a:ext uri="{FF2B5EF4-FFF2-40B4-BE49-F238E27FC236}">
                <a16:creationId xmlns:a16="http://schemas.microsoft.com/office/drawing/2014/main" id="{A0F3CA3C-0AA6-5FA0-ABF3-C2CB1D58289C}"/>
              </a:ext>
            </a:extLst>
          </p:cNvPr>
          <p:cNvSpPr/>
          <p:nvPr/>
        </p:nvSpPr>
        <p:spPr>
          <a:xfrm>
            <a:off x="6096000" y="1522215"/>
            <a:ext cx="5964999" cy="417128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3. Substring - Retrieves substring from index 5 to 9</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substring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substring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9</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substring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view</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4. Index of - // Finds index of character 'H'</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index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indexOf</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index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11</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5. Equality - Checks if strings are equal</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isEqual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equals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isEqual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false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TextBox 5">
            <a:extLst>
              <a:ext uri="{FF2B5EF4-FFF2-40B4-BE49-F238E27FC236}">
                <a16:creationId xmlns:a16="http://schemas.microsoft.com/office/drawing/2014/main" id="{A7447B7E-7A2F-27B3-B0F2-53F135B73072}"/>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20462269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551194"/>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Array</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Why we need array in real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How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declare</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initialize</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an array? How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access</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array elements?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length property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of an array?</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How do you iterate over an array in Java?</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7. Arrays</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E606963F-C5A3-923B-84C7-5D399ADE1B0E}"/>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46DD8324-2218-375C-31F7-2C20EA78296C}"/>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6066271" y="1532859"/>
            <a:ext cx="636255" cy="253133"/>
          </a:xfrm>
          <a:prstGeom prst="rect">
            <a:avLst/>
          </a:prstGeom>
        </p:spPr>
      </p:pic>
      <p:sp>
        <p:nvSpPr>
          <p:cNvPr id="5" name="TextBox 4">
            <a:extLst>
              <a:ext uri="{FF2B5EF4-FFF2-40B4-BE49-F238E27FC236}">
                <a16:creationId xmlns:a16="http://schemas.microsoft.com/office/drawing/2014/main" id="{D712F655-1263-81C8-2341-A7911C0E1514}"/>
              </a:ext>
            </a:extLst>
          </p:cNvPr>
          <p:cNvSpPr txBox="1"/>
          <p:nvPr/>
        </p:nvSpPr>
        <p:spPr>
          <a:xfrm>
            <a:off x="10342731" y="6373174"/>
            <a:ext cx="1972639" cy="307777"/>
          </a:xfrm>
          <a:prstGeom prst="rect">
            <a:avLst/>
          </a:prstGeom>
          <a:noFill/>
        </p:spPr>
        <p:txBody>
          <a:bodyPr wrap="square">
            <a:spAutoFit/>
          </a:bodyPr>
          <a:lstStyle/>
          <a:p>
            <a:r>
              <a:rPr lang="en-US" sz="1400" dirty="0">
                <a:hlinkClick r:id="rId9" action="ppaction://hlinksldjump"/>
              </a:rPr>
              <a:t>Back to main index</a:t>
            </a:r>
            <a:endParaRPr lang="en-IN" sz="1400" dirty="0"/>
          </a:p>
        </p:txBody>
      </p:sp>
    </p:spTree>
    <p:extLst>
      <p:ext uri="{BB962C8B-B14F-4D97-AF65-F5344CB8AC3E}">
        <p14:creationId xmlns:p14="http://schemas.microsoft.com/office/powerpoint/2010/main" val="1153070097"/>
      </p:ext>
    </p:extLst>
  </p:cSld>
  <p:clrMapOvr>
    <a:overrideClrMapping bg1="dk1" tx1="lt1" bg2="dk2" tx2="lt2" accent1="accent1" accent2="accent2" accent3="accent3" accent4="accent4" accent5="accent5" accent6="accent6" hlink="hlink" folHlink="folHlink"/>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an </a:t>
            </a:r>
            <a:r>
              <a:rPr lang="en-US" sz="2400" b="1" dirty="0">
                <a:solidFill>
                  <a:srgbClr val="FFFF00"/>
                </a:solidFill>
                <a:ea typeface="+mn-ea"/>
                <a:cs typeface="+mn-cs"/>
              </a:rPr>
              <a:t>Array</a:t>
            </a:r>
            <a:r>
              <a:rPr lang="en-US" sz="2400" b="1" dirty="0">
                <a:solidFill>
                  <a:schemeClr val="bg1"/>
                </a:solidFill>
                <a:ea typeface="+mn-ea"/>
                <a:cs typeface="+mn-cs"/>
              </a:rPr>
              <a:t>? Why we need array in real applications?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TextBox 4">
            <a:extLst>
              <a:ext uri="{FF2B5EF4-FFF2-40B4-BE49-F238E27FC236}">
                <a16:creationId xmlns:a16="http://schemas.microsoft.com/office/drawing/2014/main" id="{F7F0155F-1A70-7E78-076A-A6C54E5EA030}"/>
              </a:ext>
            </a:extLst>
          </p:cNvPr>
          <p:cNvSpPr txBox="1"/>
          <p:nvPr/>
        </p:nvSpPr>
        <p:spPr>
          <a:xfrm>
            <a:off x="259866" y="1153237"/>
            <a:ext cx="5363318" cy="1631216"/>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Söhne"/>
                <a:ea typeface="+mn-ea"/>
                <a:cs typeface="+mn-cs"/>
              </a:rPr>
              <a:t>Definition:</a:t>
            </a:r>
            <a:r>
              <a:rPr kumimoji="0" lang="en-US" sz="1800" b="0" i="0" u="none" strike="noStrike" kern="1200" cap="none" spc="0" normalizeH="0" baseline="0" noProof="0" dirty="0">
                <a:ln>
                  <a:noFill/>
                </a:ln>
                <a:solidFill>
                  <a:prstClr val="black"/>
                </a:solidFill>
                <a:effectLst/>
                <a:uLnTx/>
                <a:uFillTx/>
                <a:latin typeface="Söhne"/>
                <a:ea typeface="+mn-ea"/>
                <a:cs typeface="+mn-cs"/>
              </a:rPr>
              <a:t> An array is a </a:t>
            </a:r>
            <a:r>
              <a:rPr kumimoji="0" lang="en-US" sz="1800" b="1" i="0" u="none" strike="noStrike" kern="1200" cap="none" spc="0" normalizeH="0" baseline="0" noProof="0" dirty="0">
                <a:ln>
                  <a:noFill/>
                </a:ln>
                <a:solidFill>
                  <a:prstClr val="black"/>
                </a:solidFill>
                <a:effectLst/>
                <a:uLnTx/>
                <a:uFillTx/>
                <a:latin typeface="Söhne"/>
                <a:ea typeface="+mn-ea"/>
                <a:cs typeface="+mn-cs"/>
              </a:rPr>
              <a:t>data type</a:t>
            </a:r>
            <a:r>
              <a:rPr kumimoji="0" lang="en-US" sz="1800" b="0" i="0" u="none" strike="noStrike" kern="1200" cap="none" spc="0" normalizeH="0" baseline="0" noProof="0" dirty="0">
                <a:ln>
                  <a:noFill/>
                </a:ln>
                <a:solidFill>
                  <a:prstClr val="black"/>
                </a:solidFill>
                <a:effectLst/>
                <a:uLnTx/>
                <a:uFillTx/>
                <a:latin typeface="Söhne"/>
                <a:ea typeface="+mn-ea"/>
                <a:cs typeface="+mn-cs"/>
              </a:rPr>
              <a:t> that allows you to </a:t>
            </a:r>
            <a:r>
              <a:rPr kumimoji="0" lang="en-US" sz="1800" b="1" i="0" u="none" strike="noStrike" kern="1200" cap="none" spc="0" normalizeH="0" baseline="0" noProof="0" dirty="0">
                <a:ln>
                  <a:noFill/>
                </a:ln>
                <a:solidFill>
                  <a:prstClr val="black"/>
                </a:solidFill>
                <a:effectLst/>
                <a:uLnTx/>
                <a:uFillTx/>
                <a:latin typeface="Söhne"/>
                <a:ea typeface="+mn-ea"/>
                <a:cs typeface="+mn-cs"/>
              </a:rPr>
              <a:t>store multiple values </a:t>
            </a:r>
            <a:r>
              <a:rPr kumimoji="0" lang="en-US" sz="1800" b="0" i="0" u="none" strike="noStrike" kern="1200" cap="none" spc="0" normalizeH="0" baseline="0" noProof="0" dirty="0">
                <a:ln>
                  <a:noFill/>
                </a:ln>
                <a:solidFill>
                  <a:prstClr val="black"/>
                </a:solidFill>
                <a:effectLst/>
                <a:uLnTx/>
                <a:uFillTx/>
                <a:latin typeface="Söhne"/>
                <a:ea typeface="+mn-ea"/>
                <a:cs typeface="+mn-cs"/>
              </a:rPr>
              <a:t>in a single variable.</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Söhne"/>
                <a:ea typeface="+mn-ea"/>
                <a:cs typeface="+mn-cs"/>
              </a:rPr>
              <a:t>Use:</a:t>
            </a:r>
            <a:r>
              <a:rPr kumimoji="0" lang="en-US" sz="1800" b="0" i="0" u="none" strike="noStrike" kern="1200" cap="none" spc="0" normalizeH="0" baseline="0" noProof="0" dirty="0">
                <a:ln>
                  <a:noFill/>
                </a:ln>
                <a:solidFill>
                  <a:prstClr val="black"/>
                </a:solidFill>
                <a:effectLst/>
                <a:uLnTx/>
                <a:uFillTx/>
                <a:latin typeface="Söhne"/>
                <a:ea typeface="+mn-ea"/>
                <a:cs typeface="+mn-cs"/>
              </a:rPr>
              <a:t> Arrays are used to </a:t>
            </a:r>
            <a:r>
              <a:rPr kumimoji="0" lang="en-US" sz="1800" b="1" i="0" u="none" strike="noStrike" kern="1200" cap="none" spc="0" normalizeH="0" baseline="0" noProof="0" dirty="0">
                <a:ln>
                  <a:noFill/>
                </a:ln>
                <a:solidFill>
                  <a:prstClr val="black"/>
                </a:solidFill>
                <a:effectLst/>
                <a:uLnTx/>
                <a:uFillTx/>
                <a:latin typeface="Söhne"/>
                <a:ea typeface="+mn-ea"/>
                <a:cs typeface="+mn-cs"/>
              </a:rPr>
              <a:t>store related data </a:t>
            </a:r>
            <a:r>
              <a:rPr kumimoji="0" lang="en-US" sz="1800" b="0" i="0" u="none" strike="noStrike" kern="1200" cap="none" spc="0" normalizeH="0" baseline="0" noProof="0" dirty="0">
                <a:ln>
                  <a:noFill/>
                </a:ln>
                <a:solidFill>
                  <a:prstClr val="black"/>
                </a:solidFill>
                <a:effectLst/>
                <a:uLnTx/>
                <a:uFillTx/>
                <a:latin typeface="Söhne"/>
                <a:ea typeface="+mn-ea"/>
                <a:cs typeface="+mn-cs"/>
              </a:rPr>
              <a:t>in a structured way. Arrays also enables sequential access via indexes.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Picture 4">
            <a:extLst>
              <a:ext uri="{FF2B5EF4-FFF2-40B4-BE49-F238E27FC236}">
                <a16:creationId xmlns:a16="http://schemas.microsoft.com/office/drawing/2014/main" id="{84516482-6FC6-CDC6-60CF-465B57E9CABE}"/>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10279" t="12140" r="57885" b="8789"/>
          <a:stretch/>
        </p:blipFill>
        <p:spPr bwMode="auto">
          <a:xfrm>
            <a:off x="2075110" y="3394710"/>
            <a:ext cx="2453801" cy="3047215"/>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4">
            <a:extLst>
              <a:ext uri="{FF2B5EF4-FFF2-40B4-BE49-F238E27FC236}">
                <a16:creationId xmlns:a16="http://schemas.microsoft.com/office/drawing/2014/main" id="{ABB8BE83-C5AD-19D1-60AB-C9224F7C8723}"/>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56266" t="12140" r="9252" b="8789"/>
          <a:stretch/>
        </p:blipFill>
        <p:spPr bwMode="auto">
          <a:xfrm>
            <a:off x="5349617" y="3429000"/>
            <a:ext cx="2782704" cy="3190470"/>
          </a:xfrm>
          <a:prstGeom prst="rect">
            <a:avLst/>
          </a:prstGeom>
          <a:noFill/>
          <a:extLst>
            <a:ext uri="{909E8E84-426E-40DD-AFC4-6F175D3DCCD1}">
              <a14:hiddenFill xmlns:a14="http://schemas.microsoft.com/office/drawing/2010/main">
                <a:solidFill>
                  <a:srgbClr val="FFFFFF"/>
                </a:solidFill>
              </a14:hiddenFill>
            </a:ext>
          </a:extLst>
        </p:spPr>
      </p:pic>
      <p:cxnSp>
        <p:nvCxnSpPr>
          <p:cNvPr id="13" name="Straight Arrow Connector 12">
            <a:extLst>
              <a:ext uri="{FF2B5EF4-FFF2-40B4-BE49-F238E27FC236}">
                <a16:creationId xmlns:a16="http://schemas.microsoft.com/office/drawing/2014/main" id="{F03AC0D5-76A7-69BB-410F-A94F6B1D7A5D}"/>
              </a:ext>
            </a:extLst>
          </p:cNvPr>
          <p:cNvCxnSpPr>
            <a:cxnSpLocks/>
          </p:cNvCxnSpPr>
          <p:nvPr/>
        </p:nvCxnSpPr>
        <p:spPr>
          <a:xfrm flipH="1">
            <a:off x="1511311" y="4175168"/>
            <a:ext cx="1064331" cy="697265"/>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FAF278B4-D74B-BCC1-69FC-1D6518C64DBB}"/>
              </a:ext>
            </a:extLst>
          </p:cNvPr>
          <p:cNvCxnSpPr>
            <a:cxnSpLocks/>
          </p:cNvCxnSpPr>
          <p:nvPr/>
        </p:nvCxnSpPr>
        <p:spPr>
          <a:xfrm flipH="1">
            <a:off x="1663711" y="4768620"/>
            <a:ext cx="1057275" cy="25621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AA3489CE-432B-184F-1247-6EAFFB39AA69}"/>
              </a:ext>
            </a:extLst>
          </p:cNvPr>
          <p:cNvCxnSpPr>
            <a:cxnSpLocks/>
          </p:cNvCxnSpPr>
          <p:nvPr/>
        </p:nvCxnSpPr>
        <p:spPr>
          <a:xfrm flipH="1" flipV="1">
            <a:off x="1663711" y="5220576"/>
            <a:ext cx="1114425" cy="15240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3E0F8016-2C2B-B19A-8114-B4301CC13C62}"/>
              </a:ext>
            </a:extLst>
          </p:cNvPr>
          <p:cNvCxnSpPr>
            <a:cxnSpLocks/>
          </p:cNvCxnSpPr>
          <p:nvPr/>
        </p:nvCxnSpPr>
        <p:spPr>
          <a:xfrm flipH="1" flipV="1">
            <a:off x="1573398" y="5372976"/>
            <a:ext cx="1223788" cy="61403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A4EB4755-172C-600F-F566-B62A64601FBB}"/>
              </a:ext>
            </a:extLst>
          </p:cNvPr>
          <p:cNvCxnSpPr>
            <a:cxnSpLocks/>
          </p:cNvCxnSpPr>
          <p:nvPr/>
        </p:nvCxnSpPr>
        <p:spPr>
          <a:xfrm flipH="1">
            <a:off x="1816111" y="5005934"/>
            <a:ext cx="1419225" cy="17129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D3D4E992-22C7-1512-1318-FCDF1ECD9EBE}"/>
              </a:ext>
            </a:extLst>
          </p:cNvPr>
          <p:cNvSpPr/>
          <p:nvPr/>
        </p:nvSpPr>
        <p:spPr>
          <a:xfrm>
            <a:off x="425461" y="4672559"/>
            <a:ext cx="1114425" cy="952500"/>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mn-cs"/>
              </a:rPr>
              <a:t>Multiple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mn-cs"/>
              </a:rPr>
              <a:t>Variables</a:t>
            </a:r>
            <a:endParaRPr kumimoji="0" lang="en-IN" sz="18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cxnSp>
        <p:nvCxnSpPr>
          <p:cNvPr id="19" name="Straight Arrow Connector 18">
            <a:extLst>
              <a:ext uri="{FF2B5EF4-FFF2-40B4-BE49-F238E27FC236}">
                <a16:creationId xmlns:a16="http://schemas.microsoft.com/office/drawing/2014/main" id="{C216E035-AC9C-6AAE-191F-479F18A6F679}"/>
              </a:ext>
            </a:extLst>
          </p:cNvPr>
          <p:cNvCxnSpPr>
            <a:cxnSpLocks/>
          </p:cNvCxnSpPr>
          <p:nvPr/>
        </p:nvCxnSpPr>
        <p:spPr>
          <a:xfrm flipH="1">
            <a:off x="1663711" y="4421380"/>
            <a:ext cx="1376188" cy="49439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FD6FE079-008C-5F75-5CB1-75C0EB0CF66F}"/>
              </a:ext>
            </a:extLst>
          </p:cNvPr>
          <p:cNvCxnSpPr>
            <a:cxnSpLocks/>
          </p:cNvCxnSpPr>
          <p:nvPr/>
        </p:nvCxnSpPr>
        <p:spPr>
          <a:xfrm flipH="1" flipV="1">
            <a:off x="1763549" y="5372073"/>
            <a:ext cx="1624187" cy="50144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7F89A611-5C8D-4FA2-6AD7-E55A67B9D556}"/>
              </a:ext>
            </a:extLst>
          </p:cNvPr>
          <p:cNvCxnSpPr>
            <a:cxnSpLocks/>
          </p:cNvCxnSpPr>
          <p:nvPr/>
        </p:nvCxnSpPr>
        <p:spPr>
          <a:xfrm flipH="1">
            <a:off x="1673236" y="4872433"/>
            <a:ext cx="2539569" cy="23818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7C459E79-FAC8-4A29-0D45-696373007097}"/>
              </a:ext>
            </a:extLst>
          </p:cNvPr>
          <p:cNvCxnSpPr>
            <a:cxnSpLocks/>
          </p:cNvCxnSpPr>
          <p:nvPr/>
        </p:nvCxnSpPr>
        <p:spPr>
          <a:xfrm flipH="1">
            <a:off x="1682761" y="4269415"/>
            <a:ext cx="1858142" cy="712075"/>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F12EE0D2-2064-BF07-56F1-ABDA961F013B}"/>
              </a:ext>
            </a:extLst>
          </p:cNvPr>
          <p:cNvCxnSpPr>
            <a:cxnSpLocks/>
          </p:cNvCxnSpPr>
          <p:nvPr/>
        </p:nvCxnSpPr>
        <p:spPr>
          <a:xfrm flipH="1" flipV="1">
            <a:off x="1710987" y="5323486"/>
            <a:ext cx="2421030" cy="28767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a16="http://schemas.microsoft.com/office/drawing/2014/main" id="{E4C93C28-A11C-2233-D34E-B42668C2C6D9}"/>
              </a:ext>
            </a:extLst>
          </p:cNvPr>
          <p:cNvCxnSpPr>
            <a:cxnSpLocks/>
          </p:cNvCxnSpPr>
          <p:nvPr/>
        </p:nvCxnSpPr>
        <p:spPr>
          <a:xfrm flipV="1">
            <a:off x="8027111" y="4346340"/>
            <a:ext cx="247650" cy="1917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a16="http://schemas.microsoft.com/office/drawing/2014/main" id="{BE90D0FA-5022-0DFD-9D02-644EEB828C41}"/>
              </a:ext>
            </a:extLst>
          </p:cNvPr>
          <p:cNvCxnSpPr>
            <a:cxnSpLocks/>
          </p:cNvCxnSpPr>
          <p:nvPr/>
        </p:nvCxnSpPr>
        <p:spPr>
          <a:xfrm flipV="1">
            <a:off x="8027111" y="4872433"/>
            <a:ext cx="247650" cy="2632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FDB35473-292E-FBFA-EA55-80F7A377D096}"/>
              </a:ext>
            </a:extLst>
          </p:cNvPr>
          <p:cNvCxnSpPr>
            <a:cxnSpLocks/>
          </p:cNvCxnSpPr>
          <p:nvPr/>
        </p:nvCxnSpPr>
        <p:spPr>
          <a:xfrm flipV="1">
            <a:off x="8027111" y="5406363"/>
            <a:ext cx="247650" cy="10937"/>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a:extLst>
              <a:ext uri="{FF2B5EF4-FFF2-40B4-BE49-F238E27FC236}">
                <a16:creationId xmlns:a16="http://schemas.microsoft.com/office/drawing/2014/main" id="{9CA2B435-E22E-05B3-7B26-F7822753BC8F}"/>
              </a:ext>
            </a:extLst>
          </p:cNvPr>
          <p:cNvCxnSpPr>
            <a:cxnSpLocks/>
          </p:cNvCxnSpPr>
          <p:nvPr/>
        </p:nvCxnSpPr>
        <p:spPr>
          <a:xfrm flipV="1">
            <a:off x="8027111" y="6001240"/>
            <a:ext cx="247650" cy="2005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BEBEB05E-077D-396C-C4B5-464ADD97704B}"/>
              </a:ext>
            </a:extLst>
          </p:cNvPr>
          <p:cNvSpPr/>
          <p:nvPr/>
        </p:nvSpPr>
        <p:spPr>
          <a:xfrm>
            <a:off x="8289048" y="4151179"/>
            <a:ext cx="1055327" cy="335123"/>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mn-cs"/>
              </a:rPr>
              <a:t>Array1</a:t>
            </a:r>
            <a:endParaRPr kumimoji="0" lang="en-IN" sz="18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812CF60-9BE2-B381-F50A-17C4FCCBF407}"/>
              </a:ext>
            </a:extLst>
          </p:cNvPr>
          <p:cNvSpPr/>
          <p:nvPr/>
        </p:nvSpPr>
        <p:spPr>
          <a:xfrm>
            <a:off x="8289048" y="4694405"/>
            <a:ext cx="1055327" cy="335123"/>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mn-cs"/>
              </a:rPr>
              <a:t>Array2</a:t>
            </a:r>
            <a:endParaRPr kumimoji="0" lang="en-IN" sz="18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8EDBDFCB-CD87-042D-7603-66BA929724B8}"/>
              </a:ext>
            </a:extLst>
          </p:cNvPr>
          <p:cNvSpPr/>
          <p:nvPr/>
        </p:nvSpPr>
        <p:spPr>
          <a:xfrm>
            <a:off x="8289048" y="5211202"/>
            <a:ext cx="1055327" cy="335123"/>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mn-cs"/>
              </a:rPr>
              <a:t>Array3</a:t>
            </a:r>
            <a:endParaRPr kumimoji="0" lang="en-IN" sz="18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4810721A-3762-13A7-B122-1A482259AB45}"/>
              </a:ext>
            </a:extLst>
          </p:cNvPr>
          <p:cNvSpPr/>
          <p:nvPr/>
        </p:nvSpPr>
        <p:spPr>
          <a:xfrm>
            <a:off x="8274761" y="5826138"/>
            <a:ext cx="1055327" cy="335123"/>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mn-cs"/>
              </a:rPr>
              <a:t>Array4</a:t>
            </a:r>
            <a:endParaRPr kumimoji="0" lang="en-IN" sz="18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pic>
        <p:nvPicPr>
          <p:cNvPr id="4" name="Picture 3">
            <a:extLst>
              <a:ext uri="{FF2B5EF4-FFF2-40B4-BE49-F238E27FC236}">
                <a16:creationId xmlns:a16="http://schemas.microsoft.com/office/drawing/2014/main" id="{54E5A2F3-B3E5-0ECB-1AC5-5439EA5F82C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25394" y="288836"/>
            <a:ext cx="914784" cy="363946"/>
          </a:xfrm>
          <a:prstGeom prst="rect">
            <a:avLst/>
          </a:prstGeom>
        </p:spPr>
      </p:pic>
      <p:graphicFrame>
        <p:nvGraphicFramePr>
          <p:cNvPr id="7" name="Table 6">
            <a:extLst>
              <a:ext uri="{FF2B5EF4-FFF2-40B4-BE49-F238E27FC236}">
                <a16:creationId xmlns:a16="http://schemas.microsoft.com/office/drawing/2014/main" id="{7548063C-7553-1594-815A-1EA72241A57E}"/>
              </a:ext>
            </a:extLst>
          </p:cNvPr>
          <p:cNvGraphicFramePr>
            <a:graphicFrameLocks noGrp="1"/>
          </p:cNvGraphicFramePr>
          <p:nvPr/>
        </p:nvGraphicFramePr>
        <p:xfrm>
          <a:off x="6568817" y="1520451"/>
          <a:ext cx="4235987" cy="1181528"/>
        </p:xfrm>
        <a:graphic>
          <a:graphicData uri="http://schemas.openxmlformats.org/drawingml/2006/table">
            <a:tbl>
              <a:tblPr firstRow="1" bandRow="1">
                <a:tableStyleId>{E8B1032C-EA38-4F05-BA0D-38AFFFC7BED3}</a:tableStyleId>
              </a:tblPr>
              <a:tblGrid>
                <a:gridCol w="1640268">
                  <a:extLst>
                    <a:ext uri="{9D8B030D-6E8A-4147-A177-3AD203B41FA5}">
                      <a16:colId xmlns:a16="http://schemas.microsoft.com/office/drawing/2014/main" val="3849347343"/>
                    </a:ext>
                  </a:extLst>
                </a:gridCol>
                <a:gridCol w="793676">
                  <a:extLst>
                    <a:ext uri="{9D8B030D-6E8A-4147-A177-3AD203B41FA5}">
                      <a16:colId xmlns:a16="http://schemas.microsoft.com/office/drawing/2014/main" val="2449516834"/>
                    </a:ext>
                  </a:extLst>
                </a:gridCol>
                <a:gridCol w="884946">
                  <a:extLst>
                    <a:ext uri="{9D8B030D-6E8A-4147-A177-3AD203B41FA5}">
                      <a16:colId xmlns:a16="http://schemas.microsoft.com/office/drawing/2014/main" val="2597774228"/>
                    </a:ext>
                  </a:extLst>
                </a:gridCol>
                <a:gridCol w="917097">
                  <a:extLst>
                    <a:ext uri="{9D8B030D-6E8A-4147-A177-3AD203B41FA5}">
                      <a16:colId xmlns:a16="http://schemas.microsoft.com/office/drawing/2014/main" val="1215223895"/>
                    </a:ext>
                  </a:extLst>
                </a:gridCol>
              </a:tblGrid>
              <a:tr h="593304">
                <a:tc>
                  <a:txBody>
                    <a:bodyPr/>
                    <a:lstStyle/>
                    <a:p>
                      <a:pPr algn="ctr"/>
                      <a:r>
                        <a:rPr lang="en-US" b="0" dirty="0"/>
                        <a:t>Array Elements</a:t>
                      </a:r>
                      <a:endParaRPr lang="en-IN" b="0" dirty="0"/>
                    </a:p>
                  </a:txBody>
                  <a:tcPr anchor="ctr"/>
                </a:tc>
                <a:tc>
                  <a:txBody>
                    <a:bodyPr/>
                    <a:lstStyle/>
                    <a:p>
                      <a:pPr algn="ctr"/>
                      <a:r>
                        <a:rPr lang="en-US" b="0" dirty="0"/>
                        <a:t>apple</a:t>
                      </a:r>
                      <a:endParaRPr lang="en-IN" b="0" dirty="0"/>
                    </a:p>
                  </a:txBody>
                  <a:tcPr anchor="ctr"/>
                </a:tc>
                <a:tc>
                  <a:txBody>
                    <a:bodyPr/>
                    <a:lstStyle/>
                    <a:p>
                      <a:pPr algn="ctr"/>
                      <a:r>
                        <a:rPr lang="en-US" b="0" dirty="0"/>
                        <a:t>banana</a:t>
                      </a:r>
                      <a:endParaRPr lang="en-IN" b="0" dirty="0"/>
                    </a:p>
                  </a:txBody>
                  <a:tcPr anchor="ctr"/>
                </a:tc>
                <a:tc>
                  <a:txBody>
                    <a:bodyPr/>
                    <a:lstStyle/>
                    <a:p>
                      <a:pPr algn="ctr"/>
                      <a:r>
                        <a:rPr lang="en-US" b="0" dirty="0"/>
                        <a:t>orange</a:t>
                      </a:r>
                      <a:endParaRPr lang="en-IN" b="0" dirty="0"/>
                    </a:p>
                  </a:txBody>
                  <a:tcPr anchor="ctr"/>
                </a:tc>
                <a:extLst>
                  <a:ext uri="{0D108BD9-81ED-4DB2-BD59-A6C34878D82A}">
                    <a16:rowId xmlns:a16="http://schemas.microsoft.com/office/drawing/2014/main" val="1189000200"/>
                  </a:ext>
                </a:extLst>
              </a:tr>
              <a:tr h="588224">
                <a:tc>
                  <a:txBody>
                    <a:bodyPr/>
                    <a:lstStyle/>
                    <a:p>
                      <a:pPr algn="ctr"/>
                      <a:r>
                        <a:rPr lang="en-US" b="0" dirty="0"/>
                        <a:t>Array Index</a:t>
                      </a:r>
                      <a:endParaRPr lang="en-IN" b="0" dirty="0"/>
                    </a:p>
                  </a:txBody>
                  <a:tcPr anchor="ctr"/>
                </a:tc>
                <a:tc>
                  <a:txBody>
                    <a:bodyPr/>
                    <a:lstStyle/>
                    <a:p>
                      <a:pPr algn="ctr"/>
                      <a:r>
                        <a:rPr lang="en-US" b="0" dirty="0"/>
                        <a:t>0</a:t>
                      </a:r>
                      <a:endParaRPr lang="en-IN" b="0" dirty="0"/>
                    </a:p>
                  </a:txBody>
                  <a:tcPr anchor="ctr"/>
                </a:tc>
                <a:tc>
                  <a:txBody>
                    <a:bodyPr/>
                    <a:lstStyle/>
                    <a:p>
                      <a:pPr algn="ctr"/>
                      <a:r>
                        <a:rPr lang="en-US" b="0" dirty="0"/>
                        <a:t>1</a:t>
                      </a:r>
                      <a:endParaRPr lang="en-IN" b="0" dirty="0"/>
                    </a:p>
                  </a:txBody>
                  <a:tcPr anchor="ctr"/>
                </a:tc>
                <a:tc>
                  <a:txBody>
                    <a:bodyPr/>
                    <a:lstStyle/>
                    <a:p>
                      <a:pPr algn="ctr"/>
                      <a:r>
                        <a:rPr lang="en-US" b="0" dirty="0"/>
                        <a:t>2</a:t>
                      </a:r>
                      <a:endParaRPr lang="en-IN" b="0" dirty="0"/>
                    </a:p>
                  </a:txBody>
                  <a:tcPr anchor="ctr"/>
                </a:tc>
                <a:extLst>
                  <a:ext uri="{0D108BD9-81ED-4DB2-BD59-A6C34878D82A}">
                    <a16:rowId xmlns:a16="http://schemas.microsoft.com/office/drawing/2014/main" val="2469567391"/>
                  </a:ext>
                </a:extLst>
              </a:tr>
            </a:tbl>
          </a:graphicData>
        </a:graphic>
      </p:graphicFrame>
      <p:sp>
        <p:nvSpPr>
          <p:cNvPr id="8" name="TextBox 7">
            <a:extLst>
              <a:ext uri="{FF2B5EF4-FFF2-40B4-BE49-F238E27FC236}">
                <a16:creationId xmlns:a16="http://schemas.microsoft.com/office/drawing/2014/main" id="{6EC686B2-4A16-AD5F-7805-89E4FC408BE9}"/>
              </a:ext>
            </a:extLst>
          </p:cNvPr>
          <p:cNvSpPr txBox="1"/>
          <p:nvPr/>
        </p:nvSpPr>
        <p:spPr>
          <a:xfrm>
            <a:off x="8134081" y="1052139"/>
            <a:ext cx="143889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Array (fruits)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Arrow: Right 5">
            <a:extLst>
              <a:ext uri="{FF2B5EF4-FFF2-40B4-BE49-F238E27FC236}">
                <a16:creationId xmlns:a16="http://schemas.microsoft.com/office/drawing/2014/main" id="{26E7E218-D101-CC5F-6F08-B5726AADD295}"/>
              </a:ext>
            </a:extLst>
          </p:cNvPr>
          <p:cNvSpPr/>
          <p:nvPr/>
        </p:nvSpPr>
        <p:spPr>
          <a:xfrm>
            <a:off x="4624204" y="4792233"/>
            <a:ext cx="698119" cy="544867"/>
          </a:xfrm>
          <a:prstGeom prst="rightArrow">
            <a:avLst/>
          </a:prstGeom>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6F94D67B-103E-50B6-0C78-DF3F015F2C70}"/>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166820747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How to </a:t>
            </a:r>
            <a:r>
              <a:rPr lang="en-US" sz="2400" b="1" dirty="0">
                <a:solidFill>
                  <a:srgbClr val="FFFF00"/>
                </a:solidFill>
                <a:ea typeface="+mn-ea"/>
                <a:cs typeface="+mn-cs"/>
              </a:rPr>
              <a:t>declare</a:t>
            </a:r>
            <a:r>
              <a:rPr lang="en-US" sz="2400" b="1" dirty="0">
                <a:solidFill>
                  <a:schemeClr val="bg1"/>
                </a:solidFill>
                <a:ea typeface="+mn-ea"/>
                <a:cs typeface="+mn-cs"/>
              </a:rPr>
              <a:t> and </a:t>
            </a:r>
            <a:r>
              <a:rPr lang="en-US" sz="2400" b="1" dirty="0">
                <a:solidFill>
                  <a:srgbClr val="FFFF00"/>
                </a:solidFill>
                <a:ea typeface="+mn-ea"/>
                <a:cs typeface="+mn-cs"/>
              </a:rPr>
              <a:t>initialize</a:t>
            </a:r>
            <a:r>
              <a:rPr lang="en-US" sz="2400" b="1" dirty="0">
                <a:solidFill>
                  <a:schemeClr val="bg1"/>
                </a:solidFill>
                <a:ea typeface="+mn-ea"/>
                <a:cs typeface="+mn-cs"/>
              </a:rPr>
              <a:t> an array? How to </a:t>
            </a:r>
            <a:r>
              <a:rPr lang="en-US" sz="2400" b="1" dirty="0">
                <a:solidFill>
                  <a:srgbClr val="FFFF00"/>
                </a:solidFill>
                <a:ea typeface="+mn-ea"/>
                <a:cs typeface="+mn-cs"/>
              </a:rPr>
              <a:t>access</a:t>
            </a:r>
            <a:r>
              <a:rPr lang="en-US" sz="2400" b="1" dirty="0">
                <a:solidFill>
                  <a:schemeClr val="bg1"/>
                </a:solidFill>
                <a:ea typeface="+mn-ea"/>
                <a:cs typeface="+mn-cs"/>
              </a:rPr>
              <a:t> array elements?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32" name="Table 31">
            <a:extLst>
              <a:ext uri="{FF2B5EF4-FFF2-40B4-BE49-F238E27FC236}">
                <a16:creationId xmlns:a16="http://schemas.microsoft.com/office/drawing/2014/main" id="{4A58B351-BC15-83EE-A38A-1D0D80590813}"/>
              </a:ext>
            </a:extLst>
          </p:cNvPr>
          <p:cNvGraphicFramePr>
            <a:graphicFrameLocks noGrp="1"/>
          </p:cNvGraphicFramePr>
          <p:nvPr/>
        </p:nvGraphicFramePr>
        <p:xfrm>
          <a:off x="508093" y="1617461"/>
          <a:ext cx="4235987" cy="1181528"/>
        </p:xfrm>
        <a:graphic>
          <a:graphicData uri="http://schemas.openxmlformats.org/drawingml/2006/table">
            <a:tbl>
              <a:tblPr firstRow="1" bandRow="1">
                <a:tableStyleId>{E8B1032C-EA38-4F05-BA0D-38AFFFC7BED3}</a:tableStyleId>
              </a:tblPr>
              <a:tblGrid>
                <a:gridCol w="1640268">
                  <a:extLst>
                    <a:ext uri="{9D8B030D-6E8A-4147-A177-3AD203B41FA5}">
                      <a16:colId xmlns:a16="http://schemas.microsoft.com/office/drawing/2014/main" val="3849347343"/>
                    </a:ext>
                  </a:extLst>
                </a:gridCol>
                <a:gridCol w="793676">
                  <a:extLst>
                    <a:ext uri="{9D8B030D-6E8A-4147-A177-3AD203B41FA5}">
                      <a16:colId xmlns:a16="http://schemas.microsoft.com/office/drawing/2014/main" val="2449516834"/>
                    </a:ext>
                  </a:extLst>
                </a:gridCol>
                <a:gridCol w="884946">
                  <a:extLst>
                    <a:ext uri="{9D8B030D-6E8A-4147-A177-3AD203B41FA5}">
                      <a16:colId xmlns:a16="http://schemas.microsoft.com/office/drawing/2014/main" val="2597774228"/>
                    </a:ext>
                  </a:extLst>
                </a:gridCol>
                <a:gridCol w="917097">
                  <a:extLst>
                    <a:ext uri="{9D8B030D-6E8A-4147-A177-3AD203B41FA5}">
                      <a16:colId xmlns:a16="http://schemas.microsoft.com/office/drawing/2014/main" val="1215223895"/>
                    </a:ext>
                  </a:extLst>
                </a:gridCol>
              </a:tblGrid>
              <a:tr h="593304">
                <a:tc>
                  <a:txBody>
                    <a:bodyPr/>
                    <a:lstStyle/>
                    <a:p>
                      <a:pPr algn="ctr"/>
                      <a:r>
                        <a:rPr lang="en-US" b="0" dirty="0"/>
                        <a:t>Array Elements</a:t>
                      </a:r>
                      <a:endParaRPr lang="en-IN" b="0" dirty="0"/>
                    </a:p>
                  </a:txBody>
                  <a:tcPr anchor="ctr"/>
                </a:tc>
                <a:tc>
                  <a:txBody>
                    <a:bodyPr/>
                    <a:lstStyle/>
                    <a:p>
                      <a:pPr algn="ctr"/>
                      <a:r>
                        <a:rPr lang="en-US" b="0" dirty="0"/>
                        <a:t>apple</a:t>
                      </a:r>
                      <a:endParaRPr lang="en-IN" b="0" dirty="0"/>
                    </a:p>
                  </a:txBody>
                  <a:tcPr anchor="ctr"/>
                </a:tc>
                <a:tc>
                  <a:txBody>
                    <a:bodyPr/>
                    <a:lstStyle/>
                    <a:p>
                      <a:pPr algn="ctr"/>
                      <a:r>
                        <a:rPr lang="en-US" b="0" dirty="0"/>
                        <a:t>banana</a:t>
                      </a:r>
                      <a:endParaRPr lang="en-IN" b="0" dirty="0"/>
                    </a:p>
                  </a:txBody>
                  <a:tcPr anchor="ctr"/>
                </a:tc>
                <a:tc>
                  <a:txBody>
                    <a:bodyPr/>
                    <a:lstStyle/>
                    <a:p>
                      <a:pPr algn="ctr"/>
                      <a:r>
                        <a:rPr lang="en-US" b="0" dirty="0"/>
                        <a:t>orange</a:t>
                      </a:r>
                      <a:endParaRPr lang="en-IN" b="0" dirty="0"/>
                    </a:p>
                  </a:txBody>
                  <a:tcPr anchor="ctr"/>
                </a:tc>
                <a:extLst>
                  <a:ext uri="{0D108BD9-81ED-4DB2-BD59-A6C34878D82A}">
                    <a16:rowId xmlns:a16="http://schemas.microsoft.com/office/drawing/2014/main" val="1189000200"/>
                  </a:ext>
                </a:extLst>
              </a:tr>
              <a:tr h="588224">
                <a:tc>
                  <a:txBody>
                    <a:bodyPr/>
                    <a:lstStyle/>
                    <a:p>
                      <a:pPr algn="ctr"/>
                      <a:r>
                        <a:rPr lang="en-US" b="0" dirty="0"/>
                        <a:t>Array Index</a:t>
                      </a:r>
                      <a:endParaRPr lang="en-IN" b="0" dirty="0"/>
                    </a:p>
                  </a:txBody>
                  <a:tcPr anchor="ctr"/>
                </a:tc>
                <a:tc>
                  <a:txBody>
                    <a:bodyPr/>
                    <a:lstStyle/>
                    <a:p>
                      <a:pPr algn="ctr"/>
                      <a:r>
                        <a:rPr lang="en-US" b="0" dirty="0"/>
                        <a:t>0</a:t>
                      </a:r>
                      <a:endParaRPr lang="en-IN" b="0" dirty="0"/>
                    </a:p>
                  </a:txBody>
                  <a:tcPr anchor="ctr"/>
                </a:tc>
                <a:tc>
                  <a:txBody>
                    <a:bodyPr/>
                    <a:lstStyle/>
                    <a:p>
                      <a:pPr algn="ctr"/>
                      <a:r>
                        <a:rPr lang="en-US" b="0" dirty="0"/>
                        <a:t>1</a:t>
                      </a:r>
                      <a:endParaRPr lang="en-IN" b="0" dirty="0"/>
                    </a:p>
                  </a:txBody>
                  <a:tcPr anchor="ctr"/>
                </a:tc>
                <a:tc>
                  <a:txBody>
                    <a:bodyPr/>
                    <a:lstStyle/>
                    <a:p>
                      <a:pPr algn="ctr"/>
                      <a:r>
                        <a:rPr lang="en-US" b="0" dirty="0"/>
                        <a:t>2</a:t>
                      </a:r>
                      <a:endParaRPr lang="en-IN" b="0" dirty="0"/>
                    </a:p>
                  </a:txBody>
                  <a:tcPr anchor="ctr"/>
                </a:tc>
                <a:extLst>
                  <a:ext uri="{0D108BD9-81ED-4DB2-BD59-A6C34878D82A}">
                    <a16:rowId xmlns:a16="http://schemas.microsoft.com/office/drawing/2014/main" val="2469567391"/>
                  </a:ext>
                </a:extLst>
              </a:tr>
            </a:tbl>
          </a:graphicData>
        </a:graphic>
      </p:graphicFrame>
      <p:sp>
        <p:nvSpPr>
          <p:cNvPr id="34" name="TextBox 33">
            <a:extLst>
              <a:ext uri="{FF2B5EF4-FFF2-40B4-BE49-F238E27FC236}">
                <a16:creationId xmlns:a16="http://schemas.microsoft.com/office/drawing/2014/main" id="{7E1D60A2-3048-C8A8-0E51-9A29B8A619C4}"/>
              </a:ext>
            </a:extLst>
          </p:cNvPr>
          <p:cNvSpPr txBox="1"/>
          <p:nvPr/>
        </p:nvSpPr>
        <p:spPr>
          <a:xfrm>
            <a:off x="2073357" y="1149149"/>
            <a:ext cx="143889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Array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34">
            <a:extLst>
              <a:ext uri="{FF2B5EF4-FFF2-40B4-BE49-F238E27FC236}">
                <a16:creationId xmlns:a16="http://schemas.microsoft.com/office/drawing/2014/main" id="{5DB82581-03ED-D01D-2902-73B2C6A3B7A9}"/>
              </a:ext>
            </a:extLst>
          </p:cNvPr>
          <p:cNvSpPr/>
          <p:nvPr/>
        </p:nvSpPr>
        <p:spPr>
          <a:xfrm>
            <a:off x="5680709" y="1149149"/>
            <a:ext cx="6251423" cy="309900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Declare and initialize an array of String</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fruits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"apple"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"banana"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"orange"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//Access one element by passing index</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fruits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orange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TextBox 3">
            <a:extLst>
              <a:ext uri="{FF2B5EF4-FFF2-40B4-BE49-F238E27FC236}">
                <a16:creationId xmlns:a16="http://schemas.microsoft.com/office/drawing/2014/main" id="{A819AD67-7F87-D252-41EE-E00F2739EC00}"/>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41451912"/>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a:t>
            </a:r>
            <a:r>
              <a:rPr lang="en-US" sz="2400" b="1" dirty="0">
                <a:solidFill>
                  <a:srgbClr val="FFFF00"/>
                </a:solidFill>
                <a:ea typeface="+mn-ea"/>
                <a:cs typeface="+mn-cs"/>
              </a:rPr>
              <a:t>length property</a:t>
            </a:r>
            <a:r>
              <a:rPr lang="en-US" sz="2400" b="1" dirty="0">
                <a:solidFill>
                  <a:schemeClr val="bg1"/>
                </a:solidFill>
                <a:ea typeface="+mn-ea"/>
                <a:cs typeface="+mn-cs"/>
              </a:rPr>
              <a:t> of an array?</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B9D7C6BA-B29E-091E-789D-2E2DBDDF99B3}"/>
              </a:ext>
            </a:extLst>
          </p:cNvPr>
          <p:cNvSpPr/>
          <p:nvPr/>
        </p:nvSpPr>
        <p:spPr>
          <a:xfrm>
            <a:off x="5680709" y="1149149"/>
            <a:ext cx="6251423" cy="288252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ArrayLengthEx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Declare and initialize an array of String</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fruits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"apple"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"banana"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"orange"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Print the length of the array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fruits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3</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7" name="Rectangle 6">
            <a:extLst>
              <a:ext uri="{FF2B5EF4-FFF2-40B4-BE49-F238E27FC236}">
                <a16:creationId xmlns:a16="http://schemas.microsoft.com/office/drawing/2014/main" id="{B641DF15-9535-F87D-B118-7B4E063D315D}"/>
              </a:ext>
            </a:extLst>
          </p:cNvPr>
          <p:cNvSpPr/>
          <p:nvPr/>
        </p:nvSpPr>
        <p:spPr>
          <a:xfrm>
            <a:off x="434339" y="1149149"/>
            <a:ext cx="4366261" cy="1126970"/>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The length property of an array is used to determine the number of elements in the array.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 name="Straight Arrow Connector 9">
            <a:extLst>
              <a:ext uri="{FF2B5EF4-FFF2-40B4-BE49-F238E27FC236}">
                <a16:creationId xmlns:a16="http://schemas.microsoft.com/office/drawing/2014/main" id="{D9B857EF-4B3E-92C2-9C0E-BE32A89CDF26}"/>
              </a:ext>
            </a:extLst>
          </p:cNvPr>
          <p:cNvCxnSpPr>
            <a:cxnSpLocks/>
            <a:endCxn id="7" idx="2"/>
          </p:cNvCxnSpPr>
          <p:nvPr/>
        </p:nvCxnSpPr>
        <p:spPr>
          <a:xfrm flipH="1" flipV="1">
            <a:off x="2617470" y="2276119"/>
            <a:ext cx="6748203" cy="91042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CC7859BE-AFCE-6064-16A3-393221D58D0D}"/>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9761120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How do you iterate over an array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TextBox 4">
            <a:extLst>
              <a:ext uri="{FF2B5EF4-FFF2-40B4-BE49-F238E27FC236}">
                <a16:creationId xmlns:a16="http://schemas.microsoft.com/office/drawing/2014/main" id="{F7F0155F-1A70-7E78-076A-A6C54E5EA030}"/>
              </a:ext>
            </a:extLst>
          </p:cNvPr>
          <p:cNvSpPr txBox="1"/>
          <p:nvPr/>
        </p:nvSpPr>
        <p:spPr>
          <a:xfrm>
            <a:off x="259867" y="1153237"/>
            <a:ext cx="4585666"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Use loops to iterate over an array.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32" name="Table 31">
            <a:extLst>
              <a:ext uri="{FF2B5EF4-FFF2-40B4-BE49-F238E27FC236}">
                <a16:creationId xmlns:a16="http://schemas.microsoft.com/office/drawing/2014/main" id="{4A58B351-BC15-83EE-A38A-1D0D80590813}"/>
              </a:ext>
            </a:extLst>
          </p:cNvPr>
          <p:cNvGraphicFramePr>
            <a:graphicFrameLocks noGrp="1"/>
          </p:cNvGraphicFramePr>
          <p:nvPr/>
        </p:nvGraphicFramePr>
        <p:xfrm>
          <a:off x="469276" y="2190536"/>
          <a:ext cx="4235987" cy="1181528"/>
        </p:xfrm>
        <a:graphic>
          <a:graphicData uri="http://schemas.openxmlformats.org/drawingml/2006/table">
            <a:tbl>
              <a:tblPr firstRow="1" bandRow="1">
                <a:tableStyleId>{E8B1032C-EA38-4F05-BA0D-38AFFFC7BED3}</a:tableStyleId>
              </a:tblPr>
              <a:tblGrid>
                <a:gridCol w="1640268">
                  <a:extLst>
                    <a:ext uri="{9D8B030D-6E8A-4147-A177-3AD203B41FA5}">
                      <a16:colId xmlns:a16="http://schemas.microsoft.com/office/drawing/2014/main" val="3849347343"/>
                    </a:ext>
                  </a:extLst>
                </a:gridCol>
                <a:gridCol w="793676">
                  <a:extLst>
                    <a:ext uri="{9D8B030D-6E8A-4147-A177-3AD203B41FA5}">
                      <a16:colId xmlns:a16="http://schemas.microsoft.com/office/drawing/2014/main" val="2449516834"/>
                    </a:ext>
                  </a:extLst>
                </a:gridCol>
                <a:gridCol w="884946">
                  <a:extLst>
                    <a:ext uri="{9D8B030D-6E8A-4147-A177-3AD203B41FA5}">
                      <a16:colId xmlns:a16="http://schemas.microsoft.com/office/drawing/2014/main" val="2597774228"/>
                    </a:ext>
                  </a:extLst>
                </a:gridCol>
                <a:gridCol w="917097">
                  <a:extLst>
                    <a:ext uri="{9D8B030D-6E8A-4147-A177-3AD203B41FA5}">
                      <a16:colId xmlns:a16="http://schemas.microsoft.com/office/drawing/2014/main" val="1215223895"/>
                    </a:ext>
                  </a:extLst>
                </a:gridCol>
              </a:tblGrid>
              <a:tr h="593304">
                <a:tc>
                  <a:txBody>
                    <a:bodyPr/>
                    <a:lstStyle/>
                    <a:p>
                      <a:pPr algn="ctr"/>
                      <a:r>
                        <a:rPr lang="en-US" b="0" dirty="0"/>
                        <a:t>Array Elements</a:t>
                      </a:r>
                      <a:endParaRPr lang="en-IN" b="0" dirty="0"/>
                    </a:p>
                  </a:txBody>
                  <a:tcPr anchor="ctr"/>
                </a:tc>
                <a:tc>
                  <a:txBody>
                    <a:bodyPr/>
                    <a:lstStyle/>
                    <a:p>
                      <a:pPr algn="ctr"/>
                      <a:r>
                        <a:rPr lang="en-US" b="0" dirty="0"/>
                        <a:t>apple</a:t>
                      </a:r>
                      <a:endParaRPr lang="en-IN" b="0" dirty="0"/>
                    </a:p>
                  </a:txBody>
                  <a:tcPr anchor="ctr"/>
                </a:tc>
                <a:tc>
                  <a:txBody>
                    <a:bodyPr/>
                    <a:lstStyle/>
                    <a:p>
                      <a:pPr algn="ctr"/>
                      <a:r>
                        <a:rPr lang="en-US" b="0" dirty="0"/>
                        <a:t>banana</a:t>
                      </a:r>
                      <a:endParaRPr lang="en-IN" b="0" dirty="0"/>
                    </a:p>
                  </a:txBody>
                  <a:tcPr anchor="ctr"/>
                </a:tc>
                <a:tc>
                  <a:txBody>
                    <a:bodyPr/>
                    <a:lstStyle/>
                    <a:p>
                      <a:pPr algn="ctr"/>
                      <a:r>
                        <a:rPr lang="en-US" b="0" dirty="0"/>
                        <a:t>orange</a:t>
                      </a:r>
                      <a:endParaRPr lang="en-IN" b="0" dirty="0"/>
                    </a:p>
                  </a:txBody>
                  <a:tcPr anchor="ctr"/>
                </a:tc>
                <a:extLst>
                  <a:ext uri="{0D108BD9-81ED-4DB2-BD59-A6C34878D82A}">
                    <a16:rowId xmlns:a16="http://schemas.microsoft.com/office/drawing/2014/main" val="1189000200"/>
                  </a:ext>
                </a:extLst>
              </a:tr>
              <a:tr h="588224">
                <a:tc>
                  <a:txBody>
                    <a:bodyPr/>
                    <a:lstStyle/>
                    <a:p>
                      <a:pPr algn="ctr"/>
                      <a:r>
                        <a:rPr lang="en-US" b="0" dirty="0"/>
                        <a:t>Array Index</a:t>
                      </a:r>
                      <a:endParaRPr lang="en-IN" b="0" dirty="0"/>
                    </a:p>
                  </a:txBody>
                  <a:tcPr anchor="ctr"/>
                </a:tc>
                <a:tc>
                  <a:txBody>
                    <a:bodyPr/>
                    <a:lstStyle/>
                    <a:p>
                      <a:pPr algn="ctr"/>
                      <a:r>
                        <a:rPr lang="en-US" b="0" dirty="0"/>
                        <a:t>0</a:t>
                      </a:r>
                      <a:endParaRPr lang="en-IN" b="0" dirty="0"/>
                    </a:p>
                  </a:txBody>
                  <a:tcPr anchor="ctr"/>
                </a:tc>
                <a:tc>
                  <a:txBody>
                    <a:bodyPr/>
                    <a:lstStyle/>
                    <a:p>
                      <a:pPr algn="ctr"/>
                      <a:r>
                        <a:rPr lang="en-US" b="0" dirty="0"/>
                        <a:t>1</a:t>
                      </a:r>
                      <a:endParaRPr lang="en-IN" b="0" dirty="0"/>
                    </a:p>
                  </a:txBody>
                  <a:tcPr anchor="ctr"/>
                </a:tc>
                <a:tc>
                  <a:txBody>
                    <a:bodyPr/>
                    <a:lstStyle/>
                    <a:p>
                      <a:pPr algn="ctr"/>
                      <a:r>
                        <a:rPr lang="en-US" b="0" dirty="0"/>
                        <a:t>2</a:t>
                      </a:r>
                      <a:endParaRPr lang="en-IN" b="0" dirty="0"/>
                    </a:p>
                  </a:txBody>
                  <a:tcPr anchor="ctr"/>
                </a:tc>
                <a:extLst>
                  <a:ext uri="{0D108BD9-81ED-4DB2-BD59-A6C34878D82A}">
                    <a16:rowId xmlns:a16="http://schemas.microsoft.com/office/drawing/2014/main" val="2469567391"/>
                  </a:ext>
                </a:extLst>
              </a:tr>
            </a:tbl>
          </a:graphicData>
        </a:graphic>
      </p:graphicFrame>
      <p:sp>
        <p:nvSpPr>
          <p:cNvPr id="34" name="TextBox 33">
            <a:extLst>
              <a:ext uri="{FF2B5EF4-FFF2-40B4-BE49-F238E27FC236}">
                <a16:creationId xmlns:a16="http://schemas.microsoft.com/office/drawing/2014/main" id="{7E1D60A2-3048-C8A8-0E51-9A29B8A619C4}"/>
              </a:ext>
            </a:extLst>
          </p:cNvPr>
          <p:cNvSpPr txBox="1"/>
          <p:nvPr/>
        </p:nvSpPr>
        <p:spPr>
          <a:xfrm>
            <a:off x="2034540" y="1722224"/>
            <a:ext cx="143889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Array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34">
            <a:extLst>
              <a:ext uri="{FF2B5EF4-FFF2-40B4-BE49-F238E27FC236}">
                <a16:creationId xmlns:a16="http://schemas.microsoft.com/office/drawing/2014/main" id="{5DB82581-03ED-D01D-2902-73B2C6A3B7A9}"/>
              </a:ext>
            </a:extLst>
          </p:cNvPr>
          <p:cNvSpPr/>
          <p:nvPr/>
        </p:nvSpPr>
        <p:spPr>
          <a:xfrm>
            <a:off x="5680709" y="1149149"/>
            <a:ext cx="6251423" cy="370860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Declare and initialize an array of String</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fruits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"apple"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"banana"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"orange"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Iterate over an array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fruits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fruits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apple, banana, orange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TextBox 3">
            <a:extLst>
              <a:ext uri="{FF2B5EF4-FFF2-40B4-BE49-F238E27FC236}">
                <a16:creationId xmlns:a16="http://schemas.microsoft.com/office/drawing/2014/main" id="{E039ED50-4E2F-C355-0035-F430D137DE83}"/>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93806492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954381"/>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OOPS</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main concepts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of OOPS?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classes</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objects</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Why use them in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How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implement classes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objects</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members</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of class?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the role and benefit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package</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in Java?</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8. OOPS - Classes, Objects &amp; Package</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A4751FE7-4EEE-8010-CA02-B4AC391D0339}"/>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7A7B5EAF-A68C-790A-8B66-A40A59536779}"/>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676274" y="1544770"/>
            <a:ext cx="636255" cy="253133"/>
          </a:xfrm>
          <a:prstGeom prst="rect">
            <a:avLst/>
          </a:prstGeom>
        </p:spPr>
      </p:pic>
      <p:pic>
        <p:nvPicPr>
          <p:cNvPr id="5" name="Picture 4">
            <a:extLst>
              <a:ext uri="{FF2B5EF4-FFF2-40B4-BE49-F238E27FC236}">
                <a16:creationId xmlns:a16="http://schemas.microsoft.com/office/drawing/2014/main" id="{B9AE892D-B775-E44A-1675-E9DC0216C05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366349" y="1948200"/>
            <a:ext cx="636255" cy="253133"/>
          </a:xfrm>
          <a:prstGeom prst="rect">
            <a:avLst/>
          </a:prstGeom>
        </p:spPr>
      </p:pic>
      <p:pic>
        <p:nvPicPr>
          <p:cNvPr id="6" name="Picture 5">
            <a:extLst>
              <a:ext uri="{FF2B5EF4-FFF2-40B4-BE49-F238E27FC236}">
                <a16:creationId xmlns:a16="http://schemas.microsoft.com/office/drawing/2014/main" id="{F31C5D29-0213-B960-C201-1EA4C4BF5ECA}"/>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653633" y="2747587"/>
            <a:ext cx="636255" cy="253133"/>
          </a:xfrm>
          <a:prstGeom prst="rect">
            <a:avLst/>
          </a:prstGeom>
        </p:spPr>
      </p:pic>
      <p:sp>
        <p:nvSpPr>
          <p:cNvPr id="10" name="TextBox 9">
            <a:extLst>
              <a:ext uri="{FF2B5EF4-FFF2-40B4-BE49-F238E27FC236}">
                <a16:creationId xmlns:a16="http://schemas.microsoft.com/office/drawing/2014/main" id="{3E32823C-A58A-636B-E599-0433B5AF39EA}"/>
              </a:ext>
            </a:extLst>
          </p:cNvPr>
          <p:cNvSpPr txBox="1"/>
          <p:nvPr/>
        </p:nvSpPr>
        <p:spPr>
          <a:xfrm>
            <a:off x="10342731" y="6373174"/>
            <a:ext cx="1972639" cy="307777"/>
          </a:xfrm>
          <a:prstGeom prst="rect">
            <a:avLst/>
          </a:prstGeom>
          <a:noFill/>
        </p:spPr>
        <p:txBody>
          <a:bodyPr wrap="square">
            <a:spAutoFit/>
          </a:bodyPr>
          <a:lstStyle/>
          <a:p>
            <a:r>
              <a:rPr lang="en-US" sz="1400" dirty="0">
                <a:hlinkClick r:id="rId10" action="ppaction://hlinksldjump"/>
              </a:rPr>
              <a:t>Back to main index</a:t>
            </a:r>
            <a:endParaRPr lang="en-IN" sz="1400" dirty="0"/>
          </a:p>
        </p:txBody>
      </p:sp>
    </p:spTree>
    <p:extLst>
      <p:ext uri="{BB962C8B-B14F-4D97-AF65-F5344CB8AC3E}">
        <p14:creationId xmlns:p14="http://schemas.microsoft.com/office/powerpoint/2010/main" val="3791445752"/>
      </p:ext>
    </p:extLst>
  </p:cSld>
  <p:clrMapOvr>
    <a:overrideClrMapping bg1="dk1" tx1="lt1" bg2="dk2" tx2="lt2" accent1="accent1" accent2="accent2" accent3="accent3" accent4="accent4" accent5="accent5" accent6="accent6" hlink="hlink" folHlink="folHlink"/>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a:ln>
                  <a:noFill/>
                </a:ln>
                <a:solidFill>
                  <a:srgbClr val="FFFF00"/>
                </a:solidFill>
                <a:effectLst/>
                <a:uLnTx/>
                <a:uFillTx/>
                <a:ea typeface="+mn-ea"/>
                <a:cs typeface="+mn-cs"/>
              </a:rPr>
              <a:t>OOPS</a:t>
            </a:r>
            <a:r>
              <a:rPr kumimoji="0" lang="en-US" sz="2400" b="1" i="0" u="none" strike="noStrike" kern="1200" cap="none" spc="0" normalizeH="0" baseline="0" noProof="0" dirty="0">
                <a:ln>
                  <a:noFill/>
                </a:ln>
                <a:solidFill>
                  <a:schemeClr val="bg1"/>
                </a:solidFill>
                <a:effectLst/>
                <a:uLnTx/>
                <a:uFillTx/>
                <a:ea typeface="+mn-ea"/>
                <a:cs typeface="+mn-cs"/>
              </a:rPr>
              <a:t>? What are the </a:t>
            </a:r>
            <a:r>
              <a:rPr kumimoji="0" lang="en-US" sz="2400" b="1" i="0" u="none" strike="noStrike" kern="1200" cap="none" spc="0" normalizeH="0" baseline="0" noProof="0" dirty="0">
                <a:ln>
                  <a:noFill/>
                </a:ln>
                <a:solidFill>
                  <a:srgbClr val="FFFF00"/>
                </a:solidFill>
                <a:effectLst/>
                <a:uLnTx/>
                <a:uFillTx/>
                <a:ea typeface="+mn-ea"/>
                <a:cs typeface="+mn-cs"/>
              </a:rPr>
              <a:t>main concepts</a:t>
            </a:r>
            <a:r>
              <a:rPr kumimoji="0" lang="en-US" sz="2400" b="1" i="0" u="none" strike="noStrike" kern="1200" cap="none" spc="0" normalizeH="0" baseline="0" noProof="0" dirty="0">
                <a:ln>
                  <a:noFill/>
                </a:ln>
                <a:solidFill>
                  <a:schemeClr val="bg1"/>
                </a:solidFill>
                <a:effectLst/>
                <a:uLnTx/>
                <a:uFillTx/>
                <a:ea typeface="+mn-ea"/>
                <a:cs typeface="+mn-cs"/>
              </a:rPr>
              <a:t> of OOPS?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5" name="Picture 4">
            <a:extLst>
              <a:ext uri="{FF2B5EF4-FFF2-40B4-BE49-F238E27FC236}">
                <a16:creationId xmlns:a16="http://schemas.microsoft.com/office/drawing/2014/main" id="{A26AB6CC-3451-D6C0-CF35-1C24BCEE339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33342" y="295450"/>
            <a:ext cx="914784" cy="363946"/>
          </a:xfrm>
          <a:prstGeom prst="rect">
            <a:avLst/>
          </a:prstGeom>
        </p:spPr>
      </p:pic>
      <p:sp>
        <p:nvSpPr>
          <p:cNvPr id="11" name="TextBox 10">
            <a:extLst>
              <a:ext uri="{FF2B5EF4-FFF2-40B4-BE49-F238E27FC236}">
                <a16:creationId xmlns:a16="http://schemas.microsoft.com/office/drawing/2014/main" id="{634C618E-9162-5CF8-94DB-F1453306AF10}"/>
              </a:ext>
            </a:extLst>
          </p:cNvPr>
          <p:cNvSpPr txBox="1"/>
          <p:nvPr/>
        </p:nvSpPr>
        <p:spPr>
          <a:xfrm>
            <a:off x="355693" y="1156503"/>
            <a:ext cx="4263530" cy="1754326"/>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Verdana" panose="020B0604030504040204" pitchFamily="34" charset="0"/>
                <a:cs typeface="Arial" panose="020B0604020202020204" pitchFamily="34" charset="0"/>
              </a:rPr>
              <a:t>OOP stands for </a:t>
            </a:r>
            <a:r>
              <a:rPr kumimoji="0" lang="en-US" sz="1800" b="1" i="0" u="none" strike="noStrike" kern="1200" cap="none" spc="0" normalizeH="0" baseline="0" noProof="0" dirty="0">
                <a:ln>
                  <a:noFill/>
                </a:ln>
                <a:solidFill>
                  <a:prstClr val="black"/>
                </a:solidFill>
                <a:effectLst/>
                <a:uLnTx/>
                <a:uFillTx/>
                <a:latin typeface="Calibri" panose="020F0502020204030204"/>
                <a:ea typeface="Verdana" panose="020B0604030504040204" pitchFamily="34" charset="0"/>
                <a:cs typeface="Arial" panose="020B0604020202020204" pitchFamily="34" charset="0"/>
              </a:rPr>
              <a:t>Object-Oriented Programming</a:t>
            </a:r>
            <a:r>
              <a:rPr kumimoji="0" lang="en-US" sz="1800" b="0" i="0" u="none" strike="noStrike" kern="1200" cap="none" spc="0" normalizeH="0" baseline="0" noProof="0" dirty="0">
                <a:ln>
                  <a:noFill/>
                </a:ln>
                <a:solidFill>
                  <a:prstClr val="black"/>
                </a:solidFill>
                <a:effectLst/>
                <a:uLnTx/>
                <a:uFillTx/>
                <a:latin typeface="Calibri" panose="020F0502020204030204"/>
                <a:ea typeface="Verdana" panose="020B0604030504040204" pitchFamily="34" charset="0"/>
                <a:cs typeface="Arial" panose="020B0604020202020204" pitchFamily="34" charset="0"/>
              </a:rPr>
              <a:t>, which means OOPS is a way to create software around </a:t>
            </a:r>
            <a:r>
              <a:rPr kumimoji="0" lang="en-US" sz="1800" b="1" i="0" u="none" strike="noStrike" kern="1200" cap="none" spc="0" normalizeH="0" baseline="0" noProof="0" dirty="0">
                <a:ln>
                  <a:noFill/>
                </a:ln>
                <a:solidFill>
                  <a:prstClr val="black"/>
                </a:solidFill>
                <a:effectLst/>
                <a:uLnTx/>
                <a:uFillTx/>
                <a:latin typeface="Calibri" panose="020F0502020204030204"/>
                <a:ea typeface="Verdana" panose="020B0604030504040204" pitchFamily="34" charset="0"/>
                <a:cs typeface="Arial" panose="020B0604020202020204" pitchFamily="34" charset="0"/>
              </a:rPr>
              <a:t>objects</a:t>
            </a:r>
            <a:r>
              <a:rPr kumimoji="0" lang="en-US" sz="1800" b="0" i="0" u="none" strike="noStrike" kern="1200" cap="none" spc="0" normalizeH="0" baseline="0" noProof="0" dirty="0">
                <a:ln>
                  <a:noFill/>
                </a:ln>
                <a:solidFill>
                  <a:prstClr val="black"/>
                </a:solidFill>
                <a:effectLst/>
                <a:uLnTx/>
                <a:uFillTx/>
                <a:latin typeface="Calibri" panose="020F0502020204030204"/>
                <a:ea typeface="Verdana" panose="020B0604030504040204" pitchFamily="34" charset="0"/>
                <a:cs typeface="Arial" panose="020B0604020202020204" pitchFamily="34" charset="0"/>
              </a:rPr>
              <a:t>.</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Verdana" panose="020B0604030504040204" pitchFamily="34" charset="0"/>
              <a:cs typeface="Arial" panose="020B0604020202020204" pitchFamily="34" charset="0"/>
            </a:endParaRP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Verdana" panose="020B0604030504040204" pitchFamily="34" charset="0"/>
                <a:cs typeface="Arial" panose="020B0604020202020204" pitchFamily="34" charset="0"/>
              </a:rPr>
              <a:t>OOPs provide a </a:t>
            </a:r>
            <a:r>
              <a:rPr kumimoji="0" lang="en-US" sz="1800" b="1" i="0" u="none" strike="noStrike" kern="1200" cap="none" spc="0" normalizeH="0" baseline="0" noProof="0" dirty="0">
                <a:ln>
                  <a:noFill/>
                </a:ln>
                <a:solidFill>
                  <a:prstClr val="black"/>
                </a:solidFill>
                <a:effectLst/>
                <a:uLnTx/>
                <a:uFillTx/>
                <a:latin typeface="Calibri" panose="020F0502020204030204"/>
                <a:ea typeface="Verdana" panose="020B0604030504040204" pitchFamily="34" charset="0"/>
                <a:cs typeface="Arial" panose="020B0604020202020204" pitchFamily="34" charset="0"/>
              </a:rPr>
              <a:t>clear structure</a:t>
            </a:r>
            <a:r>
              <a:rPr kumimoji="0" lang="en-US" sz="1800" b="0" i="0" u="none" strike="noStrike" kern="1200" cap="none" spc="0" normalizeH="0" baseline="0" noProof="0" dirty="0">
                <a:ln>
                  <a:noFill/>
                </a:ln>
                <a:solidFill>
                  <a:prstClr val="black"/>
                </a:solidFill>
                <a:effectLst/>
                <a:uLnTx/>
                <a:uFillTx/>
                <a:latin typeface="Calibri" panose="020F0502020204030204"/>
                <a:ea typeface="Verdana" panose="020B0604030504040204" pitchFamily="34" charset="0"/>
                <a:cs typeface="Arial" panose="020B0604020202020204" pitchFamily="34" charset="0"/>
              </a:rPr>
              <a:t> for the software's and web applications.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4" name="Diagram 3">
            <a:extLst>
              <a:ext uri="{FF2B5EF4-FFF2-40B4-BE49-F238E27FC236}">
                <a16:creationId xmlns:a16="http://schemas.microsoft.com/office/drawing/2014/main" id="{8679F333-B60E-CD04-3896-64AFA65502D7}"/>
              </a:ext>
            </a:extLst>
          </p:cNvPr>
          <p:cNvGraphicFramePr/>
          <p:nvPr/>
        </p:nvGraphicFramePr>
        <p:xfrm>
          <a:off x="4841644" y="1120254"/>
          <a:ext cx="7493888" cy="4934832"/>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6" name="TextBox 5">
            <a:extLst>
              <a:ext uri="{FF2B5EF4-FFF2-40B4-BE49-F238E27FC236}">
                <a16:creationId xmlns:a16="http://schemas.microsoft.com/office/drawing/2014/main" id="{8DEB533B-5C79-31C4-4861-70352EE94F82}"/>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2036766328"/>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6" name="Rectangle: Rounded Corners 5">
            <a:extLst>
              <a:ext uri="{FF2B5EF4-FFF2-40B4-BE49-F238E27FC236}">
                <a16:creationId xmlns:a16="http://schemas.microsoft.com/office/drawing/2014/main" id="{CCE78CA9-918D-BC03-AF7F-7FDA3A3FD08E}"/>
              </a:ext>
            </a:extLst>
          </p:cNvPr>
          <p:cNvSpPr/>
          <p:nvPr/>
        </p:nvSpPr>
        <p:spPr>
          <a:xfrm>
            <a:off x="535493" y="2417525"/>
            <a:ext cx="10687828" cy="3990872"/>
          </a:xfrm>
          <a:prstGeom prst="roundRect">
            <a:avLst/>
          </a:prstGeom>
          <a:solidFill>
            <a:srgbClr val="FBFBFB"/>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Employee Management System (abc.com)</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classes</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objects</a:t>
            </a:r>
            <a:r>
              <a:rPr kumimoji="0" lang="en-US" sz="2400" b="1" i="0" u="none" strike="noStrike" kern="1200" cap="none" spc="0" normalizeH="0" baseline="0" noProof="0" dirty="0">
                <a:ln>
                  <a:noFill/>
                </a:ln>
                <a:solidFill>
                  <a:schemeClr val="bg1"/>
                </a:solidFill>
                <a:effectLst/>
                <a:uLnTx/>
                <a:uFillTx/>
                <a:ea typeface="+mn-ea"/>
                <a:cs typeface="+mn-cs"/>
              </a:rPr>
              <a:t>? Why use them in applications?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24" name="TextBox 23">
            <a:extLst>
              <a:ext uri="{FF2B5EF4-FFF2-40B4-BE49-F238E27FC236}">
                <a16:creationId xmlns:a16="http://schemas.microsoft.com/office/drawing/2014/main" id="{3A3ABA64-DD55-742E-3962-2879941E29FE}"/>
              </a:ext>
            </a:extLst>
          </p:cNvPr>
          <p:cNvSpPr txBox="1"/>
          <p:nvPr/>
        </p:nvSpPr>
        <p:spPr>
          <a:xfrm>
            <a:off x="377844" y="1103944"/>
            <a:ext cx="6874726" cy="825803"/>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 class is a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blueprint/ template</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for creating objects.</a:t>
            </a:r>
          </a:p>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An object is an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instance </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(real world entity) of a class.</a:t>
            </a:r>
          </a:p>
        </p:txBody>
      </p:sp>
      <p:pic>
        <p:nvPicPr>
          <p:cNvPr id="28" name="Picture 27">
            <a:extLst>
              <a:ext uri="{FF2B5EF4-FFF2-40B4-BE49-F238E27FC236}">
                <a16:creationId xmlns:a16="http://schemas.microsoft.com/office/drawing/2014/main" id="{6EA94B2C-5B89-D9F5-CDB2-41CFA4563DD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544943" y="306759"/>
            <a:ext cx="914784" cy="363946"/>
          </a:xfrm>
          <a:prstGeom prst="rect">
            <a:avLst/>
          </a:prstGeom>
        </p:spPr>
      </p:pic>
      <p:pic>
        <p:nvPicPr>
          <p:cNvPr id="8" name="Graphic 7" descr="Office worker male with solid fill">
            <a:extLst>
              <a:ext uri="{FF2B5EF4-FFF2-40B4-BE49-F238E27FC236}">
                <a16:creationId xmlns:a16="http://schemas.microsoft.com/office/drawing/2014/main" id="{DD7C09DB-C677-8561-500E-A4A000C5E1F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638581" y="3156168"/>
            <a:ext cx="1209230" cy="1209230"/>
          </a:xfrm>
          <a:prstGeom prst="rect">
            <a:avLst/>
          </a:prstGeom>
        </p:spPr>
      </p:pic>
      <p:sp>
        <p:nvSpPr>
          <p:cNvPr id="13" name="Arrow: Right 12">
            <a:extLst>
              <a:ext uri="{FF2B5EF4-FFF2-40B4-BE49-F238E27FC236}">
                <a16:creationId xmlns:a16="http://schemas.microsoft.com/office/drawing/2014/main" id="{37A5688A-DA75-85EC-5F05-374D79E810C7}"/>
              </a:ext>
            </a:extLst>
          </p:cNvPr>
          <p:cNvSpPr/>
          <p:nvPr/>
        </p:nvSpPr>
        <p:spPr>
          <a:xfrm>
            <a:off x="3301240" y="3722054"/>
            <a:ext cx="3762142" cy="303756"/>
          </a:xfrm>
          <a:prstGeom prst="rightArrow">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87EC97FC-A707-FD93-FDD1-E74F3B1EEEE8}"/>
              </a:ext>
            </a:extLst>
          </p:cNvPr>
          <p:cNvSpPr txBox="1"/>
          <p:nvPr/>
        </p:nvSpPr>
        <p:spPr>
          <a:xfrm>
            <a:off x="3295545" y="3378925"/>
            <a:ext cx="376214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When a new employee joined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6" name="Picture 15" descr="A person with a beard&#10;&#10;Description automatically generated">
            <a:extLst>
              <a:ext uri="{FF2B5EF4-FFF2-40B4-BE49-F238E27FC236}">
                <a16:creationId xmlns:a16="http://schemas.microsoft.com/office/drawing/2014/main" id="{EBEB9BE8-8C38-42DF-4EEC-7A707E35B3D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00279" y="3199381"/>
            <a:ext cx="846072" cy="1097752"/>
          </a:xfrm>
          <a:prstGeom prst="rect">
            <a:avLst/>
          </a:prstGeom>
        </p:spPr>
      </p:pic>
      <p:graphicFrame>
        <p:nvGraphicFramePr>
          <p:cNvPr id="4" name="Table 3">
            <a:extLst>
              <a:ext uri="{FF2B5EF4-FFF2-40B4-BE49-F238E27FC236}">
                <a16:creationId xmlns:a16="http://schemas.microsoft.com/office/drawing/2014/main" id="{03C15E75-4BD1-F731-3210-4F6B30ADD859}"/>
              </a:ext>
            </a:extLst>
          </p:cNvPr>
          <p:cNvGraphicFramePr>
            <a:graphicFrameLocks noGrp="1"/>
          </p:cNvGraphicFramePr>
          <p:nvPr/>
        </p:nvGraphicFramePr>
        <p:xfrm>
          <a:off x="772488" y="4542051"/>
          <a:ext cx="3135633" cy="1408713"/>
        </p:xfrm>
        <a:graphic>
          <a:graphicData uri="http://schemas.openxmlformats.org/drawingml/2006/table">
            <a:tbl>
              <a:tblPr firstRow="1" bandRow="1">
                <a:tableStyleId>{7DF18680-E054-41AD-8BC1-D1AEF772440D}</a:tableStyleId>
              </a:tblPr>
              <a:tblGrid>
                <a:gridCol w="3135633">
                  <a:extLst>
                    <a:ext uri="{9D8B030D-6E8A-4147-A177-3AD203B41FA5}">
                      <a16:colId xmlns:a16="http://schemas.microsoft.com/office/drawing/2014/main" val="3912241568"/>
                    </a:ext>
                  </a:extLst>
                </a:gridCol>
              </a:tblGrid>
              <a:tr h="469571">
                <a:tc>
                  <a:txBody>
                    <a:bodyPr/>
                    <a:lstStyle/>
                    <a:p>
                      <a:pPr algn="ctr"/>
                      <a:r>
                        <a:rPr lang="en-US" dirty="0"/>
                        <a:t>Employee class (template)</a:t>
                      </a:r>
                      <a:endParaRPr lang="en-IN" dirty="0"/>
                    </a:p>
                  </a:txBody>
                  <a:tcPr anchor="ctr"/>
                </a:tc>
                <a:extLst>
                  <a:ext uri="{0D108BD9-81ED-4DB2-BD59-A6C34878D82A}">
                    <a16:rowId xmlns:a16="http://schemas.microsoft.com/office/drawing/2014/main" val="2065261395"/>
                  </a:ext>
                </a:extLst>
              </a:tr>
              <a:tr h="469571">
                <a:tc>
                  <a:txBody>
                    <a:bodyPr/>
                    <a:lstStyle/>
                    <a:p>
                      <a:r>
                        <a:rPr lang="en-US" dirty="0"/>
                        <a:t>- Fields: exp, name</a:t>
                      </a:r>
                      <a:endParaRPr lang="en-IN" dirty="0"/>
                    </a:p>
                  </a:txBody>
                  <a:tcPr/>
                </a:tc>
                <a:extLst>
                  <a:ext uri="{0D108BD9-81ED-4DB2-BD59-A6C34878D82A}">
                    <a16:rowId xmlns:a16="http://schemas.microsoft.com/office/drawing/2014/main" val="3693097901"/>
                  </a:ext>
                </a:extLst>
              </a:tr>
              <a:tr h="469571">
                <a:tc>
                  <a:txBody>
                    <a:bodyPr/>
                    <a:lstStyle/>
                    <a:p>
                      <a:r>
                        <a:rPr lang="en-US" dirty="0">
                          <a:solidFill>
                            <a:prstClr val="black"/>
                          </a:solidFill>
                          <a:ea typeface="Calibri" panose="020F0502020204030204" pitchFamily="34" charset="0"/>
                          <a:cs typeface="Times New Roman" panose="02020603050405020304" pitchFamily="18" charset="0"/>
                        </a:rPr>
                        <a:t>- Functions: calculateSalary()</a:t>
                      </a:r>
                      <a:endParaRPr lang="en-IN" dirty="0"/>
                    </a:p>
                  </a:txBody>
                  <a:tcPr/>
                </a:tc>
                <a:extLst>
                  <a:ext uri="{0D108BD9-81ED-4DB2-BD59-A6C34878D82A}">
                    <a16:rowId xmlns:a16="http://schemas.microsoft.com/office/drawing/2014/main" val="4250216895"/>
                  </a:ext>
                </a:extLst>
              </a:tr>
            </a:tbl>
          </a:graphicData>
        </a:graphic>
      </p:graphicFrame>
      <p:graphicFrame>
        <p:nvGraphicFramePr>
          <p:cNvPr id="5" name="Table 4">
            <a:extLst>
              <a:ext uri="{FF2B5EF4-FFF2-40B4-BE49-F238E27FC236}">
                <a16:creationId xmlns:a16="http://schemas.microsoft.com/office/drawing/2014/main" id="{6ED5A15E-08FC-1C50-E8D1-141F8F730065}"/>
              </a:ext>
            </a:extLst>
          </p:cNvPr>
          <p:cNvGraphicFramePr>
            <a:graphicFrameLocks noGrp="1"/>
          </p:cNvGraphicFramePr>
          <p:nvPr/>
        </p:nvGraphicFramePr>
        <p:xfrm>
          <a:off x="6739003" y="4510580"/>
          <a:ext cx="4265844" cy="1408713"/>
        </p:xfrm>
        <a:graphic>
          <a:graphicData uri="http://schemas.openxmlformats.org/drawingml/2006/table">
            <a:tbl>
              <a:tblPr firstRow="1" bandRow="1">
                <a:tableStyleId>{93296810-A885-4BE3-A3E7-6D5BEEA58F35}</a:tableStyleId>
              </a:tblPr>
              <a:tblGrid>
                <a:gridCol w="4265844">
                  <a:extLst>
                    <a:ext uri="{9D8B030D-6E8A-4147-A177-3AD203B41FA5}">
                      <a16:colId xmlns:a16="http://schemas.microsoft.com/office/drawing/2014/main" val="3912241568"/>
                    </a:ext>
                  </a:extLst>
                </a:gridCol>
              </a:tblGrid>
              <a:tr h="469571">
                <a:tc>
                  <a:txBody>
                    <a:bodyPr/>
                    <a:lstStyle/>
                    <a:p>
                      <a:pPr algn="ctr"/>
                      <a:r>
                        <a:rPr lang="en-US" dirty="0"/>
                        <a:t>Object of Employee class(emp)</a:t>
                      </a:r>
                      <a:endParaRPr lang="en-IN" dirty="0"/>
                    </a:p>
                  </a:txBody>
                  <a:tcPr anchor="ctr"/>
                </a:tc>
                <a:extLst>
                  <a:ext uri="{0D108BD9-81ED-4DB2-BD59-A6C34878D82A}">
                    <a16:rowId xmlns:a16="http://schemas.microsoft.com/office/drawing/2014/main" val="2065261395"/>
                  </a:ext>
                </a:extLst>
              </a:tr>
              <a:tr h="469571">
                <a:tc>
                  <a:txBody>
                    <a:bodyPr/>
                    <a:lstStyle/>
                    <a:p>
                      <a:r>
                        <a:rPr lang="en-US" dirty="0">
                          <a:solidFill>
                            <a:prstClr val="black"/>
                          </a:solidFill>
                          <a:ea typeface="Calibri" panose="020F0502020204030204" pitchFamily="34" charset="0"/>
                          <a:cs typeface="Times New Roman" panose="02020603050405020304" pitchFamily="18" charset="0"/>
                        </a:rPr>
                        <a:t>- Fields: </a:t>
                      </a:r>
                      <a:r>
                        <a:rPr lang="en-US" dirty="0" err="1">
                          <a:solidFill>
                            <a:prstClr val="black"/>
                          </a:solidFill>
                          <a:ea typeface="Calibri" panose="020F0502020204030204" pitchFamily="34" charset="0"/>
                          <a:cs typeface="Times New Roman" panose="02020603050405020304" pitchFamily="18" charset="0"/>
                        </a:rPr>
                        <a:t>emp.exp</a:t>
                      </a:r>
                      <a:r>
                        <a:rPr lang="en-US" dirty="0">
                          <a:solidFill>
                            <a:prstClr val="black"/>
                          </a:solidFill>
                          <a:ea typeface="Calibri" panose="020F0502020204030204" pitchFamily="34" charset="0"/>
                          <a:cs typeface="Times New Roman" panose="02020603050405020304" pitchFamily="18" charset="0"/>
                        </a:rPr>
                        <a:t> = 15, emp.name = Happy</a:t>
                      </a:r>
                      <a:endParaRPr lang="en-IN" dirty="0"/>
                    </a:p>
                  </a:txBody>
                  <a:tcPr/>
                </a:tc>
                <a:extLst>
                  <a:ext uri="{0D108BD9-81ED-4DB2-BD59-A6C34878D82A}">
                    <a16:rowId xmlns:a16="http://schemas.microsoft.com/office/drawing/2014/main" val="3693097901"/>
                  </a:ext>
                </a:extLst>
              </a:tr>
              <a:tr h="469571">
                <a:tc>
                  <a:txBody>
                    <a:bodyPr/>
                    <a:lstStyle/>
                    <a:p>
                      <a:pPr>
                        <a:spcBef>
                          <a:spcPts val="1200"/>
                        </a:spcBef>
                      </a:pPr>
                      <a:r>
                        <a:rPr lang="en-US" dirty="0">
                          <a:solidFill>
                            <a:prstClr val="black"/>
                          </a:solidFill>
                          <a:ea typeface="Calibri" panose="020F0502020204030204" pitchFamily="34" charset="0"/>
                          <a:cs typeface="Times New Roman" panose="02020603050405020304" pitchFamily="18" charset="0"/>
                        </a:rPr>
                        <a:t>- Functions: </a:t>
                      </a:r>
                      <a:r>
                        <a:rPr lang="en-US" dirty="0" err="1">
                          <a:solidFill>
                            <a:prstClr val="black"/>
                          </a:solidFill>
                          <a:ea typeface="Calibri" panose="020F0502020204030204" pitchFamily="34" charset="0"/>
                          <a:cs typeface="Times New Roman" panose="02020603050405020304" pitchFamily="18" charset="0"/>
                        </a:rPr>
                        <a:t>emp.calculateSalary</a:t>
                      </a:r>
                      <a:r>
                        <a:rPr lang="en-US" dirty="0">
                          <a:solidFill>
                            <a:prstClr val="black"/>
                          </a:solidFill>
                          <a:ea typeface="Calibri" panose="020F0502020204030204" pitchFamily="34" charset="0"/>
                          <a:cs typeface="Times New Roman" panose="02020603050405020304" pitchFamily="18" charset="0"/>
                        </a:rPr>
                        <a:t>()</a:t>
                      </a:r>
                      <a:endParaRPr lang="en-IN" dirty="0"/>
                    </a:p>
                  </a:txBody>
                  <a:tcPr/>
                </a:tc>
                <a:extLst>
                  <a:ext uri="{0D108BD9-81ED-4DB2-BD59-A6C34878D82A}">
                    <a16:rowId xmlns:a16="http://schemas.microsoft.com/office/drawing/2014/main" val="4250216895"/>
                  </a:ext>
                </a:extLst>
              </a:tr>
            </a:tbl>
          </a:graphicData>
        </a:graphic>
      </p:graphicFrame>
      <p:sp>
        <p:nvSpPr>
          <p:cNvPr id="7" name="TextBox 6">
            <a:extLst>
              <a:ext uri="{FF2B5EF4-FFF2-40B4-BE49-F238E27FC236}">
                <a16:creationId xmlns:a16="http://schemas.microsoft.com/office/drawing/2014/main" id="{78E377A3-B030-D549-4406-9BD58D3ECA9D}"/>
              </a:ext>
            </a:extLst>
          </p:cNvPr>
          <p:cNvSpPr txBox="1"/>
          <p:nvPr/>
        </p:nvSpPr>
        <p:spPr>
          <a:xfrm>
            <a:off x="10405730" y="6485478"/>
            <a:ext cx="1786270" cy="307777"/>
          </a:xfrm>
          <a:prstGeom prst="rect">
            <a:avLst/>
          </a:prstGeom>
          <a:noFill/>
        </p:spPr>
        <p:txBody>
          <a:bodyPr wrap="square">
            <a:spAutoFit/>
          </a:bodyPr>
          <a:lstStyle/>
          <a:p>
            <a:r>
              <a:rPr lang="en-US" sz="1400" dirty="0">
                <a:hlinkClick r:id="rId7" action="ppaction://hlinksldjump"/>
              </a:rPr>
              <a:t>back to chapter index</a:t>
            </a:r>
            <a:endParaRPr lang="en-IN" sz="1400" dirty="0"/>
          </a:p>
        </p:txBody>
      </p:sp>
    </p:spTree>
    <p:extLst>
      <p:ext uri="{BB962C8B-B14F-4D97-AF65-F5344CB8AC3E}">
        <p14:creationId xmlns:p14="http://schemas.microsoft.com/office/powerpoint/2010/main" val="416583938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to </a:t>
            </a:r>
            <a:r>
              <a:rPr kumimoji="0" lang="en-US" sz="2400" b="1" i="0" u="none" strike="noStrike" kern="1200" cap="none" spc="0" normalizeH="0" baseline="0" noProof="0" dirty="0">
                <a:ln>
                  <a:noFill/>
                </a:ln>
                <a:solidFill>
                  <a:srgbClr val="FFFF00"/>
                </a:solidFill>
                <a:effectLst/>
                <a:uLnTx/>
                <a:uFillTx/>
                <a:ea typeface="+mn-ea"/>
                <a:cs typeface="+mn-cs"/>
              </a:rPr>
              <a:t>implement classes </a:t>
            </a:r>
            <a:r>
              <a:rPr kumimoji="0" lang="en-US" sz="2400" b="1" i="0" u="none" strike="noStrike" kern="1200" cap="none" spc="0" normalizeH="0" baseline="0" noProof="0" dirty="0">
                <a:ln>
                  <a:noFill/>
                </a:ln>
                <a:solidFill>
                  <a:schemeClr val="bg1"/>
                </a:solidFill>
                <a:effectLst/>
                <a:uLnTx/>
                <a:uFillTx/>
                <a:ea typeface="+mn-ea"/>
                <a:cs typeface="+mn-cs"/>
              </a:rPr>
              <a:t>and</a:t>
            </a:r>
            <a:r>
              <a:rPr kumimoji="0" lang="en-US" sz="2400" b="1" i="0" u="none" strike="noStrike" kern="1200" cap="none" spc="0" normalizeH="0" baseline="0" noProof="0" dirty="0">
                <a:ln>
                  <a:noFill/>
                </a:ln>
                <a:solidFill>
                  <a:srgbClr val="FFFF00"/>
                </a:solidFill>
                <a:effectLst/>
                <a:uLnTx/>
                <a:uFillTx/>
                <a:ea typeface="+mn-ea"/>
                <a:cs typeface="+mn-cs"/>
              </a:rPr>
              <a:t> objects</a:t>
            </a:r>
            <a:r>
              <a:rPr kumimoji="0" lang="en-US" sz="2400" b="1" i="0" u="none" strike="noStrike" kern="1200" cap="none" spc="0" normalizeH="0" baseline="0" noProof="0" dirty="0">
                <a:ln>
                  <a:noFill/>
                </a:ln>
                <a:solidFill>
                  <a:schemeClr val="bg1"/>
                </a:solidFill>
                <a:effectLst/>
                <a:uLnTx/>
                <a:uFillTx/>
                <a:ea typeface="+mn-ea"/>
                <a:cs typeface="+mn-cs"/>
              </a:rPr>
              <a:t> </a:t>
            </a:r>
            <a:r>
              <a:rPr lang="en-US" sz="2400" b="1" dirty="0">
                <a:solidFill>
                  <a:schemeClr val="bg1"/>
                </a:solidFill>
                <a:ea typeface="+mn-ea"/>
                <a:cs typeface="+mn-cs"/>
              </a:rPr>
              <a:t>in</a:t>
            </a:r>
            <a:r>
              <a:rPr kumimoji="0" lang="en-US" sz="2400" b="1" i="0" u="none" strike="noStrike" kern="1200" cap="none" spc="0" normalizeH="0" baseline="0" noProof="0" dirty="0">
                <a:ln>
                  <a:noFill/>
                </a:ln>
                <a:solidFill>
                  <a:schemeClr val="bg1"/>
                </a:solidFill>
                <a:effectLst/>
                <a:uLnTx/>
                <a:uFillTx/>
                <a:ea typeface="+mn-ea"/>
                <a:cs typeface="+mn-cs"/>
              </a:rPr>
              <a:t>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EFB65108-614B-7937-8D4C-D35A9E114487}"/>
              </a:ext>
            </a:extLst>
          </p:cNvPr>
          <p:cNvSpPr/>
          <p:nvPr/>
        </p:nvSpPr>
        <p:spPr>
          <a:xfrm>
            <a:off x="6318932" y="964599"/>
            <a:ext cx="5700830" cy="574935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 Field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2. Constructor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3.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50000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an Employee(emp) object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//Output: 250000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8" name="Diagram 7">
            <a:extLst>
              <a:ext uri="{FF2B5EF4-FFF2-40B4-BE49-F238E27FC236}">
                <a16:creationId xmlns:a16="http://schemas.microsoft.com/office/drawing/2014/main" id="{3D3E4C89-4D64-6C5F-551A-163B6FB0F4DE}"/>
              </a:ext>
            </a:extLst>
          </p:cNvPr>
          <p:cNvGraphicFramePr/>
          <p:nvPr/>
        </p:nvGraphicFramePr>
        <p:xfrm>
          <a:off x="506006" y="1675836"/>
          <a:ext cx="4905238" cy="3831311"/>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7" name="TextBox 6">
            <a:extLst>
              <a:ext uri="{FF2B5EF4-FFF2-40B4-BE49-F238E27FC236}">
                <a16:creationId xmlns:a16="http://schemas.microsoft.com/office/drawing/2014/main" id="{586738D8-81D7-C74A-5009-0DF2ED2718CB}"/>
              </a:ext>
            </a:extLst>
          </p:cNvPr>
          <p:cNvSpPr txBox="1"/>
          <p:nvPr/>
        </p:nvSpPr>
        <p:spPr>
          <a:xfrm>
            <a:off x="355693" y="1069332"/>
            <a:ext cx="6100174"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Steps to implement class &amp; object: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1896B2D-8719-7628-DFDE-5905520BAA98}"/>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396775836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the </a:t>
            </a:r>
            <a:r>
              <a:rPr kumimoji="0" lang="en-US" sz="2400" b="1" i="0" u="none" strike="noStrike" kern="1200" cap="none" spc="0" normalizeH="0" baseline="0" noProof="0" dirty="0">
                <a:ln>
                  <a:noFill/>
                </a:ln>
                <a:solidFill>
                  <a:srgbClr val="FFFF00"/>
                </a:solidFill>
                <a:effectLst/>
                <a:uLnTx/>
                <a:uFillTx/>
                <a:ea typeface="+mn-ea"/>
                <a:cs typeface="+mn-cs"/>
              </a:rPr>
              <a:t>members</a:t>
            </a:r>
            <a:r>
              <a:rPr kumimoji="0" lang="en-US" sz="2400" b="1" i="0" u="none" strike="noStrike" kern="1200" cap="none" spc="0" normalizeH="0" baseline="0" noProof="0" dirty="0">
                <a:ln>
                  <a:noFill/>
                </a:ln>
                <a:solidFill>
                  <a:schemeClr val="bg1"/>
                </a:solidFill>
                <a:effectLst/>
                <a:uLnTx/>
                <a:uFillTx/>
                <a:ea typeface="+mn-ea"/>
                <a:cs typeface="+mn-cs"/>
              </a:rPr>
              <a:t> of class?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7" name="Diagram 6">
            <a:extLst>
              <a:ext uri="{FF2B5EF4-FFF2-40B4-BE49-F238E27FC236}">
                <a16:creationId xmlns:a16="http://schemas.microsoft.com/office/drawing/2014/main" id="{3A802B7D-C9EB-BC73-7ED5-37DA9E6C4B35}"/>
              </a:ext>
            </a:extLst>
          </p:cNvPr>
          <p:cNvGraphicFramePr/>
          <p:nvPr/>
        </p:nvGraphicFramePr>
        <p:xfrm>
          <a:off x="511298" y="1734340"/>
          <a:ext cx="4922347" cy="3242106"/>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10" name="TextBox 9">
            <a:extLst>
              <a:ext uri="{FF2B5EF4-FFF2-40B4-BE49-F238E27FC236}">
                <a16:creationId xmlns:a16="http://schemas.microsoft.com/office/drawing/2014/main" id="{B552F1B7-CF4A-7B1A-58CA-885B71CFCDA2}"/>
              </a:ext>
            </a:extLst>
          </p:cNvPr>
          <p:cNvSpPr txBox="1"/>
          <p:nvPr/>
        </p:nvSpPr>
        <p:spPr>
          <a:xfrm>
            <a:off x="355693" y="1178423"/>
            <a:ext cx="5517378" cy="369336"/>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Class members are:</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DB709AE3-D584-E2BC-1C56-5181CD8E13FA}"/>
              </a:ext>
            </a:extLst>
          </p:cNvPr>
          <p:cNvSpPr/>
          <p:nvPr/>
        </p:nvSpPr>
        <p:spPr>
          <a:xfrm>
            <a:off x="6318932" y="964599"/>
            <a:ext cx="5700830" cy="574935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 Field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2. Constructor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3.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50000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an Employee(emp) object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//Output: 250000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TextBox 3">
            <a:extLst>
              <a:ext uri="{FF2B5EF4-FFF2-40B4-BE49-F238E27FC236}">
                <a16:creationId xmlns:a16="http://schemas.microsoft.com/office/drawing/2014/main" id="{3AD6496E-49AE-E20F-D5D6-7533A8FA85F4}"/>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20951314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pic>
        <p:nvPicPr>
          <p:cNvPr id="25" name="Picture 24">
            <a:extLst>
              <a:ext uri="{FF2B5EF4-FFF2-40B4-BE49-F238E27FC236}">
                <a16:creationId xmlns:a16="http://schemas.microsoft.com/office/drawing/2014/main" id="{09A38BD1-C884-E4DD-9AD2-7705FA734208}"/>
              </a:ext>
            </a:extLst>
          </p:cNvPr>
          <p:cNvPicPr>
            <a:picLocks noChangeAspect="1"/>
          </p:cNvPicPr>
          <p:nvPr/>
        </p:nvPicPr>
        <p:blipFill>
          <a:blip r:embed="rId3"/>
          <a:stretch>
            <a:fillRect/>
          </a:stretch>
        </p:blipFill>
        <p:spPr>
          <a:xfrm>
            <a:off x="428263" y="4758591"/>
            <a:ext cx="7373469" cy="1924182"/>
          </a:xfrm>
          <a:prstGeom prst="rect">
            <a:avLst/>
          </a:prstGeom>
        </p:spPr>
      </p:pic>
      <p:pic>
        <p:nvPicPr>
          <p:cNvPr id="23" name="Picture 22">
            <a:extLst>
              <a:ext uri="{FF2B5EF4-FFF2-40B4-BE49-F238E27FC236}">
                <a16:creationId xmlns:a16="http://schemas.microsoft.com/office/drawing/2014/main" id="{83213B26-6A24-A809-16CD-86164BC1C17B}"/>
              </a:ext>
            </a:extLst>
          </p:cNvPr>
          <p:cNvPicPr>
            <a:picLocks noChangeAspect="1"/>
          </p:cNvPicPr>
          <p:nvPr/>
        </p:nvPicPr>
        <p:blipFill rotWithShape="1">
          <a:blip r:embed="rId4"/>
          <a:srcRect r="4961"/>
          <a:stretch/>
        </p:blipFill>
        <p:spPr>
          <a:xfrm>
            <a:off x="446601" y="2859667"/>
            <a:ext cx="7373469" cy="1816429"/>
          </a:xfrm>
          <a:prstGeom prst="rect">
            <a:avLst/>
          </a:prstGeom>
        </p:spPr>
      </p:pic>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role and benefit of </a:t>
            </a:r>
            <a:r>
              <a:rPr kumimoji="0" lang="en-US" sz="2400" b="1" i="0" u="none" strike="noStrike" kern="1200" cap="none" spc="0" normalizeH="0" baseline="0" noProof="0" dirty="0">
                <a:ln>
                  <a:noFill/>
                </a:ln>
                <a:solidFill>
                  <a:srgbClr val="FFFF00"/>
                </a:solidFill>
                <a:effectLst/>
                <a:uLnTx/>
                <a:uFillTx/>
                <a:ea typeface="+mn-ea"/>
                <a:cs typeface="+mn-cs"/>
              </a:rPr>
              <a:t>package</a:t>
            </a:r>
            <a:r>
              <a:rPr kumimoji="0" lang="en-US" sz="2400" b="1" i="0" u="none" strike="noStrike" kern="1200" cap="none" spc="0" normalizeH="0" baseline="0" noProof="0" dirty="0">
                <a:ln>
                  <a:noFill/>
                </a:ln>
                <a:solidFill>
                  <a:schemeClr val="bg1"/>
                </a:solidFill>
                <a:effectLst/>
                <a:uLnTx/>
                <a:uFillTx/>
                <a:ea typeface="+mn-ea"/>
                <a:cs typeface="+mn-cs"/>
              </a:rPr>
              <a:t>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E18A36FF-A15C-A7C0-AC6C-BE17BFB5DD8F}"/>
              </a:ext>
            </a:extLst>
          </p:cNvPr>
          <p:cNvSpPr txBox="1"/>
          <p:nvPr/>
        </p:nvSpPr>
        <p:spPr>
          <a:xfrm>
            <a:off x="327316" y="1168805"/>
            <a:ext cx="7373469" cy="135421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Definition: Packages create a namespace that helps in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organizing classes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or interfaces. </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Benefit: This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avoids naming conflicts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by allowing the same class name to be used in different packages.</a:t>
            </a:r>
          </a:p>
        </p:txBody>
      </p:sp>
      <p:sp>
        <p:nvSpPr>
          <p:cNvPr id="21" name="Freeform: Shape 20">
            <a:extLst>
              <a:ext uri="{FF2B5EF4-FFF2-40B4-BE49-F238E27FC236}">
                <a16:creationId xmlns:a16="http://schemas.microsoft.com/office/drawing/2014/main" id="{79ECBE62-0576-8592-27CA-9A98607C0460}"/>
              </a:ext>
            </a:extLst>
          </p:cNvPr>
          <p:cNvSpPr/>
          <p:nvPr/>
        </p:nvSpPr>
        <p:spPr>
          <a:xfrm>
            <a:off x="5428342" y="3135086"/>
            <a:ext cx="1231445" cy="2133597"/>
          </a:xfrm>
          <a:custGeom>
            <a:avLst/>
            <a:gdLst>
              <a:gd name="connsiteX0" fmla="*/ 0 w 1710418"/>
              <a:gd name="connsiteY0" fmla="*/ 374798 h 1782684"/>
              <a:gd name="connsiteX1" fmla="*/ 986971 w 1710418"/>
              <a:gd name="connsiteY1" fmla="*/ 11941 h 1782684"/>
              <a:gd name="connsiteX2" fmla="*/ 1698171 w 1710418"/>
              <a:gd name="connsiteY2" fmla="*/ 766684 h 1782684"/>
              <a:gd name="connsiteX3" fmla="*/ 391885 w 1710418"/>
              <a:gd name="connsiteY3" fmla="*/ 1782684 h 1782684"/>
            </a:gdLst>
            <a:ahLst/>
            <a:cxnLst>
              <a:cxn ang="0">
                <a:pos x="connsiteX0" y="connsiteY0"/>
              </a:cxn>
              <a:cxn ang="0">
                <a:pos x="connsiteX1" y="connsiteY1"/>
              </a:cxn>
              <a:cxn ang="0">
                <a:pos x="connsiteX2" y="connsiteY2"/>
              </a:cxn>
              <a:cxn ang="0">
                <a:pos x="connsiteX3" y="connsiteY3"/>
              </a:cxn>
            </a:cxnLst>
            <a:rect l="l" t="t" r="r" b="b"/>
            <a:pathLst>
              <a:path w="1710418" h="1782684">
                <a:moveTo>
                  <a:pt x="0" y="374798"/>
                </a:moveTo>
                <a:cubicBezTo>
                  <a:pt x="351971" y="160712"/>
                  <a:pt x="703942" y="-53373"/>
                  <a:pt x="986971" y="11941"/>
                </a:cubicBezTo>
                <a:cubicBezTo>
                  <a:pt x="1270000" y="77255"/>
                  <a:pt x="1797352" y="471560"/>
                  <a:pt x="1698171" y="766684"/>
                </a:cubicBezTo>
                <a:cubicBezTo>
                  <a:pt x="1598990" y="1061808"/>
                  <a:pt x="995437" y="1422246"/>
                  <a:pt x="391885" y="1782684"/>
                </a:cubicBezTo>
              </a:path>
            </a:pathLst>
          </a:custGeom>
          <a:noFill/>
          <a:ln w="19050">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7169491E-CF1D-30BA-B5B3-28D893057537}"/>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419850780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445874"/>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815015"/>
            <a:ext cx="8910916" cy="2760756"/>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access specifiers</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public</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private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specifiers?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default</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access specifier? Difference btw public, private and default?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this keyword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in java? When to use it?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Why to use same names for class fields and parameter name in Setter method?</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getter</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setter </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methods?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advantages</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 of getter and setter methods?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4 principles/ pillars </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of OOPS?</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259064"/>
            <a:ext cx="8600922" cy="956422"/>
          </a:xfrm>
        </p:spPr>
        <p:txBody>
          <a:bodyPr>
            <a:normAutofit fontScale="90000"/>
          </a:bodyPr>
          <a:lstStyle/>
          <a:p>
            <a:r>
              <a:rPr lang="en-US" b="1" dirty="0">
                <a:solidFill>
                  <a:srgbClr val="FFFF00"/>
                </a:solidFill>
              </a:rPr>
              <a:t>9. OOPS - Access Specifiers, Getter-Setter &amp; this keyword</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EA4CCAD7-4CC0-E048-F24F-DF848A9C7AA2}"/>
              </a:ext>
            </a:extLst>
          </p:cNvPr>
          <p:cNvPicPr>
            <a:picLocks noChangeAspect="1" noChangeArrowheads="1"/>
          </p:cNvPicPr>
          <p:nvPr/>
        </p:nvPicPr>
        <p:blipFill rotWithShape="1">
          <a:blip r:embed="rId10">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7442990B-DA3C-0505-5CA7-EE2251CA2083}"/>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6864773" y="1827439"/>
            <a:ext cx="636255" cy="253133"/>
          </a:xfrm>
          <a:prstGeom prst="rect">
            <a:avLst/>
          </a:prstGeom>
        </p:spPr>
      </p:pic>
      <p:pic>
        <p:nvPicPr>
          <p:cNvPr id="5" name="Picture 4">
            <a:extLst>
              <a:ext uri="{FF2B5EF4-FFF2-40B4-BE49-F238E27FC236}">
                <a16:creationId xmlns:a16="http://schemas.microsoft.com/office/drawing/2014/main" id="{6EB9BF92-20AF-7599-4CEC-D6B8F8B70FEB}"/>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930269" y="2628151"/>
            <a:ext cx="636255" cy="253133"/>
          </a:xfrm>
          <a:prstGeom prst="rect">
            <a:avLst/>
          </a:prstGeom>
        </p:spPr>
      </p:pic>
      <p:pic>
        <p:nvPicPr>
          <p:cNvPr id="6" name="Picture 5">
            <a:extLst>
              <a:ext uri="{FF2B5EF4-FFF2-40B4-BE49-F238E27FC236}">
                <a16:creationId xmlns:a16="http://schemas.microsoft.com/office/drawing/2014/main" id="{D7E6C83B-97D5-F139-7A7D-4127424D20ED}"/>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4676803" y="4223657"/>
            <a:ext cx="636255" cy="253133"/>
          </a:xfrm>
          <a:prstGeom prst="rect">
            <a:avLst/>
          </a:prstGeom>
        </p:spPr>
      </p:pic>
      <p:sp>
        <p:nvSpPr>
          <p:cNvPr id="10" name="TextBox 9">
            <a:extLst>
              <a:ext uri="{FF2B5EF4-FFF2-40B4-BE49-F238E27FC236}">
                <a16:creationId xmlns:a16="http://schemas.microsoft.com/office/drawing/2014/main" id="{E90E8E4A-A920-2911-6CA7-606504824710}"/>
              </a:ext>
            </a:extLst>
          </p:cNvPr>
          <p:cNvSpPr txBox="1"/>
          <p:nvPr/>
        </p:nvSpPr>
        <p:spPr>
          <a:xfrm>
            <a:off x="10342731" y="6373174"/>
            <a:ext cx="1972639" cy="307777"/>
          </a:xfrm>
          <a:prstGeom prst="rect">
            <a:avLst/>
          </a:prstGeom>
          <a:noFill/>
        </p:spPr>
        <p:txBody>
          <a:bodyPr wrap="square">
            <a:spAutoFit/>
          </a:bodyPr>
          <a:lstStyle/>
          <a:p>
            <a:r>
              <a:rPr lang="en-US" sz="1400" dirty="0">
                <a:hlinkClick r:id="rId12" action="ppaction://hlinksldjump"/>
              </a:rPr>
              <a:t>Back to main index</a:t>
            </a:r>
            <a:endParaRPr lang="en-IN" sz="1400" dirty="0"/>
          </a:p>
        </p:txBody>
      </p:sp>
    </p:spTree>
    <p:extLst>
      <p:ext uri="{BB962C8B-B14F-4D97-AF65-F5344CB8AC3E}">
        <p14:creationId xmlns:p14="http://schemas.microsoft.com/office/powerpoint/2010/main" val="209322198"/>
      </p:ext>
    </p:extLst>
  </p:cSld>
  <p:clrMapOvr>
    <a:overrideClrMapping bg1="dk1" tx1="lt1" bg2="dk2" tx2="lt2" accent1="accent1" accent2="accent2" accent3="accent3" accent4="accent4" accent5="accent5" accent6="accent6" hlink="hlink" folHlink="folHlink"/>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access </a:t>
            </a:r>
            <a:r>
              <a:rPr lang="en-US" sz="2400" b="1" dirty="0">
                <a:solidFill>
                  <a:srgbClr val="FFFF00"/>
                </a:solidFill>
                <a:ea typeface="+mn-ea"/>
                <a:cs typeface="+mn-cs"/>
              </a:rPr>
              <a:t>s</a:t>
            </a:r>
            <a:r>
              <a:rPr kumimoji="0" lang="en-US" sz="2400" b="1" i="0" u="none" strike="noStrike" kern="1200" cap="none" spc="0" normalizeH="0" baseline="0" noProof="0" dirty="0" err="1">
                <a:ln>
                  <a:noFill/>
                </a:ln>
                <a:solidFill>
                  <a:srgbClr val="FFFF00"/>
                </a:solidFill>
                <a:effectLst/>
                <a:uLnTx/>
                <a:uFillTx/>
                <a:ea typeface="+mn-ea"/>
                <a:cs typeface="+mn-cs"/>
              </a:rPr>
              <a:t>pecifiers</a:t>
            </a:r>
            <a:r>
              <a:rPr kumimoji="0" lang="en-US" sz="2400" b="1" i="0" u="none" strike="noStrike" kern="1200" cap="none" spc="0" normalizeH="0" baseline="0" noProof="0" dirty="0">
                <a:ln>
                  <a:noFill/>
                </a:ln>
                <a:solidFill>
                  <a:schemeClr val="bg1"/>
                </a:solidFill>
                <a:effectLst/>
                <a:uLnTx/>
                <a:uFillTx/>
                <a:ea typeface="+mn-ea"/>
                <a:cs typeface="+mn-cs"/>
              </a:rPr>
              <a:t>? What are </a:t>
            </a:r>
            <a:r>
              <a:rPr kumimoji="0" lang="en-US" sz="2400" b="1" i="0" u="none" strike="noStrike" kern="1200" cap="none" spc="0" normalizeH="0" baseline="0" noProof="0" dirty="0">
                <a:ln>
                  <a:noFill/>
                </a:ln>
                <a:solidFill>
                  <a:srgbClr val="FFFF00"/>
                </a:solidFill>
                <a:effectLst/>
                <a:uLnTx/>
                <a:uFillTx/>
                <a:ea typeface="+mn-ea"/>
                <a:cs typeface="+mn-cs"/>
              </a:rPr>
              <a:t>public</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private</a:t>
            </a:r>
            <a:r>
              <a:rPr kumimoji="0" lang="en-US" sz="2400" b="1" i="0" u="none" strike="noStrike" kern="1200" cap="none" spc="0" normalizeH="0" baseline="0" noProof="0" dirty="0">
                <a:ln>
                  <a:noFill/>
                </a:ln>
                <a:solidFill>
                  <a:schemeClr val="bg1"/>
                </a:solidFill>
                <a:effectLst/>
                <a:uLnTx/>
                <a:uFillTx/>
                <a:ea typeface="+mn-ea"/>
                <a:cs typeface="+mn-cs"/>
              </a:rPr>
              <a:t> specifiers?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E18A36FF-A15C-A7C0-AC6C-BE17BFB5DD8F}"/>
              </a:ext>
            </a:extLst>
          </p:cNvPr>
          <p:cNvSpPr txBox="1"/>
          <p:nvPr/>
        </p:nvSpPr>
        <p:spPr>
          <a:xfrm>
            <a:off x="327316" y="1168805"/>
            <a:ext cx="5768683"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Access specifiers (access modifiers) are keywords used to set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access level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for classes, variables(fields), methods, and constructors.</a:t>
            </a:r>
          </a:p>
        </p:txBody>
      </p:sp>
      <p:pic>
        <p:nvPicPr>
          <p:cNvPr id="6" name="Picture 5">
            <a:extLst>
              <a:ext uri="{FF2B5EF4-FFF2-40B4-BE49-F238E27FC236}">
                <a16:creationId xmlns:a16="http://schemas.microsoft.com/office/drawing/2014/main" id="{BE72F0C7-CC12-51F8-ADBD-DF43168025A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887984" y="287627"/>
            <a:ext cx="914784" cy="363946"/>
          </a:xfrm>
          <a:prstGeom prst="rect">
            <a:avLst/>
          </a:prstGeom>
        </p:spPr>
      </p:pic>
      <p:sp>
        <p:nvSpPr>
          <p:cNvPr id="7" name="Rectangle 6">
            <a:extLst>
              <a:ext uri="{FF2B5EF4-FFF2-40B4-BE49-F238E27FC236}">
                <a16:creationId xmlns:a16="http://schemas.microsoft.com/office/drawing/2014/main" id="{B5A13C60-C772-227B-9849-3FC7B1DC29A5}"/>
              </a:ext>
            </a:extLst>
          </p:cNvPr>
          <p:cNvSpPr/>
          <p:nvPr/>
        </p:nvSpPr>
        <p:spPr>
          <a:xfrm>
            <a:off x="7122140" y="1168805"/>
            <a:ext cx="4367837" cy="125508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city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"Delhi"</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Rectangle 7">
            <a:extLst>
              <a:ext uri="{FF2B5EF4-FFF2-40B4-BE49-F238E27FC236}">
                <a16:creationId xmlns:a16="http://schemas.microsoft.com/office/drawing/2014/main" id="{DCCFFD5B-7768-E1F4-55F9-9918D728B8A0}"/>
              </a:ext>
            </a:extLst>
          </p:cNvPr>
          <p:cNvSpPr/>
          <p:nvPr/>
        </p:nvSpPr>
        <p:spPr>
          <a:xfrm>
            <a:off x="7122139" y="2514347"/>
            <a:ext cx="4367837" cy="258532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ScienceStudent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Error: private not accessible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city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11" name="Table 10">
            <a:extLst>
              <a:ext uri="{FF2B5EF4-FFF2-40B4-BE49-F238E27FC236}">
                <a16:creationId xmlns:a16="http://schemas.microsoft.com/office/drawing/2014/main" id="{D2C8A8F8-F899-4F79-F762-18477022C9BE}"/>
              </a:ext>
            </a:extLst>
          </p:cNvPr>
          <p:cNvGraphicFramePr>
            <a:graphicFrameLocks noGrp="1"/>
          </p:cNvGraphicFramePr>
          <p:nvPr>
            <p:extLst>
              <p:ext uri="{D42A27DB-BD31-4B8C-83A1-F6EECF244321}">
                <p14:modId xmlns:p14="http://schemas.microsoft.com/office/powerpoint/2010/main" val="2983397798"/>
              </p:ext>
            </p:extLst>
          </p:nvPr>
        </p:nvGraphicFramePr>
        <p:xfrm>
          <a:off x="442777" y="2423886"/>
          <a:ext cx="5768684" cy="3173200"/>
        </p:xfrm>
        <a:graphic>
          <a:graphicData uri="http://schemas.openxmlformats.org/drawingml/2006/table">
            <a:tbl>
              <a:tblPr>
                <a:tableStyleId>{16D9F66E-5EB9-4882-86FB-DCBF35E3C3E4}</a:tableStyleId>
              </a:tblPr>
              <a:tblGrid>
                <a:gridCol w="1270081">
                  <a:extLst>
                    <a:ext uri="{9D8B030D-6E8A-4147-A177-3AD203B41FA5}">
                      <a16:colId xmlns:a16="http://schemas.microsoft.com/office/drawing/2014/main" val="1385323520"/>
                    </a:ext>
                  </a:extLst>
                </a:gridCol>
                <a:gridCol w="740052">
                  <a:extLst>
                    <a:ext uri="{9D8B030D-6E8A-4147-A177-3AD203B41FA5}">
                      <a16:colId xmlns:a16="http://schemas.microsoft.com/office/drawing/2014/main" val="1722296329"/>
                    </a:ext>
                  </a:extLst>
                </a:gridCol>
                <a:gridCol w="870857">
                  <a:extLst>
                    <a:ext uri="{9D8B030D-6E8A-4147-A177-3AD203B41FA5}">
                      <a16:colId xmlns:a16="http://schemas.microsoft.com/office/drawing/2014/main" val="321884545"/>
                    </a:ext>
                  </a:extLst>
                </a:gridCol>
                <a:gridCol w="943428">
                  <a:extLst>
                    <a:ext uri="{9D8B030D-6E8A-4147-A177-3AD203B41FA5}">
                      <a16:colId xmlns:a16="http://schemas.microsoft.com/office/drawing/2014/main" val="665865192"/>
                    </a:ext>
                  </a:extLst>
                </a:gridCol>
                <a:gridCol w="986972">
                  <a:extLst>
                    <a:ext uri="{9D8B030D-6E8A-4147-A177-3AD203B41FA5}">
                      <a16:colId xmlns:a16="http://schemas.microsoft.com/office/drawing/2014/main" val="1235762980"/>
                    </a:ext>
                  </a:extLst>
                </a:gridCol>
                <a:gridCol w="957294">
                  <a:extLst>
                    <a:ext uri="{9D8B030D-6E8A-4147-A177-3AD203B41FA5}">
                      <a16:colId xmlns:a16="http://schemas.microsoft.com/office/drawing/2014/main" val="2295222574"/>
                    </a:ext>
                  </a:extLst>
                </a:gridCol>
              </a:tblGrid>
              <a:tr h="1185304">
                <a:tc>
                  <a:txBody>
                    <a:bodyPr/>
                    <a:lstStyle/>
                    <a:p>
                      <a:r>
                        <a:rPr lang="en-IN" sz="1600" dirty="0"/>
                        <a:t>Access Specifier</a:t>
                      </a:r>
                    </a:p>
                  </a:txBody>
                  <a:tcPr anchor="ctr"/>
                </a:tc>
                <a:tc>
                  <a:txBody>
                    <a:bodyPr/>
                    <a:lstStyle/>
                    <a:p>
                      <a:r>
                        <a:rPr lang="en-IN" sz="1600" dirty="0"/>
                        <a:t>Within Class</a:t>
                      </a:r>
                    </a:p>
                  </a:txBody>
                  <a:tcPr anchor="ctr"/>
                </a:tc>
                <a:tc>
                  <a:txBody>
                    <a:bodyPr/>
                    <a:lstStyle/>
                    <a:p>
                      <a:r>
                        <a:rPr lang="en-IN" sz="1600" dirty="0"/>
                        <a:t>Within Package</a:t>
                      </a:r>
                    </a:p>
                  </a:txBody>
                  <a:tcPr anchor="ctr"/>
                </a:tc>
                <a:tc>
                  <a:txBody>
                    <a:bodyPr/>
                    <a:lstStyle/>
                    <a:p>
                      <a:r>
                        <a:rPr lang="en-IN" sz="1600" dirty="0"/>
                        <a:t>Subclass (Same Package)</a:t>
                      </a:r>
                    </a:p>
                  </a:txBody>
                  <a:tcPr anchor="ctr"/>
                </a:tc>
                <a:tc>
                  <a:txBody>
                    <a:bodyPr/>
                    <a:lstStyle/>
                    <a:p>
                      <a:r>
                        <a:rPr lang="en-IN" sz="1600" dirty="0"/>
                        <a:t>Subclass (Different Package)</a:t>
                      </a:r>
                    </a:p>
                  </a:txBody>
                  <a:tcPr anchor="ctr"/>
                </a:tc>
                <a:tc>
                  <a:txBody>
                    <a:bodyPr/>
                    <a:lstStyle/>
                    <a:p>
                      <a:r>
                        <a:rPr lang="en-IN" sz="1600" dirty="0"/>
                        <a:t>Outside Package</a:t>
                      </a:r>
                    </a:p>
                  </a:txBody>
                  <a:tcPr anchor="ctr"/>
                </a:tc>
                <a:extLst>
                  <a:ext uri="{0D108BD9-81ED-4DB2-BD59-A6C34878D82A}">
                    <a16:rowId xmlns:a16="http://schemas.microsoft.com/office/drawing/2014/main" val="476889593"/>
                  </a:ext>
                </a:extLst>
              </a:tr>
              <a:tr h="409581">
                <a:tc>
                  <a:txBody>
                    <a:bodyPr/>
                    <a:lstStyle/>
                    <a:p>
                      <a:r>
                        <a:rPr lang="en-IN" sz="1600" dirty="0"/>
                        <a:t>public</a:t>
                      </a:r>
                    </a:p>
                  </a:txBody>
                  <a:tcPr anchor="ctr">
                    <a:solidFill>
                      <a:srgbClr val="FFFF00"/>
                    </a:solidFill>
                  </a:tcPr>
                </a:tc>
                <a:tc>
                  <a:txBody>
                    <a:bodyPr/>
                    <a:lstStyle/>
                    <a:p>
                      <a:r>
                        <a:rPr lang="en-IN" sz="1600"/>
                        <a:t>Yes</a:t>
                      </a:r>
                    </a:p>
                  </a:txBody>
                  <a:tcPr anchor="ctr">
                    <a:solidFill>
                      <a:srgbClr val="FFFF00"/>
                    </a:solidFill>
                  </a:tcPr>
                </a:tc>
                <a:tc>
                  <a:txBody>
                    <a:bodyPr/>
                    <a:lstStyle/>
                    <a:p>
                      <a:r>
                        <a:rPr lang="en-IN" sz="1600" dirty="0"/>
                        <a:t>Yes</a:t>
                      </a:r>
                    </a:p>
                  </a:txBody>
                  <a:tcPr anchor="ctr">
                    <a:solidFill>
                      <a:srgbClr val="FFFF00"/>
                    </a:solidFill>
                  </a:tcPr>
                </a:tc>
                <a:tc>
                  <a:txBody>
                    <a:bodyPr/>
                    <a:lstStyle/>
                    <a:p>
                      <a:r>
                        <a:rPr lang="en-IN" sz="1600"/>
                        <a:t>Yes</a:t>
                      </a:r>
                    </a:p>
                  </a:txBody>
                  <a:tcPr anchor="ctr">
                    <a:solidFill>
                      <a:srgbClr val="FFFF00"/>
                    </a:solidFill>
                  </a:tcPr>
                </a:tc>
                <a:tc>
                  <a:txBody>
                    <a:bodyPr/>
                    <a:lstStyle/>
                    <a:p>
                      <a:r>
                        <a:rPr lang="en-IN" sz="1600" dirty="0"/>
                        <a:t>Yes</a:t>
                      </a:r>
                    </a:p>
                  </a:txBody>
                  <a:tcPr anchor="ctr">
                    <a:solidFill>
                      <a:srgbClr val="FFFF00"/>
                    </a:solidFill>
                  </a:tcPr>
                </a:tc>
                <a:tc>
                  <a:txBody>
                    <a:bodyPr/>
                    <a:lstStyle/>
                    <a:p>
                      <a:r>
                        <a:rPr lang="en-IN" sz="1600" dirty="0"/>
                        <a:t>Yes</a:t>
                      </a:r>
                    </a:p>
                  </a:txBody>
                  <a:tcPr anchor="ctr">
                    <a:solidFill>
                      <a:srgbClr val="FFFF00"/>
                    </a:solidFill>
                  </a:tcPr>
                </a:tc>
                <a:extLst>
                  <a:ext uri="{0D108BD9-81ED-4DB2-BD59-A6C34878D82A}">
                    <a16:rowId xmlns:a16="http://schemas.microsoft.com/office/drawing/2014/main" val="3938102276"/>
                  </a:ext>
                </a:extLst>
              </a:tr>
              <a:tr h="461277">
                <a:tc>
                  <a:txBody>
                    <a:bodyPr/>
                    <a:lstStyle/>
                    <a:p>
                      <a:r>
                        <a:rPr lang="en-IN" sz="1600" dirty="0"/>
                        <a:t>protected</a:t>
                      </a:r>
                    </a:p>
                  </a:txBody>
                  <a:tcPr anchor="ctr"/>
                </a:tc>
                <a:tc>
                  <a:txBody>
                    <a:bodyPr/>
                    <a:lstStyle/>
                    <a:p>
                      <a:r>
                        <a:rPr lang="en-IN" sz="1600"/>
                        <a:t>Yes</a:t>
                      </a:r>
                    </a:p>
                  </a:txBody>
                  <a:tcPr anchor="ctr"/>
                </a:tc>
                <a:tc>
                  <a:txBody>
                    <a:bodyPr/>
                    <a:lstStyle/>
                    <a:p>
                      <a:r>
                        <a:rPr lang="en-IN" sz="1600"/>
                        <a:t>Yes</a:t>
                      </a:r>
                    </a:p>
                  </a:txBody>
                  <a:tcPr anchor="ctr"/>
                </a:tc>
                <a:tc>
                  <a:txBody>
                    <a:bodyPr/>
                    <a:lstStyle/>
                    <a:p>
                      <a:r>
                        <a:rPr lang="en-IN" sz="1600" dirty="0"/>
                        <a:t>Yes</a:t>
                      </a:r>
                    </a:p>
                  </a:txBody>
                  <a:tcPr anchor="ctr"/>
                </a:tc>
                <a:tc>
                  <a:txBody>
                    <a:bodyPr/>
                    <a:lstStyle/>
                    <a:p>
                      <a:r>
                        <a:rPr lang="en-IN" sz="1600"/>
                        <a:t>Yes</a:t>
                      </a:r>
                    </a:p>
                  </a:txBody>
                  <a:tcPr anchor="ctr"/>
                </a:tc>
                <a:tc>
                  <a:txBody>
                    <a:bodyPr/>
                    <a:lstStyle/>
                    <a:p>
                      <a:r>
                        <a:rPr lang="en-IN" sz="1600"/>
                        <a:t>No</a:t>
                      </a:r>
                    </a:p>
                  </a:txBody>
                  <a:tcPr anchor="ctr"/>
                </a:tc>
                <a:extLst>
                  <a:ext uri="{0D108BD9-81ED-4DB2-BD59-A6C34878D82A}">
                    <a16:rowId xmlns:a16="http://schemas.microsoft.com/office/drawing/2014/main" val="4261093150"/>
                  </a:ext>
                </a:extLst>
              </a:tr>
              <a:tr h="707457">
                <a:tc>
                  <a:txBody>
                    <a:bodyPr/>
                    <a:lstStyle/>
                    <a:p>
                      <a:r>
                        <a:rPr lang="en-IN" sz="1600" dirty="0"/>
                        <a:t>Default </a:t>
                      </a:r>
                    </a:p>
                    <a:p>
                      <a:r>
                        <a:rPr lang="en-IN" sz="1600" dirty="0"/>
                        <a:t>(no specifier)</a:t>
                      </a:r>
                    </a:p>
                  </a:txBody>
                  <a:tcPr anchor="ctr"/>
                </a:tc>
                <a:tc>
                  <a:txBody>
                    <a:bodyPr/>
                    <a:lstStyle/>
                    <a:p>
                      <a:r>
                        <a:rPr lang="en-IN" sz="1600"/>
                        <a:t>Yes</a:t>
                      </a:r>
                    </a:p>
                  </a:txBody>
                  <a:tcPr anchor="ctr"/>
                </a:tc>
                <a:tc>
                  <a:txBody>
                    <a:bodyPr/>
                    <a:lstStyle/>
                    <a:p>
                      <a:r>
                        <a:rPr lang="en-IN" sz="1600"/>
                        <a:t>Yes</a:t>
                      </a:r>
                    </a:p>
                  </a:txBody>
                  <a:tcPr anchor="ctr"/>
                </a:tc>
                <a:tc>
                  <a:txBody>
                    <a:bodyPr/>
                    <a:lstStyle/>
                    <a:p>
                      <a:r>
                        <a:rPr lang="en-IN" sz="1600"/>
                        <a:t>Yes</a:t>
                      </a:r>
                    </a:p>
                  </a:txBody>
                  <a:tcPr anchor="ctr"/>
                </a:tc>
                <a:tc>
                  <a:txBody>
                    <a:bodyPr/>
                    <a:lstStyle/>
                    <a:p>
                      <a:r>
                        <a:rPr lang="en-IN" sz="1600"/>
                        <a:t>No</a:t>
                      </a:r>
                    </a:p>
                  </a:txBody>
                  <a:tcPr anchor="ctr"/>
                </a:tc>
                <a:tc>
                  <a:txBody>
                    <a:bodyPr/>
                    <a:lstStyle/>
                    <a:p>
                      <a:r>
                        <a:rPr lang="en-IN" sz="1600" dirty="0"/>
                        <a:t>No</a:t>
                      </a:r>
                    </a:p>
                  </a:txBody>
                  <a:tcPr anchor="ctr"/>
                </a:tc>
                <a:extLst>
                  <a:ext uri="{0D108BD9-81ED-4DB2-BD59-A6C34878D82A}">
                    <a16:rowId xmlns:a16="http://schemas.microsoft.com/office/drawing/2014/main" val="812597436"/>
                  </a:ext>
                </a:extLst>
              </a:tr>
              <a:tr h="409581">
                <a:tc>
                  <a:txBody>
                    <a:bodyPr/>
                    <a:lstStyle/>
                    <a:p>
                      <a:r>
                        <a:rPr lang="en-IN" sz="1600" dirty="0"/>
                        <a:t>private</a:t>
                      </a:r>
                    </a:p>
                  </a:txBody>
                  <a:tcPr anchor="ctr">
                    <a:solidFill>
                      <a:srgbClr val="FFFF00"/>
                    </a:solidFill>
                  </a:tcPr>
                </a:tc>
                <a:tc>
                  <a:txBody>
                    <a:bodyPr/>
                    <a:lstStyle/>
                    <a:p>
                      <a:r>
                        <a:rPr lang="en-IN" sz="1600"/>
                        <a:t>Yes</a:t>
                      </a:r>
                    </a:p>
                  </a:txBody>
                  <a:tcPr anchor="ctr">
                    <a:solidFill>
                      <a:srgbClr val="FFFF00"/>
                    </a:solidFill>
                  </a:tcPr>
                </a:tc>
                <a:tc>
                  <a:txBody>
                    <a:bodyPr/>
                    <a:lstStyle/>
                    <a:p>
                      <a:r>
                        <a:rPr lang="en-IN" sz="1600"/>
                        <a:t>No</a:t>
                      </a:r>
                    </a:p>
                  </a:txBody>
                  <a:tcPr anchor="ctr">
                    <a:solidFill>
                      <a:srgbClr val="FFFF00"/>
                    </a:solidFill>
                  </a:tcPr>
                </a:tc>
                <a:tc>
                  <a:txBody>
                    <a:bodyPr/>
                    <a:lstStyle/>
                    <a:p>
                      <a:r>
                        <a:rPr lang="en-IN" sz="1600"/>
                        <a:t>No</a:t>
                      </a:r>
                    </a:p>
                  </a:txBody>
                  <a:tcPr anchor="ctr">
                    <a:solidFill>
                      <a:srgbClr val="FFFF00"/>
                    </a:solidFill>
                  </a:tcPr>
                </a:tc>
                <a:tc>
                  <a:txBody>
                    <a:bodyPr/>
                    <a:lstStyle/>
                    <a:p>
                      <a:r>
                        <a:rPr lang="en-IN" sz="1600" dirty="0"/>
                        <a:t>No</a:t>
                      </a:r>
                    </a:p>
                  </a:txBody>
                  <a:tcPr anchor="ctr">
                    <a:solidFill>
                      <a:srgbClr val="FFFF00"/>
                    </a:solidFill>
                  </a:tcPr>
                </a:tc>
                <a:tc>
                  <a:txBody>
                    <a:bodyPr/>
                    <a:lstStyle/>
                    <a:p>
                      <a:r>
                        <a:rPr lang="en-IN" sz="1600" dirty="0"/>
                        <a:t>No</a:t>
                      </a:r>
                    </a:p>
                  </a:txBody>
                  <a:tcPr anchor="ctr">
                    <a:solidFill>
                      <a:srgbClr val="FFFF00"/>
                    </a:solidFill>
                  </a:tcPr>
                </a:tc>
                <a:extLst>
                  <a:ext uri="{0D108BD9-81ED-4DB2-BD59-A6C34878D82A}">
                    <a16:rowId xmlns:a16="http://schemas.microsoft.com/office/drawing/2014/main" val="2107026960"/>
                  </a:ext>
                </a:extLst>
              </a:tr>
            </a:tbl>
          </a:graphicData>
        </a:graphic>
      </p:graphicFrame>
      <p:sp>
        <p:nvSpPr>
          <p:cNvPr id="4" name="TextBox 3">
            <a:extLst>
              <a:ext uri="{FF2B5EF4-FFF2-40B4-BE49-F238E27FC236}">
                <a16:creationId xmlns:a16="http://schemas.microsoft.com/office/drawing/2014/main" id="{4597EA44-ED5D-815A-1381-78B2A5B5069E}"/>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208420750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055395" cy="392544"/>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role of </a:t>
            </a:r>
            <a:r>
              <a:rPr kumimoji="0" lang="en-US" sz="2400" b="1" i="0" u="none" strike="noStrike" kern="1200" cap="none" spc="0" normalizeH="0" baseline="0" noProof="0" dirty="0">
                <a:ln>
                  <a:noFill/>
                </a:ln>
                <a:solidFill>
                  <a:srgbClr val="FFFF00"/>
                </a:solidFill>
                <a:effectLst/>
                <a:uLnTx/>
                <a:uFillTx/>
                <a:ea typeface="+mn-ea"/>
                <a:cs typeface="+mn-cs"/>
              </a:rPr>
              <a:t>default</a:t>
            </a:r>
            <a:r>
              <a:rPr kumimoji="0" lang="en-US" sz="2400" b="1" i="0" u="none" strike="noStrike" kern="1200" cap="none" spc="0" normalizeH="0" baseline="0" noProof="0" dirty="0">
                <a:ln>
                  <a:noFill/>
                </a:ln>
                <a:solidFill>
                  <a:schemeClr val="bg1"/>
                </a:solidFill>
                <a:effectLst/>
                <a:uLnTx/>
                <a:uFillTx/>
                <a:ea typeface="+mn-ea"/>
                <a:cs typeface="+mn-cs"/>
              </a:rPr>
              <a:t> access specifier? </a:t>
            </a:r>
            <a:r>
              <a:rPr lang="en-US" sz="2400" b="1" dirty="0">
                <a:solidFill>
                  <a:schemeClr val="bg1"/>
                </a:solidFill>
                <a:ea typeface="+mn-ea"/>
                <a:cs typeface="+mn-cs"/>
              </a:rPr>
              <a:t>Difference btw public, private and default?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E18A36FF-A15C-A7C0-AC6C-BE17BFB5DD8F}"/>
              </a:ext>
            </a:extLst>
          </p:cNvPr>
          <p:cNvSpPr txBox="1"/>
          <p:nvPr/>
        </p:nvSpPr>
        <p:spPr>
          <a:xfrm>
            <a:off x="327316" y="1168805"/>
            <a:ext cx="6015427"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default access specifier(package-private access) is used when no explicit access specifier is provided. It controls the accessibility of member within the same package.</a:t>
            </a:r>
          </a:p>
        </p:txBody>
      </p:sp>
      <p:graphicFrame>
        <p:nvGraphicFramePr>
          <p:cNvPr id="11" name="Table 10">
            <a:extLst>
              <a:ext uri="{FF2B5EF4-FFF2-40B4-BE49-F238E27FC236}">
                <a16:creationId xmlns:a16="http://schemas.microsoft.com/office/drawing/2014/main" id="{D2C8A8F8-F899-4F79-F762-18477022C9BE}"/>
              </a:ext>
            </a:extLst>
          </p:cNvPr>
          <p:cNvGraphicFramePr>
            <a:graphicFrameLocks noGrp="1"/>
          </p:cNvGraphicFramePr>
          <p:nvPr>
            <p:extLst>
              <p:ext uri="{D42A27DB-BD31-4B8C-83A1-F6EECF244321}">
                <p14:modId xmlns:p14="http://schemas.microsoft.com/office/powerpoint/2010/main" val="795366530"/>
              </p:ext>
            </p:extLst>
          </p:nvPr>
        </p:nvGraphicFramePr>
        <p:xfrm>
          <a:off x="442777" y="2423886"/>
          <a:ext cx="5768684" cy="3173200"/>
        </p:xfrm>
        <a:graphic>
          <a:graphicData uri="http://schemas.openxmlformats.org/drawingml/2006/table">
            <a:tbl>
              <a:tblPr>
                <a:tableStyleId>{16D9F66E-5EB9-4882-86FB-DCBF35E3C3E4}</a:tableStyleId>
              </a:tblPr>
              <a:tblGrid>
                <a:gridCol w="1270081">
                  <a:extLst>
                    <a:ext uri="{9D8B030D-6E8A-4147-A177-3AD203B41FA5}">
                      <a16:colId xmlns:a16="http://schemas.microsoft.com/office/drawing/2014/main" val="1385323520"/>
                    </a:ext>
                  </a:extLst>
                </a:gridCol>
                <a:gridCol w="740052">
                  <a:extLst>
                    <a:ext uri="{9D8B030D-6E8A-4147-A177-3AD203B41FA5}">
                      <a16:colId xmlns:a16="http://schemas.microsoft.com/office/drawing/2014/main" val="1722296329"/>
                    </a:ext>
                  </a:extLst>
                </a:gridCol>
                <a:gridCol w="870857">
                  <a:extLst>
                    <a:ext uri="{9D8B030D-6E8A-4147-A177-3AD203B41FA5}">
                      <a16:colId xmlns:a16="http://schemas.microsoft.com/office/drawing/2014/main" val="321884545"/>
                    </a:ext>
                  </a:extLst>
                </a:gridCol>
                <a:gridCol w="943428">
                  <a:extLst>
                    <a:ext uri="{9D8B030D-6E8A-4147-A177-3AD203B41FA5}">
                      <a16:colId xmlns:a16="http://schemas.microsoft.com/office/drawing/2014/main" val="665865192"/>
                    </a:ext>
                  </a:extLst>
                </a:gridCol>
                <a:gridCol w="986972">
                  <a:extLst>
                    <a:ext uri="{9D8B030D-6E8A-4147-A177-3AD203B41FA5}">
                      <a16:colId xmlns:a16="http://schemas.microsoft.com/office/drawing/2014/main" val="1235762980"/>
                    </a:ext>
                  </a:extLst>
                </a:gridCol>
                <a:gridCol w="957294">
                  <a:extLst>
                    <a:ext uri="{9D8B030D-6E8A-4147-A177-3AD203B41FA5}">
                      <a16:colId xmlns:a16="http://schemas.microsoft.com/office/drawing/2014/main" val="2295222574"/>
                    </a:ext>
                  </a:extLst>
                </a:gridCol>
              </a:tblGrid>
              <a:tr h="1185304">
                <a:tc>
                  <a:txBody>
                    <a:bodyPr/>
                    <a:lstStyle/>
                    <a:p>
                      <a:r>
                        <a:rPr lang="en-IN" sz="1600" dirty="0"/>
                        <a:t>Access Specifier</a:t>
                      </a:r>
                    </a:p>
                  </a:txBody>
                  <a:tcPr anchor="ctr"/>
                </a:tc>
                <a:tc>
                  <a:txBody>
                    <a:bodyPr/>
                    <a:lstStyle/>
                    <a:p>
                      <a:r>
                        <a:rPr lang="en-IN" sz="1600" dirty="0"/>
                        <a:t>Within Class</a:t>
                      </a:r>
                    </a:p>
                  </a:txBody>
                  <a:tcPr anchor="ctr"/>
                </a:tc>
                <a:tc>
                  <a:txBody>
                    <a:bodyPr/>
                    <a:lstStyle/>
                    <a:p>
                      <a:r>
                        <a:rPr lang="en-IN" sz="1600" dirty="0"/>
                        <a:t>Within Package</a:t>
                      </a:r>
                    </a:p>
                  </a:txBody>
                  <a:tcPr anchor="ctr"/>
                </a:tc>
                <a:tc>
                  <a:txBody>
                    <a:bodyPr/>
                    <a:lstStyle/>
                    <a:p>
                      <a:r>
                        <a:rPr lang="en-IN" sz="1600" dirty="0"/>
                        <a:t>Subclass (Same Package)</a:t>
                      </a:r>
                    </a:p>
                  </a:txBody>
                  <a:tcPr anchor="ctr"/>
                </a:tc>
                <a:tc>
                  <a:txBody>
                    <a:bodyPr/>
                    <a:lstStyle/>
                    <a:p>
                      <a:r>
                        <a:rPr lang="en-IN" sz="1600" dirty="0"/>
                        <a:t>Subclass (Different Package)</a:t>
                      </a:r>
                    </a:p>
                  </a:txBody>
                  <a:tcPr anchor="ctr"/>
                </a:tc>
                <a:tc>
                  <a:txBody>
                    <a:bodyPr/>
                    <a:lstStyle/>
                    <a:p>
                      <a:r>
                        <a:rPr lang="en-IN" sz="1600" dirty="0"/>
                        <a:t>Outside Package</a:t>
                      </a:r>
                    </a:p>
                  </a:txBody>
                  <a:tcPr anchor="ctr"/>
                </a:tc>
                <a:extLst>
                  <a:ext uri="{0D108BD9-81ED-4DB2-BD59-A6C34878D82A}">
                    <a16:rowId xmlns:a16="http://schemas.microsoft.com/office/drawing/2014/main" val="476889593"/>
                  </a:ext>
                </a:extLst>
              </a:tr>
              <a:tr h="409581">
                <a:tc>
                  <a:txBody>
                    <a:bodyPr/>
                    <a:lstStyle/>
                    <a:p>
                      <a:r>
                        <a:rPr lang="en-IN" sz="1600"/>
                        <a:t>public</a:t>
                      </a:r>
                    </a:p>
                  </a:txBody>
                  <a:tcPr anchor="ctr"/>
                </a:tc>
                <a:tc>
                  <a:txBody>
                    <a:bodyPr/>
                    <a:lstStyle/>
                    <a:p>
                      <a:r>
                        <a:rPr lang="en-IN" sz="1600"/>
                        <a:t>Yes</a:t>
                      </a:r>
                    </a:p>
                  </a:txBody>
                  <a:tcPr anchor="ctr"/>
                </a:tc>
                <a:tc>
                  <a:txBody>
                    <a:bodyPr/>
                    <a:lstStyle/>
                    <a:p>
                      <a:r>
                        <a:rPr lang="en-IN" sz="1600" dirty="0"/>
                        <a:t>Yes</a:t>
                      </a:r>
                    </a:p>
                  </a:txBody>
                  <a:tcPr anchor="ctr"/>
                </a:tc>
                <a:tc>
                  <a:txBody>
                    <a:bodyPr/>
                    <a:lstStyle/>
                    <a:p>
                      <a:r>
                        <a:rPr lang="en-IN" sz="1600"/>
                        <a:t>Yes</a:t>
                      </a:r>
                    </a:p>
                  </a:txBody>
                  <a:tcPr anchor="ctr"/>
                </a:tc>
                <a:tc>
                  <a:txBody>
                    <a:bodyPr/>
                    <a:lstStyle/>
                    <a:p>
                      <a:r>
                        <a:rPr lang="en-IN" sz="1600" dirty="0"/>
                        <a:t>Yes</a:t>
                      </a:r>
                    </a:p>
                  </a:txBody>
                  <a:tcPr anchor="ctr"/>
                </a:tc>
                <a:tc>
                  <a:txBody>
                    <a:bodyPr/>
                    <a:lstStyle/>
                    <a:p>
                      <a:r>
                        <a:rPr lang="en-IN" sz="1600"/>
                        <a:t>Yes</a:t>
                      </a:r>
                    </a:p>
                  </a:txBody>
                  <a:tcPr anchor="ctr"/>
                </a:tc>
                <a:extLst>
                  <a:ext uri="{0D108BD9-81ED-4DB2-BD59-A6C34878D82A}">
                    <a16:rowId xmlns:a16="http://schemas.microsoft.com/office/drawing/2014/main" val="3938102276"/>
                  </a:ext>
                </a:extLst>
              </a:tr>
              <a:tr h="461277">
                <a:tc>
                  <a:txBody>
                    <a:bodyPr/>
                    <a:lstStyle/>
                    <a:p>
                      <a:r>
                        <a:rPr lang="en-IN" sz="1600" dirty="0"/>
                        <a:t>protected</a:t>
                      </a:r>
                    </a:p>
                  </a:txBody>
                  <a:tcPr anchor="ctr"/>
                </a:tc>
                <a:tc>
                  <a:txBody>
                    <a:bodyPr/>
                    <a:lstStyle/>
                    <a:p>
                      <a:r>
                        <a:rPr lang="en-IN" sz="1600"/>
                        <a:t>Yes</a:t>
                      </a:r>
                    </a:p>
                  </a:txBody>
                  <a:tcPr anchor="ctr"/>
                </a:tc>
                <a:tc>
                  <a:txBody>
                    <a:bodyPr/>
                    <a:lstStyle/>
                    <a:p>
                      <a:r>
                        <a:rPr lang="en-IN" sz="1600"/>
                        <a:t>Yes</a:t>
                      </a:r>
                    </a:p>
                  </a:txBody>
                  <a:tcPr anchor="ctr"/>
                </a:tc>
                <a:tc>
                  <a:txBody>
                    <a:bodyPr/>
                    <a:lstStyle/>
                    <a:p>
                      <a:r>
                        <a:rPr lang="en-IN" sz="1600" dirty="0"/>
                        <a:t>Yes</a:t>
                      </a:r>
                    </a:p>
                  </a:txBody>
                  <a:tcPr anchor="ctr"/>
                </a:tc>
                <a:tc>
                  <a:txBody>
                    <a:bodyPr/>
                    <a:lstStyle/>
                    <a:p>
                      <a:r>
                        <a:rPr lang="en-IN" sz="1600"/>
                        <a:t>Yes</a:t>
                      </a:r>
                    </a:p>
                  </a:txBody>
                  <a:tcPr anchor="ctr"/>
                </a:tc>
                <a:tc>
                  <a:txBody>
                    <a:bodyPr/>
                    <a:lstStyle/>
                    <a:p>
                      <a:r>
                        <a:rPr lang="en-IN" sz="1600"/>
                        <a:t>No</a:t>
                      </a:r>
                    </a:p>
                  </a:txBody>
                  <a:tcPr anchor="ctr"/>
                </a:tc>
                <a:extLst>
                  <a:ext uri="{0D108BD9-81ED-4DB2-BD59-A6C34878D82A}">
                    <a16:rowId xmlns:a16="http://schemas.microsoft.com/office/drawing/2014/main" val="4261093150"/>
                  </a:ext>
                </a:extLst>
              </a:tr>
              <a:tr h="707457">
                <a:tc>
                  <a:txBody>
                    <a:bodyPr/>
                    <a:lstStyle/>
                    <a:p>
                      <a:r>
                        <a:rPr lang="en-IN" sz="1600" dirty="0"/>
                        <a:t>Default </a:t>
                      </a:r>
                    </a:p>
                    <a:p>
                      <a:r>
                        <a:rPr lang="en-IN" sz="1600" dirty="0"/>
                        <a:t>(no specifier)</a:t>
                      </a:r>
                    </a:p>
                  </a:txBody>
                  <a:tcPr anchor="ctr">
                    <a:solidFill>
                      <a:srgbClr val="FFFF00"/>
                    </a:solidFill>
                  </a:tcPr>
                </a:tc>
                <a:tc>
                  <a:txBody>
                    <a:bodyPr/>
                    <a:lstStyle/>
                    <a:p>
                      <a:r>
                        <a:rPr lang="en-IN" sz="1600"/>
                        <a:t>Yes</a:t>
                      </a:r>
                    </a:p>
                  </a:txBody>
                  <a:tcPr anchor="ctr">
                    <a:solidFill>
                      <a:srgbClr val="FFFF00"/>
                    </a:solidFill>
                  </a:tcPr>
                </a:tc>
                <a:tc>
                  <a:txBody>
                    <a:bodyPr/>
                    <a:lstStyle/>
                    <a:p>
                      <a:r>
                        <a:rPr lang="en-IN" sz="1600"/>
                        <a:t>Yes</a:t>
                      </a:r>
                    </a:p>
                  </a:txBody>
                  <a:tcPr anchor="ctr">
                    <a:solidFill>
                      <a:srgbClr val="FFFF00"/>
                    </a:solidFill>
                  </a:tcPr>
                </a:tc>
                <a:tc>
                  <a:txBody>
                    <a:bodyPr/>
                    <a:lstStyle/>
                    <a:p>
                      <a:r>
                        <a:rPr lang="en-IN" sz="1600"/>
                        <a:t>Yes</a:t>
                      </a:r>
                    </a:p>
                  </a:txBody>
                  <a:tcPr anchor="ctr">
                    <a:solidFill>
                      <a:srgbClr val="FFFF00"/>
                    </a:solidFill>
                  </a:tcPr>
                </a:tc>
                <a:tc>
                  <a:txBody>
                    <a:bodyPr/>
                    <a:lstStyle/>
                    <a:p>
                      <a:r>
                        <a:rPr lang="en-IN" sz="1600"/>
                        <a:t>No</a:t>
                      </a:r>
                    </a:p>
                  </a:txBody>
                  <a:tcPr anchor="ctr">
                    <a:solidFill>
                      <a:srgbClr val="FFFF00"/>
                    </a:solidFill>
                  </a:tcPr>
                </a:tc>
                <a:tc>
                  <a:txBody>
                    <a:bodyPr/>
                    <a:lstStyle/>
                    <a:p>
                      <a:r>
                        <a:rPr lang="en-IN" sz="1600" dirty="0"/>
                        <a:t>No</a:t>
                      </a:r>
                    </a:p>
                  </a:txBody>
                  <a:tcPr anchor="ctr">
                    <a:solidFill>
                      <a:srgbClr val="FFFF00"/>
                    </a:solidFill>
                  </a:tcPr>
                </a:tc>
                <a:extLst>
                  <a:ext uri="{0D108BD9-81ED-4DB2-BD59-A6C34878D82A}">
                    <a16:rowId xmlns:a16="http://schemas.microsoft.com/office/drawing/2014/main" val="812597436"/>
                  </a:ext>
                </a:extLst>
              </a:tr>
              <a:tr h="409581">
                <a:tc>
                  <a:txBody>
                    <a:bodyPr/>
                    <a:lstStyle/>
                    <a:p>
                      <a:r>
                        <a:rPr lang="en-IN" sz="1600"/>
                        <a:t>private</a:t>
                      </a:r>
                    </a:p>
                  </a:txBody>
                  <a:tcPr anchor="ctr"/>
                </a:tc>
                <a:tc>
                  <a:txBody>
                    <a:bodyPr/>
                    <a:lstStyle/>
                    <a:p>
                      <a:r>
                        <a:rPr lang="en-IN" sz="1600"/>
                        <a:t>Yes</a:t>
                      </a:r>
                    </a:p>
                  </a:txBody>
                  <a:tcPr anchor="ctr"/>
                </a:tc>
                <a:tc>
                  <a:txBody>
                    <a:bodyPr/>
                    <a:lstStyle/>
                    <a:p>
                      <a:r>
                        <a:rPr lang="en-IN" sz="1600"/>
                        <a:t>No</a:t>
                      </a:r>
                    </a:p>
                  </a:txBody>
                  <a:tcPr anchor="ctr"/>
                </a:tc>
                <a:tc>
                  <a:txBody>
                    <a:bodyPr/>
                    <a:lstStyle/>
                    <a:p>
                      <a:r>
                        <a:rPr lang="en-IN" sz="1600"/>
                        <a:t>No</a:t>
                      </a:r>
                    </a:p>
                  </a:txBody>
                  <a:tcPr anchor="ctr"/>
                </a:tc>
                <a:tc>
                  <a:txBody>
                    <a:bodyPr/>
                    <a:lstStyle/>
                    <a:p>
                      <a:r>
                        <a:rPr lang="en-IN" sz="1600" dirty="0"/>
                        <a:t>No</a:t>
                      </a:r>
                    </a:p>
                  </a:txBody>
                  <a:tcPr anchor="ctr"/>
                </a:tc>
                <a:tc>
                  <a:txBody>
                    <a:bodyPr/>
                    <a:lstStyle/>
                    <a:p>
                      <a:r>
                        <a:rPr lang="en-IN" sz="1600" dirty="0"/>
                        <a:t>No</a:t>
                      </a:r>
                    </a:p>
                  </a:txBody>
                  <a:tcPr anchor="ctr"/>
                </a:tc>
                <a:extLst>
                  <a:ext uri="{0D108BD9-81ED-4DB2-BD59-A6C34878D82A}">
                    <a16:rowId xmlns:a16="http://schemas.microsoft.com/office/drawing/2014/main" val="2107026960"/>
                  </a:ext>
                </a:extLst>
              </a:tr>
            </a:tbl>
          </a:graphicData>
        </a:graphic>
      </p:graphicFrame>
      <p:sp>
        <p:nvSpPr>
          <p:cNvPr id="4" name="TextBox 3">
            <a:extLst>
              <a:ext uri="{FF2B5EF4-FFF2-40B4-BE49-F238E27FC236}">
                <a16:creationId xmlns:a16="http://schemas.microsoft.com/office/drawing/2014/main" id="{56008AFB-C971-3251-4EC2-BEB3F823CD62}"/>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831993977"/>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055395" cy="392544"/>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role of </a:t>
            </a:r>
            <a:r>
              <a:rPr kumimoji="0" lang="en-US" sz="2400" b="1" i="0" u="none" strike="noStrike" kern="1200" cap="none" spc="0" normalizeH="0" baseline="0" noProof="0" dirty="0">
                <a:ln>
                  <a:noFill/>
                </a:ln>
                <a:solidFill>
                  <a:srgbClr val="FFFF00"/>
                </a:solidFill>
                <a:effectLst/>
                <a:uLnTx/>
                <a:uFillTx/>
                <a:ea typeface="+mn-ea"/>
                <a:cs typeface="+mn-cs"/>
              </a:rPr>
              <a:t>default</a:t>
            </a:r>
            <a:r>
              <a:rPr kumimoji="0" lang="en-US" sz="2400" b="1" i="0" u="none" strike="noStrike" kern="1200" cap="none" spc="0" normalizeH="0" baseline="0" noProof="0" dirty="0">
                <a:ln>
                  <a:noFill/>
                </a:ln>
                <a:solidFill>
                  <a:schemeClr val="bg1"/>
                </a:solidFill>
                <a:effectLst/>
                <a:uLnTx/>
                <a:uFillTx/>
                <a:ea typeface="+mn-ea"/>
                <a:cs typeface="+mn-cs"/>
              </a:rPr>
              <a:t> access specifier? </a:t>
            </a:r>
            <a:r>
              <a:rPr lang="en-US" sz="2400" b="1" dirty="0">
                <a:solidFill>
                  <a:schemeClr val="bg1"/>
                </a:solidFill>
                <a:ea typeface="+mn-ea"/>
                <a:cs typeface="+mn-cs"/>
              </a:rPr>
              <a:t>Difference btw public, private and default?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B5A13C60-C772-227B-9849-3FC7B1DC29A5}"/>
              </a:ext>
            </a:extLst>
          </p:cNvPr>
          <p:cNvSpPr/>
          <p:nvPr/>
        </p:nvSpPr>
        <p:spPr>
          <a:xfrm>
            <a:off x="231708" y="2681205"/>
            <a:ext cx="3596374" cy="243046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package</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AccessSpecifiers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city</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"Delhi"</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age</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39</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Rectangle 3">
            <a:extLst>
              <a:ext uri="{FF2B5EF4-FFF2-40B4-BE49-F238E27FC236}">
                <a16:creationId xmlns:a16="http://schemas.microsoft.com/office/drawing/2014/main" id="{16EC743D-D4C2-4550-2459-F4177FB53B5C}"/>
              </a:ext>
            </a:extLst>
          </p:cNvPr>
          <p:cNvSpPr/>
          <p:nvPr/>
        </p:nvSpPr>
        <p:spPr>
          <a:xfrm>
            <a:off x="5267257" y="1040709"/>
            <a:ext cx="6845853" cy="276935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package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AccessSpecifiers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ScienceStudent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public: no error</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city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private: error</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default: no error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Rectangle 4">
            <a:extLst>
              <a:ext uri="{FF2B5EF4-FFF2-40B4-BE49-F238E27FC236}">
                <a16:creationId xmlns:a16="http://schemas.microsoft.com/office/drawing/2014/main" id="{20917AAC-2CC8-5B47-6A8E-248AAE4DDCC9}"/>
              </a:ext>
            </a:extLst>
          </p:cNvPr>
          <p:cNvSpPr/>
          <p:nvPr/>
        </p:nvSpPr>
        <p:spPr>
          <a:xfrm>
            <a:off x="5267258" y="3972404"/>
            <a:ext cx="6845853" cy="276935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package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AccessSpecifiers1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AccessSpecifiers</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MathsStudent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public: no error</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city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private: error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default: error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cxnSp>
        <p:nvCxnSpPr>
          <p:cNvPr id="12" name="Straight Arrow Connector 11">
            <a:extLst>
              <a:ext uri="{FF2B5EF4-FFF2-40B4-BE49-F238E27FC236}">
                <a16:creationId xmlns:a16="http://schemas.microsoft.com/office/drawing/2014/main" id="{CBEC1C4C-FE9A-A563-15EE-2234A647F2F5}"/>
              </a:ext>
            </a:extLst>
          </p:cNvPr>
          <p:cNvCxnSpPr>
            <a:cxnSpLocks/>
            <a:stCxn id="7" idx="3"/>
            <a:endCxn id="4" idx="1"/>
          </p:cNvCxnSpPr>
          <p:nvPr/>
        </p:nvCxnSpPr>
        <p:spPr>
          <a:xfrm flipV="1">
            <a:off x="3828082" y="2425388"/>
            <a:ext cx="1439175" cy="147105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A8262290-83EC-835B-CF86-4E77CE27EC17}"/>
              </a:ext>
            </a:extLst>
          </p:cNvPr>
          <p:cNvCxnSpPr>
            <a:cxnSpLocks/>
            <a:stCxn id="7" idx="3"/>
            <a:endCxn id="5" idx="1"/>
          </p:cNvCxnSpPr>
          <p:nvPr/>
        </p:nvCxnSpPr>
        <p:spPr>
          <a:xfrm>
            <a:off x="3828082" y="3896440"/>
            <a:ext cx="1439176" cy="146064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4EA9F086-BE7B-7AFA-D560-DF6671374D52}"/>
              </a:ext>
            </a:extLst>
          </p:cNvPr>
          <p:cNvSpPr/>
          <p:nvPr/>
        </p:nvSpPr>
        <p:spPr>
          <a:xfrm>
            <a:off x="3975315" y="1763170"/>
            <a:ext cx="1291942" cy="581049"/>
          </a:xfrm>
          <a:prstGeom prst="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Same package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1C64BA3B-E42E-CBB5-55B5-E9CB3E4B4039}"/>
              </a:ext>
            </a:extLst>
          </p:cNvPr>
          <p:cNvSpPr/>
          <p:nvPr/>
        </p:nvSpPr>
        <p:spPr>
          <a:xfrm>
            <a:off x="3975315" y="5357083"/>
            <a:ext cx="1291942" cy="581049"/>
          </a:xfrm>
          <a:prstGeom prst="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Different package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44CEFF-6DA3-4CAA-FFA6-E12A17600197}"/>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30686690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role of </a:t>
            </a:r>
            <a:r>
              <a:rPr kumimoji="0" lang="en-US" sz="2400" b="1" i="0" u="none" strike="noStrike" kern="1200" cap="none" spc="0" normalizeH="0" baseline="0" noProof="0" dirty="0">
                <a:ln>
                  <a:noFill/>
                </a:ln>
                <a:solidFill>
                  <a:srgbClr val="FFFF00"/>
                </a:solidFill>
                <a:effectLst/>
                <a:uLnTx/>
                <a:uFillTx/>
                <a:ea typeface="+mn-ea"/>
                <a:cs typeface="+mn-cs"/>
              </a:rPr>
              <a:t>this keyword</a:t>
            </a:r>
            <a:r>
              <a:rPr kumimoji="0" lang="en-US" sz="2400" b="1" i="0" u="none" strike="noStrike" kern="1200" cap="none" spc="0" normalizeH="0" baseline="0" noProof="0" dirty="0">
                <a:ln>
                  <a:noFill/>
                </a:ln>
                <a:solidFill>
                  <a:schemeClr val="bg1"/>
                </a:solidFill>
                <a:effectLst/>
                <a:uLnTx/>
                <a:uFillTx/>
                <a:ea typeface="+mn-ea"/>
                <a:cs typeface="+mn-cs"/>
              </a:rPr>
              <a:t> in java? When to use it?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DA8C8D15-58CB-DFBF-1917-A9C51CA77619}"/>
              </a:ext>
            </a:extLst>
          </p:cNvPr>
          <p:cNvSpPr/>
          <p:nvPr/>
        </p:nvSpPr>
        <p:spPr>
          <a:xfrm>
            <a:off x="5926014" y="1049618"/>
            <a:ext cx="6036783" cy="445436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this.name is class field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emp.exp</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10; // not recommended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Freeform: Shape 4">
            <a:extLst>
              <a:ext uri="{FF2B5EF4-FFF2-40B4-BE49-F238E27FC236}">
                <a16:creationId xmlns:a16="http://schemas.microsoft.com/office/drawing/2014/main" id="{34CCC61A-0221-EBB2-B038-3DA2DAEF1453}"/>
              </a:ext>
            </a:extLst>
          </p:cNvPr>
          <p:cNvSpPr/>
          <p:nvPr/>
        </p:nvSpPr>
        <p:spPr>
          <a:xfrm>
            <a:off x="5948770" y="1946213"/>
            <a:ext cx="1811924" cy="832159"/>
          </a:xfrm>
          <a:custGeom>
            <a:avLst/>
            <a:gdLst>
              <a:gd name="connsiteX0" fmla="*/ 2511399 w 2511399"/>
              <a:gd name="connsiteY0" fmla="*/ 0 h 791308"/>
              <a:gd name="connsiteX1" fmla="*/ 84723 w 2511399"/>
              <a:gd name="connsiteY1" fmla="*/ 193431 h 791308"/>
              <a:gd name="connsiteX2" fmla="*/ 788107 w 2511399"/>
              <a:gd name="connsiteY2" fmla="*/ 791308 h 791308"/>
            </a:gdLst>
            <a:ahLst/>
            <a:cxnLst>
              <a:cxn ang="0">
                <a:pos x="connsiteX0" y="connsiteY0"/>
              </a:cxn>
              <a:cxn ang="0">
                <a:pos x="connsiteX1" y="connsiteY1"/>
              </a:cxn>
              <a:cxn ang="0">
                <a:pos x="connsiteX2" y="connsiteY2"/>
              </a:cxn>
            </a:cxnLst>
            <a:rect l="l" t="t" r="r" b="b"/>
            <a:pathLst>
              <a:path w="2511399" h="791308">
                <a:moveTo>
                  <a:pt x="2511399" y="0"/>
                </a:moveTo>
                <a:cubicBezTo>
                  <a:pt x="1441668" y="30773"/>
                  <a:pt x="371938" y="61546"/>
                  <a:pt x="84723" y="193431"/>
                </a:cubicBezTo>
                <a:cubicBezTo>
                  <a:pt x="-202492" y="325316"/>
                  <a:pt x="292807" y="558312"/>
                  <a:pt x="788107" y="791308"/>
                </a:cubicBezTo>
              </a:path>
            </a:pathLst>
          </a:custGeom>
          <a:noFill/>
          <a:ln>
            <a:solidFill>
              <a:srgbClr val="FF0000"/>
            </a:solidFill>
            <a:tailEnd type="triangle" w="sm" len="me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C9A0AA1C-E11F-1F6A-31C9-B9EA24B97B6C}"/>
              </a:ext>
            </a:extLst>
          </p:cNvPr>
          <p:cNvSpPr txBox="1"/>
          <p:nvPr/>
        </p:nvSpPr>
        <p:spPr>
          <a:xfrm>
            <a:off x="355693" y="1049618"/>
            <a:ext cx="4655921" cy="1714893"/>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this keyword refers to the current instance of the class.</a:t>
            </a:r>
          </a:p>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Use of this keywords: Differentiate between instance variables and parameters with the same name in setter methods.</a:t>
            </a:r>
          </a:p>
        </p:txBody>
      </p:sp>
      <p:cxnSp>
        <p:nvCxnSpPr>
          <p:cNvPr id="8" name="Straight Arrow Connector 7">
            <a:extLst>
              <a:ext uri="{FF2B5EF4-FFF2-40B4-BE49-F238E27FC236}">
                <a16:creationId xmlns:a16="http://schemas.microsoft.com/office/drawing/2014/main" id="{C5BFC8A5-8AA6-1F80-6717-C276DA0551D6}"/>
              </a:ext>
            </a:extLst>
          </p:cNvPr>
          <p:cNvCxnSpPr>
            <a:cxnSpLocks/>
          </p:cNvCxnSpPr>
          <p:nvPr/>
        </p:nvCxnSpPr>
        <p:spPr>
          <a:xfrm flipH="1">
            <a:off x="7928367" y="2379877"/>
            <a:ext cx="1081755" cy="26945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10" name="Picture 9">
            <a:extLst>
              <a:ext uri="{FF2B5EF4-FFF2-40B4-BE49-F238E27FC236}">
                <a16:creationId xmlns:a16="http://schemas.microsoft.com/office/drawing/2014/main" id="{172D7C16-F4BC-F893-56ED-089BD319009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96130" y="295450"/>
            <a:ext cx="914784" cy="363946"/>
          </a:xfrm>
          <a:prstGeom prst="rect">
            <a:avLst/>
          </a:prstGeom>
        </p:spPr>
      </p:pic>
      <p:sp>
        <p:nvSpPr>
          <p:cNvPr id="7" name="TextBox 6">
            <a:extLst>
              <a:ext uri="{FF2B5EF4-FFF2-40B4-BE49-F238E27FC236}">
                <a16:creationId xmlns:a16="http://schemas.microsoft.com/office/drawing/2014/main" id="{7CEE0DC1-7567-0DC1-D227-7BB2F9CB08FE}"/>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42627292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055395" cy="371344"/>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Why to use same names for class fields and parameter name in Setter method?</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DA8C8D15-58CB-DFBF-1917-A9C51CA77619}"/>
              </a:ext>
            </a:extLst>
          </p:cNvPr>
          <p:cNvSpPr/>
          <p:nvPr/>
        </p:nvSpPr>
        <p:spPr>
          <a:xfrm>
            <a:off x="5926014" y="1049618"/>
            <a:ext cx="6036783" cy="445436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this.name is class field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emp.exp</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10; // not recommended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Freeform: Shape 4">
            <a:extLst>
              <a:ext uri="{FF2B5EF4-FFF2-40B4-BE49-F238E27FC236}">
                <a16:creationId xmlns:a16="http://schemas.microsoft.com/office/drawing/2014/main" id="{34CCC61A-0221-EBB2-B038-3DA2DAEF1453}"/>
              </a:ext>
            </a:extLst>
          </p:cNvPr>
          <p:cNvSpPr/>
          <p:nvPr/>
        </p:nvSpPr>
        <p:spPr>
          <a:xfrm>
            <a:off x="5948770" y="1946213"/>
            <a:ext cx="1811924" cy="832159"/>
          </a:xfrm>
          <a:custGeom>
            <a:avLst/>
            <a:gdLst>
              <a:gd name="connsiteX0" fmla="*/ 2511399 w 2511399"/>
              <a:gd name="connsiteY0" fmla="*/ 0 h 791308"/>
              <a:gd name="connsiteX1" fmla="*/ 84723 w 2511399"/>
              <a:gd name="connsiteY1" fmla="*/ 193431 h 791308"/>
              <a:gd name="connsiteX2" fmla="*/ 788107 w 2511399"/>
              <a:gd name="connsiteY2" fmla="*/ 791308 h 791308"/>
            </a:gdLst>
            <a:ahLst/>
            <a:cxnLst>
              <a:cxn ang="0">
                <a:pos x="connsiteX0" y="connsiteY0"/>
              </a:cxn>
              <a:cxn ang="0">
                <a:pos x="connsiteX1" y="connsiteY1"/>
              </a:cxn>
              <a:cxn ang="0">
                <a:pos x="connsiteX2" y="connsiteY2"/>
              </a:cxn>
            </a:cxnLst>
            <a:rect l="l" t="t" r="r" b="b"/>
            <a:pathLst>
              <a:path w="2511399" h="791308">
                <a:moveTo>
                  <a:pt x="2511399" y="0"/>
                </a:moveTo>
                <a:cubicBezTo>
                  <a:pt x="1441668" y="30773"/>
                  <a:pt x="371938" y="61546"/>
                  <a:pt x="84723" y="193431"/>
                </a:cubicBezTo>
                <a:cubicBezTo>
                  <a:pt x="-202492" y="325316"/>
                  <a:pt x="292807" y="558312"/>
                  <a:pt x="788107" y="791308"/>
                </a:cubicBezTo>
              </a:path>
            </a:pathLst>
          </a:custGeom>
          <a:noFill/>
          <a:ln>
            <a:solidFill>
              <a:srgbClr val="FF0000"/>
            </a:solidFill>
            <a:tailEnd type="triangle" w="sm" len="me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C9A0AA1C-E11F-1F6A-31C9-B9EA24B97B6C}"/>
              </a:ext>
            </a:extLst>
          </p:cNvPr>
          <p:cNvSpPr txBox="1"/>
          <p:nvPr/>
        </p:nvSpPr>
        <p:spPr>
          <a:xfrm>
            <a:off x="355693" y="1049618"/>
            <a:ext cx="4655921" cy="968278"/>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Using the same names for class fields and parameter names in setter methods can lead to cleaner, more readable code</a:t>
            </a:r>
            <a:endPar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endParaRPr>
          </a:p>
        </p:txBody>
      </p:sp>
      <p:cxnSp>
        <p:nvCxnSpPr>
          <p:cNvPr id="8" name="Straight Arrow Connector 7">
            <a:extLst>
              <a:ext uri="{FF2B5EF4-FFF2-40B4-BE49-F238E27FC236}">
                <a16:creationId xmlns:a16="http://schemas.microsoft.com/office/drawing/2014/main" id="{C5BFC8A5-8AA6-1F80-6717-C276DA0551D6}"/>
              </a:ext>
            </a:extLst>
          </p:cNvPr>
          <p:cNvCxnSpPr>
            <a:cxnSpLocks/>
          </p:cNvCxnSpPr>
          <p:nvPr/>
        </p:nvCxnSpPr>
        <p:spPr>
          <a:xfrm flipH="1">
            <a:off x="7928367" y="2379877"/>
            <a:ext cx="1081755" cy="26945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7" name="Graphic 6" descr="Artificial Intelligence with solid fill">
            <a:extLst>
              <a:ext uri="{FF2B5EF4-FFF2-40B4-BE49-F238E27FC236}">
                <a16:creationId xmlns:a16="http://schemas.microsoft.com/office/drawing/2014/main" id="{F262C5CF-0311-DFB6-6DD0-F85498716D0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250035" y="136472"/>
            <a:ext cx="559216" cy="559216"/>
          </a:xfrm>
          <a:prstGeom prst="rect">
            <a:avLst/>
          </a:prstGeom>
        </p:spPr>
      </p:pic>
      <p:sp>
        <p:nvSpPr>
          <p:cNvPr id="10" name="TextBox 9">
            <a:extLst>
              <a:ext uri="{FF2B5EF4-FFF2-40B4-BE49-F238E27FC236}">
                <a16:creationId xmlns:a16="http://schemas.microsoft.com/office/drawing/2014/main" id="{F95A5600-0A8F-78BE-82AE-3F2C6FC1F069}"/>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316724458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getter</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setter methods</a:t>
            </a:r>
            <a:r>
              <a:rPr kumimoji="0" lang="en-US" sz="2400" b="1" i="0" u="none" strike="noStrike" kern="1200" cap="none" spc="0" normalizeH="0" baseline="0" noProof="0" dirty="0">
                <a:ln>
                  <a:noFill/>
                </a:ln>
                <a:solidFill>
                  <a:schemeClr val="bg1"/>
                </a:solidFill>
                <a:effectLst/>
                <a:uLnTx/>
                <a:uFillTx/>
                <a:ea typeface="+mn-ea"/>
                <a:cs typeface="+mn-cs"/>
              </a:rPr>
              <a:t>?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DA8C8D15-58CB-DFBF-1917-A9C51CA77619}"/>
              </a:ext>
            </a:extLst>
          </p:cNvPr>
          <p:cNvSpPr/>
          <p:nvPr/>
        </p:nvSpPr>
        <p:spPr>
          <a:xfrm>
            <a:off x="6062597" y="964599"/>
            <a:ext cx="5900201" cy="587709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Field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Getter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Setter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emp.exp</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5; // Not recommended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 exp using setter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8" name="Rectangle 17">
            <a:extLst>
              <a:ext uri="{FF2B5EF4-FFF2-40B4-BE49-F238E27FC236}">
                <a16:creationId xmlns:a16="http://schemas.microsoft.com/office/drawing/2014/main" id="{6A75E3DA-52CB-BE53-F3CB-5D294D08E5EC}"/>
              </a:ext>
            </a:extLst>
          </p:cNvPr>
          <p:cNvSpPr/>
          <p:nvPr/>
        </p:nvSpPr>
        <p:spPr>
          <a:xfrm>
            <a:off x="475265" y="1433776"/>
            <a:ext cx="4860823" cy="907151"/>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Getter methods are used to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retrieve the values</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of private fields of a 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345130BA-FEA3-5D5F-8F31-A9D61D0A562C}"/>
              </a:ext>
            </a:extLst>
          </p:cNvPr>
          <p:cNvSpPr/>
          <p:nvPr/>
        </p:nvSpPr>
        <p:spPr>
          <a:xfrm>
            <a:off x="475265" y="2521849"/>
            <a:ext cx="4860823" cy="907151"/>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Setter methods are used to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modify or set the value</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of a private field of a class.</a:t>
            </a:r>
          </a:p>
        </p:txBody>
      </p:sp>
      <p:cxnSp>
        <p:nvCxnSpPr>
          <p:cNvPr id="20" name="Straight Arrow Connector 19">
            <a:extLst>
              <a:ext uri="{FF2B5EF4-FFF2-40B4-BE49-F238E27FC236}">
                <a16:creationId xmlns:a16="http://schemas.microsoft.com/office/drawing/2014/main" id="{657FFFA7-1F16-0985-B670-70B0066ACFC6}"/>
              </a:ext>
            </a:extLst>
          </p:cNvPr>
          <p:cNvCxnSpPr>
            <a:cxnSpLocks/>
            <a:endCxn id="18" idx="3"/>
          </p:cNvCxnSpPr>
          <p:nvPr/>
        </p:nvCxnSpPr>
        <p:spPr>
          <a:xfrm flipH="1" flipV="1">
            <a:off x="5336088" y="1887352"/>
            <a:ext cx="2550612" cy="261488"/>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D6BB0988-6C06-286E-BF56-1B0E54935014}"/>
              </a:ext>
            </a:extLst>
          </p:cNvPr>
          <p:cNvCxnSpPr>
            <a:cxnSpLocks/>
          </p:cNvCxnSpPr>
          <p:nvPr/>
        </p:nvCxnSpPr>
        <p:spPr>
          <a:xfrm flipH="1" flipV="1">
            <a:off x="5336088" y="2948940"/>
            <a:ext cx="2550612" cy="16002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3998F95E-E13D-06B5-1659-FB63E7432295}"/>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88804127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the </a:t>
            </a:r>
            <a:r>
              <a:rPr kumimoji="0" lang="en-US" sz="2400" b="1" i="0" u="none" strike="noStrike" kern="1200" cap="none" spc="0" normalizeH="0" baseline="0" noProof="0" dirty="0">
                <a:ln>
                  <a:noFill/>
                </a:ln>
                <a:solidFill>
                  <a:srgbClr val="FFFF00"/>
                </a:solidFill>
                <a:effectLst/>
                <a:uLnTx/>
                <a:uFillTx/>
                <a:ea typeface="+mn-ea"/>
                <a:cs typeface="+mn-cs"/>
              </a:rPr>
              <a:t>advantages</a:t>
            </a:r>
            <a:r>
              <a:rPr lang="en-US" sz="2400" b="1" dirty="0">
                <a:solidFill>
                  <a:schemeClr val="bg1"/>
                </a:solidFill>
                <a:ea typeface="+mn-ea"/>
                <a:cs typeface="+mn-cs"/>
              </a:rPr>
              <a:t> of </a:t>
            </a:r>
            <a:r>
              <a:rPr kumimoji="0" lang="en-US" sz="2400" b="1" i="0" u="none" strike="noStrike" kern="1200" cap="none" spc="0" normalizeH="0" baseline="0" noProof="0" dirty="0">
                <a:ln>
                  <a:noFill/>
                </a:ln>
                <a:solidFill>
                  <a:schemeClr val="bg1"/>
                </a:solidFill>
                <a:effectLst/>
                <a:uLnTx/>
                <a:uFillTx/>
                <a:ea typeface="+mn-ea"/>
                <a:cs typeface="+mn-cs"/>
              </a:rPr>
              <a:t>getter and setter methods?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3" name="TextBox 12">
            <a:extLst>
              <a:ext uri="{FF2B5EF4-FFF2-40B4-BE49-F238E27FC236}">
                <a16:creationId xmlns:a16="http://schemas.microsoft.com/office/drawing/2014/main" id="{B92DAAA8-AEF4-F57F-C6DC-E8CB92B14766}"/>
              </a:ext>
            </a:extLst>
          </p:cNvPr>
          <p:cNvSpPr txBox="1"/>
          <p:nvPr/>
        </p:nvSpPr>
        <p:spPr>
          <a:xfrm>
            <a:off x="355693" y="964599"/>
            <a:ext cx="4958243" cy="3504486"/>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Advantages of getter and setter methods:</a:t>
            </a:r>
          </a:p>
          <a:p>
            <a:pPr marL="342900" marR="91440" lvl="0" indent="-342900" algn="l" defTabSz="914400" rtl="0" eaLnBrk="1" fontAlgn="auto" latinLnBrk="0" hangingPunct="1">
              <a:lnSpc>
                <a:spcPct val="107000"/>
              </a:lnSpc>
              <a:spcBef>
                <a:spcPts val="600"/>
              </a:spcBef>
              <a:spcAft>
                <a:spcPts val="600"/>
              </a:spcAft>
              <a:buClr>
                <a:srgbClr val="FFC000"/>
              </a:buClr>
              <a:buSzPct val="100000"/>
              <a:buFont typeface="+mj-lt"/>
              <a:buAutoNum type="arabicPeriod"/>
              <a:tabLst>
                <a:tab pos="457200" algn="l"/>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Data Validation:</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Setter methods can include validation logic to ensure that the assigned values are valid.</a:t>
            </a:r>
          </a:p>
          <a:p>
            <a:pPr marL="342900" marR="91440" lvl="0" indent="-342900" algn="l" defTabSz="914400" rtl="0" eaLnBrk="1" fontAlgn="auto" latinLnBrk="0" hangingPunct="1">
              <a:lnSpc>
                <a:spcPct val="107000"/>
              </a:lnSpc>
              <a:spcBef>
                <a:spcPts val="600"/>
              </a:spcBef>
              <a:spcAft>
                <a:spcPts val="600"/>
              </a:spcAft>
              <a:buClr>
                <a:srgbClr val="FFC000"/>
              </a:buClr>
              <a:buSzPct val="100000"/>
              <a:buFont typeface="+mj-lt"/>
              <a:buAutoNum type="arabicPeriod"/>
              <a:tabLst>
                <a:tab pos="457200" algn="l"/>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Data Access: </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Getter methods can control how a field is accessed.</a:t>
            </a:r>
          </a:p>
          <a:p>
            <a:pPr marL="342900" marR="91440" lvl="0" indent="-342900" algn="l" defTabSz="914400" rtl="0" eaLnBrk="1" fontAlgn="auto" latinLnBrk="0" hangingPunct="1">
              <a:lnSpc>
                <a:spcPct val="107000"/>
              </a:lnSpc>
              <a:spcBef>
                <a:spcPts val="600"/>
              </a:spcBef>
              <a:spcAft>
                <a:spcPts val="600"/>
              </a:spcAft>
              <a:buClr>
                <a:srgbClr val="FFC000"/>
              </a:buClr>
              <a:buSzPct val="100000"/>
              <a:buFont typeface="+mj-lt"/>
              <a:buAutoNum type="arabicPeriod"/>
              <a:tabLst>
                <a:tab pos="457200" algn="l"/>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Encapsulation/ Abstraction:</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Getter and setter methods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hide the internal 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details of a class and expose only necessary information.</a:t>
            </a:r>
          </a:p>
        </p:txBody>
      </p:sp>
      <p:sp>
        <p:nvSpPr>
          <p:cNvPr id="4" name="Rectangle 3">
            <a:extLst>
              <a:ext uri="{FF2B5EF4-FFF2-40B4-BE49-F238E27FC236}">
                <a16:creationId xmlns:a16="http://schemas.microsoft.com/office/drawing/2014/main" id="{DA8C8D15-58CB-DFBF-1917-A9C51CA77619}"/>
              </a:ext>
            </a:extLst>
          </p:cNvPr>
          <p:cNvSpPr/>
          <p:nvPr/>
        </p:nvSpPr>
        <p:spPr>
          <a:xfrm>
            <a:off x="6062597" y="964599"/>
            <a:ext cx="5900201" cy="587709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Field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Getter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Setter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Validate experience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"Incorrect Experience"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emp.exp</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5; // Not recommended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 exp using setter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TextBox 4">
            <a:extLst>
              <a:ext uri="{FF2B5EF4-FFF2-40B4-BE49-F238E27FC236}">
                <a16:creationId xmlns:a16="http://schemas.microsoft.com/office/drawing/2014/main" id="{1B80445D-1DA7-A1AB-F59A-4F040C63AD68}"/>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313870977"/>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the </a:t>
            </a:r>
            <a:r>
              <a:rPr kumimoji="0" lang="en-US" sz="2400" b="1" i="0" u="none" strike="noStrike" kern="1200" cap="none" spc="0" normalizeH="0" baseline="0" noProof="0" dirty="0">
                <a:ln>
                  <a:noFill/>
                </a:ln>
                <a:solidFill>
                  <a:srgbClr val="FFFF00"/>
                </a:solidFill>
                <a:effectLst/>
                <a:uLnTx/>
                <a:uFillTx/>
                <a:ea typeface="+mn-ea"/>
                <a:cs typeface="+mn-cs"/>
              </a:rPr>
              <a:t>4 principles/ pillars</a:t>
            </a:r>
            <a:r>
              <a:rPr kumimoji="0" lang="en-US" sz="2400" b="1" i="0" u="none" strike="noStrike" kern="1200" cap="none" spc="0" normalizeH="0" baseline="0" noProof="0" dirty="0">
                <a:ln>
                  <a:noFill/>
                </a:ln>
                <a:solidFill>
                  <a:schemeClr val="bg1"/>
                </a:solidFill>
                <a:effectLst/>
                <a:uLnTx/>
                <a:uFillTx/>
                <a:ea typeface="+mn-ea"/>
                <a:cs typeface="+mn-cs"/>
              </a:rPr>
              <a:t> of OOPS?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28" name="Picture 27">
            <a:extLst>
              <a:ext uri="{FF2B5EF4-FFF2-40B4-BE49-F238E27FC236}">
                <a16:creationId xmlns:a16="http://schemas.microsoft.com/office/drawing/2014/main" id="{6EA94B2C-5B89-D9F5-CDB2-41CFA4563DD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95931" y="295450"/>
            <a:ext cx="914784" cy="363946"/>
          </a:xfrm>
          <a:prstGeom prst="rect">
            <a:avLst/>
          </a:prstGeom>
        </p:spPr>
      </p:pic>
      <p:graphicFrame>
        <p:nvGraphicFramePr>
          <p:cNvPr id="5" name="Diagram 4">
            <a:extLst>
              <a:ext uri="{FF2B5EF4-FFF2-40B4-BE49-F238E27FC236}">
                <a16:creationId xmlns:a16="http://schemas.microsoft.com/office/drawing/2014/main" id="{FE15C8F8-0272-F47C-2D58-A62340C2F58F}"/>
              </a:ext>
            </a:extLst>
          </p:cNvPr>
          <p:cNvGraphicFramePr/>
          <p:nvPr/>
        </p:nvGraphicFramePr>
        <p:xfrm>
          <a:off x="-226132" y="1156503"/>
          <a:ext cx="7493888" cy="4934832"/>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4" name="TextBox 3">
            <a:extLst>
              <a:ext uri="{FF2B5EF4-FFF2-40B4-BE49-F238E27FC236}">
                <a16:creationId xmlns:a16="http://schemas.microsoft.com/office/drawing/2014/main" id="{4CDB5BD3-F795-A421-CBEB-39EE79643E78}"/>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150873979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2760756"/>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inheritance</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and when to use inheritance in real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How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implement inheritance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are the different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types of Inheritance</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When to use what?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multiple inheritance</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Does Java support it?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Why Java does not support multiple inheritance of classes?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diamond problem</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What is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alternative</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 of multiple inheritance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How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prevent a class </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from being inherited?</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10. OOPS - Inheritance</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72BF7359-3E82-7B17-998B-4AD75403FD95}"/>
              </a:ext>
            </a:extLst>
          </p:cNvPr>
          <p:cNvPicPr>
            <a:picLocks noChangeAspect="1" noChangeArrowheads="1"/>
          </p:cNvPicPr>
          <p:nvPr/>
        </p:nvPicPr>
        <p:blipFill rotWithShape="1">
          <a:blip r:embed="rId10">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C7CAE7DF-929E-5E2F-5DA2-E316C61FF01F}"/>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7115603" y="1519542"/>
            <a:ext cx="636255" cy="253133"/>
          </a:xfrm>
          <a:prstGeom prst="rect">
            <a:avLst/>
          </a:prstGeom>
        </p:spPr>
      </p:pic>
      <p:pic>
        <p:nvPicPr>
          <p:cNvPr id="5" name="Picture 4">
            <a:extLst>
              <a:ext uri="{FF2B5EF4-FFF2-40B4-BE49-F238E27FC236}">
                <a16:creationId xmlns:a16="http://schemas.microsoft.com/office/drawing/2014/main" id="{F8BA0A94-7CA1-1D34-89F0-FB47FC7EB014}"/>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6616745" y="2323143"/>
            <a:ext cx="636255" cy="253133"/>
          </a:xfrm>
          <a:prstGeom prst="rect">
            <a:avLst/>
          </a:prstGeom>
        </p:spPr>
      </p:pic>
      <p:pic>
        <p:nvPicPr>
          <p:cNvPr id="6" name="Picture 5">
            <a:extLst>
              <a:ext uri="{FF2B5EF4-FFF2-40B4-BE49-F238E27FC236}">
                <a16:creationId xmlns:a16="http://schemas.microsoft.com/office/drawing/2014/main" id="{6360DB3A-FD0D-4EF8-C83C-98E4CECA8869}"/>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777872" y="3526038"/>
            <a:ext cx="636255" cy="253133"/>
          </a:xfrm>
          <a:prstGeom prst="rect">
            <a:avLst/>
          </a:prstGeom>
        </p:spPr>
      </p:pic>
      <p:sp>
        <p:nvSpPr>
          <p:cNvPr id="10" name="TextBox 9">
            <a:extLst>
              <a:ext uri="{FF2B5EF4-FFF2-40B4-BE49-F238E27FC236}">
                <a16:creationId xmlns:a16="http://schemas.microsoft.com/office/drawing/2014/main" id="{9CDDE806-3513-0E36-4E48-0F9F249194D1}"/>
              </a:ext>
            </a:extLst>
          </p:cNvPr>
          <p:cNvSpPr txBox="1"/>
          <p:nvPr/>
        </p:nvSpPr>
        <p:spPr>
          <a:xfrm>
            <a:off x="10342731" y="6373174"/>
            <a:ext cx="1972639" cy="307777"/>
          </a:xfrm>
          <a:prstGeom prst="rect">
            <a:avLst/>
          </a:prstGeom>
          <a:noFill/>
        </p:spPr>
        <p:txBody>
          <a:bodyPr wrap="square">
            <a:spAutoFit/>
          </a:bodyPr>
          <a:lstStyle/>
          <a:p>
            <a:r>
              <a:rPr lang="en-US" sz="1400" dirty="0">
                <a:hlinkClick r:id="rId12" action="ppaction://hlinksldjump"/>
              </a:rPr>
              <a:t>Back to main index</a:t>
            </a:r>
            <a:endParaRPr lang="en-IN" sz="1400" dirty="0"/>
          </a:p>
        </p:txBody>
      </p:sp>
    </p:spTree>
    <p:extLst>
      <p:ext uri="{BB962C8B-B14F-4D97-AF65-F5344CB8AC3E}">
        <p14:creationId xmlns:p14="http://schemas.microsoft.com/office/powerpoint/2010/main" val="1941452388"/>
      </p:ext>
    </p:extLst>
  </p:cSld>
  <p:clrMapOvr>
    <a:overrideClrMapping bg1="dk1" tx1="lt1" bg2="dk2" tx2="lt2" accent1="accent1" accent2="accent2" accent3="accent3" accent4="accent4" accent5="accent5" accent6="accent6" hlink="hlink" folHlink="folHlink"/>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a:ln>
                  <a:noFill/>
                </a:ln>
                <a:solidFill>
                  <a:srgbClr val="FFFF00"/>
                </a:solidFill>
                <a:effectLst/>
                <a:uLnTx/>
                <a:uFillTx/>
                <a:ea typeface="+mn-ea"/>
                <a:cs typeface="+mn-cs"/>
              </a:rPr>
              <a:t>inheritance</a:t>
            </a:r>
            <a:r>
              <a:rPr kumimoji="0" lang="en-US" sz="2400" b="1" i="0" u="none" strike="noStrike" kern="1200" cap="none" spc="0" normalizeH="0" baseline="0" noProof="0" dirty="0">
                <a:ln>
                  <a:noFill/>
                </a:ln>
                <a:solidFill>
                  <a:schemeClr val="bg1"/>
                </a:solidFill>
                <a:effectLst/>
                <a:uLnTx/>
                <a:uFillTx/>
                <a:ea typeface="+mn-ea"/>
                <a:cs typeface="+mn-cs"/>
              </a:rPr>
              <a:t> and when to use inheritance in real applications?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28" name="Picture 27">
            <a:extLst>
              <a:ext uri="{FF2B5EF4-FFF2-40B4-BE49-F238E27FC236}">
                <a16:creationId xmlns:a16="http://schemas.microsoft.com/office/drawing/2014/main" id="{6EA94B2C-5B89-D9F5-CDB2-41CFA4563DD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54684" y="300327"/>
            <a:ext cx="914784" cy="363946"/>
          </a:xfrm>
          <a:prstGeom prst="rect">
            <a:avLst/>
          </a:prstGeom>
        </p:spPr>
      </p:pic>
      <p:sp>
        <p:nvSpPr>
          <p:cNvPr id="14" name="TextBox 13">
            <a:extLst>
              <a:ext uri="{FF2B5EF4-FFF2-40B4-BE49-F238E27FC236}">
                <a16:creationId xmlns:a16="http://schemas.microsoft.com/office/drawing/2014/main" id="{FC58865D-C779-1DB0-F4A4-6C38702F5A95}"/>
              </a:ext>
            </a:extLst>
          </p:cNvPr>
          <p:cNvSpPr txBox="1"/>
          <p:nvPr/>
        </p:nvSpPr>
        <p:spPr>
          <a:xfrm>
            <a:off x="377846" y="1103944"/>
            <a:ext cx="3896520" cy="3504486"/>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Definition:</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Inheritance is creating a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parent-child</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relationship between two classes, where child class will automatically get the properties and methods of the parent.</a:t>
            </a:r>
          </a:p>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endParaRPr>
          </a:p>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When to use of inheritance?</a:t>
            </a:r>
          </a:p>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Code Reusability:</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Multiple Subclasses can reuse fields and methods from a superclass.</a:t>
            </a:r>
          </a:p>
        </p:txBody>
      </p:sp>
      <p:sp>
        <p:nvSpPr>
          <p:cNvPr id="6" name="Rectangle: Rounded Corners 5">
            <a:extLst>
              <a:ext uri="{FF2B5EF4-FFF2-40B4-BE49-F238E27FC236}">
                <a16:creationId xmlns:a16="http://schemas.microsoft.com/office/drawing/2014/main" id="{C909A021-3A93-0B3B-37FE-2244F84C5C4F}"/>
              </a:ext>
            </a:extLst>
          </p:cNvPr>
          <p:cNvSpPr/>
          <p:nvPr/>
        </p:nvSpPr>
        <p:spPr>
          <a:xfrm>
            <a:off x="4546948" y="1103944"/>
            <a:ext cx="7302673" cy="5635059"/>
          </a:xfrm>
          <a:prstGeom prst="roundRect">
            <a:avLst/>
          </a:prstGeom>
          <a:solidFill>
            <a:srgbClr val="FBFBFB"/>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Employee Management System (ABC company)</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5" name="Table 14">
            <a:extLst>
              <a:ext uri="{FF2B5EF4-FFF2-40B4-BE49-F238E27FC236}">
                <a16:creationId xmlns:a16="http://schemas.microsoft.com/office/drawing/2014/main" id="{C715DB3D-6EC4-8FFD-4770-FD2BA88A731A}"/>
              </a:ext>
            </a:extLst>
          </p:cNvPr>
          <p:cNvGraphicFramePr>
            <a:graphicFrameLocks noGrp="1"/>
          </p:cNvGraphicFramePr>
          <p:nvPr/>
        </p:nvGraphicFramePr>
        <p:xfrm>
          <a:off x="4998230" y="4366687"/>
          <a:ext cx="2768921" cy="1853542"/>
        </p:xfrm>
        <a:graphic>
          <a:graphicData uri="http://schemas.openxmlformats.org/drawingml/2006/table">
            <a:tbl>
              <a:tblPr firstRow="1" bandRow="1">
                <a:tableStyleId>{7DF18680-E054-41AD-8BC1-D1AEF772440D}</a:tableStyleId>
              </a:tblPr>
              <a:tblGrid>
                <a:gridCol w="2768921">
                  <a:extLst>
                    <a:ext uri="{9D8B030D-6E8A-4147-A177-3AD203B41FA5}">
                      <a16:colId xmlns:a16="http://schemas.microsoft.com/office/drawing/2014/main" val="3912241568"/>
                    </a:ext>
                  </a:extLst>
                </a:gridCol>
              </a:tblGrid>
              <a:tr h="469571">
                <a:tc>
                  <a:txBody>
                    <a:bodyPr/>
                    <a:lstStyle/>
                    <a:p>
                      <a:pPr algn="ctr"/>
                      <a:r>
                        <a:rPr lang="en-US" dirty="0"/>
                        <a:t>Permanent Employee class</a:t>
                      </a:r>
                      <a:endParaRPr lang="en-IN" dirty="0"/>
                    </a:p>
                  </a:txBody>
                  <a:tcPr anchor="ctr"/>
                </a:tc>
                <a:extLst>
                  <a:ext uri="{0D108BD9-81ED-4DB2-BD59-A6C34878D82A}">
                    <a16:rowId xmlns:a16="http://schemas.microsoft.com/office/drawing/2014/main" val="2065261395"/>
                  </a:ext>
                </a:extLst>
              </a:tr>
              <a:tr h="469571">
                <a:tc>
                  <a:txBody>
                    <a:bodyPr/>
                    <a:lstStyle/>
                    <a:p>
                      <a:r>
                        <a:rPr lang="en-US" dirty="0"/>
                        <a:t>- Fields: exp</a:t>
                      </a:r>
                      <a:endParaRPr lang="en-IN" dirty="0"/>
                    </a:p>
                  </a:txBody>
                  <a:tcPr/>
                </a:tc>
                <a:extLst>
                  <a:ext uri="{0D108BD9-81ED-4DB2-BD59-A6C34878D82A}">
                    <a16:rowId xmlns:a16="http://schemas.microsoft.com/office/drawing/2014/main" val="3693097901"/>
                  </a:ext>
                </a:extLst>
              </a:tr>
              <a:tr h="469571">
                <a:tc>
                  <a:txBody>
                    <a:bodyPr/>
                    <a:lstStyle/>
                    <a:p>
                      <a:r>
                        <a:rPr lang="en-US" dirty="0">
                          <a:solidFill>
                            <a:prstClr val="black"/>
                          </a:solidFill>
                          <a:ea typeface="Calibri" panose="020F0502020204030204" pitchFamily="34" charset="0"/>
                          <a:cs typeface="Times New Roman" panose="02020603050405020304" pitchFamily="18" charset="0"/>
                        </a:rPr>
                        <a:t>- Functions: </a:t>
                      </a:r>
                      <a:r>
                        <a:rPr lang="en-US" strike="noStrike" dirty="0" err="1">
                          <a:solidFill>
                            <a:schemeClr val="bg1">
                              <a:lumMod val="50000"/>
                            </a:schemeClr>
                          </a:solidFill>
                          <a:ea typeface="Calibri" panose="020F0502020204030204" pitchFamily="34" charset="0"/>
                          <a:cs typeface="Times New Roman" panose="02020603050405020304" pitchFamily="18" charset="0"/>
                        </a:rPr>
                        <a:t>getExp</a:t>
                      </a:r>
                      <a:r>
                        <a:rPr lang="en-US" strike="noStrike" dirty="0">
                          <a:solidFill>
                            <a:schemeClr val="bg1">
                              <a:lumMod val="50000"/>
                            </a:schemeClr>
                          </a:solidFill>
                          <a:ea typeface="Calibri" panose="020F0502020204030204" pitchFamily="34" charset="0"/>
                          <a:cs typeface="Times New Roman" panose="02020603050405020304" pitchFamily="18" charset="0"/>
                        </a:rPr>
                        <a:t>(), </a:t>
                      </a:r>
                      <a:r>
                        <a:rPr lang="en-US" strike="noStrike" dirty="0" err="1">
                          <a:solidFill>
                            <a:schemeClr val="bg1">
                              <a:lumMod val="50000"/>
                            </a:schemeClr>
                          </a:solidFill>
                          <a:ea typeface="Calibri" panose="020F0502020204030204" pitchFamily="34" charset="0"/>
                          <a:cs typeface="Times New Roman" panose="02020603050405020304" pitchFamily="18" charset="0"/>
                        </a:rPr>
                        <a:t>setExp</a:t>
                      </a:r>
                      <a:r>
                        <a:rPr lang="en-US" strike="noStrike" dirty="0">
                          <a:solidFill>
                            <a:schemeClr val="bg1">
                              <a:lumMod val="50000"/>
                            </a:schemeClr>
                          </a:solidFill>
                          <a:ea typeface="Calibri" panose="020F0502020204030204" pitchFamily="34" charset="0"/>
                          <a:cs typeface="Times New Roman" panose="02020603050405020304" pitchFamily="18" charset="0"/>
                        </a:rPr>
                        <a:t>(), calculateSalary()</a:t>
                      </a:r>
                      <a:r>
                        <a:rPr lang="en-US" strike="noStrike" dirty="0">
                          <a:solidFill>
                            <a:prstClr val="black"/>
                          </a:solidFill>
                          <a:ea typeface="Calibri" panose="020F0502020204030204" pitchFamily="34" charset="0"/>
                          <a:cs typeface="Times New Roman" panose="02020603050405020304" pitchFamily="18" charset="0"/>
                        </a:rPr>
                        <a:t> ,</a:t>
                      </a:r>
                      <a:r>
                        <a:rPr lang="en-US" dirty="0">
                          <a:solidFill>
                            <a:prstClr val="black"/>
                          </a:solidFill>
                          <a:ea typeface="Calibri" panose="020F0502020204030204" pitchFamily="34" charset="0"/>
                          <a:cs typeface="Times New Roman" panose="02020603050405020304" pitchFamily="18" charset="0"/>
                        </a:rPr>
                        <a:t> </a:t>
                      </a:r>
                      <a:r>
                        <a:rPr lang="en-US" dirty="0" err="1">
                          <a:solidFill>
                            <a:prstClr val="black"/>
                          </a:solidFill>
                          <a:ea typeface="Calibri" panose="020F0502020204030204" pitchFamily="34" charset="0"/>
                          <a:cs typeface="Times New Roman" panose="02020603050405020304" pitchFamily="18" charset="0"/>
                        </a:rPr>
                        <a:t>doFun</a:t>
                      </a:r>
                      <a:r>
                        <a:rPr lang="en-US" dirty="0">
                          <a:solidFill>
                            <a:prstClr val="black"/>
                          </a:solidFill>
                          <a:ea typeface="Calibri" panose="020F0502020204030204" pitchFamily="34" charset="0"/>
                          <a:cs typeface="Times New Roman" panose="02020603050405020304" pitchFamily="18" charset="0"/>
                        </a:rPr>
                        <a:t>()</a:t>
                      </a:r>
                      <a:endParaRPr lang="en-IN" dirty="0"/>
                    </a:p>
                  </a:txBody>
                  <a:tcPr/>
                </a:tc>
                <a:extLst>
                  <a:ext uri="{0D108BD9-81ED-4DB2-BD59-A6C34878D82A}">
                    <a16:rowId xmlns:a16="http://schemas.microsoft.com/office/drawing/2014/main" val="4250216895"/>
                  </a:ext>
                </a:extLst>
              </a:tr>
            </a:tbl>
          </a:graphicData>
        </a:graphic>
      </p:graphicFrame>
      <p:graphicFrame>
        <p:nvGraphicFramePr>
          <p:cNvPr id="16" name="Table 15">
            <a:extLst>
              <a:ext uri="{FF2B5EF4-FFF2-40B4-BE49-F238E27FC236}">
                <a16:creationId xmlns:a16="http://schemas.microsoft.com/office/drawing/2014/main" id="{727D130F-581A-6D00-19A0-661832853761}"/>
              </a:ext>
            </a:extLst>
          </p:cNvPr>
          <p:cNvGraphicFramePr>
            <a:graphicFrameLocks noGrp="1"/>
          </p:cNvGraphicFramePr>
          <p:nvPr/>
        </p:nvGraphicFramePr>
        <p:xfrm>
          <a:off x="8581687" y="4366687"/>
          <a:ext cx="2768921" cy="1853542"/>
        </p:xfrm>
        <a:graphic>
          <a:graphicData uri="http://schemas.openxmlformats.org/drawingml/2006/table">
            <a:tbl>
              <a:tblPr firstRow="1" bandRow="1">
                <a:tableStyleId>{7DF18680-E054-41AD-8BC1-D1AEF772440D}</a:tableStyleId>
              </a:tblPr>
              <a:tblGrid>
                <a:gridCol w="2768921">
                  <a:extLst>
                    <a:ext uri="{9D8B030D-6E8A-4147-A177-3AD203B41FA5}">
                      <a16:colId xmlns:a16="http://schemas.microsoft.com/office/drawing/2014/main" val="3912241568"/>
                    </a:ext>
                  </a:extLst>
                </a:gridCol>
              </a:tblGrid>
              <a:tr h="469571">
                <a:tc>
                  <a:txBody>
                    <a:bodyPr/>
                    <a:lstStyle/>
                    <a:p>
                      <a:pPr algn="ctr"/>
                      <a:r>
                        <a:rPr lang="en-US" dirty="0"/>
                        <a:t>Temporary Employee class</a:t>
                      </a:r>
                      <a:endParaRPr lang="en-IN" dirty="0"/>
                    </a:p>
                  </a:txBody>
                  <a:tcPr anchor="ctr"/>
                </a:tc>
                <a:extLst>
                  <a:ext uri="{0D108BD9-81ED-4DB2-BD59-A6C34878D82A}">
                    <a16:rowId xmlns:a16="http://schemas.microsoft.com/office/drawing/2014/main" val="2065261395"/>
                  </a:ext>
                </a:extLst>
              </a:tr>
              <a:tr h="469571">
                <a:tc>
                  <a:txBody>
                    <a:bodyPr/>
                    <a:lstStyle/>
                    <a:p>
                      <a:r>
                        <a:rPr lang="en-US" dirty="0"/>
                        <a:t>- Fields: exp</a:t>
                      </a:r>
                      <a:endParaRPr lang="en-IN" dirty="0"/>
                    </a:p>
                  </a:txBody>
                  <a:tcPr/>
                </a:tc>
                <a:extLst>
                  <a:ext uri="{0D108BD9-81ED-4DB2-BD59-A6C34878D82A}">
                    <a16:rowId xmlns:a16="http://schemas.microsoft.com/office/drawing/2014/main" val="3693097901"/>
                  </a:ext>
                </a:extLst>
              </a:tr>
              <a:tr h="469571">
                <a:tc>
                  <a:txBody>
                    <a:bodyPr/>
                    <a:lstStyle/>
                    <a:p>
                      <a:r>
                        <a:rPr lang="en-US" dirty="0">
                          <a:solidFill>
                            <a:prstClr val="black"/>
                          </a:solidFill>
                          <a:ea typeface="Calibri" panose="020F0502020204030204" pitchFamily="34" charset="0"/>
                          <a:cs typeface="Times New Roman" panose="02020603050405020304" pitchFamily="18" charset="0"/>
                        </a:rPr>
                        <a:t>- Functions: </a:t>
                      </a:r>
                      <a:r>
                        <a:rPr lang="en-US" dirty="0" err="1">
                          <a:solidFill>
                            <a:schemeClr val="bg1">
                              <a:lumMod val="50000"/>
                            </a:schemeClr>
                          </a:solidFill>
                          <a:ea typeface="Calibri" panose="020F0502020204030204" pitchFamily="34" charset="0"/>
                          <a:cs typeface="Times New Roman" panose="02020603050405020304" pitchFamily="18" charset="0"/>
                        </a:rPr>
                        <a:t>getExp</a:t>
                      </a:r>
                      <a:r>
                        <a:rPr lang="en-US" dirty="0">
                          <a:solidFill>
                            <a:schemeClr val="bg1">
                              <a:lumMod val="50000"/>
                            </a:schemeClr>
                          </a:solidFill>
                          <a:ea typeface="Calibri" panose="020F0502020204030204" pitchFamily="34" charset="0"/>
                          <a:cs typeface="Times New Roman" panose="02020603050405020304" pitchFamily="18" charset="0"/>
                        </a:rPr>
                        <a:t>(), </a:t>
                      </a:r>
                      <a:r>
                        <a:rPr lang="en-US" dirty="0" err="1">
                          <a:solidFill>
                            <a:schemeClr val="bg1">
                              <a:lumMod val="50000"/>
                            </a:schemeClr>
                          </a:solidFill>
                          <a:ea typeface="Calibri" panose="020F0502020204030204" pitchFamily="34" charset="0"/>
                          <a:cs typeface="Times New Roman" panose="02020603050405020304" pitchFamily="18" charset="0"/>
                        </a:rPr>
                        <a:t>setExp</a:t>
                      </a:r>
                      <a:r>
                        <a:rPr lang="en-US" dirty="0">
                          <a:solidFill>
                            <a:schemeClr val="bg1">
                              <a:lumMod val="50000"/>
                            </a:schemeClr>
                          </a:solidFill>
                          <a:ea typeface="Calibri" panose="020F0502020204030204" pitchFamily="34" charset="0"/>
                          <a:cs typeface="Times New Roman" panose="02020603050405020304" pitchFamily="18" charset="0"/>
                        </a:rPr>
                        <a:t>(), calculateSalary()</a:t>
                      </a:r>
                      <a:r>
                        <a:rPr lang="en-US" dirty="0">
                          <a:solidFill>
                            <a:prstClr val="black"/>
                          </a:solidFill>
                          <a:ea typeface="Calibri" panose="020F0502020204030204" pitchFamily="34" charset="0"/>
                          <a:cs typeface="Times New Roman" panose="02020603050405020304" pitchFamily="18" charset="0"/>
                        </a:rPr>
                        <a:t> , </a:t>
                      </a:r>
                      <a:r>
                        <a:rPr lang="en-US" dirty="0" err="1">
                          <a:solidFill>
                            <a:prstClr val="black"/>
                          </a:solidFill>
                          <a:ea typeface="Calibri" panose="020F0502020204030204" pitchFamily="34" charset="0"/>
                          <a:cs typeface="Times New Roman" panose="02020603050405020304" pitchFamily="18" charset="0"/>
                        </a:rPr>
                        <a:t>doWork</a:t>
                      </a:r>
                      <a:r>
                        <a:rPr lang="en-US" dirty="0">
                          <a:solidFill>
                            <a:prstClr val="black"/>
                          </a:solidFill>
                          <a:ea typeface="Calibri" panose="020F0502020204030204" pitchFamily="34" charset="0"/>
                          <a:cs typeface="Times New Roman" panose="02020603050405020304" pitchFamily="18" charset="0"/>
                        </a:rPr>
                        <a:t>()</a:t>
                      </a:r>
                      <a:endParaRPr lang="en-IN" dirty="0"/>
                    </a:p>
                  </a:txBody>
                  <a:tcPr/>
                </a:tc>
                <a:extLst>
                  <a:ext uri="{0D108BD9-81ED-4DB2-BD59-A6C34878D82A}">
                    <a16:rowId xmlns:a16="http://schemas.microsoft.com/office/drawing/2014/main" val="4250216895"/>
                  </a:ext>
                </a:extLst>
              </a:tr>
            </a:tbl>
          </a:graphicData>
        </a:graphic>
      </p:graphicFrame>
      <p:graphicFrame>
        <p:nvGraphicFramePr>
          <p:cNvPr id="17" name="Table 16">
            <a:extLst>
              <a:ext uri="{FF2B5EF4-FFF2-40B4-BE49-F238E27FC236}">
                <a16:creationId xmlns:a16="http://schemas.microsoft.com/office/drawing/2014/main" id="{D947BC73-271F-7815-FCC8-2E5D7BE5DEA4}"/>
              </a:ext>
            </a:extLst>
          </p:cNvPr>
          <p:cNvGraphicFramePr>
            <a:graphicFrameLocks noGrp="1"/>
          </p:cNvGraphicFramePr>
          <p:nvPr/>
        </p:nvGraphicFramePr>
        <p:xfrm>
          <a:off x="5841551" y="1962511"/>
          <a:ext cx="4717890" cy="1210515"/>
        </p:xfrm>
        <a:graphic>
          <a:graphicData uri="http://schemas.openxmlformats.org/drawingml/2006/table">
            <a:tbl>
              <a:tblPr firstRow="1" bandRow="1">
                <a:tableStyleId>{93296810-A885-4BE3-A3E7-6D5BEEA58F35}</a:tableStyleId>
              </a:tblPr>
              <a:tblGrid>
                <a:gridCol w="4717890">
                  <a:extLst>
                    <a:ext uri="{9D8B030D-6E8A-4147-A177-3AD203B41FA5}">
                      <a16:colId xmlns:a16="http://schemas.microsoft.com/office/drawing/2014/main" val="3912241568"/>
                    </a:ext>
                  </a:extLst>
                </a:gridCol>
              </a:tblGrid>
              <a:tr h="403505">
                <a:tc>
                  <a:txBody>
                    <a:bodyPr/>
                    <a:lstStyle/>
                    <a:p>
                      <a:pPr algn="ctr"/>
                      <a:r>
                        <a:rPr lang="en-US" dirty="0"/>
                        <a:t>Employee class</a:t>
                      </a:r>
                      <a:endParaRPr lang="en-IN" dirty="0"/>
                    </a:p>
                  </a:txBody>
                  <a:tcPr/>
                </a:tc>
                <a:extLst>
                  <a:ext uri="{0D108BD9-81ED-4DB2-BD59-A6C34878D82A}">
                    <a16:rowId xmlns:a16="http://schemas.microsoft.com/office/drawing/2014/main" val="2065261395"/>
                  </a:ext>
                </a:extLst>
              </a:tr>
              <a:tr h="403505">
                <a:tc>
                  <a:txBody>
                    <a:bodyPr/>
                    <a:lstStyle/>
                    <a:p>
                      <a:r>
                        <a:rPr lang="en-US" dirty="0"/>
                        <a:t>- Fields: exp</a:t>
                      </a:r>
                      <a:endParaRPr lang="en-IN" dirty="0"/>
                    </a:p>
                  </a:txBody>
                  <a:tcPr/>
                </a:tc>
                <a:extLst>
                  <a:ext uri="{0D108BD9-81ED-4DB2-BD59-A6C34878D82A}">
                    <a16:rowId xmlns:a16="http://schemas.microsoft.com/office/drawing/2014/main" val="3693097901"/>
                  </a:ext>
                </a:extLst>
              </a:tr>
              <a:tr h="403505">
                <a:tc>
                  <a:txBody>
                    <a:bodyPr/>
                    <a:lstStyle/>
                    <a:p>
                      <a:r>
                        <a:rPr lang="en-US" dirty="0">
                          <a:solidFill>
                            <a:prstClr val="black"/>
                          </a:solidFill>
                        </a:rPr>
                        <a:t>- Functions: </a:t>
                      </a:r>
                      <a:r>
                        <a:rPr lang="en-US" dirty="0" err="1">
                          <a:solidFill>
                            <a:schemeClr val="tx1"/>
                          </a:solidFill>
                        </a:rPr>
                        <a:t>getExp</a:t>
                      </a:r>
                      <a:r>
                        <a:rPr lang="en-US" dirty="0">
                          <a:solidFill>
                            <a:schemeClr val="tx1"/>
                          </a:solidFill>
                        </a:rPr>
                        <a:t>(), </a:t>
                      </a:r>
                      <a:r>
                        <a:rPr lang="en-US" dirty="0" err="1">
                          <a:solidFill>
                            <a:schemeClr val="tx1"/>
                          </a:solidFill>
                        </a:rPr>
                        <a:t>setExp</a:t>
                      </a:r>
                      <a:r>
                        <a:rPr lang="en-US" dirty="0">
                          <a:solidFill>
                            <a:schemeClr val="tx1"/>
                          </a:solidFill>
                        </a:rPr>
                        <a:t>(), calculateSalary()</a:t>
                      </a:r>
                      <a:endParaRPr lang="en-IN" dirty="0">
                        <a:solidFill>
                          <a:schemeClr val="tx1"/>
                        </a:solidFill>
                      </a:endParaRPr>
                    </a:p>
                  </a:txBody>
                  <a:tcPr/>
                </a:tc>
                <a:extLst>
                  <a:ext uri="{0D108BD9-81ED-4DB2-BD59-A6C34878D82A}">
                    <a16:rowId xmlns:a16="http://schemas.microsoft.com/office/drawing/2014/main" val="4250216895"/>
                  </a:ext>
                </a:extLst>
              </a:tr>
            </a:tbl>
          </a:graphicData>
        </a:graphic>
      </p:graphicFrame>
      <p:sp>
        <p:nvSpPr>
          <p:cNvPr id="18" name="Arrow: Down 17">
            <a:extLst>
              <a:ext uri="{FF2B5EF4-FFF2-40B4-BE49-F238E27FC236}">
                <a16:creationId xmlns:a16="http://schemas.microsoft.com/office/drawing/2014/main" id="{4555BAF5-E7BD-C978-43B3-3423E02E58D6}"/>
              </a:ext>
            </a:extLst>
          </p:cNvPr>
          <p:cNvSpPr/>
          <p:nvPr/>
        </p:nvSpPr>
        <p:spPr>
          <a:xfrm rot="2813157" flipH="1">
            <a:off x="6476719" y="3412370"/>
            <a:ext cx="406301" cy="1025595"/>
          </a:xfrm>
          <a:prstGeom prst="downArrow">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BE1E32A4-48B2-FF9E-EC74-3D0693BA61AF}"/>
              </a:ext>
            </a:extLst>
          </p:cNvPr>
          <p:cNvSpPr txBox="1"/>
          <p:nvPr/>
        </p:nvSpPr>
        <p:spPr>
          <a:xfrm>
            <a:off x="5787325" y="3126983"/>
            <a:ext cx="4572243"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parent/ base/ super 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5298A3DE-72B4-0B73-678F-1C12BE58C0A4}"/>
              </a:ext>
            </a:extLst>
          </p:cNvPr>
          <p:cNvSpPr txBox="1"/>
          <p:nvPr/>
        </p:nvSpPr>
        <p:spPr>
          <a:xfrm>
            <a:off x="6363444" y="6223714"/>
            <a:ext cx="3181610"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child/ derived/ sub classes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Arrow: Down 22">
            <a:extLst>
              <a:ext uri="{FF2B5EF4-FFF2-40B4-BE49-F238E27FC236}">
                <a16:creationId xmlns:a16="http://schemas.microsoft.com/office/drawing/2014/main" id="{C6910B9C-459D-EA05-227A-A484FB1578DE}"/>
              </a:ext>
            </a:extLst>
          </p:cNvPr>
          <p:cNvSpPr/>
          <p:nvPr/>
        </p:nvSpPr>
        <p:spPr>
          <a:xfrm rot="18518426" flipH="1">
            <a:off x="9318166" y="3324988"/>
            <a:ext cx="406301" cy="1123612"/>
          </a:xfrm>
          <a:prstGeom prst="downArrow">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5BA311D4-9A0A-35B2-592A-7505E6FDABC2}"/>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460301782"/>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to </a:t>
            </a:r>
            <a:r>
              <a:rPr kumimoji="0" lang="en-US" sz="2400" b="1" i="0" u="none" strike="noStrike" kern="1200" cap="none" spc="0" normalizeH="0" baseline="0" noProof="0" dirty="0">
                <a:ln>
                  <a:noFill/>
                </a:ln>
                <a:solidFill>
                  <a:srgbClr val="FFFF00"/>
                </a:solidFill>
                <a:effectLst/>
                <a:uLnTx/>
                <a:uFillTx/>
                <a:ea typeface="+mn-ea"/>
                <a:cs typeface="+mn-cs"/>
              </a:rPr>
              <a:t>implement inheritance</a:t>
            </a:r>
            <a:r>
              <a:rPr kumimoji="0" lang="en-US" sz="2400" b="1" i="0" u="none" strike="noStrike" kern="1200" cap="none" spc="0" normalizeH="0" baseline="0" noProof="0" dirty="0">
                <a:ln>
                  <a:noFill/>
                </a:ln>
                <a:solidFill>
                  <a:schemeClr val="bg1"/>
                </a:solidFill>
                <a:effectLst/>
                <a:uLnTx/>
                <a:uFillTx/>
                <a:ea typeface="+mn-ea"/>
                <a:cs typeface="+mn-cs"/>
              </a:rPr>
              <a:t>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28" name="Picture 27">
            <a:extLst>
              <a:ext uri="{FF2B5EF4-FFF2-40B4-BE49-F238E27FC236}">
                <a16:creationId xmlns:a16="http://schemas.microsoft.com/office/drawing/2014/main" id="{6EA94B2C-5B89-D9F5-CDB2-41CFA4563DD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563452" y="299292"/>
            <a:ext cx="914784" cy="363946"/>
          </a:xfrm>
          <a:prstGeom prst="rect">
            <a:avLst/>
          </a:prstGeom>
        </p:spPr>
      </p:pic>
      <p:sp>
        <p:nvSpPr>
          <p:cNvPr id="4" name="Rectangle 3">
            <a:extLst>
              <a:ext uri="{FF2B5EF4-FFF2-40B4-BE49-F238E27FC236}">
                <a16:creationId xmlns:a16="http://schemas.microsoft.com/office/drawing/2014/main" id="{6DF96DB1-A05D-D2F7-44F6-135FA9C0E478}"/>
              </a:ext>
            </a:extLst>
          </p:cNvPr>
          <p:cNvSpPr/>
          <p:nvPr/>
        </p:nvSpPr>
        <p:spPr>
          <a:xfrm>
            <a:off x="485056" y="1808085"/>
            <a:ext cx="4788401" cy="483727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Inheritance example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Employee class (parent/ base/ super)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50000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Rectangle 4">
            <a:extLst>
              <a:ext uri="{FF2B5EF4-FFF2-40B4-BE49-F238E27FC236}">
                <a16:creationId xmlns:a16="http://schemas.microsoft.com/office/drawing/2014/main" id="{339D10A4-EA76-EE5A-EE8B-2B2EEDF6A0CF}"/>
              </a:ext>
            </a:extLst>
          </p:cNvPr>
          <p:cNvSpPr/>
          <p:nvPr/>
        </p:nvSpPr>
        <p:spPr>
          <a:xfrm>
            <a:off x="5933162" y="1137894"/>
            <a:ext cx="5910419" cy="550746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Permanent Employee class (child/ derived/ sub)</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PermEmployee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doFun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"having fun"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an Employee object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PermEmployee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permEmp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PermEmployee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permEmp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doFun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Call sub class own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superclass methods automatically available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for subclass object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permEmp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permEmp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//Output: having fun    250000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cxnSp>
        <p:nvCxnSpPr>
          <p:cNvPr id="12" name="Straight Arrow Connector 11">
            <a:extLst>
              <a:ext uri="{FF2B5EF4-FFF2-40B4-BE49-F238E27FC236}">
                <a16:creationId xmlns:a16="http://schemas.microsoft.com/office/drawing/2014/main" id="{5D66F24F-3265-E50C-6A4E-FCE2E03CC116}"/>
              </a:ext>
            </a:extLst>
          </p:cNvPr>
          <p:cNvCxnSpPr>
            <a:cxnSpLocks/>
          </p:cNvCxnSpPr>
          <p:nvPr/>
        </p:nvCxnSpPr>
        <p:spPr>
          <a:xfrm flipV="1">
            <a:off x="3179618" y="1691014"/>
            <a:ext cx="6653314" cy="885931"/>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a:extLst>
              <a:ext uri="{FF2B5EF4-FFF2-40B4-BE49-F238E27FC236}">
                <a16:creationId xmlns:a16="http://schemas.microsoft.com/office/drawing/2014/main" id="{AABFD6F7-6662-9E47-699A-7EB68CCB2E39}"/>
              </a:ext>
            </a:extLst>
          </p:cNvPr>
          <p:cNvCxnSpPr>
            <a:cxnSpLocks/>
          </p:cNvCxnSpPr>
          <p:nvPr/>
        </p:nvCxnSpPr>
        <p:spPr>
          <a:xfrm>
            <a:off x="4322618" y="5361709"/>
            <a:ext cx="5195455" cy="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BC2B44B8-63BD-44CC-614D-C0B90F327562}"/>
              </a:ext>
            </a:extLst>
          </p:cNvPr>
          <p:cNvSpPr txBox="1"/>
          <p:nvPr/>
        </p:nvSpPr>
        <p:spPr>
          <a:xfrm>
            <a:off x="348419" y="995660"/>
            <a:ext cx="4979772"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extends keyword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to setup parent-child relationship(inheritance) between two classes.</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 </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F365759D-0569-5EDF-CABE-1DFB2B6B43CB}"/>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37377369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the different </a:t>
            </a:r>
            <a:r>
              <a:rPr kumimoji="0" lang="en-US" sz="2400" b="1" i="0" u="none" strike="noStrike" kern="1200" cap="none" spc="0" normalizeH="0" baseline="0" noProof="0" dirty="0">
                <a:ln>
                  <a:noFill/>
                </a:ln>
                <a:solidFill>
                  <a:srgbClr val="FFFF00"/>
                </a:solidFill>
                <a:effectLst/>
                <a:uLnTx/>
                <a:uFillTx/>
                <a:ea typeface="+mn-ea"/>
                <a:cs typeface="+mn-cs"/>
              </a:rPr>
              <a:t>types of Inheritance</a:t>
            </a:r>
            <a:r>
              <a:rPr kumimoji="0" lang="en-US" sz="2400" b="1" i="0" u="none" strike="noStrike" kern="1200" cap="none" spc="0" normalizeH="0" baseline="0" noProof="0" dirty="0">
                <a:ln>
                  <a:noFill/>
                </a:ln>
                <a:solidFill>
                  <a:schemeClr val="bg1"/>
                </a:solidFill>
                <a:effectLst/>
                <a:uLnTx/>
                <a:uFillTx/>
                <a:ea typeface="+mn-ea"/>
                <a:cs typeface="+mn-cs"/>
              </a:rPr>
              <a:t>? When to use what?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28" name="Picture 27">
            <a:extLst>
              <a:ext uri="{FF2B5EF4-FFF2-40B4-BE49-F238E27FC236}">
                <a16:creationId xmlns:a16="http://schemas.microsoft.com/office/drawing/2014/main" id="{6EA94B2C-5B89-D9F5-CDB2-41CFA4563DD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551458" y="299292"/>
            <a:ext cx="914784" cy="363946"/>
          </a:xfrm>
          <a:prstGeom prst="rect">
            <a:avLst/>
          </a:prstGeom>
        </p:spPr>
      </p:pic>
      <p:sp>
        <p:nvSpPr>
          <p:cNvPr id="7" name="Rectangle 6">
            <a:extLst>
              <a:ext uri="{FF2B5EF4-FFF2-40B4-BE49-F238E27FC236}">
                <a16:creationId xmlns:a16="http://schemas.microsoft.com/office/drawing/2014/main" id="{CEF1E2AB-18D7-6BF8-D7B7-A0BA1114D894}"/>
              </a:ext>
            </a:extLst>
          </p:cNvPr>
          <p:cNvSpPr/>
          <p:nvPr/>
        </p:nvSpPr>
        <p:spPr>
          <a:xfrm>
            <a:off x="355693" y="2730674"/>
            <a:ext cx="3537814" cy="274238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Single Inheritance</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display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"Parent1"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Child1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show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"Child1"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Rectangle 7">
            <a:extLst>
              <a:ext uri="{FF2B5EF4-FFF2-40B4-BE49-F238E27FC236}">
                <a16:creationId xmlns:a16="http://schemas.microsoft.com/office/drawing/2014/main" id="{356F2CEF-E488-D87B-34EF-D0FD7C5F9D57}"/>
              </a:ext>
            </a:extLst>
          </p:cNvPr>
          <p:cNvSpPr/>
          <p:nvPr/>
        </p:nvSpPr>
        <p:spPr>
          <a:xfrm>
            <a:off x="4328532" y="2730674"/>
            <a:ext cx="3534152" cy="400832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Multilevel Inheritance</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display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"Parent1"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Child1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show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"Child1"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Child2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Child1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"Child2"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0" name="Rectangle 9">
            <a:extLst>
              <a:ext uri="{FF2B5EF4-FFF2-40B4-BE49-F238E27FC236}">
                <a16:creationId xmlns:a16="http://schemas.microsoft.com/office/drawing/2014/main" id="{A89B8176-4297-D20A-EBE3-B997813A885F}"/>
              </a:ext>
            </a:extLst>
          </p:cNvPr>
          <p:cNvSpPr/>
          <p:nvPr/>
        </p:nvSpPr>
        <p:spPr>
          <a:xfrm>
            <a:off x="8376493" y="2730673"/>
            <a:ext cx="3534152" cy="400832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Hierarchical Inheritance</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display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"Parent1"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Child1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show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"Child1"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Child2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"Child2"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14" name="Diagram 13">
            <a:extLst>
              <a:ext uri="{FF2B5EF4-FFF2-40B4-BE49-F238E27FC236}">
                <a16:creationId xmlns:a16="http://schemas.microsoft.com/office/drawing/2014/main" id="{626AE079-8148-8492-681F-7DA116C9FA10}"/>
              </a:ext>
            </a:extLst>
          </p:cNvPr>
          <p:cNvGraphicFramePr/>
          <p:nvPr/>
        </p:nvGraphicFramePr>
        <p:xfrm>
          <a:off x="954762" y="1384946"/>
          <a:ext cx="2001381" cy="1016192"/>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16" name="TextBox 15">
            <a:extLst>
              <a:ext uri="{FF2B5EF4-FFF2-40B4-BE49-F238E27FC236}">
                <a16:creationId xmlns:a16="http://schemas.microsoft.com/office/drawing/2014/main" id="{3B50E777-59D3-5AB1-88A8-751D1BFB54B2}"/>
              </a:ext>
            </a:extLst>
          </p:cNvPr>
          <p:cNvSpPr txBox="1"/>
          <p:nvPr/>
        </p:nvSpPr>
        <p:spPr>
          <a:xfrm>
            <a:off x="522768" y="956181"/>
            <a:ext cx="2525580"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1. Single Inheritance</a:t>
            </a:r>
          </a:p>
        </p:txBody>
      </p:sp>
      <p:graphicFrame>
        <p:nvGraphicFramePr>
          <p:cNvPr id="17" name="Diagram 16">
            <a:extLst>
              <a:ext uri="{FF2B5EF4-FFF2-40B4-BE49-F238E27FC236}">
                <a16:creationId xmlns:a16="http://schemas.microsoft.com/office/drawing/2014/main" id="{AB520A86-1114-7121-D1F1-3547D8833073}"/>
              </a:ext>
            </a:extLst>
          </p:cNvPr>
          <p:cNvGraphicFramePr/>
          <p:nvPr/>
        </p:nvGraphicFramePr>
        <p:xfrm>
          <a:off x="4927405" y="1384946"/>
          <a:ext cx="2001381" cy="1315696"/>
        </p:xfrm>
        <a:graphic>
          <a:graphicData uri="http://schemas.openxmlformats.org/drawingml/2006/diagram">
            <dgm:relIds xmlns:dgm="http://schemas.openxmlformats.org/drawingml/2006/diagram" xmlns:r="http://schemas.openxmlformats.org/officeDocument/2006/relationships" r:dm="rId10" r:lo="rId11" r:qs="rId12" r:cs="rId13"/>
          </a:graphicData>
        </a:graphic>
      </p:graphicFrame>
      <p:sp>
        <p:nvSpPr>
          <p:cNvPr id="18" name="TextBox 17">
            <a:extLst>
              <a:ext uri="{FF2B5EF4-FFF2-40B4-BE49-F238E27FC236}">
                <a16:creationId xmlns:a16="http://schemas.microsoft.com/office/drawing/2014/main" id="{8B04FE8B-3FBC-1659-A0A0-E8EB93895FF9}"/>
              </a:ext>
            </a:extLst>
          </p:cNvPr>
          <p:cNvSpPr txBox="1"/>
          <p:nvPr/>
        </p:nvSpPr>
        <p:spPr>
          <a:xfrm>
            <a:off x="4605968" y="956181"/>
            <a:ext cx="2847017"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2. Multilevel Inheritance</a:t>
            </a:r>
          </a:p>
        </p:txBody>
      </p:sp>
      <p:graphicFrame>
        <p:nvGraphicFramePr>
          <p:cNvPr id="19" name="Diagram 18">
            <a:extLst>
              <a:ext uri="{FF2B5EF4-FFF2-40B4-BE49-F238E27FC236}">
                <a16:creationId xmlns:a16="http://schemas.microsoft.com/office/drawing/2014/main" id="{85C5B9AE-FEA6-4500-BD5C-8B18833F9766}"/>
              </a:ext>
            </a:extLst>
          </p:cNvPr>
          <p:cNvGraphicFramePr/>
          <p:nvPr/>
        </p:nvGraphicFramePr>
        <p:xfrm>
          <a:off x="8776506" y="1384946"/>
          <a:ext cx="2525580" cy="1315696"/>
        </p:xfrm>
        <a:graphic>
          <a:graphicData uri="http://schemas.openxmlformats.org/drawingml/2006/diagram">
            <dgm:relIds xmlns:dgm="http://schemas.openxmlformats.org/drawingml/2006/diagram" xmlns:r="http://schemas.openxmlformats.org/officeDocument/2006/relationships" r:dm="rId15" r:lo="rId16" r:qs="rId17" r:cs="rId18"/>
          </a:graphicData>
        </a:graphic>
      </p:graphicFrame>
      <p:sp>
        <p:nvSpPr>
          <p:cNvPr id="20" name="TextBox 19">
            <a:extLst>
              <a:ext uri="{FF2B5EF4-FFF2-40B4-BE49-F238E27FC236}">
                <a16:creationId xmlns:a16="http://schemas.microsoft.com/office/drawing/2014/main" id="{33EE4258-641B-A4AB-D3D2-73B0F8E9EA98}"/>
              </a:ext>
            </a:extLst>
          </p:cNvPr>
          <p:cNvSpPr txBox="1"/>
          <p:nvPr/>
        </p:nvSpPr>
        <p:spPr>
          <a:xfrm>
            <a:off x="8455069" y="956181"/>
            <a:ext cx="3051325"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3. Hierarchical Inheritance</a:t>
            </a:r>
          </a:p>
        </p:txBody>
      </p:sp>
      <p:cxnSp>
        <p:nvCxnSpPr>
          <p:cNvPr id="22" name="Straight Connector 21">
            <a:extLst>
              <a:ext uri="{FF2B5EF4-FFF2-40B4-BE49-F238E27FC236}">
                <a16:creationId xmlns:a16="http://schemas.microsoft.com/office/drawing/2014/main" id="{25B51AC7-30A4-748D-1A95-BAE96D716B59}"/>
              </a:ext>
            </a:extLst>
          </p:cNvPr>
          <p:cNvCxnSpPr>
            <a:cxnSpLocks/>
          </p:cNvCxnSpPr>
          <p:nvPr/>
        </p:nvCxnSpPr>
        <p:spPr>
          <a:xfrm>
            <a:off x="4121063" y="1140847"/>
            <a:ext cx="0" cy="5598155"/>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E0BDB891-5585-6E55-6D19-BBCFC44BF595}"/>
              </a:ext>
            </a:extLst>
          </p:cNvPr>
          <p:cNvCxnSpPr>
            <a:cxnSpLocks/>
          </p:cNvCxnSpPr>
          <p:nvPr/>
        </p:nvCxnSpPr>
        <p:spPr>
          <a:xfrm>
            <a:off x="8156532" y="1087388"/>
            <a:ext cx="0" cy="5598155"/>
          </a:xfrm>
          <a:prstGeom prst="line">
            <a:avLst/>
          </a:prstGeom>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46E42587-86C8-58C3-C050-83D900FFAFD0}"/>
              </a:ext>
            </a:extLst>
          </p:cNvPr>
          <p:cNvSpPr txBox="1"/>
          <p:nvPr/>
        </p:nvSpPr>
        <p:spPr>
          <a:xfrm>
            <a:off x="10405730" y="6485478"/>
            <a:ext cx="1786270" cy="307777"/>
          </a:xfrm>
          <a:prstGeom prst="rect">
            <a:avLst/>
          </a:prstGeom>
          <a:noFill/>
        </p:spPr>
        <p:txBody>
          <a:bodyPr wrap="square">
            <a:spAutoFit/>
          </a:bodyPr>
          <a:lstStyle/>
          <a:p>
            <a:r>
              <a:rPr lang="en-US" sz="1400" dirty="0">
                <a:hlinkClick r:id="rId20" action="ppaction://hlinksldjump"/>
              </a:rPr>
              <a:t>back to chapter index</a:t>
            </a:r>
            <a:endParaRPr lang="en-IN" sz="1400" dirty="0"/>
          </a:p>
        </p:txBody>
      </p:sp>
    </p:spTree>
    <p:extLst>
      <p:ext uri="{BB962C8B-B14F-4D97-AF65-F5344CB8AC3E}">
        <p14:creationId xmlns:p14="http://schemas.microsoft.com/office/powerpoint/2010/main" val="173894337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94639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a:ln>
                  <a:noFill/>
                </a:ln>
                <a:solidFill>
                  <a:srgbClr val="FFFF00"/>
                </a:solidFill>
                <a:effectLst/>
                <a:uLnTx/>
                <a:uFillTx/>
                <a:ea typeface="+mn-ea"/>
                <a:cs typeface="+mn-cs"/>
              </a:rPr>
              <a:t>multiple inheritance</a:t>
            </a:r>
            <a:r>
              <a:rPr kumimoji="0" lang="en-US" sz="2400" b="1" i="0" u="none" strike="noStrike" kern="1200" cap="none" spc="0" normalizeH="0" baseline="0" noProof="0" dirty="0">
                <a:ln>
                  <a:noFill/>
                </a:ln>
                <a:solidFill>
                  <a:schemeClr val="bg1"/>
                </a:solidFill>
                <a:effectLst/>
                <a:uLnTx/>
                <a:uFillTx/>
                <a:ea typeface="+mn-ea"/>
                <a:cs typeface="+mn-cs"/>
              </a:rPr>
              <a:t>? Does Java support it?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Rectangle 9">
            <a:extLst>
              <a:ext uri="{FF2B5EF4-FFF2-40B4-BE49-F238E27FC236}">
                <a16:creationId xmlns:a16="http://schemas.microsoft.com/office/drawing/2014/main" id="{A89B8176-4297-D20A-EBE3-B997813A885F}"/>
              </a:ext>
            </a:extLst>
          </p:cNvPr>
          <p:cNvSpPr/>
          <p:nvPr/>
        </p:nvSpPr>
        <p:spPr>
          <a:xfrm>
            <a:off x="5974916" y="1156502"/>
            <a:ext cx="5974915" cy="521924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ParentClass1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method1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"method1"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ParentClass2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method2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"method2"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Attempt at multiple inheritance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(which is not allowed in Java)</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ChildClass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ParentClass1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ParentClass2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childMethod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"Child class 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6" name="TextBox 15">
            <a:extLst>
              <a:ext uri="{FF2B5EF4-FFF2-40B4-BE49-F238E27FC236}">
                <a16:creationId xmlns:a16="http://schemas.microsoft.com/office/drawing/2014/main" id="{3B50E777-59D3-5AB1-88A8-751D1BFB54B2}"/>
              </a:ext>
            </a:extLst>
          </p:cNvPr>
          <p:cNvSpPr txBox="1"/>
          <p:nvPr/>
        </p:nvSpPr>
        <p:spPr>
          <a:xfrm>
            <a:off x="361350" y="1111137"/>
            <a:ext cx="4724217"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 multiple inheritance a class can inherit attributes and methods from more than one parent class, but java does not support it.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F23D12EA-724B-09F9-35F2-2B9D8374A064}"/>
              </a:ext>
            </a:extLst>
          </p:cNvPr>
          <p:cNvGrpSpPr/>
          <p:nvPr/>
        </p:nvGrpSpPr>
        <p:grpSpPr>
          <a:xfrm>
            <a:off x="796385" y="2509736"/>
            <a:ext cx="3988557" cy="1968172"/>
            <a:chOff x="4893874" y="1385588"/>
            <a:chExt cx="1331026" cy="1016496"/>
          </a:xfrm>
        </p:grpSpPr>
        <p:sp>
          <p:nvSpPr>
            <p:cNvPr id="5" name="Freeform: Shape 4">
              <a:extLst>
                <a:ext uri="{FF2B5EF4-FFF2-40B4-BE49-F238E27FC236}">
                  <a16:creationId xmlns:a16="http://schemas.microsoft.com/office/drawing/2014/main" id="{C756886A-1F47-9BE6-5C5F-BD58DCFF587F}"/>
                </a:ext>
              </a:extLst>
            </p:cNvPr>
            <p:cNvSpPr/>
            <p:nvPr/>
          </p:nvSpPr>
          <p:spPr>
            <a:xfrm>
              <a:off x="5752933" y="1385588"/>
              <a:ext cx="471967" cy="328602"/>
            </a:xfrm>
            <a:custGeom>
              <a:avLst/>
              <a:gdLst>
                <a:gd name="connsiteX0" fmla="*/ 0 w 794807"/>
                <a:gd name="connsiteY0" fmla="*/ 32860 h 328602"/>
                <a:gd name="connsiteX1" fmla="*/ 32860 w 794807"/>
                <a:gd name="connsiteY1" fmla="*/ 0 h 328602"/>
                <a:gd name="connsiteX2" fmla="*/ 761947 w 794807"/>
                <a:gd name="connsiteY2" fmla="*/ 0 h 328602"/>
                <a:gd name="connsiteX3" fmla="*/ 794807 w 794807"/>
                <a:gd name="connsiteY3" fmla="*/ 32860 h 328602"/>
                <a:gd name="connsiteX4" fmla="*/ 794807 w 794807"/>
                <a:gd name="connsiteY4" fmla="*/ 295742 h 328602"/>
                <a:gd name="connsiteX5" fmla="*/ 761947 w 794807"/>
                <a:gd name="connsiteY5" fmla="*/ 328602 h 328602"/>
                <a:gd name="connsiteX6" fmla="*/ 32860 w 794807"/>
                <a:gd name="connsiteY6" fmla="*/ 328602 h 328602"/>
                <a:gd name="connsiteX7" fmla="*/ 0 w 794807"/>
                <a:gd name="connsiteY7" fmla="*/ 295742 h 328602"/>
                <a:gd name="connsiteX8" fmla="*/ 0 w 794807"/>
                <a:gd name="connsiteY8" fmla="*/ 32860 h 32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4807" h="328602">
                  <a:moveTo>
                    <a:pt x="0" y="32860"/>
                  </a:moveTo>
                  <a:cubicBezTo>
                    <a:pt x="0" y="14712"/>
                    <a:pt x="14712" y="0"/>
                    <a:pt x="32860" y="0"/>
                  </a:cubicBezTo>
                  <a:lnTo>
                    <a:pt x="761947" y="0"/>
                  </a:lnTo>
                  <a:cubicBezTo>
                    <a:pt x="780095" y="0"/>
                    <a:pt x="794807" y="14712"/>
                    <a:pt x="794807" y="32860"/>
                  </a:cubicBezTo>
                  <a:lnTo>
                    <a:pt x="794807" y="295742"/>
                  </a:lnTo>
                  <a:cubicBezTo>
                    <a:pt x="794807" y="313890"/>
                    <a:pt x="780095" y="328602"/>
                    <a:pt x="761947" y="328602"/>
                  </a:cubicBezTo>
                  <a:lnTo>
                    <a:pt x="32860" y="328602"/>
                  </a:lnTo>
                  <a:cubicBezTo>
                    <a:pt x="14712" y="328602"/>
                    <a:pt x="0" y="313890"/>
                    <a:pt x="0" y="295742"/>
                  </a:cubicBezTo>
                  <a:lnTo>
                    <a:pt x="0" y="3286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2">
                <a:hueOff val="0"/>
                <a:satOff val="0"/>
                <a:lumOff val="0"/>
                <a:alphaOff val="0"/>
              </a:schemeClr>
            </a:fillRef>
            <a:effectRef idx="1">
              <a:schemeClr val="accent2">
                <a:hueOff val="0"/>
                <a:satOff val="0"/>
                <a:lumOff val="0"/>
                <a:alphaOff val="0"/>
              </a:schemeClr>
            </a:effectRef>
            <a:fontRef idx="minor">
              <a:schemeClr val="dk1"/>
            </a:fontRef>
          </p:style>
          <p:txBody>
            <a:bodyPr spcFirstLastPara="0" vert="horz" wrap="square" lIns="70584" tIns="70584" rIns="70584" bIns="70584" numCol="1" spcCol="1270" anchor="ctr" anchorCtr="0">
              <a:noAutofit/>
            </a:bodyPr>
            <a:lstStyle/>
            <a:p>
              <a:pPr marL="0" marR="0" lvl="0" indent="0" algn="ctr" defTabSz="711200" rtl="0" eaLnBrk="1" fontAlgn="auto"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ParentClass2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Shape 10">
              <a:extLst>
                <a:ext uri="{FF2B5EF4-FFF2-40B4-BE49-F238E27FC236}">
                  <a16:creationId xmlns:a16="http://schemas.microsoft.com/office/drawing/2014/main" id="{83971976-90DE-DF5E-4A00-01E302288750}"/>
                </a:ext>
              </a:extLst>
            </p:cNvPr>
            <p:cNvSpPr/>
            <p:nvPr/>
          </p:nvSpPr>
          <p:spPr>
            <a:xfrm>
              <a:off x="4893874" y="1415102"/>
              <a:ext cx="471967" cy="328602"/>
            </a:xfrm>
            <a:custGeom>
              <a:avLst/>
              <a:gdLst>
                <a:gd name="connsiteX0" fmla="*/ 0 w 794807"/>
                <a:gd name="connsiteY0" fmla="*/ 32860 h 328602"/>
                <a:gd name="connsiteX1" fmla="*/ 32860 w 794807"/>
                <a:gd name="connsiteY1" fmla="*/ 0 h 328602"/>
                <a:gd name="connsiteX2" fmla="*/ 761947 w 794807"/>
                <a:gd name="connsiteY2" fmla="*/ 0 h 328602"/>
                <a:gd name="connsiteX3" fmla="*/ 794807 w 794807"/>
                <a:gd name="connsiteY3" fmla="*/ 32860 h 328602"/>
                <a:gd name="connsiteX4" fmla="*/ 794807 w 794807"/>
                <a:gd name="connsiteY4" fmla="*/ 295742 h 328602"/>
                <a:gd name="connsiteX5" fmla="*/ 761947 w 794807"/>
                <a:gd name="connsiteY5" fmla="*/ 328602 h 328602"/>
                <a:gd name="connsiteX6" fmla="*/ 32860 w 794807"/>
                <a:gd name="connsiteY6" fmla="*/ 328602 h 328602"/>
                <a:gd name="connsiteX7" fmla="*/ 0 w 794807"/>
                <a:gd name="connsiteY7" fmla="*/ 295742 h 328602"/>
                <a:gd name="connsiteX8" fmla="*/ 0 w 794807"/>
                <a:gd name="connsiteY8" fmla="*/ 32860 h 32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4807" h="328602">
                  <a:moveTo>
                    <a:pt x="0" y="32860"/>
                  </a:moveTo>
                  <a:cubicBezTo>
                    <a:pt x="0" y="14712"/>
                    <a:pt x="14712" y="0"/>
                    <a:pt x="32860" y="0"/>
                  </a:cubicBezTo>
                  <a:lnTo>
                    <a:pt x="761947" y="0"/>
                  </a:lnTo>
                  <a:cubicBezTo>
                    <a:pt x="780095" y="0"/>
                    <a:pt x="794807" y="14712"/>
                    <a:pt x="794807" y="32860"/>
                  </a:cubicBezTo>
                  <a:lnTo>
                    <a:pt x="794807" y="295742"/>
                  </a:lnTo>
                  <a:cubicBezTo>
                    <a:pt x="794807" y="313890"/>
                    <a:pt x="780095" y="328602"/>
                    <a:pt x="761947" y="328602"/>
                  </a:cubicBezTo>
                  <a:lnTo>
                    <a:pt x="32860" y="328602"/>
                  </a:lnTo>
                  <a:cubicBezTo>
                    <a:pt x="14712" y="328602"/>
                    <a:pt x="0" y="313890"/>
                    <a:pt x="0" y="295742"/>
                  </a:cubicBezTo>
                  <a:lnTo>
                    <a:pt x="0" y="3286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70584" tIns="70584" rIns="70584" bIns="70584" numCol="1" spcCol="1270" anchor="ctr" anchorCtr="0">
              <a:noAutofit/>
            </a:bodyPr>
            <a:lstStyle/>
            <a:p>
              <a:pPr marL="0" marR="0" lvl="0" indent="0" algn="ctr" defTabSz="711200" rtl="0" eaLnBrk="1" fontAlgn="auto"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ParentClass1</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Shape 12">
              <a:extLst>
                <a:ext uri="{FF2B5EF4-FFF2-40B4-BE49-F238E27FC236}">
                  <a16:creationId xmlns:a16="http://schemas.microsoft.com/office/drawing/2014/main" id="{524B0C91-F439-846F-8A5E-78D0D87CB18F}"/>
                </a:ext>
              </a:extLst>
            </p:cNvPr>
            <p:cNvSpPr/>
            <p:nvPr/>
          </p:nvSpPr>
          <p:spPr>
            <a:xfrm>
              <a:off x="5355529" y="2073482"/>
              <a:ext cx="471967" cy="328602"/>
            </a:xfrm>
            <a:custGeom>
              <a:avLst/>
              <a:gdLst>
                <a:gd name="connsiteX0" fmla="*/ 0 w 794807"/>
                <a:gd name="connsiteY0" fmla="*/ 32860 h 328602"/>
                <a:gd name="connsiteX1" fmla="*/ 32860 w 794807"/>
                <a:gd name="connsiteY1" fmla="*/ 0 h 328602"/>
                <a:gd name="connsiteX2" fmla="*/ 761947 w 794807"/>
                <a:gd name="connsiteY2" fmla="*/ 0 h 328602"/>
                <a:gd name="connsiteX3" fmla="*/ 794807 w 794807"/>
                <a:gd name="connsiteY3" fmla="*/ 32860 h 328602"/>
                <a:gd name="connsiteX4" fmla="*/ 794807 w 794807"/>
                <a:gd name="connsiteY4" fmla="*/ 295742 h 328602"/>
                <a:gd name="connsiteX5" fmla="*/ 761947 w 794807"/>
                <a:gd name="connsiteY5" fmla="*/ 328602 h 328602"/>
                <a:gd name="connsiteX6" fmla="*/ 32860 w 794807"/>
                <a:gd name="connsiteY6" fmla="*/ 328602 h 328602"/>
                <a:gd name="connsiteX7" fmla="*/ 0 w 794807"/>
                <a:gd name="connsiteY7" fmla="*/ 295742 h 328602"/>
                <a:gd name="connsiteX8" fmla="*/ 0 w 794807"/>
                <a:gd name="connsiteY8" fmla="*/ 32860 h 32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4807" h="328602">
                  <a:moveTo>
                    <a:pt x="0" y="32860"/>
                  </a:moveTo>
                  <a:cubicBezTo>
                    <a:pt x="0" y="14712"/>
                    <a:pt x="14712" y="0"/>
                    <a:pt x="32860" y="0"/>
                  </a:cubicBezTo>
                  <a:lnTo>
                    <a:pt x="761947" y="0"/>
                  </a:lnTo>
                  <a:cubicBezTo>
                    <a:pt x="780095" y="0"/>
                    <a:pt x="794807" y="14712"/>
                    <a:pt x="794807" y="32860"/>
                  </a:cubicBezTo>
                  <a:lnTo>
                    <a:pt x="794807" y="295742"/>
                  </a:lnTo>
                  <a:cubicBezTo>
                    <a:pt x="794807" y="313890"/>
                    <a:pt x="780095" y="328602"/>
                    <a:pt x="761947" y="328602"/>
                  </a:cubicBezTo>
                  <a:lnTo>
                    <a:pt x="32860" y="328602"/>
                  </a:lnTo>
                  <a:cubicBezTo>
                    <a:pt x="14712" y="328602"/>
                    <a:pt x="0" y="313890"/>
                    <a:pt x="0" y="295742"/>
                  </a:cubicBezTo>
                  <a:lnTo>
                    <a:pt x="0" y="3286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4">
                <a:hueOff val="0"/>
                <a:satOff val="0"/>
                <a:lumOff val="0"/>
                <a:alphaOff val="0"/>
              </a:schemeClr>
            </a:fillRef>
            <a:effectRef idx="1">
              <a:schemeClr val="accent4">
                <a:hueOff val="0"/>
                <a:satOff val="0"/>
                <a:lumOff val="0"/>
                <a:alphaOff val="0"/>
              </a:schemeClr>
            </a:effectRef>
            <a:fontRef idx="minor">
              <a:schemeClr val="dk1"/>
            </a:fontRef>
          </p:style>
          <p:txBody>
            <a:bodyPr spcFirstLastPara="0" vert="horz" wrap="square" lIns="70584" tIns="70584" rIns="70584" bIns="70584" numCol="1" spcCol="1270" anchor="ctr" anchorCtr="0">
              <a:noAutofit/>
            </a:bodyPr>
            <a:lstStyle/>
            <a:p>
              <a:pPr marL="0" marR="0" lvl="0" indent="0" algn="ctr" defTabSz="711200" rtl="0" eaLnBrk="1" fontAlgn="auto"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ChildClass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 name="Arrow: Down 14">
            <a:extLst>
              <a:ext uri="{FF2B5EF4-FFF2-40B4-BE49-F238E27FC236}">
                <a16:creationId xmlns:a16="http://schemas.microsoft.com/office/drawing/2014/main" id="{734F380A-9627-E9FB-784D-B677BD5F7C2F}"/>
              </a:ext>
            </a:extLst>
          </p:cNvPr>
          <p:cNvSpPr/>
          <p:nvPr/>
        </p:nvSpPr>
        <p:spPr>
          <a:xfrm rot="17987739" flipH="1">
            <a:off x="2028681" y="3031096"/>
            <a:ext cx="302201" cy="882007"/>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Arrow: Down 20">
            <a:extLst>
              <a:ext uri="{FF2B5EF4-FFF2-40B4-BE49-F238E27FC236}">
                <a16:creationId xmlns:a16="http://schemas.microsoft.com/office/drawing/2014/main" id="{3778900D-7143-6CCD-051B-74CD57C54312}"/>
              </a:ext>
            </a:extLst>
          </p:cNvPr>
          <p:cNvSpPr/>
          <p:nvPr/>
        </p:nvSpPr>
        <p:spPr>
          <a:xfrm rot="3141099" flipH="1">
            <a:off x="3442979" y="3069840"/>
            <a:ext cx="302201" cy="882007"/>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33EE2C43-E4D8-5A42-A28E-F3C0E6DBD0C1}"/>
              </a:ext>
            </a:extLst>
          </p:cNvPr>
          <p:cNvSpPr txBox="1"/>
          <p:nvPr/>
        </p:nvSpPr>
        <p:spPr>
          <a:xfrm>
            <a:off x="1881956" y="4552867"/>
            <a:ext cx="221084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Multiple Inheritance (Not allowed in Java)</a:t>
            </a:r>
            <a:endParaRPr kumimoji="0" lang="en-IN" sz="1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7" name="Graphic 6" descr="Close with solid fill">
            <a:extLst>
              <a:ext uri="{FF2B5EF4-FFF2-40B4-BE49-F238E27FC236}">
                <a16:creationId xmlns:a16="http://schemas.microsoft.com/office/drawing/2014/main" id="{033F1AFF-69BD-1F22-994A-F79FBA4746F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794634" y="4641799"/>
            <a:ext cx="468465" cy="468465"/>
          </a:xfrm>
          <a:prstGeom prst="rect">
            <a:avLst/>
          </a:prstGeom>
        </p:spPr>
      </p:pic>
      <p:sp>
        <p:nvSpPr>
          <p:cNvPr id="6" name="TextBox 5">
            <a:extLst>
              <a:ext uri="{FF2B5EF4-FFF2-40B4-BE49-F238E27FC236}">
                <a16:creationId xmlns:a16="http://schemas.microsoft.com/office/drawing/2014/main" id="{DA04A5FE-1E7C-2597-3C3D-58CC8443AC75}"/>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2677678324"/>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106309" y="324344"/>
            <a:ext cx="1094639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Why Java does not support multiple inheritance of classes? What is </a:t>
            </a:r>
            <a:r>
              <a:rPr kumimoji="0" lang="en-US" sz="2400" b="1" i="0" u="none" strike="noStrike" kern="1200" cap="none" spc="0" normalizeH="0" baseline="0" noProof="0" dirty="0">
                <a:ln>
                  <a:noFill/>
                </a:ln>
                <a:solidFill>
                  <a:srgbClr val="FFFF00"/>
                </a:solidFill>
                <a:effectLst/>
                <a:uLnTx/>
                <a:uFillTx/>
                <a:ea typeface="+mn-ea"/>
                <a:cs typeface="+mn-cs"/>
              </a:rPr>
              <a:t>diamond</a:t>
            </a:r>
            <a:r>
              <a:rPr kumimoji="0" lang="en-US" sz="2400" b="1" i="0" u="none" strike="noStrike" kern="1200" cap="none" spc="0" normalizeH="0" noProof="0" dirty="0">
                <a:ln>
                  <a:noFill/>
                </a:ln>
                <a:solidFill>
                  <a:srgbClr val="FFFF00"/>
                </a:solidFill>
                <a:effectLst/>
                <a:uLnTx/>
                <a:uFillTx/>
                <a:ea typeface="+mn-ea"/>
                <a:cs typeface="+mn-cs"/>
              </a:rPr>
              <a:t> problem</a:t>
            </a:r>
            <a:r>
              <a:rPr kumimoji="0" lang="en-US" sz="2400" b="1" i="0" u="none" strike="noStrike" kern="1200" cap="none" spc="0" normalizeH="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6" name="TextBox 15">
            <a:extLst>
              <a:ext uri="{FF2B5EF4-FFF2-40B4-BE49-F238E27FC236}">
                <a16:creationId xmlns:a16="http://schemas.microsoft.com/office/drawing/2014/main" id="{3B50E777-59D3-5AB1-88A8-751D1BFB54B2}"/>
              </a:ext>
            </a:extLst>
          </p:cNvPr>
          <p:cNvSpPr txBox="1"/>
          <p:nvPr/>
        </p:nvSpPr>
        <p:spPr>
          <a:xfrm>
            <a:off x="361350" y="1111137"/>
            <a:ext cx="4868376"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Multiple inheritance can lead to the "diamond problem“. In diamond problem, confusion arises if a child class inherits from two parent classes that have a same name method.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 name="Graphic 5" descr="Artificial Intelligence with solid fill">
            <a:extLst>
              <a:ext uri="{FF2B5EF4-FFF2-40B4-BE49-F238E27FC236}">
                <a16:creationId xmlns:a16="http://schemas.microsoft.com/office/drawing/2014/main" id="{E4A1B521-CD42-6CC9-2F8F-C4506357551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931281" y="161081"/>
            <a:ext cx="559216" cy="559216"/>
          </a:xfrm>
          <a:prstGeom prst="rect">
            <a:avLst/>
          </a:prstGeom>
        </p:spPr>
      </p:pic>
      <p:sp>
        <p:nvSpPr>
          <p:cNvPr id="7" name="Rectangle 6">
            <a:extLst>
              <a:ext uri="{FF2B5EF4-FFF2-40B4-BE49-F238E27FC236}">
                <a16:creationId xmlns:a16="http://schemas.microsoft.com/office/drawing/2014/main" id="{7530C10D-1B60-892B-467C-833C0B1F15BD}"/>
              </a:ext>
            </a:extLst>
          </p:cNvPr>
          <p:cNvSpPr/>
          <p:nvPr/>
        </p:nvSpPr>
        <p:spPr>
          <a:xfrm>
            <a:off x="5974916" y="1156502"/>
            <a:ext cx="5974915" cy="537715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ParentClass1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method1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"method1"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ParentClass2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method1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"method2"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Attempt at multiple inheritance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(which is not allowed in Java)</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ChildClass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ParentClass1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ParentClass2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 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ChildClass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child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ChildClass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child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method1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naming conflict</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pSp>
        <p:nvGrpSpPr>
          <p:cNvPr id="8" name="Group 7">
            <a:extLst>
              <a:ext uri="{FF2B5EF4-FFF2-40B4-BE49-F238E27FC236}">
                <a16:creationId xmlns:a16="http://schemas.microsoft.com/office/drawing/2014/main" id="{57426289-9054-656D-DBCF-EBBD1797AEBD}"/>
              </a:ext>
            </a:extLst>
          </p:cNvPr>
          <p:cNvGrpSpPr/>
          <p:nvPr/>
        </p:nvGrpSpPr>
        <p:grpSpPr>
          <a:xfrm>
            <a:off x="796385" y="2590443"/>
            <a:ext cx="3988557" cy="1946382"/>
            <a:chOff x="4893874" y="1385588"/>
            <a:chExt cx="1331026" cy="1016496"/>
          </a:xfrm>
        </p:grpSpPr>
        <p:sp>
          <p:nvSpPr>
            <p:cNvPr id="12" name="Freeform: Shape 11">
              <a:extLst>
                <a:ext uri="{FF2B5EF4-FFF2-40B4-BE49-F238E27FC236}">
                  <a16:creationId xmlns:a16="http://schemas.microsoft.com/office/drawing/2014/main" id="{9E930DB9-493F-FB30-5DD3-2D344754F4AD}"/>
                </a:ext>
              </a:extLst>
            </p:cNvPr>
            <p:cNvSpPr/>
            <p:nvPr/>
          </p:nvSpPr>
          <p:spPr>
            <a:xfrm>
              <a:off x="5752933" y="1385588"/>
              <a:ext cx="471967" cy="328602"/>
            </a:xfrm>
            <a:custGeom>
              <a:avLst/>
              <a:gdLst>
                <a:gd name="connsiteX0" fmla="*/ 0 w 794807"/>
                <a:gd name="connsiteY0" fmla="*/ 32860 h 328602"/>
                <a:gd name="connsiteX1" fmla="*/ 32860 w 794807"/>
                <a:gd name="connsiteY1" fmla="*/ 0 h 328602"/>
                <a:gd name="connsiteX2" fmla="*/ 761947 w 794807"/>
                <a:gd name="connsiteY2" fmla="*/ 0 h 328602"/>
                <a:gd name="connsiteX3" fmla="*/ 794807 w 794807"/>
                <a:gd name="connsiteY3" fmla="*/ 32860 h 328602"/>
                <a:gd name="connsiteX4" fmla="*/ 794807 w 794807"/>
                <a:gd name="connsiteY4" fmla="*/ 295742 h 328602"/>
                <a:gd name="connsiteX5" fmla="*/ 761947 w 794807"/>
                <a:gd name="connsiteY5" fmla="*/ 328602 h 328602"/>
                <a:gd name="connsiteX6" fmla="*/ 32860 w 794807"/>
                <a:gd name="connsiteY6" fmla="*/ 328602 h 328602"/>
                <a:gd name="connsiteX7" fmla="*/ 0 w 794807"/>
                <a:gd name="connsiteY7" fmla="*/ 295742 h 328602"/>
                <a:gd name="connsiteX8" fmla="*/ 0 w 794807"/>
                <a:gd name="connsiteY8" fmla="*/ 32860 h 32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4807" h="328602">
                  <a:moveTo>
                    <a:pt x="0" y="32860"/>
                  </a:moveTo>
                  <a:cubicBezTo>
                    <a:pt x="0" y="14712"/>
                    <a:pt x="14712" y="0"/>
                    <a:pt x="32860" y="0"/>
                  </a:cubicBezTo>
                  <a:lnTo>
                    <a:pt x="761947" y="0"/>
                  </a:lnTo>
                  <a:cubicBezTo>
                    <a:pt x="780095" y="0"/>
                    <a:pt x="794807" y="14712"/>
                    <a:pt x="794807" y="32860"/>
                  </a:cubicBezTo>
                  <a:lnTo>
                    <a:pt x="794807" y="295742"/>
                  </a:lnTo>
                  <a:cubicBezTo>
                    <a:pt x="794807" y="313890"/>
                    <a:pt x="780095" y="328602"/>
                    <a:pt x="761947" y="328602"/>
                  </a:cubicBezTo>
                  <a:lnTo>
                    <a:pt x="32860" y="328602"/>
                  </a:lnTo>
                  <a:cubicBezTo>
                    <a:pt x="14712" y="328602"/>
                    <a:pt x="0" y="313890"/>
                    <a:pt x="0" y="295742"/>
                  </a:cubicBezTo>
                  <a:lnTo>
                    <a:pt x="0" y="3286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2">
                <a:hueOff val="0"/>
                <a:satOff val="0"/>
                <a:lumOff val="0"/>
                <a:alphaOff val="0"/>
              </a:schemeClr>
            </a:fillRef>
            <a:effectRef idx="1">
              <a:schemeClr val="accent2">
                <a:hueOff val="0"/>
                <a:satOff val="0"/>
                <a:lumOff val="0"/>
                <a:alphaOff val="0"/>
              </a:schemeClr>
            </a:effectRef>
            <a:fontRef idx="minor">
              <a:schemeClr val="dk1"/>
            </a:fontRef>
          </p:style>
          <p:txBody>
            <a:bodyPr spcFirstLastPara="0" vert="horz" wrap="square" lIns="70584" tIns="70584" rIns="70584" bIns="70584" numCol="1" spcCol="1270" anchor="ctr" anchorCtr="0">
              <a:noAutofit/>
            </a:bodyPr>
            <a:lstStyle/>
            <a:p>
              <a:pPr marL="0" marR="0" lvl="0" indent="0" algn="ctr" defTabSz="711200" rtl="0" eaLnBrk="1" fontAlgn="auto"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ParentClass2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Freeform: Shape 13">
              <a:extLst>
                <a:ext uri="{FF2B5EF4-FFF2-40B4-BE49-F238E27FC236}">
                  <a16:creationId xmlns:a16="http://schemas.microsoft.com/office/drawing/2014/main" id="{2FA7DE2C-2112-4D1C-63FC-27DD0745477A}"/>
                </a:ext>
              </a:extLst>
            </p:cNvPr>
            <p:cNvSpPr/>
            <p:nvPr/>
          </p:nvSpPr>
          <p:spPr>
            <a:xfrm>
              <a:off x="4893874" y="1415102"/>
              <a:ext cx="471967" cy="328602"/>
            </a:xfrm>
            <a:custGeom>
              <a:avLst/>
              <a:gdLst>
                <a:gd name="connsiteX0" fmla="*/ 0 w 794807"/>
                <a:gd name="connsiteY0" fmla="*/ 32860 h 328602"/>
                <a:gd name="connsiteX1" fmla="*/ 32860 w 794807"/>
                <a:gd name="connsiteY1" fmla="*/ 0 h 328602"/>
                <a:gd name="connsiteX2" fmla="*/ 761947 w 794807"/>
                <a:gd name="connsiteY2" fmla="*/ 0 h 328602"/>
                <a:gd name="connsiteX3" fmla="*/ 794807 w 794807"/>
                <a:gd name="connsiteY3" fmla="*/ 32860 h 328602"/>
                <a:gd name="connsiteX4" fmla="*/ 794807 w 794807"/>
                <a:gd name="connsiteY4" fmla="*/ 295742 h 328602"/>
                <a:gd name="connsiteX5" fmla="*/ 761947 w 794807"/>
                <a:gd name="connsiteY5" fmla="*/ 328602 h 328602"/>
                <a:gd name="connsiteX6" fmla="*/ 32860 w 794807"/>
                <a:gd name="connsiteY6" fmla="*/ 328602 h 328602"/>
                <a:gd name="connsiteX7" fmla="*/ 0 w 794807"/>
                <a:gd name="connsiteY7" fmla="*/ 295742 h 328602"/>
                <a:gd name="connsiteX8" fmla="*/ 0 w 794807"/>
                <a:gd name="connsiteY8" fmla="*/ 32860 h 32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4807" h="328602">
                  <a:moveTo>
                    <a:pt x="0" y="32860"/>
                  </a:moveTo>
                  <a:cubicBezTo>
                    <a:pt x="0" y="14712"/>
                    <a:pt x="14712" y="0"/>
                    <a:pt x="32860" y="0"/>
                  </a:cubicBezTo>
                  <a:lnTo>
                    <a:pt x="761947" y="0"/>
                  </a:lnTo>
                  <a:cubicBezTo>
                    <a:pt x="780095" y="0"/>
                    <a:pt x="794807" y="14712"/>
                    <a:pt x="794807" y="32860"/>
                  </a:cubicBezTo>
                  <a:lnTo>
                    <a:pt x="794807" y="295742"/>
                  </a:lnTo>
                  <a:cubicBezTo>
                    <a:pt x="794807" y="313890"/>
                    <a:pt x="780095" y="328602"/>
                    <a:pt x="761947" y="328602"/>
                  </a:cubicBezTo>
                  <a:lnTo>
                    <a:pt x="32860" y="328602"/>
                  </a:lnTo>
                  <a:cubicBezTo>
                    <a:pt x="14712" y="328602"/>
                    <a:pt x="0" y="313890"/>
                    <a:pt x="0" y="295742"/>
                  </a:cubicBezTo>
                  <a:lnTo>
                    <a:pt x="0" y="3286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70584" tIns="70584" rIns="70584" bIns="70584" numCol="1" spcCol="1270" anchor="ctr" anchorCtr="0">
              <a:noAutofit/>
            </a:bodyPr>
            <a:lstStyle/>
            <a:p>
              <a:pPr marL="0" marR="0" lvl="0" indent="0" algn="ctr" defTabSz="711200" rtl="0" eaLnBrk="1" fontAlgn="auto"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ParentClass1</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Shape 16">
              <a:extLst>
                <a:ext uri="{FF2B5EF4-FFF2-40B4-BE49-F238E27FC236}">
                  <a16:creationId xmlns:a16="http://schemas.microsoft.com/office/drawing/2014/main" id="{A4E13E21-5049-A28C-8E5B-B2F5EB107309}"/>
                </a:ext>
              </a:extLst>
            </p:cNvPr>
            <p:cNvSpPr/>
            <p:nvPr/>
          </p:nvSpPr>
          <p:spPr>
            <a:xfrm>
              <a:off x="5355529" y="2073482"/>
              <a:ext cx="471967" cy="328602"/>
            </a:xfrm>
            <a:custGeom>
              <a:avLst/>
              <a:gdLst>
                <a:gd name="connsiteX0" fmla="*/ 0 w 794807"/>
                <a:gd name="connsiteY0" fmla="*/ 32860 h 328602"/>
                <a:gd name="connsiteX1" fmla="*/ 32860 w 794807"/>
                <a:gd name="connsiteY1" fmla="*/ 0 h 328602"/>
                <a:gd name="connsiteX2" fmla="*/ 761947 w 794807"/>
                <a:gd name="connsiteY2" fmla="*/ 0 h 328602"/>
                <a:gd name="connsiteX3" fmla="*/ 794807 w 794807"/>
                <a:gd name="connsiteY3" fmla="*/ 32860 h 328602"/>
                <a:gd name="connsiteX4" fmla="*/ 794807 w 794807"/>
                <a:gd name="connsiteY4" fmla="*/ 295742 h 328602"/>
                <a:gd name="connsiteX5" fmla="*/ 761947 w 794807"/>
                <a:gd name="connsiteY5" fmla="*/ 328602 h 328602"/>
                <a:gd name="connsiteX6" fmla="*/ 32860 w 794807"/>
                <a:gd name="connsiteY6" fmla="*/ 328602 h 328602"/>
                <a:gd name="connsiteX7" fmla="*/ 0 w 794807"/>
                <a:gd name="connsiteY7" fmla="*/ 295742 h 328602"/>
                <a:gd name="connsiteX8" fmla="*/ 0 w 794807"/>
                <a:gd name="connsiteY8" fmla="*/ 32860 h 32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4807" h="328602">
                  <a:moveTo>
                    <a:pt x="0" y="32860"/>
                  </a:moveTo>
                  <a:cubicBezTo>
                    <a:pt x="0" y="14712"/>
                    <a:pt x="14712" y="0"/>
                    <a:pt x="32860" y="0"/>
                  </a:cubicBezTo>
                  <a:lnTo>
                    <a:pt x="761947" y="0"/>
                  </a:lnTo>
                  <a:cubicBezTo>
                    <a:pt x="780095" y="0"/>
                    <a:pt x="794807" y="14712"/>
                    <a:pt x="794807" y="32860"/>
                  </a:cubicBezTo>
                  <a:lnTo>
                    <a:pt x="794807" y="295742"/>
                  </a:lnTo>
                  <a:cubicBezTo>
                    <a:pt x="794807" y="313890"/>
                    <a:pt x="780095" y="328602"/>
                    <a:pt x="761947" y="328602"/>
                  </a:cubicBezTo>
                  <a:lnTo>
                    <a:pt x="32860" y="328602"/>
                  </a:lnTo>
                  <a:cubicBezTo>
                    <a:pt x="14712" y="328602"/>
                    <a:pt x="0" y="313890"/>
                    <a:pt x="0" y="295742"/>
                  </a:cubicBezTo>
                  <a:lnTo>
                    <a:pt x="0" y="3286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4">
                <a:hueOff val="0"/>
                <a:satOff val="0"/>
                <a:lumOff val="0"/>
                <a:alphaOff val="0"/>
              </a:schemeClr>
            </a:fillRef>
            <a:effectRef idx="1">
              <a:schemeClr val="accent4">
                <a:hueOff val="0"/>
                <a:satOff val="0"/>
                <a:lumOff val="0"/>
                <a:alphaOff val="0"/>
              </a:schemeClr>
            </a:effectRef>
            <a:fontRef idx="minor">
              <a:schemeClr val="dk1"/>
            </a:fontRef>
          </p:style>
          <p:txBody>
            <a:bodyPr spcFirstLastPara="0" vert="horz" wrap="square" lIns="70584" tIns="70584" rIns="70584" bIns="70584" numCol="1" spcCol="1270" anchor="ctr" anchorCtr="0">
              <a:noAutofit/>
            </a:bodyPr>
            <a:lstStyle/>
            <a:p>
              <a:pPr marL="0" marR="0" lvl="0" indent="0" algn="ctr" defTabSz="711200" rtl="0" eaLnBrk="1" fontAlgn="auto"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ChildClass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 name="Arrow: Down 17">
            <a:extLst>
              <a:ext uri="{FF2B5EF4-FFF2-40B4-BE49-F238E27FC236}">
                <a16:creationId xmlns:a16="http://schemas.microsoft.com/office/drawing/2014/main" id="{87E1BFF1-92D2-744C-AFAC-9689F2279A16}"/>
              </a:ext>
            </a:extLst>
          </p:cNvPr>
          <p:cNvSpPr/>
          <p:nvPr/>
        </p:nvSpPr>
        <p:spPr>
          <a:xfrm rot="17987739" flipH="1">
            <a:off x="2028681" y="3090013"/>
            <a:ext cx="302201" cy="882007"/>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Arrow: Down 18">
            <a:extLst>
              <a:ext uri="{FF2B5EF4-FFF2-40B4-BE49-F238E27FC236}">
                <a16:creationId xmlns:a16="http://schemas.microsoft.com/office/drawing/2014/main" id="{AFE0EBBE-E314-5260-9D5F-5F093B6CE454}"/>
              </a:ext>
            </a:extLst>
          </p:cNvPr>
          <p:cNvSpPr/>
          <p:nvPr/>
        </p:nvSpPr>
        <p:spPr>
          <a:xfrm rot="3141099" flipH="1">
            <a:off x="3442979" y="3128757"/>
            <a:ext cx="302201" cy="882007"/>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8B494802-38D2-746B-B7F1-A0BE310E4568}"/>
              </a:ext>
            </a:extLst>
          </p:cNvPr>
          <p:cNvSpPr txBox="1"/>
          <p:nvPr/>
        </p:nvSpPr>
        <p:spPr>
          <a:xfrm>
            <a:off x="1818895" y="4665553"/>
            <a:ext cx="221084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Multiple Inheritance (Not allowed in Java)</a:t>
            </a:r>
            <a:endParaRPr kumimoji="0" lang="en-IN" sz="1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ED514FBF-8A22-12C0-0299-7660242572A2}"/>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1656181294"/>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94639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a:t>
            </a:r>
            <a:r>
              <a:rPr kumimoji="0" lang="en-US" sz="2400" b="1" i="0" u="none" strike="noStrike" kern="1200" cap="none" spc="0" normalizeH="0" baseline="0" noProof="0" dirty="0">
                <a:ln>
                  <a:noFill/>
                </a:ln>
                <a:solidFill>
                  <a:srgbClr val="FFFF00"/>
                </a:solidFill>
                <a:effectLst/>
                <a:uLnTx/>
                <a:uFillTx/>
                <a:ea typeface="+mn-ea"/>
                <a:cs typeface="+mn-cs"/>
              </a:rPr>
              <a:t>alternative</a:t>
            </a:r>
            <a:r>
              <a:rPr kumimoji="0" lang="en-US" sz="2400" b="1" i="0" u="none" strike="noStrike" kern="1200" cap="none" spc="0" normalizeH="0" baseline="0" noProof="0" dirty="0">
                <a:ln>
                  <a:noFill/>
                </a:ln>
                <a:solidFill>
                  <a:schemeClr val="bg1"/>
                </a:solidFill>
                <a:effectLst/>
                <a:uLnTx/>
                <a:uFillTx/>
                <a:ea typeface="+mn-ea"/>
                <a:cs typeface="+mn-cs"/>
              </a:rPr>
              <a:t> of </a:t>
            </a:r>
            <a:r>
              <a:rPr lang="en-US" sz="2400" b="1" dirty="0">
                <a:solidFill>
                  <a:schemeClr val="bg1"/>
                </a:solidFill>
                <a:ea typeface="+mn-ea"/>
                <a:cs typeface="+mn-cs"/>
              </a:rPr>
              <a:t>multiple inheritance in Java</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Rectangle 9">
            <a:extLst>
              <a:ext uri="{FF2B5EF4-FFF2-40B4-BE49-F238E27FC236}">
                <a16:creationId xmlns:a16="http://schemas.microsoft.com/office/drawing/2014/main" id="{A89B8176-4297-D20A-EBE3-B997813A885F}"/>
              </a:ext>
            </a:extLst>
          </p:cNvPr>
          <p:cNvSpPr/>
          <p:nvPr/>
        </p:nvSpPr>
        <p:spPr>
          <a:xfrm>
            <a:off x="5844695" y="964599"/>
            <a:ext cx="6198896" cy="587461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ParentClass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Parent class (superclass)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parentMethod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ParentClass</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Interface1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Interface 1</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method1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Interface2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Interface 2</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method2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Child class (subclass)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ChildClass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ParentClass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implements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Interface1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Interface2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method1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"Implementation of method1"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method2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"Implementation of method2"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6" name="TextBox 15">
            <a:extLst>
              <a:ext uri="{FF2B5EF4-FFF2-40B4-BE49-F238E27FC236}">
                <a16:creationId xmlns:a16="http://schemas.microsoft.com/office/drawing/2014/main" id="{3B50E777-59D3-5AB1-88A8-751D1BFB54B2}"/>
              </a:ext>
            </a:extLst>
          </p:cNvPr>
          <p:cNvSpPr txBox="1"/>
          <p:nvPr/>
        </p:nvSpPr>
        <p:spPr>
          <a:xfrm>
            <a:off x="361350" y="1111137"/>
            <a:ext cx="4874529"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support multiple inheritance of interfaces. So multiple interfaces and maximum one parent class can be inherited.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F23D12EA-724B-09F9-35F2-2B9D8374A064}"/>
              </a:ext>
            </a:extLst>
          </p:cNvPr>
          <p:cNvGrpSpPr/>
          <p:nvPr/>
        </p:nvGrpSpPr>
        <p:grpSpPr>
          <a:xfrm>
            <a:off x="683878" y="2590457"/>
            <a:ext cx="4099674" cy="2399014"/>
            <a:chOff x="4893874" y="1415102"/>
            <a:chExt cx="1548080" cy="1177053"/>
          </a:xfrm>
        </p:grpSpPr>
        <p:sp>
          <p:nvSpPr>
            <p:cNvPr id="5" name="Freeform: Shape 4">
              <a:extLst>
                <a:ext uri="{FF2B5EF4-FFF2-40B4-BE49-F238E27FC236}">
                  <a16:creationId xmlns:a16="http://schemas.microsoft.com/office/drawing/2014/main" id="{C756886A-1F47-9BE6-5C5F-BD58DCFF587F}"/>
                </a:ext>
              </a:extLst>
            </p:cNvPr>
            <p:cNvSpPr/>
            <p:nvPr/>
          </p:nvSpPr>
          <p:spPr>
            <a:xfrm>
              <a:off x="5969987" y="1415102"/>
              <a:ext cx="471967" cy="328602"/>
            </a:xfrm>
            <a:custGeom>
              <a:avLst/>
              <a:gdLst>
                <a:gd name="connsiteX0" fmla="*/ 0 w 794807"/>
                <a:gd name="connsiteY0" fmla="*/ 32860 h 328602"/>
                <a:gd name="connsiteX1" fmla="*/ 32860 w 794807"/>
                <a:gd name="connsiteY1" fmla="*/ 0 h 328602"/>
                <a:gd name="connsiteX2" fmla="*/ 761947 w 794807"/>
                <a:gd name="connsiteY2" fmla="*/ 0 h 328602"/>
                <a:gd name="connsiteX3" fmla="*/ 794807 w 794807"/>
                <a:gd name="connsiteY3" fmla="*/ 32860 h 328602"/>
                <a:gd name="connsiteX4" fmla="*/ 794807 w 794807"/>
                <a:gd name="connsiteY4" fmla="*/ 295742 h 328602"/>
                <a:gd name="connsiteX5" fmla="*/ 761947 w 794807"/>
                <a:gd name="connsiteY5" fmla="*/ 328602 h 328602"/>
                <a:gd name="connsiteX6" fmla="*/ 32860 w 794807"/>
                <a:gd name="connsiteY6" fmla="*/ 328602 h 328602"/>
                <a:gd name="connsiteX7" fmla="*/ 0 w 794807"/>
                <a:gd name="connsiteY7" fmla="*/ 295742 h 328602"/>
                <a:gd name="connsiteX8" fmla="*/ 0 w 794807"/>
                <a:gd name="connsiteY8" fmla="*/ 32860 h 32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4807" h="328602">
                  <a:moveTo>
                    <a:pt x="0" y="32860"/>
                  </a:moveTo>
                  <a:cubicBezTo>
                    <a:pt x="0" y="14712"/>
                    <a:pt x="14712" y="0"/>
                    <a:pt x="32860" y="0"/>
                  </a:cubicBezTo>
                  <a:lnTo>
                    <a:pt x="761947" y="0"/>
                  </a:lnTo>
                  <a:cubicBezTo>
                    <a:pt x="780095" y="0"/>
                    <a:pt x="794807" y="14712"/>
                    <a:pt x="794807" y="32860"/>
                  </a:cubicBezTo>
                  <a:lnTo>
                    <a:pt x="794807" y="295742"/>
                  </a:lnTo>
                  <a:cubicBezTo>
                    <a:pt x="794807" y="313890"/>
                    <a:pt x="780095" y="328602"/>
                    <a:pt x="761947" y="328602"/>
                  </a:cubicBezTo>
                  <a:lnTo>
                    <a:pt x="32860" y="328602"/>
                  </a:lnTo>
                  <a:cubicBezTo>
                    <a:pt x="14712" y="328602"/>
                    <a:pt x="0" y="313890"/>
                    <a:pt x="0" y="295742"/>
                  </a:cubicBezTo>
                  <a:lnTo>
                    <a:pt x="0" y="3286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2">
                <a:hueOff val="0"/>
                <a:satOff val="0"/>
                <a:lumOff val="0"/>
                <a:alphaOff val="0"/>
              </a:schemeClr>
            </a:fillRef>
            <a:effectRef idx="1">
              <a:schemeClr val="accent2">
                <a:hueOff val="0"/>
                <a:satOff val="0"/>
                <a:lumOff val="0"/>
                <a:alphaOff val="0"/>
              </a:schemeClr>
            </a:effectRef>
            <a:fontRef idx="minor">
              <a:schemeClr val="dk1"/>
            </a:fontRef>
          </p:style>
          <p:txBody>
            <a:bodyPr spcFirstLastPara="0" vert="horz" wrap="square" lIns="70584" tIns="70584" rIns="70584" bIns="70584" numCol="1" spcCol="1270" anchor="ctr" anchorCtr="0">
              <a:noAutofit/>
            </a:bodyPr>
            <a:lstStyle/>
            <a:p>
              <a:pPr marL="0" marR="0" lvl="0" indent="0" algn="ctr" defTabSz="711200" rtl="0" eaLnBrk="1" fontAlgn="auto"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Interface2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Shape 10">
              <a:extLst>
                <a:ext uri="{FF2B5EF4-FFF2-40B4-BE49-F238E27FC236}">
                  <a16:creationId xmlns:a16="http://schemas.microsoft.com/office/drawing/2014/main" id="{83971976-90DE-DF5E-4A00-01E302288750}"/>
                </a:ext>
              </a:extLst>
            </p:cNvPr>
            <p:cNvSpPr/>
            <p:nvPr/>
          </p:nvSpPr>
          <p:spPr>
            <a:xfrm>
              <a:off x="4893874" y="1415102"/>
              <a:ext cx="471967" cy="328602"/>
            </a:xfrm>
            <a:custGeom>
              <a:avLst/>
              <a:gdLst>
                <a:gd name="connsiteX0" fmla="*/ 0 w 794807"/>
                <a:gd name="connsiteY0" fmla="*/ 32860 h 328602"/>
                <a:gd name="connsiteX1" fmla="*/ 32860 w 794807"/>
                <a:gd name="connsiteY1" fmla="*/ 0 h 328602"/>
                <a:gd name="connsiteX2" fmla="*/ 761947 w 794807"/>
                <a:gd name="connsiteY2" fmla="*/ 0 h 328602"/>
                <a:gd name="connsiteX3" fmla="*/ 794807 w 794807"/>
                <a:gd name="connsiteY3" fmla="*/ 32860 h 328602"/>
                <a:gd name="connsiteX4" fmla="*/ 794807 w 794807"/>
                <a:gd name="connsiteY4" fmla="*/ 295742 h 328602"/>
                <a:gd name="connsiteX5" fmla="*/ 761947 w 794807"/>
                <a:gd name="connsiteY5" fmla="*/ 328602 h 328602"/>
                <a:gd name="connsiteX6" fmla="*/ 32860 w 794807"/>
                <a:gd name="connsiteY6" fmla="*/ 328602 h 328602"/>
                <a:gd name="connsiteX7" fmla="*/ 0 w 794807"/>
                <a:gd name="connsiteY7" fmla="*/ 295742 h 328602"/>
                <a:gd name="connsiteX8" fmla="*/ 0 w 794807"/>
                <a:gd name="connsiteY8" fmla="*/ 32860 h 32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4807" h="328602">
                  <a:moveTo>
                    <a:pt x="0" y="32860"/>
                  </a:moveTo>
                  <a:cubicBezTo>
                    <a:pt x="0" y="14712"/>
                    <a:pt x="14712" y="0"/>
                    <a:pt x="32860" y="0"/>
                  </a:cubicBezTo>
                  <a:lnTo>
                    <a:pt x="761947" y="0"/>
                  </a:lnTo>
                  <a:cubicBezTo>
                    <a:pt x="780095" y="0"/>
                    <a:pt x="794807" y="14712"/>
                    <a:pt x="794807" y="32860"/>
                  </a:cubicBezTo>
                  <a:lnTo>
                    <a:pt x="794807" y="295742"/>
                  </a:lnTo>
                  <a:cubicBezTo>
                    <a:pt x="794807" y="313890"/>
                    <a:pt x="780095" y="328602"/>
                    <a:pt x="761947" y="328602"/>
                  </a:cubicBezTo>
                  <a:lnTo>
                    <a:pt x="32860" y="328602"/>
                  </a:lnTo>
                  <a:cubicBezTo>
                    <a:pt x="14712" y="328602"/>
                    <a:pt x="0" y="313890"/>
                    <a:pt x="0" y="295742"/>
                  </a:cubicBezTo>
                  <a:lnTo>
                    <a:pt x="0" y="3286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70584" tIns="70584" rIns="70584" bIns="70584" numCol="1" spcCol="1270" anchor="ctr" anchorCtr="0">
              <a:noAutofit/>
            </a:bodyPr>
            <a:lstStyle/>
            <a:p>
              <a:pPr marL="0" marR="0" lvl="0" indent="0" algn="ctr" defTabSz="711200" rtl="0" eaLnBrk="1" fontAlgn="auto"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ParentClass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Shape 12">
              <a:extLst>
                <a:ext uri="{FF2B5EF4-FFF2-40B4-BE49-F238E27FC236}">
                  <a16:creationId xmlns:a16="http://schemas.microsoft.com/office/drawing/2014/main" id="{524B0C91-F439-846F-8A5E-78D0D87CB18F}"/>
                </a:ext>
              </a:extLst>
            </p:cNvPr>
            <p:cNvSpPr/>
            <p:nvPr/>
          </p:nvSpPr>
          <p:spPr>
            <a:xfrm>
              <a:off x="5231608" y="2263553"/>
              <a:ext cx="853984" cy="328602"/>
            </a:xfrm>
            <a:custGeom>
              <a:avLst/>
              <a:gdLst>
                <a:gd name="connsiteX0" fmla="*/ 0 w 794807"/>
                <a:gd name="connsiteY0" fmla="*/ 32860 h 328602"/>
                <a:gd name="connsiteX1" fmla="*/ 32860 w 794807"/>
                <a:gd name="connsiteY1" fmla="*/ 0 h 328602"/>
                <a:gd name="connsiteX2" fmla="*/ 761947 w 794807"/>
                <a:gd name="connsiteY2" fmla="*/ 0 h 328602"/>
                <a:gd name="connsiteX3" fmla="*/ 794807 w 794807"/>
                <a:gd name="connsiteY3" fmla="*/ 32860 h 328602"/>
                <a:gd name="connsiteX4" fmla="*/ 794807 w 794807"/>
                <a:gd name="connsiteY4" fmla="*/ 295742 h 328602"/>
                <a:gd name="connsiteX5" fmla="*/ 761947 w 794807"/>
                <a:gd name="connsiteY5" fmla="*/ 328602 h 328602"/>
                <a:gd name="connsiteX6" fmla="*/ 32860 w 794807"/>
                <a:gd name="connsiteY6" fmla="*/ 328602 h 328602"/>
                <a:gd name="connsiteX7" fmla="*/ 0 w 794807"/>
                <a:gd name="connsiteY7" fmla="*/ 295742 h 328602"/>
                <a:gd name="connsiteX8" fmla="*/ 0 w 794807"/>
                <a:gd name="connsiteY8" fmla="*/ 32860 h 32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4807" h="328602">
                  <a:moveTo>
                    <a:pt x="0" y="32860"/>
                  </a:moveTo>
                  <a:cubicBezTo>
                    <a:pt x="0" y="14712"/>
                    <a:pt x="14712" y="0"/>
                    <a:pt x="32860" y="0"/>
                  </a:cubicBezTo>
                  <a:lnTo>
                    <a:pt x="761947" y="0"/>
                  </a:lnTo>
                  <a:cubicBezTo>
                    <a:pt x="780095" y="0"/>
                    <a:pt x="794807" y="14712"/>
                    <a:pt x="794807" y="32860"/>
                  </a:cubicBezTo>
                  <a:lnTo>
                    <a:pt x="794807" y="295742"/>
                  </a:lnTo>
                  <a:cubicBezTo>
                    <a:pt x="794807" y="313890"/>
                    <a:pt x="780095" y="328602"/>
                    <a:pt x="761947" y="328602"/>
                  </a:cubicBezTo>
                  <a:lnTo>
                    <a:pt x="32860" y="328602"/>
                  </a:lnTo>
                  <a:cubicBezTo>
                    <a:pt x="14712" y="328602"/>
                    <a:pt x="0" y="313890"/>
                    <a:pt x="0" y="295742"/>
                  </a:cubicBezTo>
                  <a:lnTo>
                    <a:pt x="0" y="3286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4">
                <a:hueOff val="0"/>
                <a:satOff val="0"/>
                <a:lumOff val="0"/>
                <a:alphaOff val="0"/>
              </a:schemeClr>
            </a:fillRef>
            <a:effectRef idx="1">
              <a:schemeClr val="accent4">
                <a:hueOff val="0"/>
                <a:satOff val="0"/>
                <a:lumOff val="0"/>
                <a:alphaOff val="0"/>
              </a:schemeClr>
            </a:effectRef>
            <a:fontRef idx="minor">
              <a:schemeClr val="dk1"/>
            </a:fontRef>
          </p:style>
          <p:txBody>
            <a:bodyPr spcFirstLastPara="0" vert="horz" wrap="square" lIns="70584" tIns="70584" rIns="70584" bIns="70584" numCol="1" spcCol="1270" anchor="ctr" anchorCtr="0">
              <a:noAutofit/>
            </a:bodyPr>
            <a:lstStyle/>
            <a:p>
              <a:pPr marL="0" marR="0" lvl="0" indent="0" algn="ctr" defTabSz="711200" rtl="0" eaLnBrk="1" fontAlgn="auto"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ChildClass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 name="Arrow: Down 14">
            <a:extLst>
              <a:ext uri="{FF2B5EF4-FFF2-40B4-BE49-F238E27FC236}">
                <a16:creationId xmlns:a16="http://schemas.microsoft.com/office/drawing/2014/main" id="{734F380A-9627-E9FB-784D-B677BD5F7C2F}"/>
              </a:ext>
            </a:extLst>
          </p:cNvPr>
          <p:cNvSpPr/>
          <p:nvPr/>
        </p:nvSpPr>
        <p:spPr>
          <a:xfrm rot="18792079" flipH="1">
            <a:off x="1561953" y="3169900"/>
            <a:ext cx="302201" cy="1270900"/>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Arrow: Down 20">
            <a:extLst>
              <a:ext uri="{FF2B5EF4-FFF2-40B4-BE49-F238E27FC236}">
                <a16:creationId xmlns:a16="http://schemas.microsoft.com/office/drawing/2014/main" id="{3778900D-7143-6CCD-051B-74CD57C54312}"/>
              </a:ext>
            </a:extLst>
          </p:cNvPr>
          <p:cNvSpPr/>
          <p:nvPr/>
        </p:nvSpPr>
        <p:spPr>
          <a:xfrm rot="3141099" flipH="1">
            <a:off x="3514538" y="3111886"/>
            <a:ext cx="302201" cy="1330283"/>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Freeform: Shape 5">
            <a:extLst>
              <a:ext uri="{FF2B5EF4-FFF2-40B4-BE49-F238E27FC236}">
                <a16:creationId xmlns:a16="http://schemas.microsoft.com/office/drawing/2014/main" id="{EFBDF1C0-43E6-5EC9-4C6F-AA5F0B39F8FA}"/>
              </a:ext>
            </a:extLst>
          </p:cNvPr>
          <p:cNvSpPr/>
          <p:nvPr/>
        </p:nvSpPr>
        <p:spPr>
          <a:xfrm>
            <a:off x="2135691" y="2590457"/>
            <a:ext cx="1249878" cy="669741"/>
          </a:xfrm>
          <a:custGeom>
            <a:avLst/>
            <a:gdLst>
              <a:gd name="connsiteX0" fmla="*/ 0 w 794807"/>
              <a:gd name="connsiteY0" fmla="*/ 32860 h 328602"/>
              <a:gd name="connsiteX1" fmla="*/ 32860 w 794807"/>
              <a:gd name="connsiteY1" fmla="*/ 0 h 328602"/>
              <a:gd name="connsiteX2" fmla="*/ 761947 w 794807"/>
              <a:gd name="connsiteY2" fmla="*/ 0 h 328602"/>
              <a:gd name="connsiteX3" fmla="*/ 794807 w 794807"/>
              <a:gd name="connsiteY3" fmla="*/ 32860 h 328602"/>
              <a:gd name="connsiteX4" fmla="*/ 794807 w 794807"/>
              <a:gd name="connsiteY4" fmla="*/ 295742 h 328602"/>
              <a:gd name="connsiteX5" fmla="*/ 761947 w 794807"/>
              <a:gd name="connsiteY5" fmla="*/ 328602 h 328602"/>
              <a:gd name="connsiteX6" fmla="*/ 32860 w 794807"/>
              <a:gd name="connsiteY6" fmla="*/ 328602 h 328602"/>
              <a:gd name="connsiteX7" fmla="*/ 0 w 794807"/>
              <a:gd name="connsiteY7" fmla="*/ 295742 h 328602"/>
              <a:gd name="connsiteX8" fmla="*/ 0 w 794807"/>
              <a:gd name="connsiteY8" fmla="*/ 32860 h 32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4807" h="328602">
                <a:moveTo>
                  <a:pt x="0" y="32860"/>
                </a:moveTo>
                <a:cubicBezTo>
                  <a:pt x="0" y="14712"/>
                  <a:pt x="14712" y="0"/>
                  <a:pt x="32860" y="0"/>
                </a:cubicBezTo>
                <a:lnTo>
                  <a:pt x="761947" y="0"/>
                </a:lnTo>
                <a:cubicBezTo>
                  <a:pt x="780095" y="0"/>
                  <a:pt x="794807" y="14712"/>
                  <a:pt x="794807" y="32860"/>
                </a:cubicBezTo>
                <a:lnTo>
                  <a:pt x="794807" y="295742"/>
                </a:lnTo>
                <a:cubicBezTo>
                  <a:pt x="794807" y="313890"/>
                  <a:pt x="780095" y="328602"/>
                  <a:pt x="761947" y="328602"/>
                </a:cubicBezTo>
                <a:lnTo>
                  <a:pt x="32860" y="328602"/>
                </a:lnTo>
                <a:cubicBezTo>
                  <a:pt x="14712" y="328602"/>
                  <a:pt x="0" y="313890"/>
                  <a:pt x="0" y="295742"/>
                </a:cubicBezTo>
                <a:lnTo>
                  <a:pt x="0" y="32860"/>
                </a:lnTo>
                <a:close/>
              </a:path>
            </a:pathLst>
          </a:custGeom>
          <a:solidFill>
            <a:schemeClr val="accent6">
              <a:lumMod val="20000"/>
              <a:lumOff val="80000"/>
            </a:schemeClr>
          </a:solidFill>
          <a:scene3d>
            <a:camera prst="orthographicFront"/>
            <a:lightRig rig="flat" dir="t"/>
          </a:scene3d>
          <a:sp3d prstMaterial="dkEdge">
            <a:bevelT w="8200" h="38100"/>
          </a:sp3d>
        </p:spPr>
        <p:style>
          <a:lnRef idx="0">
            <a:schemeClr val="lt1">
              <a:hueOff val="0"/>
              <a:satOff val="0"/>
              <a:lumOff val="0"/>
              <a:alphaOff val="0"/>
            </a:schemeClr>
          </a:lnRef>
          <a:fillRef idx="2">
            <a:schemeClr val="accent2">
              <a:hueOff val="0"/>
              <a:satOff val="0"/>
              <a:lumOff val="0"/>
              <a:alphaOff val="0"/>
            </a:schemeClr>
          </a:fillRef>
          <a:effectRef idx="1">
            <a:schemeClr val="accent2">
              <a:hueOff val="0"/>
              <a:satOff val="0"/>
              <a:lumOff val="0"/>
              <a:alphaOff val="0"/>
            </a:schemeClr>
          </a:effectRef>
          <a:fontRef idx="minor">
            <a:schemeClr val="dk1"/>
          </a:fontRef>
        </p:style>
        <p:txBody>
          <a:bodyPr spcFirstLastPara="0" vert="horz" wrap="square" lIns="70584" tIns="70584" rIns="70584" bIns="70584" numCol="1" spcCol="1270" anchor="ctr" anchorCtr="0">
            <a:noAutofit/>
          </a:bodyPr>
          <a:lstStyle/>
          <a:p>
            <a:pPr marL="0" marR="0" lvl="0" indent="0" algn="ctr" defTabSz="711200" rtl="0" eaLnBrk="1" fontAlgn="auto"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Interface1</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Arrow: Down 6">
            <a:extLst>
              <a:ext uri="{FF2B5EF4-FFF2-40B4-BE49-F238E27FC236}">
                <a16:creationId xmlns:a16="http://schemas.microsoft.com/office/drawing/2014/main" id="{4A594144-46B8-438C-D809-D2BBDF237B3E}"/>
              </a:ext>
            </a:extLst>
          </p:cNvPr>
          <p:cNvSpPr/>
          <p:nvPr/>
        </p:nvSpPr>
        <p:spPr>
          <a:xfrm flipH="1">
            <a:off x="2547724" y="3324318"/>
            <a:ext cx="302201" cy="884428"/>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6A16CB56-E4CF-DA90-71E2-970DD83C5107}"/>
              </a:ext>
            </a:extLst>
          </p:cNvPr>
          <p:cNvSpPr txBox="1"/>
          <p:nvPr/>
        </p:nvSpPr>
        <p:spPr>
          <a:xfrm>
            <a:off x="1933755" y="5268278"/>
            <a:ext cx="1990141"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Allowed in Java</a:t>
            </a:r>
            <a:endParaRPr kumimoji="0" lang="en-IN" sz="1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8" name="Graphic 7" descr="Artificial Intelligence with solid fill">
            <a:extLst>
              <a:ext uri="{FF2B5EF4-FFF2-40B4-BE49-F238E27FC236}">
                <a16:creationId xmlns:a16="http://schemas.microsoft.com/office/drawing/2014/main" id="{56DB0403-F8D0-B030-6195-A149BD4C3AA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348574" y="152588"/>
            <a:ext cx="559216" cy="559216"/>
          </a:xfrm>
          <a:prstGeom prst="rect">
            <a:avLst/>
          </a:prstGeom>
        </p:spPr>
      </p:pic>
      <p:pic>
        <p:nvPicPr>
          <p:cNvPr id="14" name="Picture 13">
            <a:extLst>
              <a:ext uri="{FF2B5EF4-FFF2-40B4-BE49-F238E27FC236}">
                <a16:creationId xmlns:a16="http://schemas.microsoft.com/office/drawing/2014/main" id="{EECD6E69-5EEF-79DA-8E6C-CE3AD689DE2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969567" y="299292"/>
            <a:ext cx="914784" cy="363946"/>
          </a:xfrm>
          <a:prstGeom prst="rect">
            <a:avLst/>
          </a:prstGeom>
        </p:spPr>
      </p:pic>
      <p:sp>
        <p:nvSpPr>
          <p:cNvPr id="17" name="Rectangle 16">
            <a:extLst>
              <a:ext uri="{FF2B5EF4-FFF2-40B4-BE49-F238E27FC236}">
                <a16:creationId xmlns:a16="http://schemas.microsoft.com/office/drawing/2014/main" id="{FA179FDF-19A0-7C78-C3FE-A4CB0A033649}"/>
              </a:ext>
            </a:extLst>
          </p:cNvPr>
          <p:cNvSpPr/>
          <p:nvPr/>
        </p:nvSpPr>
        <p:spPr>
          <a:xfrm>
            <a:off x="5910009" y="4302943"/>
            <a:ext cx="6003594" cy="809695"/>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4F103BA5-BFAF-EE3E-92D1-0C8397600784}"/>
              </a:ext>
            </a:extLst>
          </p:cNvPr>
          <p:cNvSpPr txBox="1"/>
          <p:nvPr/>
        </p:nvSpPr>
        <p:spPr>
          <a:xfrm>
            <a:off x="10405730" y="6485478"/>
            <a:ext cx="1786270" cy="307777"/>
          </a:xfrm>
          <a:prstGeom prst="rect">
            <a:avLst/>
          </a:prstGeom>
          <a:noFill/>
        </p:spPr>
        <p:txBody>
          <a:bodyPr wrap="square">
            <a:spAutoFit/>
          </a:bodyPr>
          <a:lstStyle/>
          <a:p>
            <a:r>
              <a:rPr lang="en-US" sz="1400" dirty="0">
                <a:hlinkClick r:id="rId7" action="ppaction://hlinksldjump"/>
              </a:rPr>
              <a:t>back to chapter index</a:t>
            </a:r>
            <a:endParaRPr lang="en-IN" sz="1400" dirty="0"/>
          </a:p>
        </p:txBody>
      </p:sp>
    </p:spTree>
    <p:extLst>
      <p:ext uri="{BB962C8B-B14F-4D97-AF65-F5344CB8AC3E}">
        <p14:creationId xmlns:p14="http://schemas.microsoft.com/office/powerpoint/2010/main" val="297054295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94639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to </a:t>
            </a:r>
            <a:r>
              <a:rPr kumimoji="0" lang="en-US" sz="2400" b="1" i="0" u="none" strike="noStrike" kern="1200" cap="none" spc="0" normalizeH="0" baseline="0" noProof="0" dirty="0">
                <a:ln>
                  <a:noFill/>
                </a:ln>
                <a:solidFill>
                  <a:srgbClr val="FFFF00"/>
                </a:solidFill>
                <a:effectLst/>
                <a:uLnTx/>
                <a:uFillTx/>
                <a:ea typeface="+mn-ea"/>
                <a:cs typeface="+mn-cs"/>
              </a:rPr>
              <a:t>prevent a class</a:t>
            </a:r>
            <a:r>
              <a:rPr kumimoji="0" lang="en-US" sz="2400" b="1" i="0" u="none" strike="noStrike" kern="1200" cap="none" spc="0" normalizeH="0" baseline="0" noProof="0" dirty="0">
                <a:ln>
                  <a:noFill/>
                </a:ln>
                <a:solidFill>
                  <a:schemeClr val="bg1"/>
                </a:solidFill>
                <a:effectLst/>
                <a:uLnTx/>
                <a:uFillTx/>
                <a:ea typeface="+mn-ea"/>
                <a:cs typeface="+mn-cs"/>
              </a:rPr>
              <a:t> from being inherited?</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Rectangle 9">
            <a:extLst>
              <a:ext uri="{FF2B5EF4-FFF2-40B4-BE49-F238E27FC236}">
                <a16:creationId xmlns:a16="http://schemas.microsoft.com/office/drawing/2014/main" id="{A89B8176-4297-D20A-EBE3-B997813A885F}"/>
              </a:ext>
            </a:extLst>
          </p:cNvPr>
          <p:cNvSpPr/>
          <p:nvPr/>
        </p:nvSpPr>
        <p:spPr>
          <a:xfrm>
            <a:off x="6299241" y="1156503"/>
            <a:ext cx="5337438" cy="20291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FinaClass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doSomething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"Doing something"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6" name="TextBox 15">
            <a:extLst>
              <a:ext uri="{FF2B5EF4-FFF2-40B4-BE49-F238E27FC236}">
                <a16:creationId xmlns:a16="http://schemas.microsoft.com/office/drawing/2014/main" id="{3B50E777-59D3-5AB1-88A8-751D1BFB54B2}"/>
              </a:ext>
            </a:extLst>
          </p:cNvPr>
          <p:cNvSpPr txBox="1"/>
          <p:nvPr/>
        </p:nvSpPr>
        <p:spPr>
          <a:xfrm>
            <a:off x="361350" y="1111137"/>
            <a:ext cx="4874529"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 Java, you can prevent a class from being inherited (subclassed) by using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final keyword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FC37CFB7-00A6-5724-84CE-B1C6CE96FE61}"/>
              </a:ext>
            </a:extLst>
          </p:cNvPr>
          <p:cNvSpPr/>
          <p:nvPr/>
        </p:nvSpPr>
        <p:spPr>
          <a:xfrm>
            <a:off x="6299241" y="3435871"/>
            <a:ext cx="5337438" cy="20291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This will result in a compilation error</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FinalSubClass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FinalClass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Subclass definition</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19" name="Graphic 18" descr="Close outline">
            <a:extLst>
              <a:ext uri="{FF2B5EF4-FFF2-40B4-BE49-F238E27FC236}">
                <a16:creationId xmlns:a16="http://schemas.microsoft.com/office/drawing/2014/main" id="{2A2D8252-B550-A164-9711-18713B2F1C9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613724" y="3972722"/>
            <a:ext cx="660441" cy="660441"/>
          </a:xfrm>
          <a:prstGeom prst="rect">
            <a:avLst/>
          </a:prstGeom>
        </p:spPr>
      </p:pic>
      <p:pic>
        <p:nvPicPr>
          <p:cNvPr id="20" name="Graphic 19" descr="Artificial Intelligence with solid fill">
            <a:extLst>
              <a:ext uri="{FF2B5EF4-FFF2-40B4-BE49-F238E27FC236}">
                <a16:creationId xmlns:a16="http://schemas.microsoft.com/office/drawing/2014/main" id="{0BE5C727-7F56-E0A0-5145-C0027D971CC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299241" y="132825"/>
            <a:ext cx="559216" cy="559216"/>
          </a:xfrm>
          <a:prstGeom prst="rect">
            <a:avLst/>
          </a:prstGeom>
        </p:spPr>
      </p:pic>
      <p:sp>
        <p:nvSpPr>
          <p:cNvPr id="4" name="TextBox 3">
            <a:extLst>
              <a:ext uri="{FF2B5EF4-FFF2-40B4-BE49-F238E27FC236}">
                <a16:creationId xmlns:a16="http://schemas.microsoft.com/office/drawing/2014/main" id="{D885811E-002A-08BA-3C77-919644DBD020}"/>
              </a:ext>
            </a:extLst>
          </p:cNvPr>
          <p:cNvSpPr txBox="1"/>
          <p:nvPr/>
        </p:nvSpPr>
        <p:spPr>
          <a:xfrm>
            <a:off x="10405730" y="6485478"/>
            <a:ext cx="1786270" cy="307777"/>
          </a:xfrm>
          <a:prstGeom prst="rect">
            <a:avLst/>
          </a:prstGeom>
          <a:noFill/>
        </p:spPr>
        <p:txBody>
          <a:bodyPr wrap="square">
            <a:spAutoFit/>
          </a:bodyPr>
          <a:lstStyle/>
          <a:p>
            <a:r>
              <a:rPr lang="en-US" sz="1400" dirty="0">
                <a:hlinkClick r:id="rId8" action="ppaction://hlinksldjump"/>
              </a:rPr>
              <a:t>back to chapter index</a:t>
            </a:r>
            <a:endParaRPr lang="en-IN" sz="1400" dirty="0"/>
          </a:p>
        </p:txBody>
      </p:sp>
    </p:spTree>
    <p:extLst>
      <p:ext uri="{BB962C8B-B14F-4D97-AF65-F5344CB8AC3E}">
        <p14:creationId xmlns:p14="http://schemas.microsoft.com/office/powerpoint/2010/main" val="1827242404"/>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4776692"/>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polymorphism</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types</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of polymorphism?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Method Overloading</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How to implement it and when to use it?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Why do we call method overloading as a type of compile-time or early binding?</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In how many ways can a method be overloaded?</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If two same methods have different return type, then are methods are overloaded?</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Method Overriding</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Q. Why to use method overriding? Why don’t we have different name methods?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Q. How to implement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method overriding</a:t>
            </a:r>
            <a:r>
              <a:rPr kumimoji="0" lang="en-US" sz="1800" b="0" i="0" u="none" strike="noStrike" kern="1200" cap="none" spc="0" normalizeH="0" baseline="0" noProof="0" dirty="0">
                <a:ln>
                  <a:noFill/>
                </a:ln>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Q. Why we call method overriding as a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run-time</a:t>
            </a: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 or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late binding</a:t>
            </a: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3" action="ppaction://hlinksldjump">
                  <a:extLst>
                    <a:ext uri="{A12FA001-AC4F-418D-AE19-62706E023703}">
                      <ahyp:hlinkClr xmlns:ahyp="http://schemas.microsoft.com/office/drawing/2018/hyperlinkcolor" val="tx"/>
                    </a:ext>
                  </a:extLst>
                </a:hlinkClick>
              </a:rPr>
              <a:t>Q. What are the 5 differences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3" action="ppaction://hlinksldjump">
                  <a:extLst>
                    <a:ext uri="{A12FA001-AC4F-418D-AE19-62706E023703}">
                      <ahyp:hlinkClr xmlns:ahyp="http://schemas.microsoft.com/office/drawing/2018/hyperlinkcolor" val="tx"/>
                    </a:ext>
                  </a:extLst>
                </a:hlinkClick>
              </a:rPr>
              <a:t>Overloading</a:t>
            </a:r>
            <a:r>
              <a:rPr kumimoji="0" lang="en-US" sz="1800" b="0" i="0" u="none" strike="noStrike" kern="1200" cap="none" spc="0" normalizeH="0" baseline="0" noProof="0" dirty="0">
                <a:ln>
                  <a:noFill/>
                </a:ln>
                <a:effectLst/>
                <a:uLnTx/>
                <a:uFillTx/>
                <a:latin typeface="Calibri" panose="020F0502020204030204"/>
                <a:ea typeface="+mn-ea"/>
                <a:cs typeface="+mn-cs"/>
                <a:hlinkClick r:id="rId13"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3" action="ppaction://hlinksldjump">
                  <a:extLst>
                    <a:ext uri="{A12FA001-AC4F-418D-AE19-62706E023703}">
                      <ahyp:hlinkClr xmlns:ahyp="http://schemas.microsoft.com/office/drawing/2018/hyperlinkcolor" val="tx"/>
                    </a:ext>
                  </a:extLst>
                </a:hlinkClick>
              </a:rPr>
              <a:t>Overriding</a:t>
            </a:r>
            <a:r>
              <a:rPr kumimoji="0" lang="en-US" sz="1800" b="0" i="0" u="none" strike="noStrike" kern="1200" cap="none" spc="0" normalizeH="0" baseline="0" noProof="0" dirty="0">
                <a:ln>
                  <a:noFill/>
                </a:ln>
                <a:effectLst/>
                <a:uLnTx/>
                <a:uFillTx/>
                <a:latin typeface="Calibri" panose="020F0502020204030204"/>
                <a:ea typeface="+mn-ea"/>
                <a:cs typeface="+mn-cs"/>
                <a:hlinkClick r:id="rId13"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4"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4" action="ppaction://hlinksldjump">
                  <a:extLst>
                    <a:ext uri="{A12FA001-AC4F-418D-AE19-62706E023703}">
                      <ahyp:hlinkClr xmlns:ahyp="http://schemas.microsoft.com/office/drawing/2018/hyperlinkcolor" val="tx"/>
                    </a:ext>
                  </a:extLst>
                </a:hlinkClick>
              </a:rPr>
              <a:t>Annotations</a:t>
            </a:r>
            <a:r>
              <a:rPr kumimoji="0" lang="en-US" sz="1800" b="0" i="0" u="none" strike="noStrike" kern="1200" cap="none" spc="0" normalizeH="0" baseline="0" noProof="0" dirty="0">
                <a:ln>
                  <a:noFill/>
                </a:ln>
                <a:effectLst/>
                <a:uLnTx/>
                <a:uFillTx/>
                <a:latin typeface="Calibri" panose="020F0502020204030204"/>
                <a:ea typeface="+mn-ea"/>
                <a:cs typeface="+mn-cs"/>
                <a:hlinkClick r:id="rId14" action="ppaction://hlinksldjump">
                  <a:extLst>
                    <a:ext uri="{A12FA001-AC4F-418D-AE19-62706E023703}">
                      <ahyp:hlinkClr xmlns:ahyp="http://schemas.microsoft.com/office/drawing/2018/hyperlinkcolor" val="tx"/>
                    </a:ext>
                  </a:extLst>
                </a:hlinkClick>
              </a:rPr>
              <a:t> in Java?</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11. OOPS - Polymorphism</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702B7730-8ADA-8E83-9364-7FF2E747F937}"/>
              </a:ext>
            </a:extLst>
          </p:cNvPr>
          <p:cNvPicPr>
            <a:picLocks noChangeAspect="1" noChangeArrowheads="1"/>
          </p:cNvPicPr>
          <p:nvPr/>
        </p:nvPicPr>
        <p:blipFill rotWithShape="1">
          <a:blip r:embed="rId15">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A75372AF-8332-52E0-2EA0-7FDDE071FF4D}"/>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4220002" y="1931267"/>
            <a:ext cx="636255" cy="253133"/>
          </a:xfrm>
          <a:prstGeom prst="rect">
            <a:avLst/>
          </a:prstGeom>
        </p:spPr>
      </p:pic>
      <p:pic>
        <p:nvPicPr>
          <p:cNvPr id="5" name="Picture 4">
            <a:extLst>
              <a:ext uri="{FF2B5EF4-FFF2-40B4-BE49-F238E27FC236}">
                <a16:creationId xmlns:a16="http://schemas.microsoft.com/office/drawing/2014/main" id="{0F6E4BE0-134C-CCDE-F84B-ECDD19D76780}"/>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5208106" y="3122836"/>
            <a:ext cx="636255" cy="253133"/>
          </a:xfrm>
          <a:prstGeom prst="rect">
            <a:avLst/>
          </a:prstGeom>
        </p:spPr>
      </p:pic>
      <p:pic>
        <p:nvPicPr>
          <p:cNvPr id="6" name="Picture 5">
            <a:extLst>
              <a:ext uri="{FF2B5EF4-FFF2-40B4-BE49-F238E27FC236}">
                <a16:creationId xmlns:a16="http://schemas.microsoft.com/office/drawing/2014/main" id="{1CCC6BFC-6DDA-1EC0-EAD8-22575B2837E6}"/>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6714953" y="5539554"/>
            <a:ext cx="636255" cy="253133"/>
          </a:xfrm>
          <a:prstGeom prst="rect">
            <a:avLst/>
          </a:prstGeom>
        </p:spPr>
      </p:pic>
      <p:pic>
        <p:nvPicPr>
          <p:cNvPr id="10" name="Picture 9">
            <a:extLst>
              <a:ext uri="{FF2B5EF4-FFF2-40B4-BE49-F238E27FC236}">
                <a16:creationId xmlns:a16="http://schemas.microsoft.com/office/drawing/2014/main" id="{64888C26-BB8A-97C9-61DB-E85CD89A6ABF}"/>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3284706" y="3929045"/>
            <a:ext cx="636255" cy="253133"/>
          </a:xfrm>
          <a:prstGeom prst="rect">
            <a:avLst/>
          </a:prstGeom>
        </p:spPr>
      </p:pic>
      <p:sp>
        <p:nvSpPr>
          <p:cNvPr id="11" name="TextBox 10">
            <a:extLst>
              <a:ext uri="{FF2B5EF4-FFF2-40B4-BE49-F238E27FC236}">
                <a16:creationId xmlns:a16="http://schemas.microsoft.com/office/drawing/2014/main" id="{203BD8D9-47AD-9342-3896-24D7BCEDE19D}"/>
              </a:ext>
            </a:extLst>
          </p:cNvPr>
          <p:cNvSpPr txBox="1"/>
          <p:nvPr/>
        </p:nvSpPr>
        <p:spPr>
          <a:xfrm>
            <a:off x="10342731" y="6373174"/>
            <a:ext cx="1972639" cy="307777"/>
          </a:xfrm>
          <a:prstGeom prst="rect">
            <a:avLst/>
          </a:prstGeom>
          <a:noFill/>
        </p:spPr>
        <p:txBody>
          <a:bodyPr wrap="square">
            <a:spAutoFit/>
          </a:bodyPr>
          <a:lstStyle/>
          <a:p>
            <a:r>
              <a:rPr lang="en-US" sz="1400" dirty="0">
                <a:hlinkClick r:id="rId17" action="ppaction://hlinksldjump"/>
              </a:rPr>
              <a:t>Back to main index</a:t>
            </a:r>
            <a:endParaRPr lang="en-IN" sz="1400" dirty="0"/>
          </a:p>
        </p:txBody>
      </p:sp>
    </p:spTree>
    <p:extLst>
      <p:ext uri="{BB962C8B-B14F-4D97-AF65-F5344CB8AC3E}">
        <p14:creationId xmlns:p14="http://schemas.microsoft.com/office/powerpoint/2010/main" val="2668517482"/>
      </p:ext>
    </p:extLst>
  </p:cSld>
  <p:clrMapOvr>
    <a:overrideClrMapping bg1="dk1" tx1="lt1" bg2="dk2" tx2="lt2" accent1="accent1" accent2="accent2" accent3="accent3" accent4="accent4" accent5="accent5" accent6="accent6" hlink="hlink" folHlink="folHlink"/>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a:ln>
                  <a:noFill/>
                </a:ln>
                <a:solidFill>
                  <a:srgbClr val="FFFF00"/>
                </a:solidFill>
                <a:effectLst/>
                <a:uLnTx/>
                <a:uFillTx/>
                <a:ea typeface="+mn-ea"/>
                <a:cs typeface="+mn-cs"/>
              </a:rPr>
              <a:t>polymorphism</a:t>
            </a:r>
            <a:r>
              <a:rPr kumimoji="0" lang="en-US" sz="2400" b="1" i="0" u="none" strike="noStrike" kern="1200" cap="none" spc="0" normalizeH="0" baseline="0" noProof="0" dirty="0">
                <a:ln>
                  <a:noFill/>
                </a:ln>
                <a:solidFill>
                  <a:schemeClr val="bg1"/>
                </a:solidFill>
                <a:effectLst/>
                <a:uLnTx/>
                <a:uFillTx/>
                <a:ea typeface="+mn-ea"/>
                <a:cs typeface="+mn-cs"/>
              </a:rPr>
              <a:t>?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4" name="TextBox 13">
            <a:extLst>
              <a:ext uri="{FF2B5EF4-FFF2-40B4-BE49-F238E27FC236}">
                <a16:creationId xmlns:a16="http://schemas.microsoft.com/office/drawing/2014/main" id="{FC58865D-C779-1DB0-F4A4-6C38702F5A95}"/>
              </a:ext>
            </a:extLst>
          </p:cNvPr>
          <p:cNvSpPr txBox="1"/>
          <p:nvPr/>
        </p:nvSpPr>
        <p:spPr>
          <a:xfrm>
            <a:off x="377846" y="1103944"/>
            <a:ext cx="4873776" cy="671915"/>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Polymorphism is the ability of a function to take on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multiple forms</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t>
            </a:r>
          </a:p>
        </p:txBody>
      </p:sp>
      <p:graphicFrame>
        <p:nvGraphicFramePr>
          <p:cNvPr id="5" name="Table 4">
            <a:extLst>
              <a:ext uri="{FF2B5EF4-FFF2-40B4-BE49-F238E27FC236}">
                <a16:creationId xmlns:a16="http://schemas.microsoft.com/office/drawing/2014/main" id="{06765227-EFA5-4FA7-3CE7-AD6194A8F636}"/>
              </a:ext>
            </a:extLst>
          </p:cNvPr>
          <p:cNvGraphicFramePr>
            <a:graphicFrameLocks noGrp="1"/>
          </p:cNvGraphicFramePr>
          <p:nvPr/>
        </p:nvGraphicFramePr>
        <p:xfrm>
          <a:off x="6869582" y="1156503"/>
          <a:ext cx="3396636" cy="4413024"/>
        </p:xfrm>
        <a:graphic>
          <a:graphicData uri="http://schemas.openxmlformats.org/drawingml/2006/table">
            <a:tbl>
              <a:tblPr firstRow="1" bandRow="1">
                <a:tableStyleId>{5C22544A-7EE6-4342-B048-85BDC9FD1C3A}</a:tableStyleId>
              </a:tblPr>
              <a:tblGrid>
                <a:gridCol w="3396636">
                  <a:extLst>
                    <a:ext uri="{9D8B030D-6E8A-4147-A177-3AD203B41FA5}">
                      <a16:colId xmlns:a16="http://schemas.microsoft.com/office/drawing/2014/main" val="1296090695"/>
                    </a:ext>
                  </a:extLst>
                </a:gridCol>
              </a:tblGrid>
              <a:tr h="735504">
                <a:tc>
                  <a:txBody>
                    <a:bodyPr/>
                    <a:lstStyle/>
                    <a:p>
                      <a:pPr algn="ctr"/>
                      <a:r>
                        <a:rPr lang="en-US" dirty="0"/>
                        <a:t>Calculator class</a:t>
                      </a:r>
                      <a:endParaRPr lang="en-IN" dirty="0"/>
                    </a:p>
                  </a:txBody>
                  <a:tcPr anchor="ctr"/>
                </a:tc>
                <a:extLst>
                  <a:ext uri="{0D108BD9-81ED-4DB2-BD59-A6C34878D82A}">
                    <a16:rowId xmlns:a16="http://schemas.microsoft.com/office/drawing/2014/main" val="1306852694"/>
                  </a:ext>
                </a:extLst>
              </a:tr>
              <a:tr h="735504">
                <a:tc>
                  <a:txBody>
                    <a:bodyPr/>
                    <a:lstStyle/>
                    <a:p>
                      <a:pPr algn="l"/>
                      <a:r>
                        <a:rPr lang="en-US" dirty="0"/>
                        <a:t>multiply(int a, int b);</a:t>
                      </a:r>
                      <a:endParaRPr lang="en-IN" dirty="0"/>
                    </a:p>
                  </a:txBody>
                  <a:tcPr anchor="ctr"/>
                </a:tc>
                <a:extLst>
                  <a:ext uri="{0D108BD9-81ED-4DB2-BD59-A6C34878D82A}">
                    <a16:rowId xmlns:a16="http://schemas.microsoft.com/office/drawing/2014/main" val="3794781401"/>
                  </a:ext>
                </a:extLst>
              </a:tr>
              <a:tr h="735504">
                <a:tc>
                  <a:txBody>
                    <a:bodyPr/>
                    <a:lstStyle/>
                    <a:p>
                      <a:pPr algn="l"/>
                      <a:r>
                        <a:rPr lang="en-US" sz="1800" b="0" i="0" kern="1200" dirty="0">
                          <a:solidFill>
                            <a:schemeClr val="dk1"/>
                          </a:solidFill>
                          <a:effectLst/>
                          <a:latin typeface="+mn-lt"/>
                          <a:ea typeface="+mn-ea"/>
                          <a:cs typeface="+mn-cs"/>
                        </a:rPr>
                        <a:t>add(int a, int b);</a:t>
                      </a:r>
                      <a:endParaRPr lang="en-IN" dirty="0"/>
                    </a:p>
                  </a:txBody>
                  <a:tcPr anchor="ctr"/>
                </a:tc>
                <a:extLst>
                  <a:ext uri="{0D108BD9-81ED-4DB2-BD59-A6C34878D82A}">
                    <a16:rowId xmlns:a16="http://schemas.microsoft.com/office/drawing/2014/main" val="1697134807"/>
                  </a:ext>
                </a:extLst>
              </a:tr>
              <a:tr h="735504">
                <a:tc>
                  <a:txBody>
                    <a:bodyPr/>
                    <a:lstStyle/>
                    <a:p>
                      <a:pPr algn="l"/>
                      <a:r>
                        <a:rPr lang="en-IN" sz="1800" b="0" i="0" kern="1200" dirty="0">
                          <a:solidFill>
                            <a:schemeClr val="dk1"/>
                          </a:solidFill>
                          <a:effectLst/>
                          <a:latin typeface="+mn-lt"/>
                          <a:ea typeface="+mn-ea"/>
                          <a:cs typeface="+mn-cs"/>
                        </a:rPr>
                        <a:t>add(double a, double b);</a:t>
                      </a:r>
                      <a:endParaRPr lang="en-IN" dirty="0"/>
                    </a:p>
                  </a:txBody>
                  <a:tcPr anchor="ctr"/>
                </a:tc>
                <a:extLst>
                  <a:ext uri="{0D108BD9-81ED-4DB2-BD59-A6C34878D82A}">
                    <a16:rowId xmlns:a16="http://schemas.microsoft.com/office/drawing/2014/main" val="3234727627"/>
                  </a:ext>
                </a:extLst>
              </a:tr>
              <a:tr h="735504">
                <a:tc>
                  <a:txBody>
                    <a:bodyPr/>
                    <a:lstStyle/>
                    <a:p>
                      <a:pPr algn="l"/>
                      <a:r>
                        <a:rPr lang="en-US" sz="1800" b="0" i="0" kern="1200" dirty="0">
                          <a:solidFill>
                            <a:schemeClr val="dk1"/>
                          </a:solidFill>
                          <a:effectLst/>
                          <a:latin typeface="+mn-lt"/>
                          <a:ea typeface="+mn-ea"/>
                          <a:cs typeface="+mn-cs"/>
                        </a:rPr>
                        <a:t>add(int a, int b, int c);</a:t>
                      </a:r>
                      <a:endParaRPr lang="en-IN" dirty="0"/>
                    </a:p>
                  </a:txBody>
                  <a:tcPr anchor="ctr"/>
                </a:tc>
                <a:extLst>
                  <a:ext uri="{0D108BD9-81ED-4DB2-BD59-A6C34878D82A}">
                    <a16:rowId xmlns:a16="http://schemas.microsoft.com/office/drawing/2014/main" val="4018236122"/>
                  </a:ext>
                </a:extLst>
              </a:tr>
              <a:tr h="735504">
                <a:tc>
                  <a:txBody>
                    <a:bodyPr/>
                    <a:lstStyle/>
                    <a:p>
                      <a:pPr algn="l"/>
                      <a:r>
                        <a:rPr lang="en-US" dirty="0"/>
                        <a:t>minus(int a, int b);</a:t>
                      </a:r>
                      <a:endParaRPr lang="en-IN" dirty="0"/>
                    </a:p>
                  </a:txBody>
                  <a:tcPr anchor="ctr"/>
                </a:tc>
                <a:extLst>
                  <a:ext uri="{0D108BD9-81ED-4DB2-BD59-A6C34878D82A}">
                    <a16:rowId xmlns:a16="http://schemas.microsoft.com/office/drawing/2014/main" val="384354208"/>
                  </a:ext>
                </a:extLst>
              </a:tr>
            </a:tbl>
          </a:graphicData>
        </a:graphic>
      </p:graphicFrame>
      <p:sp>
        <p:nvSpPr>
          <p:cNvPr id="6" name="Rectangle 5">
            <a:extLst>
              <a:ext uri="{FF2B5EF4-FFF2-40B4-BE49-F238E27FC236}">
                <a16:creationId xmlns:a16="http://schemas.microsoft.com/office/drawing/2014/main" id="{CA1DCD90-C96F-2FC7-ED40-DAC1300DF61B}"/>
              </a:ext>
            </a:extLst>
          </p:cNvPr>
          <p:cNvSpPr/>
          <p:nvPr/>
        </p:nvSpPr>
        <p:spPr>
          <a:xfrm>
            <a:off x="4657689" y="3050375"/>
            <a:ext cx="1436035" cy="1440493"/>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Multiple forms of  same name function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 name="Straight Arrow Connector 9">
            <a:extLst>
              <a:ext uri="{FF2B5EF4-FFF2-40B4-BE49-F238E27FC236}">
                <a16:creationId xmlns:a16="http://schemas.microsoft.com/office/drawing/2014/main" id="{12895392-C398-D175-ABEF-9A3EDBF29726}"/>
              </a:ext>
            </a:extLst>
          </p:cNvPr>
          <p:cNvCxnSpPr>
            <a:cxnSpLocks/>
          </p:cNvCxnSpPr>
          <p:nvPr/>
        </p:nvCxnSpPr>
        <p:spPr>
          <a:xfrm flipH="1">
            <a:off x="6093723" y="2984329"/>
            <a:ext cx="775860" cy="59438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33396373-6B14-2A66-F3D4-DEE23D9F42B9}"/>
              </a:ext>
            </a:extLst>
          </p:cNvPr>
          <p:cNvCxnSpPr>
            <a:cxnSpLocks/>
            <a:endCxn id="6" idx="3"/>
          </p:cNvCxnSpPr>
          <p:nvPr/>
        </p:nvCxnSpPr>
        <p:spPr>
          <a:xfrm flipH="1">
            <a:off x="6093724" y="3770622"/>
            <a:ext cx="775859"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C34B0BB1-700E-9BA6-366B-49260EC7C788}"/>
              </a:ext>
            </a:extLst>
          </p:cNvPr>
          <p:cNvCxnSpPr>
            <a:cxnSpLocks/>
          </p:cNvCxnSpPr>
          <p:nvPr/>
        </p:nvCxnSpPr>
        <p:spPr>
          <a:xfrm flipH="1" flipV="1">
            <a:off x="6093723" y="3953693"/>
            <a:ext cx="775859" cy="41415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B1E05740-77DD-0E21-496A-BA3203EF852E}"/>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6614336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the </a:t>
            </a:r>
            <a:r>
              <a:rPr kumimoji="0" lang="en-US" sz="2400" b="1" i="0" u="none" strike="noStrike" kern="1200" cap="none" spc="0" normalizeH="0" baseline="0" noProof="0" dirty="0">
                <a:ln>
                  <a:noFill/>
                </a:ln>
                <a:solidFill>
                  <a:srgbClr val="FFFF00"/>
                </a:solidFill>
                <a:effectLst/>
                <a:uLnTx/>
                <a:uFillTx/>
                <a:ea typeface="+mn-ea"/>
                <a:cs typeface="+mn-cs"/>
              </a:rPr>
              <a:t>types </a:t>
            </a:r>
            <a:r>
              <a:rPr kumimoji="0" lang="en-US" sz="2400" b="1" i="0" u="none" strike="noStrike" kern="1200" cap="none" spc="0" normalizeH="0" baseline="0" noProof="0" dirty="0">
                <a:ln>
                  <a:noFill/>
                </a:ln>
                <a:solidFill>
                  <a:schemeClr val="bg1"/>
                </a:solidFill>
                <a:effectLst/>
                <a:uLnTx/>
                <a:uFillTx/>
                <a:ea typeface="+mn-ea"/>
                <a:cs typeface="+mn-cs"/>
              </a:rPr>
              <a:t>of polymorphism?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5" name="Table 4">
            <a:extLst>
              <a:ext uri="{FF2B5EF4-FFF2-40B4-BE49-F238E27FC236}">
                <a16:creationId xmlns:a16="http://schemas.microsoft.com/office/drawing/2014/main" id="{06765227-EFA5-4FA7-3CE7-AD6194A8F636}"/>
              </a:ext>
            </a:extLst>
          </p:cNvPr>
          <p:cNvGraphicFramePr>
            <a:graphicFrameLocks noGrp="1"/>
          </p:cNvGraphicFramePr>
          <p:nvPr/>
        </p:nvGraphicFramePr>
        <p:xfrm>
          <a:off x="9280274" y="1156503"/>
          <a:ext cx="2506717" cy="3789114"/>
        </p:xfrm>
        <a:graphic>
          <a:graphicData uri="http://schemas.openxmlformats.org/drawingml/2006/table">
            <a:tbl>
              <a:tblPr firstRow="1" bandRow="1">
                <a:tableStyleId>{5C22544A-7EE6-4342-B048-85BDC9FD1C3A}</a:tableStyleId>
              </a:tblPr>
              <a:tblGrid>
                <a:gridCol w="2506717">
                  <a:extLst>
                    <a:ext uri="{9D8B030D-6E8A-4147-A177-3AD203B41FA5}">
                      <a16:colId xmlns:a16="http://schemas.microsoft.com/office/drawing/2014/main" val="1296090695"/>
                    </a:ext>
                  </a:extLst>
                </a:gridCol>
              </a:tblGrid>
              <a:tr h="631519">
                <a:tc>
                  <a:txBody>
                    <a:bodyPr/>
                    <a:lstStyle/>
                    <a:p>
                      <a:pPr algn="ctr"/>
                      <a:r>
                        <a:rPr lang="en-US" dirty="0"/>
                        <a:t>Calculator class</a:t>
                      </a:r>
                      <a:endParaRPr lang="en-IN" dirty="0"/>
                    </a:p>
                  </a:txBody>
                  <a:tcPr anchor="ctr"/>
                </a:tc>
                <a:extLst>
                  <a:ext uri="{0D108BD9-81ED-4DB2-BD59-A6C34878D82A}">
                    <a16:rowId xmlns:a16="http://schemas.microsoft.com/office/drawing/2014/main" val="1306852694"/>
                  </a:ext>
                </a:extLst>
              </a:tr>
              <a:tr h="631519">
                <a:tc>
                  <a:txBody>
                    <a:bodyPr/>
                    <a:lstStyle/>
                    <a:p>
                      <a:pPr algn="l"/>
                      <a:r>
                        <a:rPr lang="en-US" dirty="0"/>
                        <a:t>multiply(int a, int b);</a:t>
                      </a:r>
                      <a:endParaRPr lang="en-IN" dirty="0"/>
                    </a:p>
                  </a:txBody>
                  <a:tcPr anchor="ctr"/>
                </a:tc>
                <a:extLst>
                  <a:ext uri="{0D108BD9-81ED-4DB2-BD59-A6C34878D82A}">
                    <a16:rowId xmlns:a16="http://schemas.microsoft.com/office/drawing/2014/main" val="3794781401"/>
                  </a:ext>
                </a:extLst>
              </a:tr>
              <a:tr h="631519">
                <a:tc>
                  <a:txBody>
                    <a:bodyPr/>
                    <a:lstStyle/>
                    <a:p>
                      <a:pPr algn="l"/>
                      <a:r>
                        <a:rPr lang="en-US" sz="1800" b="0" i="0" kern="1200" dirty="0">
                          <a:solidFill>
                            <a:schemeClr val="dk1"/>
                          </a:solidFill>
                          <a:effectLst/>
                          <a:latin typeface="+mn-lt"/>
                          <a:ea typeface="+mn-ea"/>
                          <a:cs typeface="+mn-cs"/>
                        </a:rPr>
                        <a:t>add(int a, int b);</a:t>
                      </a:r>
                      <a:endParaRPr lang="en-IN" dirty="0"/>
                    </a:p>
                  </a:txBody>
                  <a:tcPr anchor="ctr"/>
                </a:tc>
                <a:extLst>
                  <a:ext uri="{0D108BD9-81ED-4DB2-BD59-A6C34878D82A}">
                    <a16:rowId xmlns:a16="http://schemas.microsoft.com/office/drawing/2014/main" val="1697134807"/>
                  </a:ext>
                </a:extLst>
              </a:tr>
              <a:tr h="631519">
                <a:tc>
                  <a:txBody>
                    <a:bodyPr/>
                    <a:lstStyle/>
                    <a:p>
                      <a:pPr algn="l"/>
                      <a:r>
                        <a:rPr lang="en-IN" sz="1800" b="0" i="0" kern="1200" dirty="0">
                          <a:solidFill>
                            <a:schemeClr val="dk1"/>
                          </a:solidFill>
                          <a:effectLst/>
                          <a:latin typeface="+mn-lt"/>
                          <a:ea typeface="+mn-ea"/>
                          <a:cs typeface="+mn-cs"/>
                        </a:rPr>
                        <a:t>add(double a, double b);</a:t>
                      </a:r>
                      <a:endParaRPr lang="en-IN" dirty="0"/>
                    </a:p>
                  </a:txBody>
                  <a:tcPr anchor="ctr"/>
                </a:tc>
                <a:extLst>
                  <a:ext uri="{0D108BD9-81ED-4DB2-BD59-A6C34878D82A}">
                    <a16:rowId xmlns:a16="http://schemas.microsoft.com/office/drawing/2014/main" val="3234727627"/>
                  </a:ext>
                </a:extLst>
              </a:tr>
              <a:tr h="631519">
                <a:tc>
                  <a:txBody>
                    <a:bodyPr/>
                    <a:lstStyle/>
                    <a:p>
                      <a:pPr algn="l"/>
                      <a:r>
                        <a:rPr lang="en-US" sz="1800" b="0" i="0" kern="1200" dirty="0">
                          <a:solidFill>
                            <a:schemeClr val="dk1"/>
                          </a:solidFill>
                          <a:effectLst/>
                          <a:latin typeface="+mn-lt"/>
                          <a:ea typeface="+mn-ea"/>
                          <a:cs typeface="+mn-cs"/>
                        </a:rPr>
                        <a:t>add(int a, int b, int c);</a:t>
                      </a:r>
                      <a:endParaRPr lang="en-IN" dirty="0"/>
                    </a:p>
                  </a:txBody>
                  <a:tcPr anchor="ctr"/>
                </a:tc>
                <a:extLst>
                  <a:ext uri="{0D108BD9-81ED-4DB2-BD59-A6C34878D82A}">
                    <a16:rowId xmlns:a16="http://schemas.microsoft.com/office/drawing/2014/main" val="4018236122"/>
                  </a:ext>
                </a:extLst>
              </a:tr>
              <a:tr h="631519">
                <a:tc>
                  <a:txBody>
                    <a:bodyPr/>
                    <a:lstStyle/>
                    <a:p>
                      <a:pPr algn="l"/>
                      <a:r>
                        <a:rPr lang="en-US" dirty="0"/>
                        <a:t>minus(int a, int b);</a:t>
                      </a:r>
                      <a:endParaRPr lang="en-IN" dirty="0"/>
                    </a:p>
                  </a:txBody>
                  <a:tcPr anchor="ctr"/>
                </a:tc>
                <a:extLst>
                  <a:ext uri="{0D108BD9-81ED-4DB2-BD59-A6C34878D82A}">
                    <a16:rowId xmlns:a16="http://schemas.microsoft.com/office/drawing/2014/main" val="384354208"/>
                  </a:ext>
                </a:extLst>
              </a:tr>
            </a:tbl>
          </a:graphicData>
        </a:graphic>
      </p:graphicFrame>
      <p:sp>
        <p:nvSpPr>
          <p:cNvPr id="6" name="Rectangle 5">
            <a:extLst>
              <a:ext uri="{FF2B5EF4-FFF2-40B4-BE49-F238E27FC236}">
                <a16:creationId xmlns:a16="http://schemas.microsoft.com/office/drawing/2014/main" id="{CA1DCD90-C96F-2FC7-ED40-DAC1300DF61B}"/>
              </a:ext>
            </a:extLst>
          </p:cNvPr>
          <p:cNvSpPr/>
          <p:nvPr/>
        </p:nvSpPr>
        <p:spPr>
          <a:xfrm>
            <a:off x="7068381" y="2655517"/>
            <a:ext cx="1436035" cy="1440493"/>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Multiple forms of  same name function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 name="Straight Arrow Connector 9">
            <a:extLst>
              <a:ext uri="{FF2B5EF4-FFF2-40B4-BE49-F238E27FC236}">
                <a16:creationId xmlns:a16="http://schemas.microsoft.com/office/drawing/2014/main" id="{12895392-C398-D175-ABEF-9A3EDBF29726}"/>
              </a:ext>
            </a:extLst>
          </p:cNvPr>
          <p:cNvCxnSpPr>
            <a:cxnSpLocks/>
          </p:cNvCxnSpPr>
          <p:nvPr/>
        </p:nvCxnSpPr>
        <p:spPr>
          <a:xfrm flipH="1">
            <a:off x="8504416" y="2755727"/>
            <a:ext cx="775859" cy="33760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33396373-6B14-2A66-F3D4-DEE23D9F42B9}"/>
              </a:ext>
            </a:extLst>
          </p:cNvPr>
          <p:cNvCxnSpPr>
            <a:cxnSpLocks/>
            <a:endCxn id="6" idx="3"/>
          </p:cNvCxnSpPr>
          <p:nvPr/>
        </p:nvCxnSpPr>
        <p:spPr>
          <a:xfrm flipH="1">
            <a:off x="8504416" y="3375764"/>
            <a:ext cx="775859"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C34B0BB1-700E-9BA6-366B-49260EC7C788}"/>
              </a:ext>
            </a:extLst>
          </p:cNvPr>
          <p:cNvCxnSpPr>
            <a:cxnSpLocks/>
          </p:cNvCxnSpPr>
          <p:nvPr/>
        </p:nvCxnSpPr>
        <p:spPr>
          <a:xfrm flipH="1" flipV="1">
            <a:off x="8504416" y="3616084"/>
            <a:ext cx="775859" cy="33760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4" name="Diagram 3">
            <a:extLst>
              <a:ext uri="{FF2B5EF4-FFF2-40B4-BE49-F238E27FC236}">
                <a16:creationId xmlns:a16="http://schemas.microsoft.com/office/drawing/2014/main" id="{F040762C-8C04-084A-C395-230637201C3B}"/>
              </a:ext>
            </a:extLst>
          </p:cNvPr>
          <p:cNvGraphicFramePr/>
          <p:nvPr/>
        </p:nvGraphicFramePr>
        <p:xfrm>
          <a:off x="613128" y="691117"/>
          <a:ext cx="5482872" cy="5086227"/>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29" name="Graphic 28" descr="Close outline">
            <a:extLst>
              <a:ext uri="{FF2B5EF4-FFF2-40B4-BE49-F238E27FC236}">
                <a16:creationId xmlns:a16="http://schemas.microsoft.com/office/drawing/2014/main" id="{A867AF19-2E3C-DE6A-B398-B61D4FD805D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592893" y="4425104"/>
            <a:ext cx="914400" cy="914400"/>
          </a:xfrm>
          <a:prstGeom prst="rect">
            <a:avLst/>
          </a:prstGeom>
        </p:spPr>
      </p:pic>
      <p:pic>
        <p:nvPicPr>
          <p:cNvPr id="7" name="Picture 6">
            <a:extLst>
              <a:ext uri="{FF2B5EF4-FFF2-40B4-BE49-F238E27FC236}">
                <a16:creationId xmlns:a16="http://schemas.microsoft.com/office/drawing/2014/main" id="{4B41F530-32E1-F5E9-A12A-C338FE21431C}"/>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496533" y="299292"/>
            <a:ext cx="914784" cy="363946"/>
          </a:xfrm>
          <a:prstGeom prst="rect">
            <a:avLst/>
          </a:prstGeom>
        </p:spPr>
      </p:pic>
      <p:sp>
        <p:nvSpPr>
          <p:cNvPr id="19" name="Freeform: Shape 18">
            <a:extLst>
              <a:ext uri="{FF2B5EF4-FFF2-40B4-BE49-F238E27FC236}">
                <a16:creationId xmlns:a16="http://schemas.microsoft.com/office/drawing/2014/main" id="{3D8D13E6-CF3D-AC95-D8AE-BA24F071605E}"/>
              </a:ext>
            </a:extLst>
          </p:cNvPr>
          <p:cNvSpPr/>
          <p:nvPr/>
        </p:nvSpPr>
        <p:spPr>
          <a:xfrm>
            <a:off x="3039762" y="3954162"/>
            <a:ext cx="4744995" cy="1157146"/>
          </a:xfrm>
          <a:custGeom>
            <a:avLst/>
            <a:gdLst>
              <a:gd name="connsiteX0" fmla="*/ 4744995 w 4744995"/>
              <a:gd name="connsiteY0" fmla="*/ 172995 h 1157146"/>
              <a:gd name="connsiteX1" fmla="*/ 3336324 w 4744995"/>
              <a:gd name="connsiteY1" fmla="*/ 1037968 h 1157146"/>
              <a:gd name="connsiteX2" fmla="*/ 889687 w 4744995"/>
              <a:gd name="connsiteY2" fmla="*/ 1037968 h 1157146"/>
              <a:gd name="connsiteX3" fmla="*/ 0 w 4744995"/>
              <a:gd name="connsiteY3" fmla="*/ 0 h 1157146"/>
            </a:gdLst>
            <a:ahLst/>
            <a:cxnLst>
              <a:cxn ang="0">
                <a:pos x="connsiteX0" y="connsiteY0"/>
              </a:cxn>
              <a:cxn ang="0">
                <a:pos x="connsiteX1" y="connsiteY1"/>
              </a:cxn>
              <a:cxn ang="0">
                <a:pos x="connsiteX2" y="connsiteY2"/>
              </a:cxn>
              <a:cxn ang="0">
                <a:pos x="connsiteX3" y="connsiteY3"/>
              </a:cxn>
            </a:cxnLst>
            <a:rect l="l" t="t" r="r" b="b"/>
            <a:pathLst>
              <a:path w="4744995" h="1157146">
                <a:moveTo>
                  <a:pt x="4744995" y="172995"/>
                </a:moveTo>
                <a:cubicBezTo>
                  <a:pt x="4361935" y="533400"/>
                  <a:pt x="3978875" y="893806"/>
                  <a:pt x="3336324" y="1037968"/>
                </a:cubicBezTo>
                <a:cubicBezTo>
                  <a:pt x="2693773" y="1182130"/>
                  <a:pt x="1445741" y="1210963"/>
                  <a:pt x="889687" y="1037968"/>
                </a:cubicBezTo>
                <a:cubicBezTo>
                  <a:pt x="333633" y="864973"/>
                  <a:pt x="166816" y="432486"/>
                  <a:pt x="0"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0645E7CC-D854-DCE8-0CC2-586D923FE053}"/>
              </a:ext>
            </a:extLst>
          </p:cNvPr>
          <p:cNvSpPr txBox="1"/>
          <p:nvPr/>
        </p:nvSpPr>
        <p:spPr>
          <a:xfrm>
            <a:off x="10405730" y="6485478"/>
            <a:ext cx="1786270" cy="307777"/>
          </a:xfrm>
          <a:prstGeom prst="rect">
            <a:avLst/>
          </a:prstGeom>
          <a:noFill/>
        </p:spPr>
        <p:txBody>
          <a:bodyPr wrap="square">
            <a:spAutoFit/>
          </a:bodyPr>
          <a:lstStyle/>
          <a:p>
            <a:r>
              <a:rPr lang="en-US" sz="1400" dirty="0">
                <a:hlinkClick r:id="rId12" action="ppaction://hlinksldjump"/>
              </a:rPr>
              <a:t>back to chapter index</a:t>
            </a:r>
            <a:endParaRPr lang="en-IN" sz="1400" dirty="0"/>
          </a:p>
        </p:txBody>
      </p:sp>
    </p:spTree>
    <p:extLst>
      <p:ext uri="{BB962C8B-B14F-4D97-AF65-F5344CB8AC3E}">
        <p14:creationId xmlns:p14="http://schemas.microsoft.com/office/powerpoint/2010/main" val="3461251851"/>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a:ln>
                  <a:noFill/>
                </a:ln>
                <a:solidFill>
                  <a:srgbClr val="FFFF00"/>
                </a:solidFill>
                <a:effectLst/>
                <a:uLnTx/>
                <a:uFillTx/>
                <a:ea typeface="+mn-ea"/>
                <a:cs typeface="+mn-cs"/>
              </a:rPr>
              <a:t>Method Overloading</a:t>
            </a:r>
            <a:r>
              <a:rPr kumimoji="0" lang="en-US" sz="2400" b="1" i="0" u="none" strike="noStrike" kern="1200" cap="none" spc="0" normalizeH="0" baseline="0" noProof="0" dirty="0">
                <a:ln>
                  <a:noFill/>
                </a:ln>
                <a:solidFill>
                  <a:schemeClr val="bg1"/>
                </a:solidFill>
                <a:effectLst/>
                <a:uLnTx/>
                <a:uFillTx/>
                <a:ea typeface="+mn-ea"/>
                <a:cs typeface="+mn-cs"/>
              </a:rPr>
              <a:t>? How to implement it and when to use it?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9" name="TextBox 18">
            <a:extLst>
              <a:ext uri="{FF2B5EF4-FFF2-40B4-BE49-F238E27FC236}">
                <a16:creationId xmlns:a16="http://schemas.microsoft.com/office/drawing/2014/main" id="{8C66B218-E80E-4034-4D75-95AC322C9878}"/>
              </a:ext>
            </a:extLst>
          </p:cNvPr>
          <p:cNvSpPr txBox="1"/>
          <p:nvPr/>
        </p:nvSpPr>
        <p:spPr>
          <a:xfrm>
            <a:off x="455901" y="1156503"/>
            <a:ext cx="4772361" cy="1264642"/>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Method Overloading occurs when there are multiple methods with the same name within the same class, but with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different parameter lists</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a:t>
            </a:r>
          </a:p>
        </p:txBody>
      </p:sp>
      <p:sp>
        <p:nvSpPr>
          <p:cNvPr id="4" name="Rectangle 3">
            <a:extLst>
              <a:ext uri="{FF2B5EF4-FFF2-40B4-BE49-F238E27FC236}">
                <a16:creationId xmlns:a16="http://schemas.microsoft.com/office/drawing/2014/main" id="{FA0F0057-B0BD-7498-8799-935B4AFFF7F5}"/>
              </a:ext>
            </a:extLst>
          </p:cNvPr>
          <p:cNvSpPr/>
          <p:nvPr/>
        </p:nvSpPr>
        <p:spPr>
          <a:xfrm>
            <a:off x="6045897" y="1052281"/>
            <a:ext cx="5903934" cy="556905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Calculator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Calculator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calc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Calculator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calc</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calc</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6.0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calc</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6</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12</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11" name="Table 10">
            <a:extLst>
              <a:ext uri="{FF2B5EF4-FFF2-40B4-BE49-F238E27FC236}">
                <a16:creationId xmlns:a16="http://schemas.microsoft.com/office/drawing/2014/main" id="{0DB7D58E-553A-15D4-ED83-CA95AFE64A90}"/>
              </a:ext>
            </a:extLst>
          </p:cNvPr>
          <p:cNvGraphicFramePr>
            <a:graphicFrameLocks noGrp="1"/>
          </p:cNvGraphicFramePr>
          <p:nvPr/>
        </p:nvGraphicFramePr>
        <p:xfrm>
          <a:off x="2721545" y="2832225"/>
          <a:ext cx="2506717" cy="3789114"/>
        </p:xfrm>
        <a:graphic>
          <a:graphicData uri="http://schemas.openxmlformats.org/drawingml/2006/table">
            <a:tbl>
              <a:tblPr firstRow="1" bandRow="1">
                <a:tableStyleId>{5C22544A-7EE6-4342-B048-85BDC9FD1C3A}</a:tableStyleId>
              </a:tblPr>
              <a:tblGrid>
                <a:gridCol w="2506717">
                  <a:extLst>
                    <a:ext uri="{9D8B030D-6E8A-4147-A177-3AD203B41FA5}">
                      <a16:colId xmlns:a16="http://schemas.microsoft.com/office/drawing/2014/main" val="1296090695"/>
                    </a:ext>
                  </a:extLst>
                </a:gridCol>
              </a:tblGrid>
              <a:tr h="631519">
                <a:tc>
                  <a:txBody>
                    <a:bodyPr/>
                    <a:lstStyle/>
                    <a:p>
                      <a:pPr algn="ctr"/>
                      <a:r>
                        <a:rPr lang="en-US" dirty="0"/>
                        <a:t>Calculator class</a:t>
                      </a:r>
                      <a:endParaRPr lang="en-IN" dirty="0"/>
                    </a:p>
                  </a:txBody>
                  <a:tcPr anchor="ctr"/>
                </a:tc>
                <a:extLst>
                  <a:ext uri="{0D108BD9-81ED-4DB2-BD59-A6C34878D82A}">
                    <a16:rowId xmlns:a16="http://schemas.microsoft.com/office/drawing/2014/main" val="1306852694"/>
                  </a:ext>
                </a:extLst>
              </a:tr>
              <a:tr h="631519">
                <a:tc>
                  <a:txBody>
                    <a:bodyPr/>
                    <a:lstStyle/>
                    <a:p>
                      <a:pPr algn="l"/>
                      <a:r>
                        <a:rPr lang="en-US" dirty="0"/>
                        <a:t>multiply(int a, int b);</a:t>
                      </a:r>
                      <a:endParaRPr lang="en-IN" dirty="0"/>
                    </a:p>
                  </a:txBody>
                  <a:tcPr anchor="ctr"/>
                </a:tc>
                <a:extLst>
                  <a:ext uri="{0D108BD9-81ED-4DB2-BD59-A6C34878D82A}">
                    <a16:rowId xmlns:a16="http://schemas.microsoft.com/office/drawing/2014/main" val="3794781401"/>
                  </a:ext>
                </a:extLst>
              </a:tr>
              <a:tr h="631519">
                <a:tc>
                  <a:txBody>
                    <a:bodyPr/>
                    <a:lstStyle/>
                    <a:p>
                      <a:pPr algn="l"/>
                      <a:r>
                        <a:rPr lang="en-US" sz="1800" b="0" i="0" kern="1200" dirty="0">
                          <a:solidFill>
                            <a:schemeClr val="dk1"/>
                          </a:solidFill>
                          <a:effectLst/>
                          <a:latin typeface="+mn-lt"/>
                          <a:ea typeface="+mn-ea"/>
                          <a:cs typeface="+mn-cs"/>
                        </a:rPr>
                        <a:t>add(int a, int b);</a:t>
                      </a:r>
                      <a:endParaRPr lang="en-IN" dirty="0"/>
                    </a:p>
                  </a:txBody>
                  <a:tcPr anchor="ctr"/>
                </a:tc>
                <a:extLst>
                  <a:ext uri="{0D108BD9-81ED-4DB2-BD59-A6C34878D82A}">
                    <a16:rowId xmlns:a16="http://schemas.microsoft.com/office/drawing/2014/main" val="1697134807"/>
                  </a:ext>
                </a:extLst>
              </a:tr>
              <a:tr h="631519">
                <a:tc>
                  <a:txBody>
                    <a:bodyPr/>
                    <a:lstStyle/>
                    <a:p>
                      <a:pPr algn="l"/>
                      <a:r>
                        <a:rPr lang="en-IN" sz="1800" b="0" i="0" kern="1200" dirty="0">
                          <a:solidFill>
                            <a:schemeClr val="dk1"/>
                          </a:solidFill>
                          <a:effectLst/>
                          <a:latin typeface="+mn-lt"/>
                          <a:ea typeface="+mn-ea"/>
                          <a:cs typeface="+mn-cs"/>
                        </a:rPr>
                        <a:t>add(double a, double b);</a:t>
                      </a:r>
                      <a:endParaRPr lang="en-IN" dirty="0"/>
                    </a:p>
                  </a:txBody>
                  <a:tcPr anchor="ctr"/>
                </a:tc>
                <a:extLst>
                  <a:ext uri="{0D108BD9-81ED-4DB2-BD59-A6C34878D82A}">
                    <a16:rowId xmlns:a16="http://schemas.microsoft.com/office/drawing/2014/main" val="3234727627"/>
                  </a:ext>
                </a:extLst>
              </a:tr>
              <a:tr h="631519">
                <a:tc>
                  <a:txBody>
                    <a:bodyPr/>
                    <a:lstStyle/>
                    <a:p>
                      <a:pPr algn="l"/>
                      <a:r>
                        <a:rPr lang="en-US" sz="1800" b="0" i="0" kern="1200" dirty="0">
                          <a:solidFill>
                            <a:schemeClr val="dk1"/>
                          </a:solidFill>
                          <a:effectLst/>
                          <a:latin typeface="+mn-lt"/>
                          <a:ea typeface="+mn-ea"/>
                          <a:cs typeface="+mn-cs"/>
                        </a:rPr>
                        <a:t>add(int a, int b, int c);</a:t>
                      </a:r>
                      <a:endParaRPr lang="en-IN" dirty="0"/>
                    </a:p>
                  </a:txBody>
                  <a:tcPr anchor="ctr"/>
                </a:tc>
                <a:extLst>
                  <a:ext uri="{0D108BD9-81ED-4DB2-BD59-A6C34878D82A}">
                    <a16:rowId xmlns:a16="http://schemas.microsoft.com/office/drawing/2014/main" val="4018236122"/>
                  </a:ext>
                </a:extLst>
              </a:tr>
              <a:tr h="631519">
                <a:tc>
                  <a:txBody>
                    <a:bodyPr/>
                    <a:lstStyle/>
                    <a:p>
                      <a:pPr algn="l"/>
                      <a:r>
                        <a:rPr lang="en-US" dirty="0"/>
                        <a:t>minus(int a, int b);</a:t>
                      </a:r>
                      <a:endParaRPr lang="en-IN" dirty="0"/>
                    </a:p>
                  </a:txBody>
                  <a:tcPr anchor="ctr"/>
                </a:tc>
                <a:extLst>
                  <a:ext uri="{0D108BD9-81ED-4DB2-BD59-A6C34878D82A}">
                    <a16:rowId xmlns:a16="http://schemas.microsoft.com/office/drawing/2014/main" val="384354208"/>
                  </a:ext>
                </a:extLst>
              </a:tr>
            </a:tbl>
          </a:graphicData>
        </a:graphic>
      </p:graphicFrame>
      <p:sp>
        <p:nvSpPr>
          <p:cNvPr id="12" name="Rectangle 11">
            <a:extLst>
              <a:ext uri="{FF2B5EF4-FFF2-40B4-BE49-F238E27FC236}">
                <a16:creationId xmlns:a16="http://schemas.microsoft.com/office/drawing/2014/main" id="{C6DA19D2-A066-D2D2-7BB7-C8C892BFF4F0}"/>
              </a:ext>
            </a:extLst>
          </p:cNvPr>
          <p:cNvSpPr/>
          <p:nvPr/>
        </p:nvSpPr>
        <p:spPr>
          <a:xfrm>
            <a:off x="509652" y="4331239"/>
            <a:ext cx="1436035" cy="1440493"/>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Multiple forms of  same name function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3" name="Straight Arrow Connector 12">
            <a:extLst>
              <a:ext uri="{FF2B5EF4-FFF2-40B4-BE49-F238E27FC236}">
                <a16:creationId xmlns:a16="http://schemas.microsoft.com/office/drawing/2014/main" id="{FD36FB44-1573-18C9-096E-24CA766BDF8E}"/>
              </a:ext>
            </a:extLst>
          </p:cNvPr>
          <p:cNvCxnSpPr>
            <a:cxnSpLocks/>
          </p:cNvCxnSpPr>
          <p:nvPr/>
        </p:nvCxnSpPr>
        <p:spPr>
          <a:xfrm flipH="1">
            <a:off x="1945687" y="4431449"/>
            <a:ext cx="775859" cy="33760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70D5C928-010F-6BE6-0135-0E0119EEFF55}"/>
              </a:ext>
            </a:extLst>
          </p:cNvPr>
          <p:cNvCxnSpPr>
            <a:cxnSpLocks/>
            <a:endCxn id="12" idx="3"/>
          </p:cNvCxnSpPr>
          <p:nvPr/>
        </p:nvCxnSpPr>
        <p:spPr>
          <a:xfrm flipH="1">
            <a:off x="1945687" y="5051486"/>
            <a:ext cx="775859"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4253E1E3-D01A-E8CB-DC1D-DC4EC761897F}"/>
              </a:ext>
            </a:extLst>
          </p:cNvPr>
          <p:cNvCxnSpPr>
            <a:cxnSpLocks/>
          </p:cNvCxnSpPr>
          <p:nvPr/>
        </p:nvCxnSpPr>
        <p:spPr>
          <a:xfrm flipH="1" flipV="1">
            <a:off x="1945687" y="5291806"/>
            <a:ext cx="775859" cy="33760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585B8B06-A972-F518-BDEF-1D8ABE9FC963}"/>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64475024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Why do we call </a:t>
            </a:r>
            <a:r>
              <a:rPr lang="en-US" sz="2400" b="1" dirty="0">
                <a:solidFill>
                  <a:schemeClr val="bg1"/>
                </a:solidFill>
                <a:ea typeface="+mn-ea"/>
                <a:cs typeface="+mn-cs"/>
              </a:rPr>
              <a:t>method overloading</a:t>
            </a:r>
            <a:r>
              <a:rPr kumimoji="0" lang="en-US" sz="2400" b="1" i="0" u="none" strike="noStrike" kern="1200" cap="none" spc="0" normalizeH="0" baseline="0" noProof="0" dirty="0">
                <a:ln>
                  <a:noFill/>
                </a:ln>
                <a:solidFill>
                  <a:schemeClr val="bg1"/>
                </a:solidFill>
                <a:effectLst/>
                <a:uLnTx/>
                <a:uFillTx/>
                <a:ea typeface="+mn-ea"/>
                <a:cs typeface="+mn-cs"/>
              </a:rPr>
              <a:t> as a type of compile-time or early binding?</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9" name="TextBox 18">
            <a:extLst>
              <a:ext uri="{FF2B5EF4-FFF2-40B4-BE49-F238E27FC236}">
                <a16:creationId xmlns:a16="http://schemas.microsoft.com/office/drawing/2014/main" id="{8C66B218-E80E-4034-4D75-95AC322C9878}"/>
              </a:ext>
            </a:extLst>
          </p:cNvPr>
          <p:cNvSpPr txBox="1"/>
          <p:nvPr/>
        </p:nvSpPr>
        <p:spPr>
          <a:xfrm>
            <a:off x="455901" y="1156503"/>
            <a:ext cx="4772361" cy="1857368"/>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Method overloading in Java is referred to as compile-time polymorphism (or early binding) because the decision of which method to call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happens at compile time</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based on the method signature(method parameters), before the program is executed. </a:t>
            </a:r>
          </a:p>
        </p:txBody>
      </p:sp>
      <p:sp>
        <p:nvSpPr>
          <p:cNvPr id="4" name="Rectangle 3">
            <a:extLst>
              <a:ext uri="{FF2B5EF4-FFF2-40B4-BE49-F238E27FC236}">
                <a16:creationId xmlns:a16="http://schemas.microsoft.com/office/drawing/2014/main" id="{FA0F0057-B0BD-7498-8799-935B4AFFF7F5}"/>
              </a:ext>
            </a:extLst>
          </p:cNvPr>
          <p:cNvSpPr/>
          <p:nvPr/>
        </p:nvSpPr>
        <p:spPr>
          <a:xfrm>
            <a:off x="6045897" y="1052281"/>
            <a:ext cx="5903934" cy="556905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Calculator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Calculator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calc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Calculator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calc</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calc</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6.0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calc</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6</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12</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5" name="Graphic 4" descr="Artificial Intelligence with solid fill">
            <a:extLst>
              <a:ext uri="{FF2B5EF4-FFF2-40B4-BE49-F238E27FC236}">
                <a16:creationId xmlns:a16="http://schemas.microsoft.com/office/drawing/2014/main" id="{9E7320D5-64EA-CB07-23D1-8003CEE85D8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293337" y="155508"/>
            <a:ext cx="559216" cy="559216"/>
          </a:xfrm>
          <a:prstGeom prst="rect">
            <a:avLst/>
          </a:prstGeom>
        </p:spPr>
      </p:pic>
      <p:graphicFrame>
        <p:nvGraphicFramePr>
          <p:cNvPr id="6" name="Diagram 5">
            <a:extLst>
              <a:ext uri="{FF2B5EF4-FFF2-40B4-BE49-F238E27FC236}">
                <a16:creationId xmlns:a16="http://schemas.microsoft.com/office/drawing/2014/main" id="{9E5224DC-ADB1-3CB7-CA98-783EF1189554}"/>
              </a:ext>
            </a:extLst>
          </p:cNvPr>
          <p:cNvGraphicFramePr/>
          <p:nvPr>
            <p:extLst>
              <p:ext uri="{D42A27DB-BD31-4B8C-83A1-F6EECF244321}">
                <p14:modId xmlns:p14="http://schemas.microsoft.com/office/powerpoint/2010/main" val="1984461785"/>
              </p:ext>
            </p:extLst>
          </p:nvPr>
        </p:nvGraphicFramePr>
        <p:xfrm>
          <a:off x="613128" y="3338214"/>
          <a:ext cx="4772361" cy="3195442"/>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7" name="TextBox 6">
            <a:extLst>
              <a:ext uri="{FF2B5EF4-FFF2-40B4-BE49-F238E27FC236}">
                <a16:creationId xmlns:a16="http://schemas.microsoft.com/office/drawing/2014/main" id="{7540DEE1-068E-DA6D-5BCF-15FB0BA5F302}"/>
              </a:ext>
            </a:extLst>
          </p:cNvPr>
          <p:cNvSpPr txBox="1"/>
          <p:nvPr/>
        </p:nvSpPr>
        <p:spPr>
          <a:xfrm>
            <a:off x="10405730" y="6485478"/>
            <a:ext cx="1786270" cy="307777"/>
          </a:xfrm>
          <a:prstGeom prst="rect">
            <a:avLst/>
          </a:prstGeom>
          <a:noFill/>
        </p:spPr>
        <p:txBody>
          <a:bodyPr wrap="square">
            <a:spAutoFit/>
          </a:bodyPr>
          <a:lstStyle/>
          <a:p>
            <a:r>
              <a:rPr lang="en-US" sz="1400" dirty="0">
                <a:hlinkClick r:id="rId11" action="ppaction://hlinksldjump"/>
              </a:rPr>
              <a:t>back to chapter index</a:t>
            </a:r>
            <a:endParaRPr lang="en-IN" sz="1400" dirty="0"/>
          </a:p>
        </p:txBody>
      </p:sp>
    </p:spTree>
    <p:extLst>
      <p:ext uri="{BB962C8B-B14F-4D97-AF65-F5344CB8AC3E}">
        <p14:creationId xmlns:p14="http://schemas.microsoft.com/office/powerpoint/2010/main" val="3182128500"/>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a:t>
            </a:r>
            <a:r>
              <a:rPr lang="en-US" sz="2400" b="1" dirty="0">
                <a:solidFill>
                  <a:schemeClr val="bg1"/>
                </a:solidFill>
                <a:ea typeface="+mn-ea"/>
                <a:cs typeface="+mn-cs"/>
              </a:rPr>
              <a:t>In how many ways can a method be overloaded?</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1FD6B6B3-370B-A973-0AA7-4AB02F4036AB}"/>
              </a:ext>
            </a:extLst>
          </p:cNvPr>
          <p:cNvSpPr/>
          <p:nvPr/>
        </p:nvSpPr>
        <p:spPr>
          <a:xfrm>
            <a:off x="6045897" y="1052281"/>
            <a:ext cx="5903934" cy="556905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Calculator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  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Calculator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calc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Calculator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calc</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calc</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6.0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calc</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6</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12</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7" name="Rectangle 6">
            <a:extLst>
              <a:ext uri="{FF2B5EF4-FFF2-40B4-BE49-F238E27FC236}">
                <a16:creationId xmlns:a16="http://schemas.microsoft.com/office/drawing/2014/main" id="{46E1F4CA-CC5D-C4A1-C2A3-B91B9FECC0B3}"/>
              </a:ext>
            </a:extLst>
          </p:cNvPr>
          <p:cNvSpPr/>
          <p:nvPr/>
        </p:nvSpPr>
        <p:spPr>
          <a:xfrm>
            <a:off x="355693" y="1357917"/>
            <a:ext cx="4248531" cy="957421"/>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Method name same, but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data types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parameters are different.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 name="Straight Arrow Connector 7">
            <a:extLst>
              <a:ext uri="{FF2B5EF4-FFF2-40B4-BE49-F238E27FC236}">
                <a16:creationId xmlns:a16="http://schemas.microsoft.com/office/drawing/2014/main" id="{ECD4ADA8-AB1B-5710-5536-9F207D66C082}"/>
              </a:ext>
            </a:extLst>
          </p:cNvPr>
          <p:cNvCxnSpPr>
            <a:cxnSpLocks/>
            <a:endCxn id="7" idx="3"/>
          </p:cNvCxnSpPr>
          <p:nvPr/>
        </p:nvCxnSpPr>
        <p:spPr>
          <a:xfrm flipH="1">
            <a:off x="4604224" y="1785587"/>
            <a:ext cx="1746472" cy="5104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6592FAF2-1AD9-C59D-1459-91C7F63716D3}"/>
              </a:ext>
            </a:extLst>
          </p:cNvPr>
          <p:cNvCxnSpPr>
            <a:cxnSpLocks/>
          </p:cNvCxnSpPr>
          <p:nvPr/>
        </p:nvCxnSpPr>
        <p:spPr>
          <a:xfrm flipH="1" flipV="1">
            <a:off x="4645474" y="1962344"/>
            <a:ext cx="1579962" cy="78160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2EF1238C-DBAD-606A-DFDA-ABED4223846D}"/>
              </a:ext>
            </a:extLst>
          </p:cNvPr>
          <p:cNvSpPr/>
          <p:nvPr/>
        </p:nvSpPr>
        <p:spPr>
          <a:xfrm>
            <a:off x="396942" y="3009433"/>
            <a:ext cx="4248531" cy="957421"/>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2. Method name same, but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number</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of parameters are different.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4" name="Straight Arrow Connector 13">
            <a:extLst>
              <a:ext uri="{FF2B5EF4-FFF2-40B4-BE49-F238E27FC236}">
                <a16:creationId xmlns:a16="http://schemas.microsoft.com/office/drawing/2014/main" id="{C27B69B5-C333-F45E-0848-1C53A33A491C}"/>
              </a:ext>
            </a:extLst>
          </p:cNvPr>
          <p:cNvCxnSpPr>
            <a:cxnSpLocks/>
            <a:endCxn id="13" idx="3"/>
          </p:cNvCxnSpPr>
          <p:nvPr/>
        </p:nvCxnSpPr>
        <p:spPr>
          <a:xfrm flipH="1">
            <a:off x="4645473" y="2790055"/>
            <a:ext cx="1705223" cy="69808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EEA86C90-04C9-3257-B14F-52090A7B487F}"/>
              </a:ext>
            </a:extLst>
          </p:cNvPr>
          <p:cNvCxnSpPr>
            <a:cxnSpLocks/>
          </p:cNvCxnSpPr>
          <p:nvPr/>
        </p:nvCxnSpPr>
        <p:spPr>
          <a:xfrm flipH="1" flipV="1">
            <a:off x="4645473" y="3697373"/>
            <a:ext cx="1642593" cy="1089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2E5411D9-9CEB-7D9A-13E4-BFE9D441DC53}"/>
              </a:ext>
            </a:extLst>
          </p:cNvPr>
          <p:cNvSpPr/>
          <p:nvPr/>
        </p:nvSpPr>
        <p:spPr>
          <a:xfrm>
            <a:off x="396942" y="4660949"/>
            <a:ext cx="4248531" cy="1614596"/>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3. Method name same, data type of parameters are same, but the order of parameters is different.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50000"/>
                  </a:prstClr>
                </a:solidFill>
                <a:effectLst/>
                <a:uLnTx/>
                <a:uFillTx/>
                <a:latin typeface="Calibri" panose="020F0502020204030204"/>
                <a:ea typeface="Calibri" panose="020F0502020204030204" pitchFamily="34" charset="0"/>
                <a:cs typeface="Times New Roman" panose="02020603050405020304" pitchFamily="18" charset="0"/>
              </a:rPr>
              <a:t>Ex: add(int a, double 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50000"/>
                  </a:prstClr>
                </a:solidFill>
                <a:effectLst/>
                <a:uLnTx/>
                <a:uFillTx/>
                <a:latin typeface="Calibri" panose="020F0502020204030204"/>
                <a:ea typeface="Calibri" panose="020F0502020204030204" pitchFamily="34" charset="0"/>
                <a:cs typeface="Times New Roman" panose="02020603050405020304" pitchFamily="18" charset="0"/>
              </a:rPr>
              <a:t>      add (double a, int b)</a:t>
            </a:r>
            <a:endParaRPr kumimoji="0" lang="en-IN" sz="1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10" name="Picture 9">
            <a:extLst>
              <a:ext uri="{FF2B5EF4-FFF2-40B4-BE49-F238E27FC236}">
                <a16:creationId xmlns:a16="http://schemas.microsoft.com/office/drawing/2014/main" id="{A3082C9B-BC7E-AEB2-2219-8B7A20B31C2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743441" y="299292"/>
            <a:ext cx="914784" cy="363946"/>
          </a:xfrm>
          <a:prstGeom prst="rect">
            <a:avLst/>
          </a:prstGeom>
        </p:spPr>
      </p:pic>
      <p:sp>
        <p:nvSpPr>
          <p:cNvPr id="5" name="TextBox 4">
            <a:extLst>
              <a:ext uri="{FF2B5EF4-FFF2-40B4-BE49-F238E27FC236}">
                <a16:creationId xmlns:a16="http://schemas.microsoft.com/office/drawing/2014/main" id="{BB3C24EF-9BF5-BBFF-EE4E-717686FE9AE7}"/>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2723053028"/>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147874" y="324344"/>
            <a:ext cx="10617106" cy="371344"/>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If two same methods have different return type, then are methods are overloaded?</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TextBox 5">
            <a:extLst>
              <a:ext uri="{FF2B5EF4-FFF2-40B4-BE49-F238E27FC236}">
                <a16:creationId xmlns:a16="http://schemas.microsoft.com/office/drawing/2014/main" id="{1A85BCBF-6EF2-A43A-9158-BCD19D77EB4A}"/>
              </a:ext>
            </a:extLst>
          </p:cNvPr>
          <p:cNvSpPr txBox="1"/>
          <p:nvPr/>
        </p:nvSpPr>
        <p:spPr>
          <a:xfrm>
            <a:off x="377845" y="1103944"/>
            <a:ext cx="4404219" cy="671915"/>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No</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methods are not overloaded, this will show compile time error.</a:t>
            </a:r>
          </a:p>
        </p:txBody>
      </p:sp>
      <p:pic>
        <p:nvPicPr>
          <p:cNvPr id="4" name="Graphic 3" descr="Artificial Intelligence with solid fill">
            <a:extLst>
              <a:ext uri="{FF2B5EF4-FFF2-40B4-BE49-F238E27FC236}">
                <a16:creationId xmlns:a16="http://schemas.microsoft.com/office/drawing/2014/main" id="{DFD47F66-E4DF-E2EB-C9EF-D5BD66C30F9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670489" y="136472"/>
            <a:ext cx="559216" cy="559216"/>
          </a:xfrm>
          <a:prstGeom prst="rect">
            <a:avLst/>
          </a:prstGeom>
        </p:spPr>
      </p:pic>
      <p:sp>
        <p:nvSpPr>
          <p:cNvPr id="5" name="Rectangle 4">
            <a:extLst>
              <a:ext uri="{FF2B5EF4-FFF2-40B4-BE49-F238E27FC236}">
                <a16:creationId xmlns:a16="http://schemas.microsoft.com/office/drawing/2014/main" id="{B29ACC64-3F28-4FA6-5413-49AC40B36B1F}"/>
              </a:ext>
            </a:extLst>
          </p:cNvPr>
          <p:cNvSpPr/>
          <p:nvPr/>
        </p:nvSpPr>
        <p:spPr>
          <a:xfrm>
            <a:off x="6045897" y="1052281"/>
            <a:ext cx="5327736" cy="350719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DifferentReturnType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Compile time error: Duplicate methods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7" name="TextBox 6">
            <a:extLst>
              <a:ext uri="{FF2B5EF4-FFF2-40B4-BE49-F238E27FC236}">
                <a16:creationId xmlns:a16="http://schemas.microsoft.com/office/drawing/2014/main" id="{DE9F6C51-1D6B-A17E-6D00-42255B614079}"/>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3208360340"/>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lang="en-US" sz="2400" b="1" dirty="0">
                <a:solidFill>
                  <a:srgbClr val="FFFF00"/>
                </a:solidFill>
                <a:ea typeface="+mn-ea"/>
                <a:cs typeface="+mn-cs"/>
              </a:rPr>
              <a:t>M</a:t>
            </a:r>
            <a:r>
              <a:rPr kumimoji="0" lang="en-US" sz="2400" b="1" i="0" u="none" strike="noStrike" kern="1200" cap="none" spc="0" normalizeH="0" baseline="0" noProof="0" dirty="0" err="1">
                <a:ln>
                  <a:noFill/>
                </a:ln>
                <a:solidFill>
                  <a:srgbClr val="FFFF00"/>
                </a:solidFill>
                <a:effectLst/>
                <a:uLnTx/>
                <a:uFillTx/>
                <a:ea typeface="+mn-ea"/>
                <a:cs typeface="+mn-cs"/>
              </a:rPr>
              <a:t>ethod</a:t>
            </a:r>
            <a:r>
              <a:rPr kumimoji="0" lang="en-US" sz="2400" b="1" i="0" u="none" strike="noStrike" kern="1200" cap="none" spc="0" normalizeH="0" baseline="0" noProof="0" dirty="0">
                <a:ln>
                  <a:noFill/>
                </a:ln>
                <a:solidFill>
                  <a:srgbClr val="FFFF00"/>
                </a:solidFill>
                <a:effectLst/>
                <a:uLnTx/>
                <a:uFillTx/>
                <a:ea typeface="+mn-ea"/>
                <a:cs typeface="+mn-cs"/>
              </a:rPr>
              <a:t> </a:t>
            </a:r>
            <a:r>
              <a:rPr lang="en-US" sz="2400" b="1" dirty="0">
                <a:solidFill>
                  <a:srgbClr val="FFFF00"/>
                </a:solidFill>
                <a:ea typeface="+mn-ea"/>
                <a:cs typeface="+mn-cs"/>
              </a:rPr>
              <a:t>O</a:t>
            </a:r>
            <a:r>
              <a:rPr kumimoji="0" lang="en-US" sz="2400" b="1" i="0" u="none" strike="noStrike" kern="1200" cap="none" spc="0" normalizeH="0" baseline="0" noProof="0" dirty="0" err="1">
                <a:ln>
                  <a:noFill/>
                </a:ln>
                <a:solidFill>
                  <a:srgbClr val="FFFF00"/>
                </a:solidFill>
                <a:effectLst/>
                <a:uLnTx/>
                <a:uFillTx/>
                <a:ea typeface="+mn-ea"/>
                <a:cs typeface="+mn-cs"/>
              </a:rPr>
              <a:t>verriding</a:t>
            </a:r>
            <a:r>
              <a:rPr kumimoji="0" lang="en-US" sz="2400" b="1" i="0" u="none" strike="noStrike" kern="1200" cap="none" spc="0" normalizeH="0" baseline="0" noProof="0" dirty="0">
                <a:ln>
                  <a:noFill/>
                </a:ln>
                <a:solidFill>
                  <a:schemeClr val="bg1"/>
                </a:solidFill>
                <a:effectLst/>
                <a:uLnTx/>
                <a:uFillTx/>
                <a:ea typeface="+mn-ea"/>
                <a:cs typeface="+mn-cs"/>
              </a:rPr>
              <a:t>?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4" name="TextBox 13">
            <a:extLst>
              <a:ext uri="{FF2B5EF4-FFF2-40B4-BE49-F238E27FC236}">
                <a16:creationId xmlns:a16="http://schemas.microsoft.com/office/drawing/2014/main" id="{FC58865D-C779-1DB0-F4A4-6C38702F5A95}"/>
              </a:ext>
            </a:extLst>
          </p:cNvPr>
          <p:cNvSpPr txBox="1"/>
          <p:nvPr/>
        </p:nvSpPr>
        <p:spPr>
          <a:xfrm>
            <a:off x="377845" y="1103944"/>
            <a:ext cx="4960455" cy="968278"/>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Method overriding in Java allows a subclass to provide a specific implementation of a method that is already defined in its superclass.</a:t>
            </a:r>
          </a:p>
        </p:txBody>
      </p:sp>
      <p:graphicFrame>
        <p:nvGraphicFramePr>
          <p:cNvPr id="8" name="Table 7">
            <a:extLst>
              <a:ext uri="{FF2B5EF4-FFF2-40B4-BE49-F238E27FC236}">
                <a16:creationId xmlns:a16="http://schemas.microsoft.com/office/drawing/2014/main" id="{A313348E-57A4-7CD4-B818-73B50971FD5C}"/>
              </a:ext>
            </a:extLst>
          </p:cNvPr>
          <p:cNvGraphicFramePr>
            <a:graphicFrameLocks noGrp="1"/>
          </p:cNvGraphicFramePr>
          <p:nvPr/>
        </p:nvGraphicFramePr>
        <p:xfrm>
          <a:off x="8061953" y="1156503"/>
          <a:ext cx="2083977" cy="1567844"/>
        </p:xfrm>
        <a:graphic>
          <a:graphicData uri="http://schemas.openxmlformats.org/drawingml/2006/table">
            <a:tbl>
              <a:tblPr firstRow="1" bandRow="1">
                <a:tableStyleId>{21E4AEA4-8DFA-4A89-87EB-49C32662AFE0}</a:tableStyleId>
              </a:tblPr>
              <a:tblGrid>
                <a:gridCol w="2083977">
                  <a:extLst>
                    <a:ext uri="{9D8B030D-6E8A-4147-A177-3AD203B41FA5}">
                      <a16:colId xmlns:a16="http://schemas.microsoft.com/office/drawing/2014/main" val="1296090695"/>
                    </a:ext>
                  </a:extLst>
                </a:gridCol>
              </a:tblGrid>
              <a:tr h="550338">
                <a:tc>
                  <a:txBody>
                    <a:bodyPr/>
                    <a:lstStyle/>
                    <a:p>
                      <a:pPr algn="ctr"/>
                      <a:r>
                        <a:rPr lang="en-US" dirty="0"/>
                        <a:t>Employee class (parent)</a:t>
                      </a:r>
                      <a:endParaRPr lang="en-IN" dirty="0"/>
                    </a:p>
                  </a:txBody>
                  <a:tcPr anchor="ctr"/>
                </a:tc>
                <a:extLst>
                  <a:ext uri="{0D108BD9-81ED-4DB2-BD59-A6C34878D82A}">
                    <a16:rowId xmlns:a16="http://schemas.microsoft.com/office/drawing/2014/main" val="1306852694"/>
                  </a:ext>
                </a:extLst>
              </a:tr>
              <a:tr h="463882">
                <a:tc>
                  <a:txBody>
                    <a:bodyPr/>
                    <a:lstStyle/>
                    <a:p>
                      <a:pPr algn="l"/>
                      <a:r>
                        <a:rPr lang="en-US" dirty="0" err="1"/>
                        <a:t>officeTimings</a:t>
                      </a:r>
                      <a:r>
                        <a:rPr lang="en-US" dirty="0"/>
                        <a:t>();</a:t>
                      </a:r>
                      <a:endParaRPr lang="en-IN" dirty="0"/>
                    </a:p>
                  </a:txBody>
                  <a:tcPr anchor="ctr"/>
                </a:tc>
                <a:extLst>
                  <a:ext uri="{0D108BD9-81ED-4DB2-BD59-A6C34878D82A}">
                    <a16:rowId xmlns:a16="http://schemas.microsoft.com/office/drawing/2014/main" val="3794781401"/>
                  </a:ext>
                </a:extLst>
              </a:tr>
              <a:tr h="463882">
                <a:tc>
                  <a:txBody>
                    <a:bodyPr/>
                    <a:lstStyle/>
                    <a:p>
                      <a:pPr algn="l"/>
                      <a:r>
                        <a:rPr lang="en-US" dirty="0"/>
                        <a:t>calculateSalary();</a:t>
                      </a:r>
                      <a:endParaRPr lang="en-IN" dirty="0"/>
                    </a:p>
                  </a:txBody>
                  <a:tcPr anchor="ctr"/>
                </a:tc>
                <a:extLst>
                  <a:ext uri="{0D108BD9-81ED-4DB2-BD59-A6C34878D82A}">
                    <a16:rowId xmlns:a16="http://schemas.microsoft.com/office/drawing/2014/main" val="1697134807"/>
                  </a:ext>
                </a:extLst>
              </a:tr>
            </a:tbl>
          </a:graphicData>
        </a:graphic>
      </p:graphicFrame>
      <p:graphicFrame>
        <p:nvGraphicFramePr>
          <p:cNvPr id="12" name="Table 11">
            <a:extLst>
              <a:ext uri="{FF2B5EF4-FFF2-40B4-BE49-F238E27FC236}">
                <a16:creationId xmlns:a16="http://schemas.microsoft.com/office/drawing/2014/main" id="{74B6BD08-582E-435C-F9F2-85FCB2256220}"/>
              </a:ext>
            </a:extLst>
          </p:cNvPr>
          <p:cNvGraphicFramePr>
            <a:graphicFrameLocks noGrp="1"/>
          </p:cNvGraphicFramePr>
          <p:nvPr/>
        </p:nvGraphicFramePr>
        <p:xfrm>
          <a:off x="6308904" y="3844510"/>
          <a:ext cx="2237509" cy="1130549"/>
        </p:xfrm>
        <a:graphic>
          <a:graphicData uri="http://schemas.openxmlformats.org/drawingml/2006/table">
            <a:tbl>
              <a:tblPr firstRow="1" bandRow="1">
                <a:tableStyleId>{F5AB1C69-6EDB-4FF4-983F-18BD219EF322}</a:tableStyleId>
              </a:tblPr>
              <a:tblGrid>
                <a:gridCol w="2237509">
                  <a:extLst>
                    <a:ext uri="{9D8B030D-6E8A-4147-A177-3AD203B41FA5}">
                      <a16:colId xmlns:a16="http://schemas.microsoft.com/office/drawing/2014/main" val="1296090695"/>
                    </a:ext>
                  </a:extLst>
                </a:gridCol>
              </a:tblGrid>
              <a:tr h="708840">
                <a:tc>
                  <a:txBody>
                    <a:bodyPr/>
                    <a:lstStyle/>
                    <a:p>
                      <a:pPr algn="ctr"/>
                      <a:r>
                        <a:rPr lang="en-US" dirty="0" err="1"/>
                        <a:t>PermanentEmployee</a:t>
                      </a:r>
                      <a:r>
                        <a:rPr lang="en-US" dirty="0"/>
                        <a:t> extends Employee</a:t>
                      </a:r>
                      <a:endParaRPr lang="en-IN" dirty="0"/>
                    </a:p>
                  </a:txBody>
                  <a:tcPr anchor="ctr"/>
                </a:tc>
                <a:extLst>
                  <a:ext uri="{0D108BD9-81ED-4DB2-BD59-A6C34878D82A}">
                    <a16:rowId xmlns:a16="http://schemas.microsoft.com/office/drawing/2014/main" val="1306852694"/>
                  </a:ext>
                </a:extLst>
              </a:tr>
              <a:tr h="421709">
                <a:tc>
                  <a:txBody>
                    <a:bodyPr/>
                    <a:lstStyle/>
                    <a:p>
                      <a:pPr algn="l"/>
                      <a:r>
                        <a:rPr lang="en-US" dirty="0" err="1"/>
                        <a:t>doFun</a:t>
                      </a:r>
                      <a:r>
                        <a:rPr lang="en-US" dirty="0"/>
                        <a:t>();</a:t>
                      </a:r>
                      <a:endParaRPr lang="en-IN" dirty="0"/>
                    </a:p>
                  </a:txBody>
                  <a:tcPr anchor="ctr"/>
                </a:tc>
                <a:extLst>
                  <a:ext uri="{0D108BD9-81ED-4DB2-BD59-A6C34878D82A}">
                    <a16:rowId xmlns:a16="http://schemas.microsoft.com/office/drawing/2014/main" val="3794781401"/>
                  </a:ext>
                </a:extLst>
              </a:tr>
            </a:tbl>
          </a:graphicData>
        </a:graphic>
      </p:graphicFrame>
      <p:graphicFrame>
        <p:nvGraphicFramePr>
          <p:cNvPr id="13" name="Table 12">
            <a:extLst>
              <a:ext uri="{FF2B5EF4-FFF2-40B4-BE49-F238E27FC236}">
                <a16:creationId xmlns:a16="http://schemas.microsoft.com/office/drawing/2014/main" id="{278A6994-E90A-E937-396B-544A2FC5BBE8}"/>
              </a:ext>
            </a:extLst>
          </p:cNvPr>
          <p:cNvGraphicFramePr>
            <a:graphicFrameLocks noGrp="1"/>
          </p:cNvGraphicFramePr>
          <p:nvPr/>
        </p:nvGraphicFramePr>
        <p:xfrm>
          <a:off x="9001572" y="3808941"/>
          <a:ext cx="2841413" cy="1116077"/>
        </p:xfrm>
        <a:graphic>
          <a:graphicData uri="http://schemas.openxmlformats.org/drawingml/2006/table">
            <a:tbl>
              <a:tblPr firstRow="1" bandRow="1">
                <a:tableStyleId>{93296810-A885-4BE3-A3E7-6D5BEEA58F35}</a:tableStyleId>
              </a:tblPr>
              <a:tblGrid>
                <a:gridCol w="2841413">
                  <a:extLst>
                    <a:ext uri="{9D8B030D-6E8A-4147-A177-3AD203B41FA5}">
                      <a16:colId xmlns:a16="http://schemas.microsoft.com/office/drawing/2014/main" val="1296090695"/>
                    </a:ext>
                  </a:extLst>
                </a:gridCol>
              </a:tblGrid>
              <a:tr h="710231">
                <a:tc>
                  <a:txBody>
                    <a:bodyPr/>
                    <a:lstStyle/>
                    <a:p>
                      <a:pPr algn="ctr"/>
                      <a:r>
                        <a:rPr lang="en-US" dirty="0" err="1"/>
                        <a:t>TemporaryEmployee</a:t>
                      </a:r>
                      <a:r>
                        <a:rPr lang="en-US" dirty="0"/>
                        <a:t> extends Employee</a:t>
                      </a:r>
                      <a:endParaRPr lang="en-IN" dirty="0"/>
                    </a:p>
                  </a:txBody>
                  <a:tcPr anchor="ctr"/>
                </a:tc>
                <a:extLst>
                  <a:ext uri="{0D108BD9-81ED-4DB2-BD59-A6C34878D82A}">
                    <a16:rowId xmlns:a16="http://schemas.microsoft.com/office/drawing/2014/main" val="1306852694"/>
                  </a:ext>
                </a:extLst>
              </a:tr>
              <a:tr h="405846">
                <a:tc>
                  <a:txBody>
                    <a:bodyPr/>
                    <a:lstStyle/>
                    <a:p>
                      <a:r>
                        <a:rPr lang="en-US" dirty="0" err="1"/>
                        <a:t>doWork</a:t>
                      </a:r>
                      <a:r>
                        <a:rPr lang="en-US" dirty="0"/>
                        <a:t>(); </a:t>
                      </a:r>
                      <a:endParaRPr lang="en-IN" dirty="0"/>
                    </a:p>
                  </a:txBody>
                  <a:tcPr anchor="ctr"/>
                </a:tc>
                <a:extLst>
                  <a:ext uri="{0D108BD9-81ED-4DB2-BD59-A6C34878D82A}">
                    <a16:rowId xmlns:a16="http://schemas.microsoft.com/office/drawing/2014/main" val="3794781401"/>
                  </a:ext>
                </a:extLst>
              </a:tr>
            </a:tbl>
          </a:graphicData>
        </a:graphic>
      </p:graphicFrame>
      <p:sp>
        <p:nvSpPr>
          <p:cNvPr id="15" name="Arrow: Down 14">
            <a:extLst>
              <a:ext uri="{FF2B5EF4-FFF2-40B4-BE49-F238E27FC236}">
                <a16:creationId xmlns:a16="http://schemas.microsoft.com/office/drawing/2014/main" id="{F359130E-C5ED-8825-C08D-4F966B6C4AD1}"/>
              </a:ext>
            </a:extLst>
          </p:cNvPr>
          <p:cNvSpPr/>
          <p:nvPr/>
        </p:nvSpPr>
        <p:spPr>
          <a:xfrm rot="3034403">
            <a:off x="8161749" y="2625415"/>
            <a:ext cx="262070" cy="1367360"/>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Arrow: Down 15">
            <a:extLst>
              <a:ext uri="{FF2B5EF4-FFF2-40B4-BE49-F238E27FC236}">
                <a16:creationId xmlns:a16="http://schemas.microsoft.com/office/drawing/2014/main" id="{229FCE9B-2C23-7B69-7024-4DE25993B9D6}"/>
              </a:ext>
            </a:extLst>
          </p:cNvPr>
          <p:cNvSpPr/>
          <p:nvPr/>
        </p:nvSpPr>
        <p:spPr>
          <a:xfrm rot="18739563">
            <a:off x="9686013" y="2655302"/>
            <a:ext cx="254706" cy="1236931"/>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7" name="Picture 16">
            <a:extLst>
              <a:ext uri="{FF2B5EF4-FFF2-40B4-BE49-F238E27FC236}">
                <a16:creationId xmlns:a16="http://schemas.microsoft.com/office/drawing/2014/main" id="{D8E79939-1BBA-8578-8E70-6A64F86F45C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372813" y="287801"/>
            <a:ext cx="914784" cy="363946"/>
          </a:xfrm>
          <a:prstGeom prst="rect">
            <a:avLst/>
          </a:prstGeom>
        </p:spPr>
      </p:pic>
      <p:sp>
        <p:nvSpPr>
          <p:cNvPr id="19" name="TextBox 18">
            <a:extLst>
              <a:ext uri="{FF2B5EF4-FFF2-40B4-BE49-F238E27FC236}">
                <a16:creationId xmlns:a16="http://schemas.microsoft.com/office/drawing/2014/main" id="{C7AA17AD-4EC9-D0A7-218A-144F92F9C14F}"/>
              </a:ext>
            </a:extLst>
          </p:cNvPr>
          <p:cNvSpPr txBox="1"/>
          <p:nvPr/>
        </p:nvSpPr>
        <p:spPr>
          <a:xfrm>
            <a:off x="9465977" y="5635819"/>
            <a:ext cx="211063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ethod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verriding</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4" name="Diagram 3">
            <a:extLst>
              <a:ext uri="{FF2B5EF4-FFF2-40B4-BE49-F238E27FC236}">
                <a16:creationId xmlns:a16="http://schemas.microsoft.com/office/drawing/2014/main" id="{C111BE32-728F-EDE2-93D3-A0584F9611D9}"/>
              </a:ext>
            </a:extLst>
          </p:cNvPr>
          <p:cNvGraphicFramePr/>
          <p:nvPr/>
        </p:nvGraphicFramePr>
        <p:xfrm>
          <a:off x="355694" y="2203330"/>
          <a:ext cx="4931903" cy="2631053"/>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pic>
        <p:nvPicPr>
          <p:cNvPr id="6" name="Picture 5">
            <a:extLst>
              <a:ext uri="{FF2B5EF4-FFF2-40B4-BE49-F238E27FC236}">
                <a16:creationId xmlns:a16="http://schemas.microsoft.com/office/drawing/2014/main" id="{525EB373-1080-45ED-6517-E9B9307C13F6}"/>
              </a:ext>
            </a:extLst>
          </p:cNvPr>
          <p:cNvPicPr>
            <a:picLocks noChangeAspect="1"/>
          </p:cNvPicPr>
          <p:nvPr/>
        </p:nvPicPr>
        <p:blipFill>
          <a:blip r:embed="rId10"/>
          <a:stretch>
            <a:fillRect/>
          </a:stretch>
        </p:blipFill>
        <p:spPr>
          <a:xfrm>
            <a:off x="9001572" y="4949732"/>
            <a:ext cx="2841413" cy="635663"/>
          </a:xfrm>
          <a:prstGeom prst="rect">
            <a:avLst/>
          </a:prstGeom>
        </p:spPr>
      </p:pic>
      <p:sp>
        <p:nvSpPr>
          <p:cNvPr id="5" name="TextBox 4">
            <a:extLst>
              <a:ext uri="{FF2B5EF4-FFF2-40B4-BE49-F238E27FC236}">
                <a16:creationId xmlns:a16="http://schemas.microsoft.com/office/drawing/2014/main" id="{229785DC-DEC8-05EB-ED4E-FA6384604E4C}"/>
              </a:ext>
            </a:extLst>
          </p:cNvPr>
          <p:cNvSpPr txBox="1"/>
          <p:nvPr/>
        </p:nvSpPr>
        <p:spPr>
          <a:xfrm>
            <a:off x="10405730" y="6485478"/>
            <a:ext cx="1786270" cy="307777"/>
          </a:xfrm>
          <a:prstGeom prst="rect">
            <a:avLst/>
          </a:prstGeom>
          <a:noFill/>
        </p:spPr>
        <p:txBody>
          <a:bodyPr wrap="square">
            <a:spAutoFit/>
          </a:bodyPr>
          <a:lstStyle/>
          <a:p>
            <a:r>
              <a:rPr lang="en-US" sz="1400" dirty="0">
                <a:hlinkClick r:id="rId11" action="ppaction://hlinksldjump"/>
              </a:rPr>
              <a:t>back to chapter index</a:t>
            </a:r>
            <a:endParaRPr lang="en-IN" sz="1400" dirty="0"/>
          </a:p>
        </p:txBody>
      </p:sp>
    </p:spTree>
    <p:extLst>
      <p:ext uri="{BB962C8B-B14F-4D97-AF65-F5344CB8AC3E}">
        <p14:creationId xmlns:p14="http://schemas.microsoft.com/office/powerpoint/2010/main" val="388033103"/>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rPr>
              <a:t>Q. Why to use method overriding? Why don’t we have different name methods?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4" name="TextBox 13">
            <a:extLst>
              <a:ext uri="{FF2B5EF4-FFF2-40B4-BE49-F238E27FC236}">
                <a16:creationId xmlns:a16="http://schemas.microsoft.com/office/drawing/2014/main" id="{FC58865D-C779-1DB0-F4A4-6C38702F5A95}"/>
              </a:ext>
            </a:extLst>
          </p:cNvPr>
          <p:cNvSpPr txBox="1"/>
          <p:nvPr/>
        </p:nvSpPr>
        <p:spPr>
          <a:xfrm>
            <a:off x="377845" y="1103944"/>
            <a:ext cx="4960455" cy="968278"/>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Method-overriding concept for making our application more structured, readable, and organized</a:t>
            </a:r>
          </a:p>
        </p:txBody>
      </p:sp>
      <p:graphicFrame>
        <p:nvGraphicFramePr>
          <p:cNvPr id="8" name="Table 7">
            <a:extLst>
              <a:ext uri="{FF2B5EF4-FFF2-40B4-BE49-F238E27FC236}">
                <a16:creationId xmlns:a16="http://schemas.microsoft.com/office/drawing/2014/main" id="{A313348E-57A4-7CD4-B818-73B50971FD5C}"/>
              </a:ext>
            </a:extLst>
          </p:cNvPr>
          <p:cNvGraphicFramePr>
            <a:graphicFrameLocks noGrp="1"/>
          </p:cNvGraphicFramePr>
          <p:nvPr/>
        </p:nvGraphicFramePr>
        <p:xfrm>
          <a:off x="8061953" y="1156503"/>
          <a:ext cx="2083977" cy="1567844"/>
        </p:xfrm>
        <a:graphic>
          <a:graphicData uri="http://schemas.openxmlformats.org/drawingml/2006/table">
            <a:tbl>
              <a:tblPr firstRow="1" bandRow="1">
                <a:tableStyleId>{21E4AEA4-8DFA-4A89-87EB-49C32662AFE0}</a:tableStyleId>
              </a:tblPr>
              <a:tblGrid>
                <a:gridCol w="2083977">
                  <a:extLst>
                    <a:ext uri="{9D8B030D-6E8A-4147-A177-3AD203B41FA5}">
                      <a16:colId xmlns:a16="http://schemas.microsoft.com/office/drawing/2014/main" val="1296090695"/>
                    </a:ext>
                  </a:extLst>
                </a:gridCol>
              </a:tblGrid>
              <a:tr h="550338">
                <a:tc>
                  <a:txBody>
                    <a:bodyPr/>
                    <a:lstStyle/>
                    <a:p>
                      <a:pPr algn="ctr"/>
                      <a:r>
                        <a:rPr lang="en-US" dirty="0"/>
                        <a:t>Employee class (parent)</a:t>
                      </a:r>
                      <a:endParaRPr lang="en-IN" dirty="0"/>
                    </a:p>
                  </a:txBody>
                  <a:tcPr anchor="ctr"/>
                </a:tc>
                <a:extLst>
                  <a:ext uri="{0D108BD9-81ED-4DB2-BD59-A6C34878D82A}">
                    <a16:rowId xmlns:a16="http://schemas.microsoft.com/office/drawing/2014/main" val="1306852694"/>
                  </a:ext>
                </a:extLst>
              </a:tr>
              <a:tr h="463882">
                <a:tc>
                  <a:txBody>
                    <a:bodyPr/>
                    <a:lstStyle/>
                    <a:p>
                      <a:pPr algn="l"/>
                      <a:r>
                        <a:rPr lang="en-US" dirty="0" err="1"/>
                        <a:t>officeTimings</a:t>
                      </a:r>
                      <a:r>
                        <a:rPr lang="en-US" dirty="0"/>
                        <a:t>();</a:t>
                      </a:r>
                      <a:endParaRPr lang="en-IN" dirty="0"/>
                    </a:p>
                  </a:txBody>
                  <a:tcPr anchor="ctr"/>
                </a:tc>
                <a:extLst>
                  <a:ext uri="{0D108BD9-81ED-4DB2-BD59-A6C34878D82A}">
                    <a16:rowId xmlns:a16="http://schemas.microsoft.com/office/drawing/2014/main" val="3794781401"/>
                  </a:ext>
                </a:extLst>
              </a:tr>
              <a:tr h="463882">
                <a:tc>
                  <a:txBody>
                    <a:bodyPr/>
                    <a:lstStyle/>
                    <a:p>
                      <a:pPr algn="l"/>
                      <a:r>
                        <a:rPr lang="en-US" dirty="0"/>
                        <a:t>calculateSalary();</a:t>
                      </a:r>
                      <a:endParaRPr lang="en-IN" dirty="0"/>
                    </a:p>
                  </a:txBody>
                  <a:tcPr anchor="ctr"/>
                </a:tc>
                <a:extLst>
                  <a:ext uri="{0D108BD9-81ED-4DB2-BD59-A6C34878D82A}">
                    <a16:rowId xmlns:a16="http://schemas.microsoft.com/office/drawing/2014/main" val="1697134807"/>
                  </a:ext>
                </a:extLst>
              </a:tr>
            </a:tbl>
          </a:graphicData>
        </a:graphic>
      </p:graphicFrame>
      <p:graphicFrame>
        <p:nvGraphicFramePr>
          <p:cNvPr id="12" name="Table 11">
            <a:extLst>
              <a:ext uri="{FF2B5EF4-FFF2-40B4-BE49-F238E27FC236}">
                <a16:creationId xmlns:a16="http://schemas.microsoft.com/office/drawing/2014/main" id="{74B6BD08-582E-435C-F9F2-85FCB2256220}"/>
              </a:ext>
            </a:extLst>
          </p:cNvPr>
          <p:cNvGraphicFramePr>
            <a:graphicFrameLocks noGrp="1"/>
          </p:cNvGraphicFramePr>
          <p:nvPr/>
        </p:nvGraphicFramePr>
        <p:xfrm>
          <a:off x="6308904" y="3844510"/>
          <a:ext cx="2237509" cy="1130549"/>
        </p:xfrm>
        <a:graphic>
          <a:graphicData uri="http://schemas.openxmlformats.org/drawingml/2006/table">
            <a:tbl>
              <a:tblPr firstRow="1" bandRow="1">
                <a:tableStyleId>{F5AB1C69-6EDB-4FF4-983F-18BD219EF322}</a:tableStyleId>
              </a:tblPr>
              <a:tblGrid>
                <a:gridCol w="2237509">
                  <a:extLst>
                    <a:ext uri="{9D8B030D-6E8A-4147-A177-3AD203B41FA5}">
                      <a16:colId xmlns:a16="http://schemas.microsoft.com/office/drawing/2014/main" val="1296090695"/>
                    </a:ext>
                  </a:extLst>
                </a:gridCol>
              </a:tblGrid>
              <a:tr h="708840">
                <a:tc>
                  <a:txBody>
                    <a:bodyPr/>
                    <a:lstStyle/>
                    <a:p>
                      <a:pPr algn="ctr"/>
                      <a:r>
                        <a:rPr lang="en-US" dirty="0" err="1"/>
                        <a:t>PermanentEmployee</a:t>
                      </a:r>
                      <a:r>
                        <a:rPr lang="en-US" dirty="0"/>
                        <a:t> extends Employee</a:t>
                      </a:r>
                      <a:endParaRPr lang="en-IN" dirty="0"/>
                    </a:p>
                  </a:txBody>
                  <a:tcPr anchor="ctr"/>
                </a:tc>
                <a:extLst>
                  <a:ext uri="{0D108BD9-81ED-4DB2-BD59-A6C34878D82A}">
                    <a16:rowId xmlns:a16="http://schemas.microsoft.com/office/drawing/2014/main" val="1306852694"/>
                  </a:ext>
                </a:extLst>
              </a:tr>
              <a:tr h="421709">
                <a:tc>
                  <a:txBody>
                    <a:bodyPr/>
                    <a:lstStyle/>
                    <a:p>
                      <a:pPr algn="l"/>
                      <a:r>
                        <a:rPr lang="en-US" dirty="0" err="1"/>
                        <a:t>doFun</a:t>
                      </a:r>
                      <a:r>
                        <a:rPr lang="en-US" dirty="0"/>
                        <a:t>();</a:t>
                      </a:r>
                      <a:endParaRPr lang="en-IN" dirty="0"/>
                    </a:p>
                  </a:txBody>
                  <a:tcPr anchor="ctr"/>
                </a:tc>
                <a:extLst>
                  <a:ext uri="{0D108BD9-81ED-4DB2-BD59-A6C34878D82A}">
                    <a16:rowId xmlns:a16="http://schemas.microsoft.com/office/drawing/2014/main" val="3794781401"/>
                  </a:ext>
                </a:extLst>
              </a:tr>
            </a:tbl>
          </a:graphicData>
        </a:graphic>
      </p:graphicFrame>
      <p:graphicFrame>
        <p:nvGraphicFramePr>
          <p:cNvPr id="13" name="Table 12">
            <a:extLst>
              <a:ext uri="{FF2B5EF4-FFF2-40B4-BE49-F238E27FC236}">
                <a16:creationId xmlns:a16="http://schemas.microsoft.com/office/drawing/2014/main" id="{278A6994-E90A-E937-396B-544A2FC5BBE8}"/>
              </a:ext>
            </a:extLst>
          </p:cNvPr>
          <p:cNvGraphicFramePr>
            <a:graphicFrameLocks noGrp="1"/>
          </p:cNvGraphicFramePr>
          <p:nvPr/>
        </p:nvGraphicFramePr>
        <p:xfrm>
          <a:off x="9001572" y="3808941"/>
          <a:ext cx="2841413" cy="1116077"/>
        </p:xfrm>
        <a:graphic>
          <a:graphicData uri="http://schemas.openxmlformats.org/drawingml/2006/table">
            <a:tbl>
              <a:tblPr firstRow="1" bandRow="1">
                <a:tableStyleId>{93296810-A885-4BE3-A3E7-6D5BEEA58F35}</a:tableStyleId>
              </a:tblPr>
              <a:tblGrid>
                <a:gridCol w="2841413">
                  <a:extLst>
                    <a:ext uri="{9D8B030D-6E8A-4147-A177-3AD203B41FA5}">
                      <a16:colId xmlns:a16="http://schemas.microsoft.com/office/drawing/2014/main" val="1296090695"/>
                    </a:ext>
                  </a:extLst>
                </a:gridCol>
              </a:tblGrid>
              <a:tr h="710231">
                <a:tc>
                  <a:txBody>
                    <a:bodyPr/>
                    <a:lstStyle/>
                    <a:p>
                      <a:pPr algn="ctr"/>
                      <a:r>
                        <a:rPr lang="en-US" dirty="0" err="1"/>
                        <a:t>TemporaryEmployee</a:t>
                      </a:r>
                      <a:r>
                        <a:rPr lang="en-US" dirty="0"/>
                        <a:t> extends Employee</a:t>
                      </a:r>
                      <a:endParaRPr lang="en-IN" dirty="0"/>
                    </a:p>
                  </a:txBody>
                  <a:tcPr anchor="ctr"/>
                </a:tc>
                <a:extLst>
                  <a:ext uri="{0D108BD9-81ED-4DB2-BD59-A6C34878D82A}">
                    <a16:rowId xmlns:a16="http://schemas.microsoft.com/office/drawing/2014/main" val="1306852694"/>
                  </a:ext>
                </a:extLst>
              </a:tr>
              <a:tr h="405846">
                <a:tc>
                  <a:txBody>
                    <a:bodyPr/>
                    <a:lstStyle/>
                    <a:p>
                      <a:r>
                        <a:rPr lang="en-US" dirty="0" err="1"/>
                        <a:t>doWork</a:t>
                      </a:r>
                      <a:r>
                        <a:rPr lang="en-US" dirty="0"/>
                        <a:t>(); </a:t>
                      </a:r>
                      <a:endParaRPr lang="en-IN" dirty="0"/>
                    </a:p>
                  </a:txBody>
                  <a:tcPr anchor="ctr"/>
                </a:tc>
                <a:extLst>
                  <a:ext uri="{0D108BD9-81ED-4DB2-BD59-A6C34878D82A}">
                    <a16:rowId xmlns:a16="http://schemas.microsoft.com/office/drawing/2014/main" val="3794781401"/>
                  </a:ext>
                </a:extLst>
              </a:tr>
            </a:tbl>
          </a:graphicData>
        </a:graphic>
      </p:graphicFrame>
      <p:sp>
        <p:nvSpPr>
          <p:cNvPr id="15" name="Arrow: Down 14">
            <a:extLst>
              <a:ext uri="{FF2B5EF4-FFF2-40B4-BE49-F238E27FC236}">
                <a16:creationId xmlns:a16="http://schemas.microsoft.com/office/drawing/2014/main" id="{F359130E-C5ED-8825-C08D-4F966B6C4AD1}"/>
              </a:ext>
            </a:extLst>
          </p:cNvPr>
          <p:cNvSpPr/>
          <p:nvPr/>
        </p:nvSpPr>
        <p:spPr>
          <a:xfrm rot="3034403">
            <a:off x="8161749" y="2625415"/>
            <a:ext cx="262070" cy="1367360"/>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Arrow: Down 15">
            <a:extLst>
              <a:ext uri="{FF2B5EF4-FFF2-40B4-BE49-F238E27FC236}">
                <a16:creationId xmlns:a16="http://schemas.microsoft.com/office/drawing/2014/main" id="{229FCE9B-2C23-7B69-7024-4DE25993B9D6}"/>
              </a:ext>
            </a:extLst>
          </p:cNvPr>
          <p:cNvSpPr/>
          <p:nvPr/>
        </p:nvSpPr>
        <p:spPr>
          <a:xfrm rot="18739563">
            <a:off x="9686013" y="2655302"/>
            <a:ext cx="254706" cy="1236931"/>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C7AA17AD-4EC9-D0A7-218A-144F92F9C14F}"/>
              </a:ext>
            </a:extLst>
          </p:cNvPr>
          <p:cNvSpPr txBox="1"/>
          <p:nvPr/>
        </p:nvSpPr>
        <p:spPr>
          <a:xfrm>
            <a:off x="9465977" y="5635819"/>
            <a:ext cx="211063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ethod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verriding</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 name="Picture 5">
            <a:extLst>
              <a:ext uri="{FF2B5EF4-FFF2-40B4-BE49-F238E27FC236}">
                <a16:creationId xmlns:a16="http://schemas.microsoft.com/office/drawing/2014/main" id="{525EB373-1080-45ED-6517-E9B9307C13F6}"/>
              </a:ext>
            </a:extLst>
          </p:cNvPr>
          <p:cNvPicPr>
            <a:picLocks noChangeAspect="1"/>
          </p:cNvPicPr>
          <p:nvPr/>
        </p:nvPicPr>
        <p:blipFill>
          <a:blip r:embed="rId4"/>
          <a:stretch>
            <a:fillRect/>
          </a:stretch>
        </p:blipFill>
        <p:spPr>
          <a:xfrm>
            <a:off x="9001572" y="4949732"/>
            <a:ext cx="2841413" cy="635663"/>
          </a:xfrm>
          <a:prstGeom prst="rect">
            <a:avLst/>
          </a:prstGeom>
        </p:spPr>
      </p:pic>
      <p:pic>
        <p:nvPicPr>
          <p:cNvPr id="5" name="Graphic 4" descr="Artificial Intelligence with solid fill">
            <a:extLst>
              <a:ext uri="{FF2B5EF4-FFF2-40B4-BE49-F238E27FC236}">
                <a16:creationId xmlns:a16="http://schemas.microsoft.com/office/drawing/2014/main" id="{9C8DE7B4-01E4-41A2-FA00-7C538290BB5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111554" y="136472"/>
            <a:ext cx="559216" cy="559216"/>
          </a:xfrm>
          <a:prstGeom prst="rect">
            <a:avLst/>
          </a:prstGeom>
        </p:spPr>
      </p:pic>
      <p:sp>
        <p:nvSpPr>
          <p:cNvPr id="4" name="TextBox 3">
            <a:extLst>
              <a:ext uri="{FF2B5EF4-FFF2-40B4-BE49-F238E27FC236}">
                <a16:creationId xmlns:a16="http://schemas.microsoft.com/office/drawing/2014/main" id="{C0E13B2A-8C70-999F-7F8D-7310EC880E31}"/>
              </a:ext>
            </a:extLst>
          </p:cNvPr>
          <p:cNvSpPr txBox="1"/>
          <p:nvPr/>
        </p:nvSpPr>
        <p:spPr>
          <a:xfrm>
            <a:off x="10405730" y="6485478"/>
            <a:ext cx="1786270" cy="307777"/>
          </a:xfrm>
          <a:prstGeom prst="rect">
            <a:avLst/>
          </a:prstGeom>
          <a:noFill/>
        </p:spPr>
        <p:txBody>
          <a:bodyPr wrap="square">
            <a:spAutoFit/>
          </a:bodyPr>
          <a:lstStyle/>
          <a:p>
            <a:r>
              <a:rPr lang="en-US" sz="1400" dirty="0">
                <a:hlinkClick r:id="rId7" action="ppaction://hlinksldjump"/>
              </a:rPr>
              <a:t>back to chapter index</a:t>
            </a:r>
            <a:endParaRPr lang="en-IN" sz="1400" dirty="0"/>
          </a:p>
        </p:txBody>
      </p:sp>
    </p:spTree>
    <p:extLst>
      <p:ext uri="{BB962C8B-B14F-4D97-AF65-F5344CB8AC3E}">
        <p14:creationId xmlns:p14="http://schemas.microsoft.com/office/powerpoint/2010/main" val="3388120970"/>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to implement </a:t>
            </a:r>
            <a:r>
              <a:rPr kumimoji="0" lang="en-US" sz="2400" b="1" i="0" u="none" strike="noStrike" kern="1200" cap="none" spc="0" normalizeH="0" baseline="0" noProof="0" dirty="0">
                <a:ln>
                  <a:noFill/>
                </a:ln>
                <a:solidFill>
                  <a:srgbClr val="FFFF00"/>
                </a:solidFill>
                <a:effectLst/>
                <a:uLnTx/>
                <a:uFillTx/>
                <a:ea typeface="+mn-ea"/>
                <a:cs typeface="+mn-cs"/>
              </a:rPr>
              <a:t>method overriding</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E419BDFF-AB41-DA73-CACF-F368994EF556}"/>
              </a:ext>
            </a:extLst>
          </p:cNvPr>
          <p:cNvSpPr/>
          <p:nvPr/>
        </p:nvSpPr>
        <p:spPr>
          <a:xfrm>
            <a:off x="7187793" y="1048720"/>
            <a:ext cx="4638803" cy="267646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Parent 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100000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officeTimings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"9am-6pm"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Rectangle 4">
            <a:extLst>
              <a:ext uri="{FF2B5EF4-FFF2-40B4-BE49-F238E27FC236}">
                <a16:creationId xmlns:a16="http://schemas.microsoft.com/office/drawing/2014/main" id="{FE0860D1-8276-80B7-1C19-43206AFB3C0F}"/>
              </a:ext>
            </a:extLst>
          </p:cNvPr>
          <p:cNvSpPr/>
          <p:nvPr/>
        </p:nvSpPr>
        <p:spPr>
          <a:xfrm>
            <a:off x="7162740" y="4216339"/>
            <a:ext cx="4638804" cy="243005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TemporaryEmp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Override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//annotation used to override parent class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75000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7" name="Rectangle 6">
            <a:extLst>
              <a:ext uri="{FF2B5EF4-FFF2-40B4-BE49-F238E27FC236}">
                <a16:creationId xmlns:a16="http://schemas.microsoft.com/office/drawing/2014/main" id="{71EB8F95-3C67-E1EE-E512-F8DE53FA856E}"/>
              </a:ext>
            </a:extLst>
          </p:cNvPr>
          <p:cNvSpPr/>
          <p:nvPr/>
        </p:nvSpPr>
        <p:spPr>
          <a:xfrm>
            <a:off x="355693" y="3381205"/>
            <a:ext cx="6154454" cy="326518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TemporaryEmp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TemporaryEmp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call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overrided</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officeTimings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call parent class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75000   9am-6pm</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8" name="Arrow: Down 7">
            <a:extLst>
              <a:ext uri="{FF2B5EF4-FFF2-40B4-BE49-F238E27FC236}">
                <a16:creationId xmlns:a16="http://schemas.microsoft.com/office/drawing/2014/main" id="{91376783-500D-ECC4-03C3-686C7197365D}"/>
              </a:ext>
            </a:extLst>
          </p:cNvPr>
          <p:cNvSpPr/>
          <p:nvPr/>
        </p:nvSpPr>
        <p:spPr>
          <a:xfrm>
            <a:off x="9066077" y="3799923"/>
            <a:ext cx="527897" cy="383844"/>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Arrow: Down 9">
            <a:extLst>
              <a:ext uri="{FF2B5EF4-FFF2-40B4-BE49-F238E27FC236}">
                <a16:creationId xmlns:a16="http://schemas.microsoft.com/office/drawing/2014/main" id="{D4B3263E-4801-E765-9BCF-F044F0C0C70F}"/>
              </a:ext>
            </a:extLst>
          </p:cNvPr>
          <p:cNvSpPr/>
          <p:nvPr/>
        </p:nvSpPr>
        <p:spPr>
          <a:xfrm rot="5208643">
            <a:off x="6513632" y="5017112"/>
            <a:ext cx="527897" cy="573925"/>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945ABA84-64E5-3D89-211C-698C342BEE83}"/>
              </a:ext>
            </a:extLst>
          </p:cNvPr>
          <p:cNvSpPr txBox="1"/>
          <p:nvPr/>
        </p:nvSpPr>
        <p:spPr>
          <a:xfrm>
            <a:off x="377845" y="1103944"/>
            <a:ext cx="6098532" cy="968278"/>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Use the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@Override annotation</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before the subclass method declaration to override the same name and same signature method of the parent class. </a:t>
            </a:r>
          </a:p>
        </p:txBody>
      </p:sp>
      <p:sp>
        <p:nvSpPr>
          <p:cNvPr id="6" name="TextBox 5">
            <a:extLst>
              <a:ext uri="{FF2B5EF4-FFF2-40B4-BE49-F238E27FC236}">
                <a16:creationId xmlns:a16="http://schemas.microsoft.com/office/drawing/2014/main" id="{4FB7D481-7156-055F-BC6A-2A4A0E91B4E3}"/>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3022777048"/>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Why we call </a:t>
            </a:r>
            <a:r>
              <a:rPr lang="en-US" sz="2400" b="1" dirty="0">
                <a:solidFill>
                  <a:schemeClr val="bg1"/>
                </a:solidFill>
                <a:ea typeface="+mn-ea"/>
                <a:cs typeface="+mn-cs"/>
              </a:rPr>
              <a:t>method overriding</a:t>
            </a:r>
            <a:r>
              <a:rPr kumimoji="0" lang="en-US" sz="2400" b="1" i="0" u="none" strike="noStrike" kern="1200" cap="none" spc="0" normalizeH="0" baseline="0" noProof="0" dirty="0">
                <a:ln>
                  <a:noFill/>
                </a:ln>
                <a:solidFill>
                  <a:schemeClr val="bg1"/>
                </a:solidFill>
                <a:effectLst/>
                <a:uLnTx/>
                <a:uFillTx/>
                <a:ea typeface="+mn-ea"/>
                <a:cs typeface="+mn-cs"/>
              </a:rPr>
              <a:t> as a </a:t>
            </a:r>
            <a:r>
              <a:rPr kumimoji="0" lang="en-US" sz="2400" b="1" i="0" u="none" strike="noStrike" kern="1200" cap="none" spc="0" normalizeH="0" baseline="0" noProof="0" dirty="0">
                <a:ln>
                  <a:noFill/>
                </a:ln>
                <a:solidFill>
                  <a:srgbClr val="FFFF00"/>
                </a:solidFill>
                <a:effectLst/>
                <a:uLnTx/>
                <a:uFillTx/>
                <a:ea typeface="+mn-ea"/>
                <a:cs typeface="+mn-cs"/>
              </a:rPr>
              <a:t>run-time or late binding</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E419BDFF-AB41-DA73-CACF-F368994EF556}"/>
              </a:ext>
            </a:extLst>
          </p:cNvPr>
          <p:cNvSpPr/>
          <p:nvPr/>
        </p:nvSpPr>
        <p:spPr>
          <a:xfrm>
            <a:off x="7187793" y="1048720"/>
            <a:ext cx="4638803" cy="267646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Parent 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100000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officeTimings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"9am-6pm"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Rectangle 4">
            <a:extLst>
              <a:ext uri="{FF2B5EF4-FFF2-40B4-BE49-F238E27FC236}">
                <a16:creationId xmlns:a16="http://schemas.microsoft.com/office/drawing/2014/main" id="{FE0860D1-8276-80B7-1C19-43206AFB3C0F}"/>
              </a:ext>
            </a:extLst>
          </p:cNvPr>
          <p:cNvSpPr/>
          <p:nvPr/>
        </p:nvSpPr>
        <p:spPr>
          <a:xfrm>
            <a:off x="7162740" y="4216339"/>
            <a:ext cx="4638804" cy="243005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TemporaryEmp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Override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//annotation used to override parent class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75000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7" name="Rectangle 6">
            <a:extLst>
              <a:ext uri="{FF2B5EF4-FFF2-40B4-BE49-F238E27FC236}">
                <a16:creationId xmlns:a16="http://schemas.microsoft.com/office/drawing/2014/main" id="{71EB8F95-3C67-E1EE-E512-F8DE53FA856E}"/>
              </a:ext>
            </a:extLst>
          </p:cNvPr>
          <p:cNvSpPr/>
          <p:nvPr/>
        </p:nvSpPr>
        <p:spPr>
          <a:xfrm>
            <a:off x="355693" y="3381205"/>
            <a:ext cx="6154454" cy="326518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TemporaryEmp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TemporaryEmp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call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overrided</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officeTimings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call parent class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75000   9am-6pm</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8" name="Arrow: Down 7">
            <a:extLst>
              <a:ext uri="{FF2B5EF4-FFF2-40B4-BE49-F238E27FC236}">
                <a16:creationId xmlns:a16="http://schemas.microsoft.com/office/drawing/2014/main" id="{91376783-500D-ECC4-03C3-686C7197365D}"/>
              </a:ext>
            </a:extLst>
          </p:cNvPr>
          <p:cNvSpPr/>
          <p:nvPr/>
        </p:nvSpPr>
        <p:spPr>
          <a:xfrm>
            <a:off x="9066077" y="3799923"/>
            <a:ext cx="527897" cy="383844"/>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Arrow: Down 9">
            <a:extLst>
              <a:ext uri="{FF2B5EF4-FFF2-40B4-BE49-F238E27FC236}">
                <a16:creationId xmlns:a16="http://schemas.microsoft.com/office/drawing/2014/main" id="{D4B3263E-4801-E765-9BCF-F044F0C0C70F}"/>
              </a:ext>
            </a:extLst>
          </p:cNvPr>
          <p:cNvSpPr/>
          <p:nvPr/>
        </p:nvSpPr>
        <p:spPr>
          <a:xfrm rot="5208643">
            <a:off x="6513632" y="5017112"/>
            <a:ext cx="527897" cy="573925"/>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945ABA84-64E5-3D89-211C-698C342BEE83}"/>
              </a:ext>
            </a:extLst>
          </p:cNvPr>
          <p:cNvSpPr txBox="1"/>
          <p:nvPr/>
        </p:nvSpPr>
        <p:spPr>
          <a:xfrm>
            <a:off x="377845" y="1103944"/>
            <a:ext cx="6154454" cy="1264642"/>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Method overriding in Java is called run-time polymorphism (or late binding) because the decision of which method to execute is made dynamically at runtime based on the actual object.</a:t>
            </a:r>
          </a:p>
        </p:txBody>
      </p:sp>
      <p:pic>
        <p:nvPicPr>
          <p:cNvPr id="6" name="Graphic 5" descr="Artificial Intelligence with solid fill">
            <a:extLst>
              <a:ext uri="{FF2B5EF4-FFF2-40B4-BE49-F238E27FC236}">
                <a16:creationId xmlns:a16="http://schemas.microsoft.com/office/drawing/2014/main" id="{EE83B5D2-6038-8B49-7FF5-A1F6008B8C3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233323" y="136472"/>
            <a:ext cx="559216" cy="559216"/>
          </a:xfrm>
          <a:prstGeom prst="rect">
            <a:avLst/>
          </a:prstGeom>
        </p:spPr>
      </p:pic>
      <p:sp>
        <p:nvSpPr>
          <p:cNvPr id="12" name="TextBox 11">
            <a:extLst>
              <a:ext uri="{FF2B5EF4-FFF2-40B4-BE49-F238E27FC236}">
                <a16:creationId xmlns:a16="http://schemas.microsoft.com/office/drawing/2014/main" id="{A008E28E-80DA-7E4B-E0EB-3D6BED4FF1CE}"/>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1665837721"/>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the 5 differences between </a:t>
            </a:r>
            <a:r>
              <a:rPr kumimoji="0" lang="en-US" sz="2400" b="1" i="0" u="none" strike="noStrike" kern="1200" cap="none" spc="0" normalizeH="0" baseline="0" noProof="0" dirty="0">
                <a:ln>
                  <a:noFill/>
                </a:ln>
                <a:solidFill>
                  <a:srgbClr val="FFFF00"/>
                </a:solidFill>
                <a:effectLst/>
                <a:uLnTx/>
                <a:uFillTx/>
                <a:ea typeface="+mn-ea"/>
                <a:cs typeface="+mn-cs"/>
              </a:rPr>
              <a:t>Overloading</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Overriding</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28" name="Picture 27">
            <a:extLst>
              <a:ext uri="{FF2B5EF4-FFF2-40B4-BE49-F238E27FC236}">
                <a16:creationId xmlns:a16="http://schemas.microsoft.com/office/drawing/2014/main" id="{6EA94B2C-5B89-D9F5-CDB2-41CFA4563DD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760752" y="299630"/>
            <a:ext cx="914784" cy="363946"/>
          </a:xfrm>
          <a:prstGeom prst="rect">
            <a:avLst/>
          </a:prstGeom>
        </p:spPr>
      </p:pic>
      <p:cxnSp>
        <p:nvCxnSpPr>
          <p:cNvPr id="22" name="Straight Connector 21">
            <a:extLst>
              <a:ext uri="{FF2B5EF4-FFF2-40B4-BE49-F238E27FC236}">
                <a16:creationId xmlns:a16="http://schemas.microsoft.com/office/drawing/2014/main" id="{BC28ABFD-8072-4F34-AD57-D6DE3501742F}"/>
              </a:ext>
            </a:extLst>
          </p:cNvPr>
          <p:cNvCxnSpPr/>
          <p:nvPr/>
        </p:nvCxnSpPr>
        <p:spPr>
          <a:xfrm>
            <a:off x="6133578" y="1205571"/>
            <a:ext cx="0" cy="5305767"/>
          </a:xfrm>
          <a:prstGeom prst="line">
            <a:avLst/>
          </a:prstGeom>
        </p:spPr>
        <p:style>
          <a:lnRef idx="1">
            <a:schemeClr val="accent4"/>
          </a:lnRef>
          <a:fillRef idx="0">
            <a:schemeClr val="accent4"/>
          </a:fillRef>
          <a:effectRef idx="0">
            <a:schemeClr val="accent4"/>
          </a:effectRef>
          <a:fontRef idx="minor">
            <a:schemeClr val="tx1"/>
          </a:fontRef>
        </p:style>
      </p:cxnSp>
      <p:sp>
        <p:nvSpPr>
          <p:cNvPr id="4" name="Rectangle 3">
            <a:extLst>
              <a:ext uri="{FF2B5EF4-FFF2-40B4-BE49-F238E27FC236}">
                <a16:creationId xmlns:a16="http://schemas.microsoft.com/office/drawing/2014/main" id="{52F7BC1B-FC11-B787-27E5-5770110C2D72}"/>
              </a:ext>
            </a:extLst>
          </p:cNvPr>
          <p:cNvSpPr/>
          <p:nvPr/>
        </p:nvSpPr>
        <p:spPr>
          <a:xfrm>
            <a:off x="6751535" y="1691276"/>
            <a:ext cx="4912224" cy="203591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Parent Class</a:t>
            </a: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100000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Rectangle 4">
            <a:extLst>
              <a:ext uri="{FF2B5EF4-FFF2-40B4-BE49-F238E27FC236}">
                <a16:creationId xmlns:a16="http://schemas.microsoft.com/office/drawing/2014/main" id="{164A7E7A-78BC-A4CC-C5DA-8EC83C10E477}"/>
              </a:ext>
            </a:extLst>
          </p:cNvPr>
          <p:cNvSpPr/>
          <p:nvPr/>
        </p:nvSpPr>
        <p:spPr>
          <a:xfrm>
            <a:off x="6726481" y="4341555"/>
            <a:ext cx="4912225" cy="219210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Child Class</a:t>
            </a: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TemporaryEmp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Override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//annotation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75000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Arrow: Down 7">
            <a:extLst>
              <a:ext uri="{FF2B5EF4-FFF2-40B4-BE49-F238E27FC236}">
                <a16:creationId xmlns:a16="http://schemas.microsoft.com/office/drawing/2014/main" id="{FC510DE7-7FC6-3788-FF60-16B2FABE3E8C}"/>
              </a:ext>
            </a:extLst>
          </p:cNvPr>
          <p:cNvSpPr/>
          <p:nvPr/>
        </p:nvSpPr>
        <p:spPr>
          <a:xfrm>
            <a:off x="8928141" y="3833133"/>
            <a:ext cx="559012" cy="383844"/>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9F602DBD-9060-7B97-301D-397BB4467077}"/>
              </a:ext>
            </a:extLst>
          </p:cNvPr>
          <p:cNvSpPr/>
          <p:nvPr/>
        </p:nvSpPr>
        <p:spPr>
          <a:xfrm>
            <a:off x="463344" y="1691276"/>
            <a:ext cx="5152374" cy="358410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Calculator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  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Rectangle 5">
            <a:extLst>
              <a:ext uri="{FF2B5EF4-FFF2-40B4-BE49-F238E27FC236}">
                <a16:creationId xmlns:a16="http://schemas.microsoft.com/office/drawing/2014/main" id="{3806CE47-A845-7F0E-7E2B-FF5930FE21C9}"/>
              </a:ext>
            </a:extLst>
          </p:cNvPr>
          <p:cNvSpPr/>
          <p:nvPr/>
        </p:nvSpPr>
        <p:spPr>
          <a:xfrm>
            <a:off x="1694098" y="1077461"/>
            <a:ext cx="2630905" cy="369332"/>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Method Overloading</a:t>
            </a: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94820231-4CAC-F226-1322-0D0696D46C89}"/>
              </a:ext>
            </a:extLst>
          </p:cNvPr>
          <p:cNvSpPr/>
          <p:nvPr/>
        </p:nvSpPr>
        <p:spPr>
          <a:xfrm>
            <a:off x="7942154" y="1071843"/>
            <a:ext cx="2630905" cy="369332"/>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ethod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verriding</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AFAF83BA-AF5B-90C6-4DC7-6685E7F0CF01}"/>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2801430528"/>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the 5 differences between </a:t>
            </a:r>
            <a:r>
              <a:rPr kumimoji="0" lang="en-US" sz="2400" b="1" i="0" u="none" strike="noStrike" kern="1200" cap="none" spc="0" normalizeH="0" baseline="0" noProof="0" dirty="0">
                <a:ln>
                  <a:noFill/>
                </a:ln>
                <a:solidFill>
                  <a:srgbClr val="FFFF00"/>
                </a:solidFill>
                <a:effectLst/>
                <a:uLnTx/>
                <a:uFillTx/>
                <a:ea typeface="+mn-ea"/>
                <a:cs typeface="+mn-cs"/>
              </a:rPr>
              <a:t>Overloading</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Overriding</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28" name="Picture 27">
            <a:extLst>
              <a:ext uri="{FF2B5EF4-FFF2-40B4-BE49-F238E27FC236}">
                <a16:creationId xmlns:a16="http://schemas.microsoft.com/office/drawing/2014/main" id="{6EA94B2C-5B89-D9F5-CDB2-41CFA4563DD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760752" y="299630"/>
            <a:ext cx="914784" cy="363946"/>
          </a:xfrm>
          <a:prstGeom prst="rect">
            <a:avLst/>
          </a:prstGeom>
        </p:spPr>
      </p:pic>
      <p:graphicFrame>
        <p:nvGraphicFramePr>
          <p:cNvPr id="8" name="Table 4">
            <a:extLst>
              <a:ext uri="{FF2B5EF4-FFF2-40B4-BE49-F238E27FC236}">
                <a16:creationId xmlns:a16="http://schemas.microsoft.com/office/drawing/2014/main" id="{0A19BE71-4465-50AF-D8F8-8A6C7112F3DC}"/>
              </a:ext>
            </a:extLst>
          </p:cNvPr>
          <p:cNvGraphicFramePr>
            <a:graphicFrameLocks noGrp="1"/>
          </p:cNvGraphicFramePr>
          <p:nvPr>
            <p:ph idx="1"/>
          </p:nvPr>
        </p:nvGraphicFramePr>
        <p:xfrm>
          <a:off x="505591" y="1382433"/>
          <a:ext cx="9792157" cy="4925571"/>
        </p:xfrm>
        <a:graphic>
          <a:graphicData uri="http://schemas.openxmlformats.org/drawingml/2006/table">
            <a:tbl>
              <a:tblPr firstRow="1" bandRow="1">
                <a:tableStyleId>{E8B1032C-EA38-4F05-BA0D-38AFFFC7BED3}</a:tableStyleId>
              </a:tblPr>
              <a:tblGrid>
                <a:gridCol w="4857241">
                  <a:extLst>
                    <a:ext uri="{9D8B030D-6E8A-4147-A177-3AD203B41FA5}">
                      <a16:colId xmlns:a16="http://schemas.microsoft.com/office/drawing/2014/main" val="312534454"/>
                    </a:ext>
                  </a:extLst>
                </a:gridCol>
                <a:gridCol w="4934916">
                  <a:extLst>
                    <a:ext uri="{9D8B030D-6E8A-4147-A177-3AD203B41FA5}">
                      <a16:colId xmlns:a16="http://schemas.microsoft.com/office/drawing/2014/main" val="3786215524"/>
                    </a:ext>
                  </a:extLst>
                </a:gridCol>
              </a:tblGrid>
              <a:tr h="655487">
                <a:tc>
                  <a:txBody>
                    <a:bodyPr/>
                    <a:lstStyle/>
                    <a:p>
                      <a:pPr algn="ctr"/>
                      <a:r>
                        <a:rPr lang="en-US" sz="2400" dirty="0"/>
                        <a:t>Overloading</a:t>
                      </a:r>
                      <a:endParaRPr lang="en-IN" sz="2400" dirty="0"/>
                    </a:p>
                  </a:txBody>
                  <a:tcPr marL="180000" marR="540000" marT="108000" marB="108000" anchor="ctr"/>
                </a:tc>
                <a:tc>
                  <a:txBody>
                    <a:bodyPr/>
                    <a:lstStyle/>
                    <a:p>
                      <a:pPr algn="ctr"/>
                      <a:r>
                        <a:rPr lang="en-IN" sz="2400" dirty="0"/>
                        <a:t>Overriding</a:t>
                      </a:r>
                    </a:p>
                  </a:txBody>
                  <a:tcPr marL="180000" marR="540000" marT="108000" marB="108000" anchor="ctr"/>
                </a:tc>
                <a:extLst>
                  <a:ext uri="{0D108BD9-81ED-4DB2-BD59-A6C34878D82A}">
                    <a16:rowId xmlns:a16="http://schemas.microsoft.com/office/drawing/2014/main" val="2733934505"/>
                  </a:ext>
                </a:extLst>
              </a:tr>
              <a:tr h="861544">
                <a:tc>
                  <a:txBody>
                    <a:bodyPr/>
                    <a:lstStyle/>
                    <a:p>
                      <a:r>
                        <a:rPr lang="en-IN" sz="1800" dirty="0"/>
                        <a:t>1. </a:t>
                      </a:r>
                      <a:r>
                        <a:rPr lang="en-US" sz="1800" b="0" i="0" kern="1200" dirty="0">
                          <a:solidFill>
                            <a:schemeClr val="tx1"/>
                          </a:solidFill>
                          <a:effectLst/>
                          <a:latin typeface="+mn-lt"/>
                          <a:ea typeface="+mn-ea"/>
                          <a:cs typeface="+mn-cs"/>
                        </a:rPr>
                        <a:t>Multiple methods with same name are in the </a:t>
                      </a:r>
                      <a:r>
                        <a:rPr lang="en-US" sz="1800" b="1" i="0" kern="1200" dirty="0">
                          <a:solidFill>
                            <a:schemeClr val="tx1"/>
                          </a:solidFill>
                          <a:effectLst/>
                          <a:latin typeface="+mn-lt"/>
                          <a:ea typeface="+mn-ea"/>
                          <a:cs typeface="+mn-cs"/>
                        </a:rPr>
                        <a:t>same class</a:t>
                      </a:r>
                      <a:r>
                        <a:rPr lang="en-US" sz="1800" dirty="0"/>
                        <a:t>.</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Multiple methods with same name are in the </a:t>
                      </a:r>
                      <a:r>
                        <a:rPr lang="en-US" sz="1800" b="1" i="0" kern="1200" dirty="0">
                          <a:solidFill>
                            <a:schemeClr val="tx1"/>
                          </a:solidFill>
                          <a:effectLst/>
                          <a:latin typeface="+mn-lt"/>
                          <a:ea typeface="+mn-ea"/>
                          <a:cs typeface="+mn-cs"/>
                        </a:rPr>
                        <a:t>different classes</a:t>
                      </a:r>
                      <a:r>
                        <a:rPr lang="en-US" sz="1800" dirty="0"/>
                        <a:t>.</a:t>
                      </a:r>
                      <a:endParaRPr lang="en-IN" sz="1800" dirty="0"/>
                    </a:p>
                  </a:txBody>
                  <a:tcPr marL="180000" marR="540000" marT="108000" marB="108000" anchor="ctr"/>
                </a:tc>
                <a:extLst>
                  <a:ext uri="{0D108BD9-81ED-4DB2-BD59-A6C34878D82A}">
                    <a16:rowId xmlns:a16="http://schemas.microsoft.com/office/drawing/2014/main" val="2474462777"/>
                  </a:ext>
                </a:extLst>
              </a:tr>
              <a:tr h="861544">
                <a:tc>
                  <a:txBody>
                    <a:bodyPr/>
                    <a:lstStyle/>
                    <a:p>
                      <a:r>
                        <a:rPr lang="en-IN" sz="1800" dirty="0"/>
                        <a:t>2. </a:t>
                      </a:r>
                      <a:r>
                        <a:rPr lang="en-US" sz="1800" b="0" i="0" kern="1200" dirty="0">
                          <a:solidFill>
                            <a:schemeClr val="tx1"/>
                          </a:solidFill>
                          <a:effectLst/>
                          <a:latin typeface="+mn-lt"/>
                          <a:ea typeface="+mn-ea"/>
                          <a:cs typeface="+mn-cs"/>
                        </a:rPr>
                        <a:t>Methods have the same name but different parameter lists.</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Method name and signature (parameter list) must be same.</a:t>
                      </a:r>
                      <a:endParaRPr lang="en-IN" sz="1800" dirty="0"/>
                    </a:p>
                  </a:txBody>
                  <a:tcPr marL="180000" marR="540000" marT="108000" marB="108000" anchor="ctr"/>
                </a:tc>
                <a:extLst>
                  <a:ext uri="{0D108BD9-81ED-4DB2-BD59-A6C34878D82A}">
                    <a16:rowId xmlns:a16="http://schemas.microsoft.com/office/drawing/2014/main" val="2749167246"/>
                  </a:ext>
                </a:extLst>
              </a:tr>
              <a:tr h="769683">
                <a:tc>
                  <a:txBody>
                    <a:bodyPr/>
                    <a:lstStyle/>
                    <a:p>
                      <a:r>
                        <a:rPr lang="en-IN" sz="1800" dirty="0"/>
                        <a:t>3. </a:t>
                      </a:r>
                      <a:r>
                        <a:rPr lang="en-US" sz="1800" b="0" i="0" kern="1200" dirty="0">
                          <a:solidFill>
                            <a:schemeClr val="tx1"/>
                          </a:solidFill>
                          <a:effectLst/>
                          <a:latin typeface="+mn-lt"/>
                          <a:ea typeface="+mn-ea"/>
                          <a:cs typeface="+mn-cs"/>
                        </a:rPr>
                        <a:t>Compile-time polymorphism.</a:t>
                      </a:r>
                      <a:endParaRPr lang="en-IN" sz="1800" dirty="0"/>
                    </a:p>
                  </a:txBody>
                  <a:tcPr marL="180000" marR="540000" marT="108000" marB="108000" anchor="ctr"/>
                </a:tc>
                <a:tc>
                  <a:txBody>
                    <a:bodyPr/>
                    <a:lstStyle/>
                    <a:p>
                      <a:r>
                        <a:rPr lang="en-IN" sz="1800" b="0" i="0" kern="1200" dirty="0">
                          <a:solidFill>
                            <a:schemeClr val="tx1"/>
                          </a:solidFill>
                          <a:effectLst/>
                          <a:latin typeface="+mn-lt"/>
                          <a:ea typeface="+mn-ea"/>
                          <a:cs typeface="+mn-cs"/>
                        </a:rPr>
                        <a:t>Runtime polymorphism.</a:t>
                      </a:r>
                      <a:endParaRPr lang="en-IN" sz="1800" dirty="0"/>
                    </a:p>
                  </a:txBody>
                  <a:tcPr marL="180000" marR="540000" marT="108000" marB="108000" anchor="ctr"/>
                </a:tc>
                <a:extLst>
                  <a:ext uri="{0D108BD9-81ED-4DB2-BD59-A6C34878D82A}">
                    <a16:rowId xmlns:a16="http://schemas.microsoft.com/office/drawing/2014/main" val="2040826760"/>
                  </a:ext>
                </a:extLst>
              </a:tr>
              <a:tr h="723982">
                <a:tc>
                  <a:txBody>
                    <a:bodyPr/>
                    <a:lstStyle/>
                    <a:p>
                      <a:r>
                        <a:rPr lang="en-IN" sz="1800" dirty="0"/>
                        <a:t>4. </a:t>
                      </a:r>
                      <a:r>
                        <a:rPr lang="en-US" sz="1800" b="0" i="0" kern="1200" dirty="0">
                          <a:solidFill>
                            <a:schemeClr val="tx1"/>
                          </a:solidFill>
                          <a:effectLst/>
                          <a:latin typeface="+mn-lt"/>
                          <a:ea typeface="+mn-ea"/>
                          <a:cs typeface="+mn-cs"/>
                        </a:rPr>
                        <a:t>No annotation or special keyword is required.</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@Override annotation is used over method of child class to specify that it's overriding a superclass method.</a:t>
                      </a:r>
                      <a:endParaRPr lang="en-IN" sz="1800" dirty="0"/>
                    </a:p>
                  </a:txBody>
                  <a:tcPr marL="180000" marR="540000" marT="108000" marB="108000" anchor="ctr"/>
                </a:tc>
                <a:extLst>
                  <a:ext uri="{0D108BD9-81ED-4DB2-BD59-A6C34878D82A}">
                    <a16:rowId xmlns:a16="http://schemas.microsoft.com/office/drawing/2014/main" val="546381452"/>
                  </a:ext>
                </a:extLst>
              </a:tr>
              <a:tr h="738353">
                <a:tc>
                  <a:txBody>
                    <a:bodyPr/>
                    <a:lstStyle/>
                    <a:p>
                      <a:r>
                        <a:rPr lang="en-US" sz="1800" dirty="0"/>
                        <a:t>5. </a:t>
                      </a:r>
                      <a:r>
                        <a:rPr lang="en-US" sz="1800" b="0" i="0" kern="1200" dirty="0">
                          <a:solidFill>
                            <a:schemeClr val="tx1"/>
                          </a:solidFill>
                          <a:effectLst/>
                          <a:latin typeface="+mn-lt"/>
                          <a:ea typeface="+mn-ea"/>
                          <a:cs typeface="+mn-cs"/>
                        </a:rPr>
                        <a:t>Constructors can also be overloaded.</a:t>
                      </a:r>
                      <a:endParaRPr lang="en-IN" sz="1800" dirty="0"/>
                    </a:p>
                  </a:txBody>
                  <a:tcPr marL="180000" marR="540000" marT="108000" marB="108000" anchor="ctr"/>
                </a:tc>
                <a:tc>
                  <a:txBody>
                    <a:bodyPr/>
                    <a:lstStyle/>
                    <a:p>
                      <a:r>
                        <a:rPr lang="en-IN" sz="1800" b="0" i="0" kern="1200" dirty="0">
                          <a:solidFill>
                            <a:schemeClr val="tx1"/>
                          </a:solidFill>
                          <a:effectLst/>
                          <a:latin typeface="+mn-lt"/>
                          <a:ea typeface="+mn-ea"/>
                          <a:cs typeface="+mn-cs"/>
                        </a:rPr>
                        <a:t>Constructors cannot be overridden.</a:t>
                      </a:r>
                      <a:endParaRPr lang="en-IN" sz="1800" dirty="0"/>
                    </a:p>
                  </a:txBody>
                  <a:tcPr marL="180000" marR="540000" marT="108000" marB="108000" anchor="ctr"/>
                </a:tc>
                <a:extLst>
                  <a:ext uri="{0D108BD9-81ED-4DB2-BD59-A6C34878D82A}">
                    <a16:rowId xmlns:a16="http://schemas.microsoft.com/office/drawing/2014/main" val="763325998"/>
                  </a:ext>
                </a:extLst>
              </a:tr>
            </a:tbl>
          </a:graphicData>
        </a:graphic>
      </p:graphicFrame>
      <p:sp>
        <p:nvSpPr>
          <p:cNvPr id="4" name="TextBox 3">
            <a:extLst>
              <a:ext uri="{FF2B5EF4-FFF2-40B4-BE49-F238E27FC236}">
                <a16:creationId xmlns:a16="http://schemas.microsoft.com/office/drawing/2014/main" id="{5206931B-15F9-E93E-9A73-EDB9F940E523}"/>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451759704"/>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a:t>
            </a:r>
            <a:r>
              <a:rPr lang="en-US" sz="2400" b="1" dirty="0">
                <a:solidFill>
                  <a:srgbClr val="FFFF00"/>
                </a:solidFill>
                <a:ea typeface="+mn-ea"/>
                <a:cs typeface="+mn-cs"/>
              </a:rPr>
              <a:t>Annotations</a:t>
            </a:r>
            <a:r>
              <a:rPr lang="en-US" sz="2400" b="1" dirty="0">
                <a:solidFill>
                  <a:schemeClr val="bg1"/>
                </a:solidFill>
                <a:ea typeface="+mn-ea"/>
                <a:cs typeface="+mn-cs"/>
              </a:rPr>
              <a:t>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TextBox 4">
            <a:extLst>
              <a:ext uri="{FF2B5EF4-FFF2-40B4-BE49-F238E27FC236}">
                <a16:creationId xmlns:a16="http://schemas.microsoft.com/office/drawing/2014/main" id="{A5C842A0-2965-8583-50AD-EC5C2ECFC27D}"/>
              </a:ext>
            </a:extLst>
          </p:cNvPr>
          <p:cNvSpPr txBox="1"/>
          <p:nvPr/>
        </p:nvSpPr>
        <p:spPr>
          <a:xfrm>
            <a:off x="355694" y="1047727"/>
            <a:ext cx="4980393" cy="2242089"/>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Annotations in Java are a form of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metadata</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that provide information about a program/ function to the compiler.</a:t>
            </a:r>
          </a:p>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Annotations are declared using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symbol.</a:t>
            </a:r>
          </a:p>
          <a:p>
            <a:pPr marL="342900" marR="0" lvl="0" indent="-342900" algn="l" defTabSz="914400" rtl="0" eaLnBrk="1" fontAlgn="auto" latinLnBrk="0" hangingPunct="1">
              <a:lnSpc>
                <a:spcPct val="107000"/>
              </a:lnSpc>
              <a:spcBef>
                <a:spcPts val="6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7D648BCD-B86D-29AD-011C-8E88A0D9E0EC}"/>
              </a:ext>
            </a:extLst>
          </p:cNvPr>
          <p:cNvSpPr/>
          <p:nvPr/>
        </p:nvSpPr>
        <p:spPr>
          <a:xfrm>
            <a:off x="7083850" y="1047727"/>
            <a:ext cx="4874858" cy="165390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100000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0" name="Rectangle 9">
            <a:extLst>
              <a:ext uri="{FF2B5EF4-FFF2-40B4-BE49-F238E27FC236}">
                <a16:creationId xmlns:a16="http://schemas.microsoft.com/office/drawing/2014/main" id="{3D43CBC0-FC69-255E-8FFB-E825330AFFE4}"/>
              </a:ext>
            </a:extLst>
          </p:cNvPr>
          <p:cNvSpPr/>
          <p:nvPr/>
        </p:nvSpPr>
        <p:spPr>
          <a:xfrm>
            <a:off x="7083850" y="2729345"/>
            <a:ext cx="4874858" cy="202571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TemporaryEmp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Override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75000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11" name="Diagram 10">
            <a:extLst>
              <a:ext uri="{FF2B5EF4-FFF2-40B4-BE49-F238E27FC236}">
                <a16:creationId xmlns:a16="http://schemas.microsoft.com/office/drawing/2014/main" id="{18A37796-0CBF-1C37-75D2-424D147008F3}"/>
              </a:ext>
            </a:extLst>
          </p:cNvPr>
          <p:cNvGraphicFramePr/>
          <p:nvPr/>
        </p:nvGraphicFramePr>
        <p:xfrm>
          <a:off x="667502" y="3207553"/>
          <a:ext cx="5779202" cy="2917689"/>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13" name="TextBox 12">
            <a:extLst>
              <a:ext uri="{FF2B5EF4-FFF2-40B4-BE49-F238E27FC236}">
                <a16:creationId xmlns:a16="http://schemas.microsoft.com/office/drawing/2014/main" id="{0DB29B53-35C8-1795-0E6C-7FD2F03E4F8D}"/>
              </a:ext>
            </a:extLst>
          </p:cNvPr>
          <p:cNvSpPr txBox="1"/>
          <p:nvPr/>
        </p:nvSpPr>
        <p:spPr>
          <a:xfrm>
            <a:off x="369902" y="3136926"/>
            <a:ext cx="6100174"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Two types annotations: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9F854728-D947-0D8D-9633-087565197732}"/>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168087032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954381"/>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Encapsulation</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How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achieve Encapsulation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are the advantages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Encapsulation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Abstraction</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How to implement abstraction?</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abstraction</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encapsulation</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12. OOPS - Encapsulation &amp; Abstraction</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A3B8D0D7-370D-AF91-F982-C0FCE88EDC56}"/>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0AAE22DB-70D2-E731-01F4-41BEBAB94E2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2833589" y="1528260"/>
            <a:ext cx="636255" cy="253133"/>
          </a:xfrm>
          <a:prstGeom prst="rect">
            <a:avLst/>
          </a:prstGeom>
        </p:spPr>
      </p:pic>
      <p:pic>
        <p:nvPicPr>
          <p:cNvPr id="5" name="Picture 4">
            <a:extLst>
              <a:ext uri="{FF2B5EF4-FFF2-40B4-BE49-F238E27FC236}">
                <a16:creationId xmlns:a16="http://schemas.microsoft.com/office/drawing/2014/main" id="{03C9ABFA-FB78-E03D-EDCF-1ECCF7E5DC6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230713" y="1929034"/>
            <a:ext cx="636255" cy="253133"/>
          </a:xfrm>
          <a:prstGeom prst="rect">
            <a:avLst/>
          </a:prstGeom>
        </p:spPr>
      </p:pic>
      <p:pic>
        <p:nvPicPr>
          <p:cNvPr id="6" name="Picture 5">
            <a:extLst>
              <a:ext uri="{FF2B5EF4-FFF2-40B4-BE49-F238E27FC236}">
                <a16:creationId xmlns:a16="http://schemas.microsoft.com/office/drawing/2014/main" id="{DC71F20E-885D-3906-5040-1F1394B0D147}"/>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543258" y="3125068"/>
            <a:ext cx="636255" cy="253133"/>
          </a:xfrm>
          <a:prstGeom prst="rect">
            <a:avLst/>
          </a:prstGeom>
        </p:spPr>
      </p:pic>
      <p:sp>
        <p:nvSpPr>
          <p:cNvPr id="10" name="TextBox 9">
            <a:extLst>
              <a:ext uri="{FF2B5EF4-FFF2-40B4-BE49-F238E27FC236}">
                <a16:creationId xmlns:a16="http://schemas.microsoft.com/office/drawing/2014/main" id="{0F5349B5-D2BE-5940-1988-B7C3BEA877F5}"/>
              </a:ext>
            </a:extLst>
          </p:cNvPr>
          <p:cNvSpPr txBox="1"/>
          <p:nvPr/>
        </p:nvSpPr>
        <p:spPr>
          <a:xfrm>
            <a:off x="10342731" y="6373174"/>
            <a:ext cx="1972639" cy="307777"/>
          </a:xfrm>
          <a:prstGeom prst="rect">
            <a:avLst/>
          </a:prstGeom>
          <a:noFill/>
        </p:spPr>
        <p:txBody>
          <a:bodyPr wrap="square">
            <a:spAutoFit/>
          </a:bodyPr>
          <a:lstStyle/>
          <a:p>
            <a:r>
              <a:rPr lang="en-US" sz="1400" dirty="0">
                <a:hlinkClick r:id="rId10" action="ppaction://hlinksldjump"/>
              </a:rPr>
              <a:t>Back to main index</a:t>
            </a:r>
            <a:endParaRPr lang="en-IN" sz="1400" dirty="0"/>
          </a:p>
        </p:txBody>
      </p:sp>
    </p:spTree>
    <p:extLst>
      <p:ext uri="{BB962C8B-B14F-4D97-AF65-F5344CB8AC3E}">
        <p14:creationId xmlns:p14="http://schemas.microsoft.com/office/powerpoint/2010/main" val="2166803867"/>
      </p:ext>
    </p:extLst>
  </p:cSld>
  <p:clrMapOvr>
    <a:overrideClrMapping bg1="dk1" tx1="lt1" bg2="dk2" tx2="lt2" accent1="accent1" accent2="accent2" accent3="accent3" accent4="accent4" accent5="accent5" accent6="accent6" hlink="hlink" folHlink="folHlink"/>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a:ln>
                  <a:noFill/>
                </a:ln>
                <a:solidFill>
                  <a:srgbClr val="FFFF00"/>
                </a:solidFill>
                <a:effectLst/>
                <a:uLnTx/>
                <a:uFillTx/>
                <a:ea typeface="+mn-ea"/>
                <a:cs typeface="+mn-cs"/>
              </a:rPr>
              <a:t>Encapsulation</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28" name="Picture 27">
            <a:extLst>
              <a:ext uri="{FF2B5EF4-FFF2-40B4-BE49-F238E27FC236}">
                <a16:creationId xmlns:a16="http://schemas.microsoft.com/office/drawing/2014/main" id="{6EA94B2C-5B89-D9F5-CDB2-41CFA4563DD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64156" y="300327"/>
            <a:ext cx="914784" cy="363946"/>
          </a:xfrm>
          <a:prstGeom prst="rect">
            <a:avLst/>
          </a:prstGeom>
        </p:spPr>
      </p:pic>
      <p:sp>
        <p:nvSpPr>
          <p:cNvPr id="14" name="TextBox 13">
            <a:extLst>
              <a:ext uri="{FF2B5EF4-FFF2-40B4-BE49-F238E27FC236}">
                <a16:creationId xmlns:a16="http://schemas.microsoft.com/office/drawing/2014/main" id="{FC58865D-C779-1DB0-F4A4-6C38702F5A95}"/>
              </a:ext>
            </a:extLst>
          </p:cNvPr>
          <p:cNvSpPr txBox="1"/>
          <p:nvPr/>
        </p:nvSpPr>
        <p:spPr>
          <a:xfrm>
            <a:off x="355694" y="1136900"/>
            <a:ext cx="5002370" cy="1122167"/>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Encapsulation is the bundling of data(attributes or fields) and functions into a single unit(class).</a:t>
            </a:r>
          </a:p>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endParaRPr>
          </a:p>
        </p:txBody>
      </p:sp>
      <p:sp>
        <p:nvSpPr>
          <p:cNvPr id="5" name="Flowchart: Terminator 4">
            <a:extLst>
              <a:ext uri="{FF2B5EF4-FFF2-40B4-BE49-F238E27FC236}">
                <a16:creationId xmlns:a16="http://schemas.microsoft.com/office/drawing/2014/main" id="{0BA0521F-346B-CD8B-755A-E98DD918DE77}"/>
              </a:ext>
            </a:extLst>
          </p:cNvPr>
          <p:cNvSpPr/>
          <p:nvPr/>
        </p:nvSpPr>
        <p:spPr>
          <a:xfrm>
            <a:off x="6437195" y="1208656"/>
            <a:ext cx="3469710" cy="919806"/>
          </a:xfrm>
          <a:prstGeom prst="flowChartTerminator">
            <a:avLst/>
          </a:prstGeom>
          <a:blipFill>
            <a:blip r:embed="rId5"/>
            <a:tile tx="0" ty="0" sx="100000" sy="100000" flip="none" algn="tl"/>
          </a:blip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Function</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lowchart: Terminator 5">
            <a:extLst>
              <a:ext uri="{FF2B5EF4-FFF2-40B4-BE49-F238E27FC236}">
                <a16:creationId xmlns:a16="http://schemas.microsoft.com/office/drawing/2014/main" id="{0193CD31-AC7D-7F8D-4B32-D8D42CE94C67}"/>
              </a:ext>
            </a:extLst>
          </p:cNvPr>
          <p:cNvSpPr/>
          <p:nvPr/>
        </p:nvSpPr>
        <p:spPr>
          <a:xfrm>
            <a:off x="8124092" y="1208656"/>
            <a:ext cx="1897634" cy="919805"/>
          </a:xfrm>
          <a:prstGeom prst="flowChartTerminator">
            <a:avLst/>
          </a:prstGeom>
          <a:blipFill>
            <a:blip r:embed="rId6"/>
            <a:tile tx="0" ty="0" sx="100000" sy="100000" flip="none" algn="tl"/>
          </a:blip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Data (Fields)</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B7C6CE0A-A89C-ABDD-DD25-ED5CF6D8685E}"/>
              </a:ext>
            </a:extLst>
          </p:cNvPr>
          <p:cNvSpPr txBox="1"/>
          <p:nvPr/>
        </p:nvSpPr>
        <p:spPr>
          <a:xfrm>
            <a:off x="7465143" y="2187205"/>
            <a:ext cx="1722328"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Encapsulation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F3434428-960A-978E-470A-08117C18A7EC}"/>
              </a:ext>
            </a:extLst>
          </p:cNvPr>
          <p:cNvSpPr txBox="1"/>
          <p:nvPr/>
        </p:nvSpPr>
        <p:spPr>
          <a:xfrm>
            <a:off x="10405730" y="6485478"/>
            <a:ext cx="1786270" cy="307777"/>
          </a:xfrm>
          <a:prstGeom prst="rect">
            <a:avLst/>
          </a:prstGeom>
          <a:noFill/>
        </p:spPr>
        <p:txBody>
          <a:bodyPr wrap="square">
            <a:spAutoFit/>
          </a:bodyPr>
          <a:lstStyle/>
          <a:p>
            <a:r>
              <a:rPr lang="en-US" sz="1400" dirty="0">
                <a:hlinkClick r:id="rId7" action="ppaction://hlinksldjump"/>
              </a:rPr>
              <a:t>back to chapter index</a:t>
            </a:r>
            <a:endParaRPr lang="en-IN" sz="1400" dirty="0"/>
          </a:p>
        </p:txBody>
      </p:sp>
    </p:spTree>
    <p:extLst>
      <p:ext uri="{BB962C8B-B14F-4D97-AF65-F5344CB8AC3E}">
        <p14:creationId xmlns:p14="http://schemas.microsoft.com/office/powerpoint/2010/main" val="380992601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to </a:t>
            </a:r>
            <a:r>
              <a:rPr kumimoji="0" lang="en-US" sz="2400" b="1" i="0" u="none" strike="noStrike" kern="1200" cap="none" spc="0" normalizeH="0" baseline="0" noProof="0" dirty="0">
                <a:ln>
                  <a:noFill/>
                </a:ln>
                <a:solidFill>
                  <a:srgbClr val="FFFF00"/>
                </a:solidFill>
                <a:effectLst/>
                <a:uLnTx/>
                <a:uFillTx/>
                <a:ea typeface="+mn-ea"/>
                <a:cs typeface="+mn-cs"/>
              </a:rPr>
              <a:t>achieve</a:t>
            </a:r>
            <a:r>
              <a:rPr kumimoji="0" lang="en-US" sz="2400" b="1" i="0" u="none" strike="noStrike" kern="1200" cap="none" spc="0" normalizeH="0" baseline="0" noProof="0" dirty="0">
                <a:ln>
                  <a:noFill/>
                </a:ln>
                <a:solidFill>
                  <a:schemeClr val="bg1"/>
                </a:solidFill>
                <a:effectLst/>
                <a:uLnTx/>
                <a:uFillTx/>
                <a:ea typeface="+mn-ea"/>
                <a:cs typeface="+mn-cs"/>
              </a:rPr>
              <a:t> </a:t>
            </a:r>
            <a:r>
              <a:rPr lang="en-US" sz="2400" b="1" dirty="0">
                <a:solidFill>
                  <a:srgbClr val="FFFF00"/>
                </a:solidFill>
              </a:rPr>
              <a:t>Encapsulation</a:t>
            </a:r>
            <a:r>
              <a:rPr kumimoji="0" lang="en-US" sz="2400" b="1" i="0" u="none" strike="noStrike" kern="1200" cap="none" spc="0" normalizeH="0" baseline="0" noProof="0" dirty="0">
                <a:ln>
                  <a:noFill/>
                </a:ln>
                <a:solidFill>
                  <a:schemeClr val="bg1"/>
                </a:solidFill>
                <a:effectLst/>
                <a:uLnTx/>
                <a:uFillTx/>
                <a:ea typeface="+mn-ea"/>
                <a:cs typeface="+mn-cs"/>
              </a:rPr>
              <a:t>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28" name="Picture 27">
            <a:extLst>
              <a:ext uri="{FF2B5EF4-FFF2-40B4-BE49-F238E27FC236}">
                <a16:creationId xmlns:a16="http://schemas.microsoft.com/office/drawing/2014/main" id="{6EA94B2C-5B89-D9F5-CDB2-41CFA4563DD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492952" y="300327"/>
            <a:ext cx="914784" cy="363946"/>
          </a:xfrm>
          <a:prstGeom prst="rect">
            <a:avLst/>
          </a:prstGeom>
        </p:spPr>
      </p:pic>
      <p:sp>
        <p:nvSpPr>
          <p:cNvPr id="14" name="TextBox 13">
            <a:extLst>
              <a:ext uri="{FF2B5EF4-FFF2-40B4-BE49-F238E27FC236}">
                <a16:creationId xmlns:a16="http://schemas.microsoft.com/office/drawing/2014/main" id="{FC58865D-C779-1DB0-F4A4-6C38702F5A95}"/>
              </a:ext>
            </a:extLst>
          </p:cNvPr>
          <p:cNvSpPr txBox="1"/>
          <p:nvPr/>
        </p:nvSpPr>
        <p:spPr>
          <a:xfrm>
            <a:off x="355694" y="988616"/>
            <a:ext cx="5137258" cy="968278"/>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E</a:t>
            </a:r>
            <a:r>
              <a:rPr kumimoji="0" lang="en-US" sz="1800" b="0" i="0" u="none" strike="noStrike" kern="1200" cap="none" spc="0" normalizeH="0" baseline="0" noProof="0" dirty="0" err="1">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ncapsulation</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can be achieved by using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access modifier(private)</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and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getters and setters methods</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t>
            </a:r>
          </a:p>
        </p:txBody>
      </p:sp>
      <p:sp>
        <p:nvSpPr>
          <p:cNvPr id="10" name="Rectangle 9">
            <a:extLst>
              <a:ext uri="{FF2B5EF4-FFF2-40B4-BE49-F238E27FC236}">
                <a16:creationId xmlns:a16="http://schemas.microsoft.com/office/drawing/2014/main" id="{76A42B15-BCC8-BF28-762A-2A85C26B28E0}"/>
              </a:ext>
            </a:extLst>
          </p:cNvPr>
          <p:cNvSpPr/>
          <p:nvPr/>
        </p:nvSpPr>
        <p:spPr>
          <a:xfrm>
            <a:off x="6212910" y="988616"/>
            <a:ext cx="5900201" cy="576867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Data(Field)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Getter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Setter 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emp.exp</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5; // Not recommended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 exp using setter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TextBox 3">
            <a:extLst>
              <a:ext uri="{FF2B5EF4-FFF2-40B4-BE49-F238E27FC236}">
                <a16:creationId xmlns:a16="http://schemas.microsoft.com/office/drawing/2014/main" id="{F0B10DDF-237E-126C-3422-EDE315210DA5}"/>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399290918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the advantages of </a:t>
            </a:r>
            <a:r>
              <a:rPr lang="en-US" sz="2400" b="1" dirty="0">
                <a:solidFill>
                  <a:srgbClr val="FFFF00"/>
                </a:solidFill>
              </a:rPr>
              <a:t>Encapsulation</a:t>
            </a:r>
            <a:r>
              <a:rPr kumimoji="0" lang="en-US" sz="2400" b="1" i="0" u="none" strike="noStrike" kern="1200" cap="none" spc="0" normalizeH="0" baseline="0" noProof="0" dirty="0">
                <a:ln>
                  <a:noFill/>
                </a:ln>
                <a:solidFill>
                  <a:schemeClr val="bg1"/>
                </a:solidFill>
                <a:effectLst/>
                <a:uLnTx/>
                <a:uFillTx/>
                <a:ea typeface="+mn-ea"/>
                <a:cs typeface="+mn-cs"/>
              </a:rPr>
              <a:t>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Diagram 3">
            <a:extLst>
              <a:ext uri="{FF2B5EF4-FFF2-40B4-BE49-F238E27FC236}">
                <a16:creationId xmlns:a16="http://schemas.microsoft.com/office/drawing/2014/main" id="{E096EFE1-EE87-7B5F-1E60-C5EA795FE306}"/>
              </a:ext>
            </a:extLst>
          </p:cNvPr>
          <p:cNvGraphicFramePr/>
          <p:nvPr/>
        </p:nvGraphicFramePr>
        <p:xfrm>
          <a:off x="481826" y="1282301"/>
          <a:ext cx="8029128" cy="5251355"/>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5" name="TextBox 4">
            <a:extLst>
              <a:ext uri="{FF2B5EF4-FFF2-40B4-BE49-F238E27FC236}">
                <a16:creationId xmlns:a16="http://schemas.microsoft.com/office/drawing/2014/main" id="{95A4FCDB-923E-A56D-5F6B-6467AF3772CB}"/>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3480683361"/>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a:ln>
                  <a:noFill/>
                </a:ln>
                <a:solidFill>
                  <a:srgbClr val="FFFF00"/>
                </a:solidFill>
                <a:effectLst/>
                <a:uLnTx/>
                <a:uFillTx/>
                <a:ea typeface="+mn-ea"/>
                <a:cs typeface="+mn-cs"/>
              </a:rPr>
              <a:t>Abstraction</a:t>
            </a:r>
            <a:r>
              <a:rPr kumimoji="0" lang="en-US" sz="2400" b="1" i="0" u="none" strike="noStrike" kern="1200" cap="none" spc="0" normalizeH="0" baseline="0" noProof="0" dirty="0">
                <a:ln>
                  <a:noFill/>
                </a:ln>
                <a:solidFill>
                  <a:schemeClr val="bg1"/>
                </a:solidFill>
                <a:effectLst/>
                <a:uLnTx/>
                <a:uFillTx/>
                <a:ea typeface="+mn-ea"/>
                <a:cs typeface="+mn-cs"/>
              </a:rPr>
              <a:t>? How to implement abstraction?</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4" name="TextBox 13">
            <a:extLst>
              <a:ext uri="{FF2B5EF4-FFF2-40B4-BE49-F238E27FC236}">
                <a16:creationId xmlns:a16="http://schemas.microsoft.com/office/drawing/2014/main" id="{FC58865D-C779-1DB0-F4A4-6C38702F5A95}"/>
              </a:ext>
            </a:extLst>
          </p:cNvPr>
          <p:cNvSpPr txBox="1"/>
          <p:nvPr/>
        </p:nvSpPr>
        <p:spPr>
          <a:xfrm>
            <a:off x="355693" y="1156503"/>
            <a:ext cx="4892712" cy="968278"/>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Abstraction means showing only required things and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hide the background(complex implementation) details</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t>
            </a:r>
          </a:p>
        </p:txBody>
      </p:sp>
      <p:pic>
        <p:nvPicPr>
          <p:cNvPr id="4" name="Picture 3">
            <a:extLst>
              <a:ext uri="{FF2B5EF4-FFF2-40B4-BE49-F238E27FC236}">
                <a16:creationId xmlns:a16="http://schemas.microsoft.com/office/drawing/2014/main" id="{F04280F8-A892-CF2F-6A41-CA6F7E6102D9}"/>
              </a:ext>
            </a:extLst>
          </p:cNvPr>
          <p:cNvPicPr>
            <a:picLocks noChangeAspect="1"/>
          </p:cNvPicPr>
          <p:nvPr/>
        </p:nvPicPr>
        <p:blipFill>
          <a:blip r:embed="rId4"/>
          <a:stretch>
            <a:fillRect/>
          </a:stretch>
        </p:blipFill>
        <p:spPr>
          <a:xfrm>
            <a:off x="6426460" y="1178424"/>
            <a:ext cx="4162435" cy="1747620"/>
          </a:xfrm>
          <a:prstGeom prst="rect">
            <a:avLst/>
          </a:prstGeom>
          <a:ln>
            <a:solidFill>
              <a:schemeClr val="bg1">
                <a:lumMod val="95000"/>
              </a:schemeClr>
            </a:solidFill>
          </a:ln>
        </p:spPr>
      </p:pic>
      <p:pic>
        <p:nvPicPr>
          <p:cNvPr id="7" name="Graphic 6" descr="Office worker male with solid fill">
            <a:extLst>
              <a:ext uri="{FF2B5EF4-FFF2-40B4-BE49-F238E27FC236}">
                <a16:creationId xmlns:a16="http://schemas.microsoft.com/office/drawing/2014/main" id="{42FF22EF-8864-E13A-4F6E-5004EFAC6BD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79666" y="4527077"/>
            <a:ext cx="1209230" cy="1209230"/>
          </a:xfrm>
          <a:prstGeom prst="rect">
            <a:avLst/>
          </a:prstGeom>
        </p:spPr>
      </p:pic>
      <p:pic>
        <p:nvPicPr>
          <p:cNvPr id="15" name="Graphic 14" descr="Convertible with solid fill">
            <a:extLst>
              <a:ext uri="{FF2B5EF4-FFF2-40B4-BE49-F238E27FC236}">
                <a16:creationId xmlns:a16="http://schemas.microsoft.com/office/drawing/2014/main" id="{E610CF51-05D7-EE0E-AF1E-C4821F67CA9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635689" y="4431278"/>
            <a:ext cx="1400828" cy="1400828"/>
          </a:xfrm>
          <a:prstGeom prst="rect">
            <a:avLst/>
          </a:prstGeom>
        </p:spPr>
      </p:pic>
      <p:pic>
        <p:nvPicPr>
          <p:cNvPr id="17" name="Graphic 16" descr="Gears with solid fill">
            <a:extLst>
              <a:ext uri="{FF2B5EF4-FFF2-40B4-BE49-F238E27FC236}">
                <a16:creationId xmlns:a16="http://schemas.microsoft.com/office/drawing/2014/main" id="{BD4D9258-B65A-AAE7-DC63-0D5CC23B64D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426460" y="4527078"/>
            <a:ext cx="1209229" cy="1209229"/>
          </a:xfrm>
          <a:prstGeom prst="rect">
            <a:avLst/>
          </a:prstGeom>
        </p:spPr>
      </p:pic>
      <p:cxnSp>
        <p:nvCxnSpPr>
          <p:cNvPr id="19" name="Straight Connector 18">
            <a:extLst>
              <a:ext uri="{FF2B5EF4-FFF2-40B4-BE49-F238E27FC236}">
                <a16:creationId xmlns:a16="http://schemas.microsoft.com/office/drawing/2014/main" id="{2DA3EEF2-98FE-C6C3-0B05-BC8B8D3B639F}"/>
              </a:ext>
            </a:extLst>
          </p:cNvPr>
          <p:cNvCxnSpPr/>
          <p:nvPr/>
        </p:nvCxnSpPr>
        <p:spPr>
          <a:xfrm>
            <a:off x="9269260" y="4364239"/>
            <a:ext cx="0" cy="1305029"/>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18F69276-3AEF-9B16-9BC6-6FE55BAFEF3F}"/>
              </a:ext>
            </a:extLst>
          </p:cNvPr>
          <p:cNvCxnSpPr/>
          <p:nvPr/>
        </p:nvCxnSpPr>
        <p:spPr>
          <a:xfrm>
            <a:off x="7530230" y="4364239"/>
            <a:ext cx="0" cy="1305029"/>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954B5D06-3FEF-AC1D-5D44-000E770B77AB}"/>
              </a:ext>
            </a:extLst>
          </p:cNvPr>
          <p:cNvSpPr/>
          <p:nvPr/>
        </p:nvSpPr>
        <p:spPr>
          <a:xfrm>
            <a:off x="6426460" y="4101193"/>
            <a:ext cx="4162436" cy="1645848"/>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38DCB254-5B63-32A1-E97B-1E37352CA286}"/>
              </a:ext>
            </a:extLst>
          </p:cNvPr>
          <p:cNvSpPr txBox="1"/>
          <p:nvPr/>
        </p:nvSpPr>
        <p:spPr>
          <a:xfrm>
            <a:off x="6476568" y="4101192"/>
            <a:ext cx="1031678"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Engine (Hidden)</a:t>
            </a:r>
            <a:endParaRPr kumimoji="0" lang="en-IN"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CF008AD-A2C9-CF43-A857-7A916FBFEDA2}"/>
              </a:ext>
            </a:extLst>
          </p:cNvPr>
          <p:cNvSpPr txBox="1"/>
          <p:nvPr/>
        </p:nvSpPr>
        <p:spPr>
          <a:xfrm>
            <a:off x="8079287" y="4178121"/>
            <a:ext cx="999255"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Car</a:t>
            </a:r>
            <a:endParaRPr kumimoji="0" lang="en-IN"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47F8FAE4-2D0D-4A90-6B85-8BB7EEEBBA1B}"/>
              </a:ext>
            </a:extLst>
          </p:cNvPr>
          <p:cNvSpPr txBox="1"/>
          <p:nvPr/>
        </p:nvSpPr>
        <p:spPr>
          <a:xfrm>
            <a:off x="9732114" y="4178121"/>
            <a:ext cx="999255"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Driver</a:t>
            </a:r>
            <a:endParaRPr kumimoji="0" lang="en-IN"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1A3794A1-4959-79BF-204C-99937A2296E6}"/>
              </a:ext>
            </a:extLst>
          </p:cNvPr>
          <p:cNvSpPr txBox="1"/>
          <p:nvPr/>
        </p:nvSpPr>
        <p:spPr>
          <a:xfrm>
            <a:off x="6575917" y="1310238"/>
            <a:ext cx="832980" cy="27699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(Hidden)</a:t>
            </a:r>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02EBB479-006B-B71F-EDE6-061A67CB0B69}"/>
              </a:ext>
            </a:extLst>
          </p:cNvPr>
          <p:cNvSpPr txBox="1"/>
          <p:nvPr/>
        </p:nvSpPr>
        <p:spPr>
          <a:xfrm>
            <a:off x="355693" y="2488314"/>
            <a:ext cx="4316515" cy="671915"/>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Mostly we use </a:t>
            </a: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abstract classes</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and </a:t>
            </a: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interfaces</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for implementing abstraction.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endParaRPr>
          </a:p>
        </p:txBody>
      </p:sp>
      <p:sp>
        <p:nvSpPr>
          <p:cNvPr id="5" name="Arrow: Right 4">
            <a:extLst>
              <a:ext uri="{FF2B5EF4-FFF2-40B4-BE49-F238E27FC236}">
                <a16:creationId xmlns:a16="http://schemas.microsoft.com/office/drawing/2014/main" id="{7AE51939-147E-E77A-AF50-E09851086D07}"/>
              </a:ext>
            </a:extLst>
          </p:cNvPr>
          <p:cNvSpPr/>
          <p:nvPr/>
        </p:nvSpPr>
        <p:spPr>
          <a:xfrm>
            <a:off x="9237176" y="1892968"/>
            <a:ext cx="291835" cy="368969"/>
          </a:xfrm>
          <a:prstGeom prst="rightArrow">
            <a:avLst/>
          </a:prstGeom>
          <a:solidFill>
            <a:schemeClr val="bg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Arrow: Right 5">
            <a:extLst>
              <a:ext uri="{FF2B5EF4-FFF2-40B4-BE49-F238E27FC236}">
                <a16:creationId xmlns:a16="http://schemas.microsoft.com/office/drawing/2014/main" id="{B0477147-8E31-2315-9195-1C3F8A27B2DB}"/>
              </a:ext>
            </a:extLst>
          </p:cNvPr>
          <p:cNvSpPr/>
          <p:nvPr/>
        </p:nvSpPr>
        <p:spPr>
          <a:xfrm>
            <a:off x="9119551" y="4832268"/>
            <a:ext cx="291835" cy="368969"/>
          </a:xfrm>
          <a:prstGeom prst="rightArrow">
            <a:avLst/>
          </a:prstGeom>
          <a:solidFill>
            <a:schemeClr val="bg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Left Brace 7">
            <a:extLst>
              <a:ext uri="{FF2B5EF4-FFF2-40B4-BE49-F238E27FC236}">
                <a16:creationId xmlns:a16="http://schemas.microsoft.com/office/drawing/2014/main" id="{BF55D094-841D-1B72-A79C-60C6B01AB6A2}"/>
              </a:ext>
            </a:extLst>
          </p:cNvPr>
          <p:cNvSpPr/>
          <p:nvPr/>
        </p:nvSpPr>
        <p:spPr>
          <a:xfrm rot="16200000">
            <a:off x="7835177" y="1615738"/>
            <a:ext cx="85983" cy="3002998"/>
          </a:xfrm>
          <a:prstGeom prst="leftBrace">
            <a:avLst/>
          </a:prstGeom>
        </p:spPr>
        <p:style>
          <a:lnRef idx="1">
            <a:schemeClr val="dk1"/>
          </a:lnRef>
          <a:fillRef idx="0">
            <a:schemeClr val="dk1"/>
          </a:fillRef>
          <a:effectRef idx="0">
            <a:schemeClr val="dk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6465AC91-9B53-3693-1829-723EF135F6B3}"/>
              </a:ext>
            </a:extLst>
          </p:cNvPr>
          <p:cNvSpPr txBox="1"/>
          <p:nvPr/>
        </p:nvSpPr>
        <p:spPr>
          <a:xfrm>
            <a:off x="7338108" y="3146276"/>
            <a:ext cx="1616864" cy="27699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Web application</a:t>
            </a:r>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73025A9F-DC64-CE36-FB8C-3D923B62D130}"/>
              </a:ext>
            </a:extLst>
          </p:cNvPr>
          <p:cNvSpPr txBox="1"/>
          <p:nvPr/>
        </p:nvSpPr>
        <p:spPr>
          <a:xfrm>
            <a:off x="10405730" y="6485478"/>
            <a:ext cx="1786270" cy="307777"/>
          </a:xfrm>
          <a:prstGeom prst="rect">
            <a:avLst/>
          </a:prstGeom>
          <a:noFill/>
        </p:spPr>
        <p:txBody>
          <a:bodyPr wrap="square">
            <a:spAutoFit/>
          </a:bodyPr>
          <a:lstStyle/>
          <a:p>
            <a:r>
              <a:rPr lang="en-US" sz="1400" dirty="0">
                <a:hlinkClick r:id="rId11" action="ppaction://hlinksldjump"/>
              </a:rPr>
              <a:t>back to chapter index</a:t>
            </a:r>
            <a:endParaRPr lang="en-IN" sz="1400" dirty="0"/>
          </a:p>
        </p:txBody>
      </p:sp>
    </p:spTree>
    <p:extLst>
      <p:ext uri="{BB962C8B-B14F-4D97-AF65-F5344CB8AC3E}">
        <p14:creationId xmlns:p14="http://schemas.microsoft.com/office/powerpoint/2010/main" val="100932762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difference between </a:t>
            </a:r>
            <a:r>
              <a:rPr kumimoji="0" lang="en-US" sz="2400" b="1" i="0" u="none" strike="noStrike" kern="1200" cap="none" spc="0" normalizeH="0" baseline="0" noProof="0" dirty="0">
                <a:ln>
                  <a:noFill/>
                </a:ln>
                <a:solidFill>
                  <a:srgbClr val="FFFF00"/>
                </a:solidFill>
                <a:effectLst/>
                <a:uLnTx/>
                <a:uFillTx/>
                <a:ea typeface="+mn-ea"/>
                <a:cs typeface="+mn-cs"/>
              </a:rPr>
              <a:t>abstraction</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encapsulation</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5" name="Content Placeholder 4">
            <a:extLst>
              <a:ext uri="{FF2B5EF4-FFF2-40B4-BE49-F238E27FC236}">
                <a16:creationId xmlns:a16="http://schemas.microsoft.com/office/drawing/2014/main" id="{08C1CD08-7CFB-2941-E053-57D9E727D131}"/>
              </a:ext>
            </a:extLst>
          </p:cNvPr>
          <p:cNvGraphicFramePr>
            <a:graphicFrameLocks noGrp="1"/>
          </p:cNvGraphicFramePr>
          <p:nvPr>
            <p:ph idx="1"/>
          </p:nvPr>
        </p:nvGraphicFramePr>
        <p:xfrm>
          <a:off x="505591" y="1382432"/>
          <a:ext cx="9792157" cy="4008717"/>
        </p:xfrm>
        <a:graphic>
          <a:graphicData uri="http://schemas.openxmlformats.org/drawingml/2006/table">
            <a:tbl>
              <a:tblPr firstRow="1" bandRow="1">
                <a:tableStyleId>{E8B1032C-EA38-4F05-BA0D-38AFFFC7BED3}</a:tableStyleId>
              </a:tblPr>
              <a:tblGrid>
                <a:gridCol w="4857241">
                  <a:extLst>
                    <a:ext uri="{9D8B030D-6E8A-4147-A177-3AD203B41FA5}">
                      <a16:colId xmlns:a16="http://schemas.microsoft.com/office/drawing/2014/main" val="312534454"/>
                    </a:ext>
                  </a:extLst>
                </a:gridCol>
                <a:gridCol w="4934916">
                  <a:extLst>
                    <a:ext uri="{9D8B030D-6E8A-4147-A177-3AD203B41FA5}">
                      <a16:colId xmlns:a16="http://schemas.microsoft.com/office/drawing/2014/main" val="3786215524"/>
                    </a:ext>
                  </a:extLst>
                </a:gridCol>
              </a:tblGrid>
              <a:tr h="790114">
                <a:tc>
                  <a:txBody>
                    <a:bodyPr/>
                    <a:lstStyle/>
                    <a:p>
                      <a:pPr algn="ctr"/>
                      <a:r>
                        <a:rPr lang="en-US" sz="2400" dirty="0"/>
                        <a:t>Abstraction</a:t>
                      </a:r>
                      <a:endParaRPr lang="en-IN" sz="2400" dirty="0"/>
                    </a:p>
                  </a:txBody>
                  <a:tcPr marL="180000" marR="540000" marT="108000" marB="108000" anchor="ctr"/>
                </a:tc>
                <a:tc>
                  <a:txBody>
                    <a:bodyPr/>
                    <a:lstStyle/>
                    <a:p>
                      <a:pPr algn="ctr"/>
                      <a:r>
                        <a:rPr lang="en-IN" sz="2400" dirty="0"/>
                        <a:t>Encapsulation</a:t>
                      </a:r>
                    </a:p>
                  </a:txBody>
                  <a:tcPr marL="180000" marR="540000" marT="108000" marB="108000" anchor="ctr"/>
                </a:tc>
                <a:extLst>
                  <a:ext uri="{0D108BD9-81ED-4DB2-BD59-A6C34878D82A}">
                    <a16:rowId xmlns:a16="http://schemas.microsoft.com/office/drawing/2014/main" val="2733934505"/>
                  </a:ext>
                </a:extLst>
              </a:tr>
              <a:tr h="1252347">
                <a:tc>
                  <a:txBody>
                    <a:bodyPr/>
                    <a:lstStyle/>
                    <a:p>
                      <a:r>
                        <a:rPr lang="en-IN" sz="1800" dirty="0"/>
                        <a:t>1. </a:t>
                      </a:r>
                      <a:r>
                        <a:rPr lang="en-US" sz="1800" b="0" i="0" kern="1200" dirty="0">
                          <a:solidFill>
                            <a:schemeClr val="tx1"/>
                          </a:solidFill>
                          <a:effectLst/>
                          <a:latin typeface="+mn-lt"/>
                          <a:ea typeface="+mn-ea"/>
                          <a:cs typeface="+mn-cs"/>
                        </a:rPr>
                        <a:t>Abstraction means showing only required things and hide the background(complex implementation) details.</a:t>
                      </a:r>
                      <a:endParaRPr lang="en-IN" sz="1800" dirty="0"/>
                    </a:p>
                  </a:txBody>
                  <a:tcPr marL="180000" marR="540000" marT="108000" marB="108000" anchor="ctr"/>
                </a:tc>
                <a:tc>
                  <a:txBody>
                    <a:bodyPr/>
                    <a:lstStyle/>
                    <a:p>
                      <a:r>
                        <a:rPr kumimoji="0" lang="en-US" sz="1800" b="0" i="0" u="none" strike="noStrike" kern="1200" cap="none" spc="0" normalizeH="0" baseline="0" noProof="0" dirty="0">
                          <a:ln>
                            <a:noFill/>
                          </a:ln>
                          <a:solidFill>
                            <a:prstClr val="black"/>
                          </a:solidFill>
                          <a:effectLst/>
                          <a:uLnTx/>
                          <a:uFillTx/>
                          <a:latin typeface="+mn-lt"/>
                          <a:ea typeface="Calibri" panose="020F0502020204030204" pitchFamily="34" charset="0"/>
                          <a:cs typeface="Times New Roman" panose="02020603050405020304" pitchFamily="18" charset="0"/>
                        </a:rPr>
                        <a:t>Encapsulation is the bundling of data(attributes or fields) and functions into a single unit(class).</a:t>
                      </a:r>
                      <a:endParaRPr lang="en-IN" sz="1800" dirty="0"/>
                    </a:p>
                  </a:txBody>
                  <a:tcPr marL="180000" marR="540000" marT="108000" marB="108000" anchor="ctr"/>
                </a:tc>
                <a:extLst>
                  <a:ext uri="{0D108BD9-81ED-4DB2-BD59-A6C34878D82A}">
                    <a16:rowId xmlns:a16="http://schemas.microsoft.com/office/drawing/2014/main" val="2474462777"/>
                  </a:ext>
                </a:extLst>
              </a:tr>
              <a:tr h="1038492">
                <a:tc>
                  <a:txBody>
                    <a:bodyPr/>
                    <a:lstStyle/>
                    <a:p>
                      <a:r>
                        <a:rPr lang="en-IN" sz="1800" dirty="0"/>
                        <a:t>2. It </a:t>
                      </a:r>
                      <a:r>
                        <a:rPr lang="en-US" sz="1800" b="0" i="0" kern="1200" dirty="0">
                          <a:solidFill>
                            <a:schemeClr val="tx1"/>
                          </a:solidFill>
                          <a:effectLst/>
                          <a:latin typeface="+mn-lt"/>
                          <a:ea typeface="+mn-ea"/>
                          <a:cs typeface="+mn-cs"/>
                        </a:rPr>
                        <a:t>simplify complexity by hiding unnecessary details.</a:t>
                      </a:r>
                      <a:endParaRPr lang="en-IN" sz="1800" dirty="0"/>
                    </a:p>
                  </a:txBody>
                  <a:tcPr marL="180000" marR="540000" marT="108000" marB="10800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b="0" i="0" kern="1200" dirty="0">
                          <a:solidFill>
                            <a:schemeClr val="tx1"/>
                          </a:solidFill>
                          <a:effectLst/>
                          <a:latin typeface="+mn-lt"/>
                          <a:ea typeface="+mn-ea"/>
                          <a:cs typeface="+mn-cs"/>
                        </a:rPr>
                        <a:t>It protects the data by restricting its access only via the functions.</a:t>
                      </a:r>
                    </a:p>
                  </a:txBody>
                  <a:tcPr marL="180000" marR="540000" marT="108000" marB="108000" anchor="ctr"/>
                </a:tc>
                <a:extLst>
                  <a:ext uri="{0D108BD9-81ED-4DB2-BD59-A6C34878D82A}">
                    <a16:rowId xmlns:a16="http://schemas.microsoft.com/office/drawing/2014/main" val="2749167246"/>
                  </a:ext>
                </a:extLst>
              </a:tr>
              <a:tr h="927764">
                <a:tc>
                  <a:txBody>
                    <a:bodyPr/>
                    <a:lstStyle/>
                    <a:p>
                      <a:r>
                        <a:rPr lang="en-IN" sz="1800" dirty="0"/>
                        <a:t>3. </a:t>
                      </a:r>
                      <a:r>
                        <a:rPr lang="en-US" sz="1800" b="0" i="0" kern="1200" dirty="0">
                          <a:solidFill>
                            <a:schemeClr val="tx1"/>
                          </a:solidFill>
                          <a:effectLst/>
                          <a:latin typeface="+mn-lt"/>
                          <a:ea typeface="+mn-ea"/>
                          <a:cs typeface="+mn-cs"/>
                        </a:rPr>
                        <a:t>It can be achieved by using </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abstract classes and interfaces.</a:t>
                      </a:r>
                      <a:endParaRPr lang="en-IN" sz="1800" b="0" dirty="0"/>
                    </a:p>
                  </a:txBody>
                  <a:tcPr marL="180000" marR="540000" marT="108000" marB="108000" anchor="ctr"/>
                </a:tc>
                <a:tc>
                  <a:txBody>
                    <a:bodyPr/>
                    <a:lstStyle/>
                    <a:p>
                      <a:r>
                        <a:rPr lang="en-US" sz="1800" b="0" i="0" kern="1200" dirty="0">
                          <a:solidFill>
                            <a:schemeClr val="tx1"/>
                          </a:solidFill>
                          <a:effectLst/>
                          <a:latin typeface="+mn-lt"/>
                          <a:ea typeface="+mn-ea"/>
                          <a:cs typeface="+mn-cs"/>
                        </a:rPr>
                        <a:t>It can be achieved by using access modifier and  getters-setters' methods.</a:t>
                      </a:r>
                      <a:endParaRPr lang="en-IN" sz="1800" dirty="0"/>
                    </a:p>
                  </a:txBody>
                  <a:tcPr marL="180000" marR="540000" marT="108000" marB="108000" anchor="ctr"/>
                </a:tc>
                <a:extLst>
                  <a:ext uri="{0D108BD9-81ED-4DB2-BD59-A6C34878D82A}">
                    <a16:rowId xmlns:a16="http://schemas.microsoft.com/office/drawing/2014/main" val="2040826760"/>
                  </a:ext>
                </a:extLst>
              </a:tr>
            </a:tbl>
          </a:graphicData>
        </a:graphic>
      </p:graphicFrame>
      <p:pic>
        <p:nvPicPr>
          <p:cNvPr id="4" name="Picture 3">
            <a:extLst>
              <a:ext uri="{FF2B5EF4-FFF2-40B4-BE49-F238E27FC236}">
                <a16:creationId xmlns:a16="http://schemas.microsoft.com/office/drawing/2014/main" id="{FFEE4200-1A3F-4602-DFDB-EBD22CD2B35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455952" y="280580"/>
            <a:ext cx="914784" cy="363946"/>
          </a:xfrm>
          <a:prstGeom prst="rect">
            <a:avLst/>
          </a:prstGeom>
        </p:spPr>
      </p:pic>
      <p:sp>
        <p:nvSpPr>
          <p:cNvPr id="6" name="TextBox 5">
            <a:extLst>
              <a:ext uri="{FF2B5EF4-FFF2-40B4-BE49-F238E27FC236}">
                <a16:creationId xmlns:a16="http://schemas.microsoft.com/office/drawing/2014/main" id="{7A16F1AD-347D-02C5-6F51-91C8CBEBB018}"/>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3337004584"/>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50800" y="1333430"/>
            <a:ext cx="8910916" cy="4373505"/>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abstract class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In Java? How to implement it?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When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use abstract class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in real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interfaces</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in Java? How to implement it?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When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use interfaces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in real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are the differences between an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Abstract class </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&amp; an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Interface</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default methods</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 When to use default methods?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Can you create an instance of an Abstract class or an Interface?</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Q. Do abstract class can have Constructors? What is the use of that constructor?</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Q. Do Interface can have a constructor?</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Q. When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use Interface </a:t>
            </a: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and when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Abstract class </a:t>
            </a: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in real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3" action="ppaction://hlinksldjump">
                  <a:extLst>
                    <a:ext uri="{A12FA001-AC4F-418D-AE19-62706E023703}">
                      <ahyp:hlinkClr xmlns:ahyp="http://schemas.microsoft.com/office/drawing/2018/hyperlinkcolor" val="tx"/>
                    </a:ext>
                  </a:extLst>
                </a:hlinkClick>
              </a:rPr>
              <a:t>Q. How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3" action="ppaction://hlinksldjump">
                  <a:extLst>
                    <a:ext uri="{A12FA001-AC4F-418D-AE19-62706E023703}">
                      <ahyp:hlinkClr xmlns:ahyp="http://schemas.microsoft.com/office/drawing/2018/hyperlinkcolor" val="tx"/>
                    </a:ext>
                  </a:extLst>
                </a:hlinkClick>
              </a:rPr>
              <a:t>achieve abstraction</a:t>
            </a:r>
            <a:r>
              <a:rPr kumimoji="0" lang="en-US" sz="1800" b="0" i="0" u="none" strike="noStrike" kern="1200" cap="none" spc="0" normalizeH="0" baseline="0" noProof="0" dirty="0">
                <a:ln>
                  <a:noFill/>
                </a:ln>
                <a:effectLst/>
                <a:uLnTx/>
                <a:uFillTx/>
                <a:latin typeface="Calibri" panose="020F0502020204030204"/>
                <a:ea typeface="+mn-ea"/>
                <a:cs typeface="+mn-cs"/>
                <a:hlinkClick r:id="rId13" action="ppaction://hlinksldjump">
                  <a:extLst>
                    <a:ext uri="{A12FA001-AC4F-418D-AE19-62706E023703}">
                      <ahyp:hlinkClr xmlns:ahyp="http://schemas.microsoft.com/office/drawing/2018/hyperlinkcolor" val="tx"/>
                    </a:ext>
                  </a:extLst>
                </a:hlinkClick>
              </a:rPr>
              <a:t>? Difference btw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3" action="ppaction://hlinksldjump">
                  <a:extLst>
                    <a:ext uri="{A12FA001-AC4F-418D-AE19-62706E023703}">
                      <ahyp:hlinkClr xmlns:ahyp="http://schemas.microsoft.com/office/drawing/2018/hyperlinkcolor" val="tx"/>
                    </a:ext>
                  </a:extLst>
                </a:hlinkClick>
              </a:rPr>
              <a:t>abstraction</a:t>
            </a:r>
            <a:r>
              <a:rPr kumimoji="0" lang="en-US" sz="1800" b="0" i="0" u="none" strike="noStrike" kern="1200" cap="none" spc="0" normalizeH="0" baseline="0" noProof="0" dirty="0">
                <a:ln>
                  <a:noFill/>
                </a:ln>
                <a:effectLst/>
                <a:uLnTx/>
                <a:uFillTx/>
                <a:latin typeface="Calibri" panose="020F0502020204030204"/>
                <a:ea typeface="+mn-ea"/>
                <a:cs typeface="+mn-cs"/>
                <a:hlinkClick r:id="rId13"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3" action="ppaction://hlinksldjump">
                  <a:extLst>
                    <a:ext uri="{A12FA001-AC4F-418D-AE19-62706E023703}">
                      <ahyp:hlinkClr xmlns:ahyp="http://schemas.microsoft.com/office/drawing/2018/hyperlinkcolor" val="tx"/>
                    </a:ext>
                  </a:extLst>
                </a:hlinkClick>
              </a:rPr>
              <a:t>abstract class</a:t>
            </a:r>
            <a:r>
              <a:rPr kumimoji="0" lang="en-US" sz="1800" b="0" i="0" u="none" strike="noStrike" kern="1200" cap="none" spc="0" normalizeH="0" baseline="0" noProof="0" dirty="0">
                <a:ln>
                  <a:noFill/>
                </a:ln>
                <a:effectLst/>
                <a:uLnTx/>
                <a:uFillTx/>
                <a:latin typeface="Calibri" panose="020F0502020204030204"/>
                <a:ea typeface="+mn-ea"/>
                <a:cs typeface="+mn-cs"/>
                <a:hlinkClick r:id="rId13" action="ppaction://hlinksldjump">
                  <a:extLst>
                    <a:ext uri="{A12FA001-AC4F-418D-AE19-62706E023703}">
                      <ahyp:hlinkClr xmlns:ahyp="http://schemas.microsoft.com/office/drawing/2018/hyperlinkcolor" val="tx"/>
                    </a:ext>
                  </a:extLst>
                </a:hlinkClick>
              </a:rPr>
              <a:t>? </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13. Abstract class &amp; Interface</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ED47D98D-4A67-6FAE-40A9-B233E28121C3}"/>
              </a:ext>
            </a:extLst>
          </p:cNvPr>
          <p:cNvPicPr>
            <a:picLocks noChangeAspect="1" noChangeArrowheads="1"/>
          </p:cNvPicPr>
          <p:nvPr/>
        </p:nvPicPr>
        <p:blipFill rotWithShape="1">
          <a:blip r:embed="rId14">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AC0A63AA-F364-F25B-BB10-9E2479C64C84}"/>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6782906" y="2936569"/>
            <a:ext cx="636255" cy="253133"/>
          </a:xfrm>
          <a:prstGeom prst="rect">
            <a:avLst/>
          </a:prstGeom>
        </p:spPr>
      </p:pic>
      <p:pic>
        <p:nvPicPr>
          <p:cNvPr id="5" name="Picture 4">
            <a:extLst>
              <a:ext uri="{FF2B5EF4-FFF2-40B4-BE49-F238E27FC236}">
                <a16:creationId xmlns:a16="http://schemas.microsoft.com/office/drawing/2014/main" id="{7391E52F-9EB2-BC0D-6A15-2D16C54C758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6703771" y="4934703"/>
            <a:ext cx="636255" cy="253133"/>
          </a:xfrm>
          <a:prstGeom prst="rect">
            <a:avLst/>
          </a:prstGeom>
        </p:spPr>
      </p:pic>
      <p:pic>
        <p:nvPicPr>
          <p:cNvPr id="6" name="Picture 5">
            <a:extLst>
              <a:ext uri="{FF2B5EF4-FFF2-40B4-BE49-F238E27FC236}">
                <a16:creationId xmlns:a16="http://schemas.microsoft.com/office/drawing/2014/main" id="{B850FEC5-48CB-4CFB-7002-5ECD6C10F1A8}"/>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4897871" y="1736055"/>
            <a:ext cx="636255" cy="253133"/>
          </a:xfrm>
          <a:prstGeom prst="rect">
            <a:avLst/>
          </a:prstGeom>
        </p:spPr>
      </p:pic>
      <p:pic>
        <p:nvPicPr>
          <p:cNvPr id="10" name="Picture 9">
            <a:extLst>
              <a:ext uri="{FF2B5EF4-FFF2-40B4-BE49-F238E27FC236}">
                <a16:creationId xmlns:a16="http://schemas.microsoft.com/office/drawing/2014/main" id="{8B46314F-44A6-E2EE-F3B7-8CA9C6C6C024}"/>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4579743" y="2558757"/>
            <a:ext cx="636255" cy="253133"/>
          </a:xfrm>
          <a:prstGeom prst="rect">
            <a:avLst/>
          </a:prstGeom>
        </p:spPr>
      </p:pic>
      <p:sp>
        <p:nvSpPr>
          <p:cNvPr id="11" name="TextBox 10">
            <a:extLst>
              <a:ext uri="{FF2B5EF4-FFF2-40B4-BE49-F238E27FC236}">
                <a16:creationId xmlns:a16="http://schemas.microsoft.com/office/drawing/2014/main" id="{D2E3101A-DEF0-1317-650C-52B18797D008}"/>
              </a:ext>
            </a:extLst>
          </p:cNvPr>
          <p:cNvSpPr txBox="1"/>
          <p:nvPr/>
        </p:nvSpPr>
        <p:spPr>
          <a:xfrm>
            <a:off x="10342731" y="6373174"/>
            <a:ext cx="1972639" cy="307777"/>
          </a:xfrm>
          <a:prstGeom prst="rect">
            <a:avLst/>
          </a:prstGeom>
          <a:noFill/>
        </p:spPr>
        <p:txBody>
          <a:bodyPr wrap="square">
            <a:spAutoFit/>
          </a:bodyPr>
          <a:lstStyle/>
          <a:p>
            <a:r>
              <a:rPr lang="en-US" sz="1400" dirty="0">
                <a:hlinkClick r:id="rId16" action="ppaction://hlinksldjump"/>
              </a:rPr>
              <a:t>Back to main index</a:t>
            </a:r>
            <a:endParaRPr lang="en-IN" sz="1400" dirty="0"/>
          </a:p>
        </p:txBody>
      </p:sp>
    </p:spTree>
    <p:extLst>
      <p:ext uri="{BB962C8B-B14F-4D97-AF65-F5344CB8AC3E}">
        <p14:creationId xmlns:p14="http://schemas.microsoft.com/office/powerpoint/2010/main" val="1924654328"/>
      </p:ext>
    </p:extLst>
  </p:cSld>
  <p:clrMapOvr>
    <a:overrideClrMapping bg1="dk1" tx1="lt1" bg2="dk2" tx2="lt2" accent1="accent1" accent2="accent2" accent3="accent3" accent4="accent4" accent5="accent5" accent6="accent6" hlink="hlink" folHlink="folHlink"/>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t>
            </a:r>
            <a:r>
              <a:rPr lang="en-US" sz="2400" b="1" dirty="0">
                <a:solidFill>
                  <a:schemeClr val="bg1"/>
                </a:solidFill>
                <a:ea typeface="+mn-ea"/>
                <a:cs typeface="+mn-cs"/>
              </a:rPr>
              <a:t>is</a:t>
            </a:r>
            <a:r>
              <a:rPr kumimoji="0" lang="en-US" sz="2400" b="1" i="0" u="none" strike="noStrike" kern="1200" cap="none" spc="0" normalizeH="0" baseline="0" noProof="0" dirty="0">
                <a:ln>
                  <a:noFill/>
                </a:ln>
                <a:solidFill>
                  <a:schemeClr val="bg1"/>
                </a:solidFill>
                <a:effectLst/>
                <a:uLnTx/>
                <a:uFillTx/>
                <a:ea typeface="+mn-ea"/>
                <a:cs typeface="+mn-cs"/>
              </a:rPr>
              <a:t> </a:t>
            </a:r>
            <a:r>
              <a:rPr kumimoji="0" lang="en-US" sz="2400" b="1" i="0" u="none" strike="noStrike" kern="1200" cap="none" spc="0" normalizeH="0" baseline="0" noProof="0" dirty="0">
                <a:ln>
                  <a:noFill/>
                </a:ln>
                <a:solidFill>
                  <a:srgbClr val="FFFF00"/>
                </a:solidFill>
                <a:effectLst/>
                <a:uLnTx/>
                <a:uFillTx/>
                <a:ea typeface="+mn-ea"/>
                <a:cs typeface="+mn-cs"/>
              </a:rPr>
              <a:t>abstract class</a:t>
            </a:r>
            <a:r>
              <a:rPr kumimoji="0" lang="en-US" sz="2400" b="1" i="0" u="none" strike="noStrike" kern="1200" cap="none" spc="0" normalizeH="0" baseline="0" noProof="0" dirty="0">
                <a:ln>
                  <a:noFill/>
                </a:ln>
                <a:solidFill>
                  <a:schemeClr val="bg1"/>
                </a:solidFill>
                <a:effectLst/>
                <a:uLnTx/>
                <a:uFillTx/>
                <a:ea typeface="+mn-ea"/>
                <a:cs typeface="+mn-cs"/>
              </a:rPr>
              <a:t> In Java? How to implement it?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30" name="TextBox 29">
            <a:extLst>
              <a:ext uri="{FF2B5EF4-FFF2-40B4-BE49-F238E27FC236}">
                <a16:creationId xmlns:a16="http://schemas.microsoft.com/office/drawing/2014/main" id="{F4995777-7712-7E63-2D00-C41033BBDD54}"/>
              </a:ext>
            </a:extLst>
          </p:cNvPr>
          <p:cNvSpPr txBox="1"/>
          <p:nvPr/>
        </p:nvSpPr>
        <p:spPr>
          <a:xfrm>
            <a:off x="377845" y="1103944"/>
            <a:ext cx="4896403" cy="1714893"/>
          </a:xfrm>
          <a:prstGeom prst="rect">
            <a:avLst/>
          </a:prstGeom>
          <a:noFill/>
        </p:spPr>
        <p:txBody>
          <a:bodyPr wrap="square">
            <a:spAutoFit/>
          </a:bodyPr>
          <a:lstStyle/>
          <a:p>
            <a:pPr marL="342900" marR="91440" lvl="0" indent="-34290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Abstract classes contain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both abstract and concrete methods</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and abstract class object creation is not possible.</a:t>
            </a:r>
          </a:p>
          <a:p>
            <a:pPr marL="342900" marR="91440" lvl="0" indent="-34290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Abstract methods of abstract class must be implemented by child class.</a:t>
            </a:r>
          </a:p>
        </p:txBody>
      </p:sp>
      <p:graphicFrame>
        <p:nvGraphicFramePr>
          <p:cNvPr id="32" name="Table 31">
            <a:extLst>
              <a:ext uri="{FF2B5EF4-FFF2-40B4-BE49-F238E27FC236}">
                <a16:creationId xmlns:a16="http://schemas.microsoft.com/office/drawing/2014/main" id="{3D076D27-86E3-090F-721E-491B31A499BE}"/>
              </a:ext>
            </a:extLst>
          </p:cNvPr>
          <p:cNvGraphicFramePr>
            <a:graphicFrameLocks noGrp="1"/>
          </p:cNvGraphicFramePr>
          <p:nvPr/>
        </p:nvGraphicFramePr>
        <p:xfrm>
          <a:off x="633088" y="3167298"/>
          <a:ext cx="3017586" cy="1478102"/>
        </p:xfrm>
        <a:graphic>
          <a:graphicData uri="http://schemas.openxmlformats.org/drawingml/2006/table">
            <a:tbl>
              <a:tblPr firstRow="1" bandRow="1">
                <a:tableStyleId>{21E4AEA4-8DFA-4A89-87EB-49C32662AFE0}</a:tableStyleId>
              </a:tblPr>
              <a:tblGrid>
                <a:gridCol w="3017586">
                  <a:extLst>
                    <a:ext uri="{9D8B030D-6E8A-4147-A177-3AD203B41FA5}">
                      <a16:colId xmlns:a16="http://schemas.microsoft.com/office/drawing/2014/main" val="1296090695"/>
                    </a:ext>
                  </a:extLst>
                </a:gridCol>
              </a:tblGrid>
              <a:tr h="550338">
                <a:tc>
                  <a:txBody>
                    <a:bodyPr/>
                    <a:lstStyle/>
                    <a:p>
                      <a:pPr algn="ctr"/>
                      <a:r>
                        <a:rPr lang="en-US" dirty="0"/>
                        <a:t>abstract class University</a:t>
                      </a:r>
                      <a:endParaRPr lang="en-IN" dirty="0"/>
                    </a:p>
                  </a:txBody>
                  <a:tcPr anchor="ctr"/>
                </a:tc>
                <a:extLst>
                  <a:ext uri="{0D108BD9-81ED-4DB2-BD59-A6C34878D82A}">
                    <a16:rowId xmlns:a16="http://schemas.microsoft.com/office/drawing/2014/main" val="1306852694"/>
                  </a:ext>
                </a:extLst>
              </a:tr>
              <a:tr h="463882">
                <a:tc>
                  <a:txBody>
                    <a:bodyPr/>
                    <a:lstStyle/>
                    <a:p>
                      <a:pPr algn="l"/>
                      <a:r>
                        <a:rPr lang="en-US" dirty="0"/>
                        <a:t>courses() {P, C, M}</a:t>
                      </a:r>
                      <a:endParaRPr lang="en-IN" dirty="0"/>
                    </a:p>
                  </a:txBody>
                  <a:tcPr anchor="ctr"/>
                </a:tc>
                <a:extLst>
                  <a:ext uri="{0D108BD9-81ED-4DB2-BD59-A6C34878D82A}">
                    <a16:rowId xmlns:a16="http://schemas.microsoft.com/office/drawing/2014/main" val="3794781401"/>
                  </a:ext>
                </a:extLst>
              </a:tr>
              <a:tr h="463882">
                <a:tc>
                  <a:txBody>
                    <a:bodyPr/>
                    <a:lstStyle/>
                    <a:p>
                      <a:r>
                        <a:rPr lang="en-IN" sz="1800" b="0" kern="1200" dirty="0">
                          <a:solidFill>
                            <a:schemeClr val="dk1"/>
                          </a:solidFill>
                          <a:effectLst/>
                          <a:latin typeface="+mn-lt"/>
                          <a:ea typeface="+mn-ea"/>
                          <a:cs typeface="+mn-cs"/>
                        </a:rPr>
                        <a:t>abstract sports();</a:t>
                      </a:r>
                    </a:p>
                  </a:txBody>
                  <a:tcPr anchor="ctr"/>
                </a:tc>
                <a:extLst>
                  <a:ext uri="{0D108BD9-81ED-4DB2-BD59-A6C34878D82A}">
                    <a16:rowId xmlns:a16="http://schemas.microsoft.com/office/drawing/2014/main" val="1697134807"/>
                  </a:ext>
                </a:extLst>
              </a:tr>
            </a:tbl>
          </a:graphicData>
        </a:graphic>
      </p:graphicFrame>
      <p:graphicFrame>
        <p:nvGraphicFramePr>
          <p:cNvPr id="33" name="Table 32">
            <a:extLst>
              <a:ext uri="{FF2B5EF4-FFF2-40B4-BE49-F238E27FC236}">
                <a16:creationId xmlns:a16="http://schemas.microsoft.com/office/drawing/2014/main" id="{8F6BDB70-4717-8322-232E-22CD71C464D5}"/>
              </a:ext>
            </a:extLst>
          </p:cNvPr>
          <p:cNvGraphicFramePr>
            <a:graphicFrameLocks noGrp="1"/>
          </p:cNvGraphicFramePr>
          <p:nvPr/>
        </p:nvGraphicFramePr>
        <p:xfrm>
          <a:off x="633088" y="5237291"/>
          <a:ext cx="3017586" cy="1043299"/>
        </p:xfrm>
        <a:graphic>
          <a:graphicData uri="http://schemas.openxmlformats.org/drawingml/2006/table">
            <a:tbl>
              <a:tblPr firstRow="1" bandRow="1">
                <a:tableStyleId>{93296810-A885-4BE3-A3E7-6D5BEEA58F35}</a:tableStyleId>
              </a:tblPr>
              <a:tblGrid>
                <a:gridCol w="3017586">
                  <a:extLst>
                    <a:ext uri="{9D8B030D-6E8A-4147-A177-3AD203B41FA5}">
                      <a16:colId xmlns:a16="http://schemas.microsoft.com/office/drawing/2014/main" val="1296090695"/>
                    </a:ext>
                  </a:extLst>
                </a:gridCol>
              </a:tblGrid>
              <a:tr h="608495">
                <a:tc>
                  <a:txBody>
                    <a:bodyPr/>
                    <a:lstStyle/>
                    <a:p>
                      <a:pPr algn="ctr"/>
                      <a:r>
                        <a:rPr lang="en-US" dirty="0"/>
                        <a:t>class College</a:t>
                      </a:r>
                      <a:endParaRPr lang="en-IN" dirty="0"/>
                    </a:p>
                  </a:txBody>
                  <a:tcPr anchor="ctr"/>
                </a:tc>
                <a:extLst>
                  <a:ext uri="{0D108BD9-81ED-4DB2-BD59-A6C34878D82A}">
                    <a16:rowId xmlns:a16="http://schemas.microsoft.com/office/drawing/2014/main" val="1306852694"/>
                  </a:ext>
                </a:extLst>
              </a:tr>
              <a:tr h="4348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sports() {football}</a:t>
                      </a:r>
                      <a:endParaRPr lang="en-IN" dirty="0"/>
                    </a:p>
                  </a:txBody>
                  <a:tcPr anchor="ctr"/>
                </a:tc>
                <a:extLst>
                  <a:ext uri="{0D108BD9-81ED-4DB2-BD59-A6C34878D82A}">
                    <a16:rowId xmlns:a16="http://schemas.microsoft.com/office/drawing/2014/main" val="2246924525"/>
                  </a:ext>
                </a:extLst>
              </a:tr>
            </a:tbl>
          </a:graphicData>
        </a:graphic>
      </p:graphicFrame>
      <p:sp>
        <p:nvSpPr>
          <p:cNvPr id="34" name="Arrow: Down 33">
            <a:extLst>
              <a:ext uri="{FF2B5EF4-FFF2-40B4-BE49-F238E27FC236}">
                <a16:creationId xmlns:a16="http://schemas.microsoft.com/office/drawing/2014/main" id="{182CB658-CE20-F035-3224-2742CCE460FE}"/>
              </a:ext>
            </a:extLst>
          </p:cNvPr>
          <p:cNvSpPr/>
          <p:nvPr/>
        </p:nvSpPr>
        <p:spPr>
          <a:xfrm>
            <a:off x="1804459" y="4734632"/>
            <a:ext cx="553615" cy="440041"/>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Rectangle 34">
            <a:extLst>
              <a:ext uri="{FF2B5EF4-FFF2-40B4-BE49-F238E27FC236}">
                <a16:creationId xmlns:a16="http://schemas.microsoft.com/office/drawing/2014/main" id="{A0F745B5-5E88-12F6-02E9-B1EA62FD73C5}"/>
              </a:ext>
            </a:extLst>
          </p:cNvPr>
          <p:cNvSpPr/>
          <p:nvPr/>
        </p:nvSpPr>
        <p:spPr>
          <a:xfrm>
            <a:off x="3773243" y="4275379"/>
            <a:ext cx="1646480" cy="430237"/>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0000"/>
                </a:solidFill>
                <a:effectLst/>
                <a:uLnTx/>
                <a:uFillTx/>
                <a:latin typeface="Calibri" panose="020F0502020204030204"/>
                <a:ea typeface="+mn-ea"/>
                <a:cs typeface="+mn-cs"/>
              </a:rPr>
              <a:t>Abstract method</a:t>
            </a:r>
          </a:p>
        </p:txBody>
      </p:sp>
      <p:sp>
        <p:nvSpPr>
          <p:cNvPr id="36" name="Rectangle 35">
            <a:extLst>
              <a:ext uri="{FF2B5EF4-FFF2-40B4-BE49-F238E27FC236}">
                <a16:creationId xmlns:a16="http://schemas.microsoft.com/office/drawing/2014/main" id="{C5DE59EA-2C4C-F929-B603-EE97652F137E}"/>
              </a:ext>
            </a:extLst>
          </p:cNvPr>
          <p:cNvSpPr/>
          <p:nvPr/>
        </p:nvSpPr>
        <p:spPr>
          <a:xfrm>
            <a:off x="3762415" y="3734382"/>
            <a:ext cx="1646480" cy="430237"/>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0000"/>
                </a:solidFill>
                <a:effectLst/>
                <a:uLnTx/>
                <a:uFillTx/>
                <a:latin typeface="Calibri" panose="020F0502020204030204"/>
                <a:ea typeface="+mn-ea"/>
                <a:cs typeface="+mn-cs"/>
              </a:rPr>
              <a:t>Concrete method</a:t>
            </a:r>
          </a:p>
        </p:txBody>
      </p:sp>
      <p:cxnSp>
        <p:nvCxnSpPr>
          <p:cNvPr id="37" name="Straight Arrow Connector 36">
            <a:extLst>
              <a:ext uri="{FF2B5EF4-FFF2-40B4-BE49-F238E27FC236}">
                <a16:creationId xmlns:a16="http://schemas.microsoft.com/office/drawing/2014/main" id="{6B6CECA0-70A6-F3D3-89C1-444EC6BAEBB5}"/>
              </a:ext>
            </a:extLst>
          </p:cNvPr>
          <p:cNvCxnSpPr>
            <a:cxnSpLocks/>
          </p:cNvCxnSpPr>
          <p:nvPr/>
        </p:nvCxnSpPr>
        <p:spPr>
          <a:xfrm>
            <a:off x="2899480" y="4495804"/>
            <a:ext cx="815398"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A55DB0FA-55E8-5ADA-EE01-CC0E080DA40A}"/>
              </a:ext>
            </a:extLst>
          </p:cNvPr>
          <p:cNvCxnSpPr>
            <a:cxnSpLocks/>
          </p:cNvCxnSpPr>
          <p:nvPr/>
        </p:nvCxnSpPr>
        <p:spPr>
          <a:xfrm>
            <a:off x="2899480" y="4005392"/>
            <a:ext cx="795271" cy="2414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381064F6-8803-9ED0-152E-ABE9E5E618CD}"/>
              </a:ext>
            </a:extLst>
          </p:cNvPr>
          <p:cNvSpPr txBox="1"/>
          <p:nvPr/>
        </p:nvSpPr>
        <p:spPr>
          <a:xfrm>
            <a:off x="2358074" y="4756160"/>
            <a:ext cx="1237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extends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8" name="Picture 7">
            <a:extLst>
              <a:ext uri="{FF2B5EF4-FFF2-40B4-BE49-F238E27FC236}">
                <a16:creationId xmlns:a16="http://schemas.microsoft.com/office/drawing/2014/main" id="{A236D25A-F627-3E93-67B3-20612621C71B}"/>
              </a:ext>
            </a:extLst>
          </p:cNvPr>
          <p:cNvPicPr>
            <a:picLocks noChangeAspect="1"/>
          </p:cNvPicPr>
          <p:nvPr/>
        </p:nvPicPr>
        <p:blipFill>
          <a:blip r:embed="rId4"/>
          <a:stretch>
            <a:fillRect/>
          </a:stretch>
        </p:blipFill>
        <p:spPr>
          <a:xfrm>
            <a:off x="6729502" y="964599"/>
            <a:ext cx="4718085" cy="4148203"/>
          </a:xfrm>
          <a:prstGeom prst="rect">
            <a:avLst/>
          </a:prstGeom>
        </p:spPr>
      </p:pic>
      <p:pic>
        <p:nvPicPr>
          <p:cNvPr id="11" name="Picture 10">
            <a:extLst>
              <a:ext uri="{FF2B5EF4-FFF2-40B4-BE49-F238E27FC236}">
                <a16:creationId xmlns:a16="http://schemas.microsoft.com/office/drawing/2014/main" id="{D0BEEF07-B1BE-96B8-9C06-25A25DE50B9A}"/>
              </a:ext>
            </a:extLst>
          </p:cNvPr>
          <p:cNvPicPr>
            <a:picLocks noChangeAspect="1"/>
          </p:cNvPicPr>
          <p:nvPr/>
        </p:nvPicPr>
        <p:blipFill>
          <a:blip r:embed="rId5"/>
          <a:stretch>
            <a:fillRect/>
          </a:stretch>
        </p:blipFill>
        <p:spPr>
          <a:xfrm>
            <a:off x="6729502" y="5174673"/>
            <a:ext cx="4718085" cy="1607904"/>
          </a:xfrm>
          <a:prstGeom prst="rect">
            <a:avLst/>
          </a:prstGeom>
        </p:spPr>
      </p:pic>
      <p:sp>
        <p:nvSpPr>
          <p:cNvPr id="4" name="TextBox 3">
            <a:extLst>
              <a:ext uri="{FF2B5EF4-FFF2-40B4-BE49-F238E27FC236}">
                <a16:creationId xmlns:a16="http://schemas.microsoft.com/office/drawing/2014/main" id="{72C766F4-486B-18FF-E52A-1D5C1D7D92A4}"/>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3886200754"/>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13" name="Rectangle: Rounded Corners 12">
            <a:extLst>
              <a:ext uri="{FF2B5EF4-FFF2-40B4-BE49-F238E27FC236}">
                <a16:creationId xmlns:a16="http://schemas.microsoft.com/office/drawing/2014/main" id="{2C49084C-E114-194C-F119-E8BC8FFD9724}"/>
              </a:ext>
            </a:extLst>
          </p:cNvPr>
          <p:cNvSpPr/>
          <p:nvPr/>
        </p:nvSpPr>
        <p:spPr>
          <a:xfrm>
            <a:off x="5228823" y="1000912"/>
            <a:ext cx="6735650" cy="5721860"/>
          </a:xfrm>
          <a:prstGeom prst="roundRect">
            <a:avLst/>
          </a:prstGeom>
          <a:solidFill>
            <a:srgbClr val="FBFBFB"/>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Education Management System</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When to </a:t>
            </a:r>
            <a:r>
              <a:rPr kumimoji="0" lang="en-US" sz="2400" b="1" i="0" u="none" strike="noStrike" kern="1200" cap="none" spc="0" normalizeH="0" baseline="0" noProof="0" dirty="0">
                <a:ln>
                  <a:noFill/>
                </a:ln>
                <a:solidFill>
                  <a:srgbClr val="FFFF00"/>
                </a:solidFill>
                <a:effectLst/>
                <a:uLnTx/>
                <a:uFillTx/>
                <a:ea typeface="+mn-ea"/>
                <a:cs typeface="+mn-cs"/>
              </a:rPr>
              <a:t>use abstract class</a:t>
            </a:r>
            <a:r>
              <a:rPr kumimoji="0" lang="en-US" sz="2400" b="1" i="0" u="none" strike="noStrike" kern="1200" cap="none" spc="0" normalizeH="0" baseline="0" noProof="0" dirty="0">
                <a:ln>
                  <a:noFill/>
                </a:ln>
                <a:solidFill>
                  <a:schemeClr val="bg1"/>
                </a:solidFill>
                <a:effectLst/>
                <a:uLnTx/>
                <a:uFillTx/>
                <a:ea typeface="+mn-ea"/>
                <a:cs typeface="+mn-cs"/>
              </a:rPr>
              <a:t> in real applications?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Table 3">
            <a:extLst>
              <a:ext uri="{FF2B5EF4-FFF2-40B4-BE49-F238E27FC236}">
                <a16:creationId xmlns:a16="http://schemas.microsoft.com/office/drawing/2014/main" id="{0E5DE8E9-BF8B-B048-29D3-32537816A116}"/>
              </a:ext>
            </a:extLst>
          </p:cNvPr>
          <p:cNvGraphicFramePr>
            <a:graphicFrameLocks noGrp="1"/>
          </p:cNvGraphicFramePr>
          <p:nvPr/>
        </p:nvGraphicFramePr>
        <p:xfrm>
          <a:off x="7131206" y="1860767"/>
          <a:ext cx="2633126" cy="1180970"/>
        </p:xfrm>
        <a:graphic>
          <a:graphicData uri="http://schemas.openxmlformats.org/drawingml/2006/table">
            <a:tbl>
              <a:tblPr firstRow="1" bandRow="1">
                <a:tableStyleId>{21E4AEA4-8DFA-4A89-87EB-49C32662AFE0}</a:tableStyleId>
              </a:tblPr>
              <a:tblGrid>
                <a:gridCol w="2633126">
                  <a:extLst>
                    <a:ext uri="{9D8B030D-6E8A-4147-A177-3AD203B41FA5}">
                      <a16:colId xmlns:a16="http://schemas.microsoft.com/office/drawing/2014/main" val="1296090695"/>
                    </a:ext>
                  </a:extLst>
                </a:gridCol>
              </a:tblGrid>
              <a:tr h="439708">
                <a:tc>
                  <a:txBody>
                    <a:bodyPr/>
                    <a:lstStyle/>
                    <a:p>
                      <a:pPr algn="ctr"/>
                      <a:r>
                        <a:rPr lang="en-US" dirty="0"/>
                        <a:t>abstract class University</a:t>
                      </a:r>
                      <a:endParaRPr lang="en-IN" dirty="0"/>
                    </a:p>
                  </a:txBody>
                  <a:tcPr anchor="ctr"/>
                </a:tc>
                <a:extLst>
                  <a:ext uri="{0D108BD9-81ED-4DB2-BD59-A6C34878D82A}">
                    <a16:rowId xmlns:a16="http://schemas.microsoft.com/office/drawing/2014/main" val="1306852694"/>
                  </a:ext>
                </a:extLst>
              </a:tr>
              <a:tr h="370631">
                <a:tc>
                  <a:txBody>
                    <a:bodyPr/>
                    <a:lstStyle/>
                    <a:p>
                      <a:pPr algn="l"/>
                      <a:r>
                        <a:rPr lang="en-US" dirty="0"/>
                        <a:t>courses() {P, C, M}</a:t>
                      </a:r>
                      <a:endParaRPr lang="en-IN" dirty="0"/>
                    </a:p>
                  </a:txBody>
                  <a:tcPr anchor="ctr"/>
                </a:tc>
                <a:extLst>
                  <a:ext uri="{0D108BD9-81ED-4DB2-BD59-A6C34878D82A}">
                    <a16:rowId xmlns:a16="http://schemas.microsoft.com/office/drawing/2014/main" val="3794781401"/>
                  </a:ext>
                </a:extLst>
              </a:tr>
              <a:tr h="370631">
                <a:tc>
                  <a:txBody>
                    <a:bodyPr/>
                    <a:lstStyle/>
                    <a:p>
                      <a:r>
                        <a:rPr lang="en-IN" sz="1800" b="0" kern="1200" dirty="0">
                          <a:solidFill>
                            <a:schemeClr val="dk1"/>
                          </a:solidFill>
                          <a:effectLst/>
                          <a:latin typeface="+mn-lt"/>
                          <a:ea typeface="+mn-ea"/>
                          <a:cs typeface="+mn-cs"/>
                        </a:rPr>
                        <a:t>abstract sports();</a:t>
                      </a:r>
                    </a:p>
                  </a:txBody>
                  <a:tcPr anchor="ctr"/>
                </a:tc>
                <a:extLst>
                  <a:ext uri="{0D108BD9-81ED-4DB2-BD59-A6C34878D82A}">
                    <a16:rowId xmlns:a16="http://schemas.microsoft.com/office/drawing/2014/main" val="1697134807"/>
                  </a:ext>
                </a:extLst>
              </a:tr>
            </a:tbl>
          </a:graphicData>
        </a:graphic>
      </p:graphicFrame>
      <p:graphicFrame>
        <p:nvGraphicFramePr>
          <p:cNvPr id="5" name="Table 4">
            <a:extLst>
              <a:ext uri="{FF2B5EF4-FFF2-40B4-BE49-F238E27FC236}">
                <a16:creationId xmlns:a16="http://schemas.microsoft.com/office/drawing/2014/main" id="{65CD21CB-71AB-2247-1C3D-CF8EF6BB756D}"/>
              </a:ext>
            </a:extLst>
          </p:cNvPr>
          <p:cNvGraphicFramePr>
            <a:graphicFrameLocks noGrp="1"/>
          </p:cNvGraphicFramePr>
          <p:nvPr/>
        </p:nvGraphicFramePr>
        <p:xfrm>
          <a:off x="5725261" y="3581902"/>
          <a:ext cx="2355199" cy="1580437"/>
        </p:xfrm>
        <a:graphic>
          <a:graphicData uri="http://schemas.openxmlformats.org/drawingml/2006/table">
            <a:tbl>
              <a:tblPr firstRow="1" bandRow="1">
                <a:tableStyleId>{93296810-A885-4BE3-A3E7-6D5BEEA58F35}</a:tableStyleId>
              </a:tblPr>
              <a:tblGrid>
                <a:gridCol w="2355199">
                  <a:extLst>
                    <a:ext uri="{9D8B030D-6E8A-4147-A177-3AD203B41FA5}">
                      <a16:colId xmlns:a16="http://schemas.microsoft.com/office/drawing/2014/main" val="1296090695"/>
                    </a:ext>
                  </a:extLst>
                </a:gridCol>
              </a:tblGrid>
              <a:tr h="483157">
                <a:tc>
                  <a:txBody>
                    <a:bodyPr/>
                    <a:lstStyle/>
                    <a:p>
                      <a:pPr algn="ctr"/>
                      <a:r>
                        <a:rPr lang="en-US" dirty="0"/>
                        <a:t>class </a:t>
                      </a:r>
                      <a:r>
                        <a:rPr lang="en-US" dirty="0" err="1"/>
                        <a:t>DegreeCollege</a:t>
                      </a:r>
                      <a:endParaRPr lang="en-IN" dirty="0"/>
                    </a:p>
                  </a:txBody>
                  <a:tcPr anchor="ctr"/>
                </a:tc>
                <a:extLst>
                  <a:ext uri="{0D108BD9-81ED-4DB2-BD59-A6C34878D82A}">
                    <a16:rowId xmlns:a16="http://schemas.microsoft.com/office/drawing/2014/main" val="1306852694"/>
                  </a:ext>
                </a:extLst>
              </a:tr>
              <a:tr h="342126">
                <a:tc>
                  <a:txBody>
                    <a:bodyPr/>
                    <a:lstStyle/>
                    <a:p>
                      <a:r>
                        <a:rPr lang="en-US" dirty="0">
                          <a:solidFill>
                            <a:schemeClr val="tx1"/>
                          </a:solidFill>
                        </a:rPr>
                        <a:t>name (field)</a:t>
                      </a:r>
                      <a:endParaRPr lang="en-IN" dirty="0">
                        <a:solidFill>
                          <a:schemeClr val="tx1"/>
                        </a:solidFill>
                      </a:endParaRPr>
                    </a:p>
                  </a:txBody>
                  <a:tcPr anchor="ctr"/>
                </a:tc>
                <a:extLst>
                  <a:ext uri="{0D108BD9-81ED-4DB2-BD59-A6C34878D82A}">
                    <a16:rowId xmlns:a16="http://schemas.microsoft.com/office/drawing/2014/main" val="3794781401"/>
                  </a:ext>
                </a:extLst>
              </a:tr>
              <a:tr h="34212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schemeClr val="bg1">
                              <a:lumMod val="50000"/>
                            </a:schemeClr>
                          </a:solidFill>
                        </a:rPr>
                        <a:t>courses() {P, C, M}</a:t>
                      </a:r>
                      <a:endParaRPr lang="en-IN" dirty="0">
                        <a:solidFill>
                          <a:schemeClr val="bg1">
                            <a:lumMod val="50000"/>
                          </a:schemeClr>
                        </a:solidFill>
                      </a:endParaRPr>
                    </a:p>
                  </a:txBody>
                  <a:tcPr anchor="ctr"/>
                </a:tc>
                <a:extLst>
                  <a:ext uri="{0D108BD9-81ED-4DB2-BD59-A6C34878D82A}">
                    <a16:rowId xmlns:a16="http://schemas.microsoft.com/office/drawing/2014/main" val="522486143"/>
                  </a:ext>
                </a:extLst>
              </a:tr>
              <a:tr h="34212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sports() {football}</a:t>
                      </a:r>
                      <a:endParaRPr lang="en-IN" dirty="0"/>
                    </a:p>
                  </a:txBody>
                  <a:tcPr anchor="ctr"/>
                </a:tc>
                <a:extLst>
                  <a:ext uri="{0D108BD9-81ED-4DB2-BD59-A6C34878D82A}">
                    <a16:rowId xmlns:a16="http://schemas.microsoft.com/office/drawing/2014/main" val="2246924525"/>
                  </a:ext>
                </a:extLst>
              </a:tr>
            </a:tbl>
          </a:graphicData>
        </a:graphic>
      </p:graphicFrame>
      <p:graphicFrame>
        <p:nvGraphicFramePr>
          <p:cNvPr id="7" name="Table 6">
            <a:extLst>
              <a:ext uri="{FF2B5EF4-FFF2-40B4-BE49-F238E27FC236}">
                <a16:creationId xmlns:a16="http://schemas.microsoft.com/office/drawing/2014/main" id="{1059AD8B-116E-0569-472D-E53D9D513C5B}"/>
              </a:ext>
            </a:extLst>
          </p:cNvPr>
          <p:cNvGraphicFramePr>
            <a:graphicFrameLocks noGrp="1"/>
          </p:cNvGraphicFramePr>
          <p:nvPr/>
        </p:nvGraphicFramePr>
        <p:xfrm>
          <a:off x="9075325" y="3581901"/>
          <a:ext cx="2355199" cy="1536120"/>
        </p:xfrm>
        <a:graphic>
          <a:graphicData uri="http://schemas.openxmlformats.org/drawingml/2006/table">
            <a:tbl>
              <a:tblPr firstRow="1" bandRow="1">
                <a:tableStyleId>{5C22544A-7EE6-4342-B048-85BDC9FD1C3A}</a:tableStyleId>
              </a:tblPr>
              <a:tblGrid>
                <a:gridCol w="2355199">
                  <a:extLst>
                    <a:ext uri="{9D8B030D-6E8A-4147-A177-3AD203B41FA5}">
                      <a16:colId xmlns:a16="http://schemas.microsoft.com/office/drawing/2014/main" val="1296090695"/>
                    </a:ext>
                  </a:extLst>
                </a:gridCol>
              </a:tblGrid>
              <a:tr h="419823">
                <a:tc>
                  <a:txBody>
                    <a:bodyPr/>
                    <a:lstStyle/>
                    <a:p>
                      <a:pPr algn="ctr"/>
                      <a:r>
                        <a:rPr lang="en-US" dirty="0"/>
                        <a:t>class </a:t>
                      </a:r>
                      <a:r>
                        <a:rPr lang="en-US" dirty="0" err="1"/>
                        <a:t>DiplomaCollege</a:t>
                      </a:r>
                      <a:endParaRPr lang="en-IN" dirty="0"/>
                    </a:p>
                  </a:txBody>
                  <a:tcPr anchor="ctr"/>
                </a:tc>
                <a:extLst>
                  <a:ext uri="{0D108BD9-81ED-4DB2-BD59-A6C34878D82A}">
                    <a16:rowId xmlns:a16="http://schemas.microsoft.com/office/drawing/2014/main" val="1306852694"/>
                  </a:ext>
                </a:extLst>
              </a:tr>
              <a:tr h="372099">
                <a:tc>
                  <a:txBody>
                    <a:bodyPr/>
                    <a:lstStyle/>
                    <a:p>
                      <a:r>
                        <a:rPr lang="en-US" dirty="0">
                          <a:solidFill>
                            <a:schemeClr val="tx1"/>
                          </a:solidFill>
                        </a:rPr>
                        <a:t>name (field)</a:t>
                      </a:r>
                      <a:endParaRPr lang="en-IN" dirty="0">
                        <a:solidFill>
                          <a:schemeClr val="tx1"/>
                        </a:solidFill>
                      </a:endParaRPr>
                    </a:p>
                  </a:txBody>
                  <a:tcPr anchor="ctr"/>
                </a:tc>
                <a:extLst>
                  <a:ext uri="{0D108BD9-81ED-4DB2-BD59-A6C34878D82A}">
                    <a16:rowId xmlns:a16="http://schemas.microsoft.com/office/drawing/2014/main" val="2246924525"/>
                  </a:ext>
                </a:extLst>
              </a:tr>
              <a:tr h="37209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schemeClr val="bg1">
                              <a:lumMod val="50000"/>
                            </a:schemeClr>
                          </a:solidFill>
                        </a:rPr>
                        <a:t>courses() {P, C, M}</a:t>
                      </a:r>
                      <a:endParaRPr lang="en-IN" dirty="0">
                        <a:solidFill>
                          <a:schemeClr val="bg1">
                            <a:lumMod val="50000"/>
                          </a:schemeClr>
                        </a:solidFill>
                      </a:endParaRPr>
                    </a:p>
                  </a:txBody>
                  <a:tcPr anchor="ctr"/>
                </a:tc>
                <a:extLst>
                  <a:ext uri="{0D108BD9-81ED-4DB2-BD59-A6C34878D82A}">
                    <a16:rowId xmlns:a16="http://schemas.microsoft.com/office/drawing/2014/main" val="1827323641"/>
                  </a:ext>
                </a:extLst>
              </a:tr>
              <a:tr h="37209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sports() {cricket}</a:t>
                      </a:r>
                      <a:endParaRPr lang="en-IN" dirty="0"/>
                    </a:p>
                  </a:txBody>
                  <a:tcPr anchor="ctr"/>
                </a:tc>
                <a:extLst>
                  <a:ext uri="{0D108BD9-81ED-4DB2-BD59-A6C34878D82A}">
                    <a16:rowId xmlns:a16="http://schemas.microsoft.com/office/drawing/2014/main" val="2063918035"/>
                  </a:ext>
                </a:extLst>
              </a:tr>
            </a:tbl>
          </a:graphicData>
        </a:graphic>
      </p:graphicFrame>
      <p:sp>
        <p:nvSpPr>
          <p:cNvPr id="11" name="Arrow: Down 10">
            <a:extLst>
              <a:ext uri="{FF2B5EF4-FFF2-40B4-BE49-F238E27FC236}">
                <a16:creationId xmlns:a16="http://schemas.microsoft.com/office/drawing/2014/main" id="{7375E80C-ABED-15B1-1CBB-E9AFA52873C7}"/>
              </a:ext>
            </a:extLst>
          </p:cNvPr>
          <p:cNvSpPr/>
          <p:nvPr/>
        </p:nvSpPr>
        <p:spPr>
          <a:xfrm rot="18319893">
            <a:off x="9216308" y="3003835"/>
            <a:ext cx="272095" cy="681913"/>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505799B6-0296-CA2D-F6B0-EACAD28E25C3}"/>
              </a:ext>
            </a:extLst>
          </p:cNvPr>
          <p:cNvSpPr txBox="1"/>
          <p:nvPr/>
        </p:nvSpPr>
        <p:spPr>
          <a:xfrm>
            <a:off x="377846" y="1103944"/>
            <a:ext cx="3946626" cy="3350597"/>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Abstract class is a good choice when you are sure some methods are concrete/defined and must be implemented in the same way in all derived classes. And some methods are abstract and can be implemented differently by implementing classes.</a:t>
            </a:r>
          </a:p>
          <a:p>
            <a:pPr marL="342900" marR="91440" lvl="0" indent="-342900" algn="l" defTabSz="914400" rtl="0" eaLnBrk="1" fontAlgn="auto" latinLnBrk="0" hangingPunct="1">
              <a:lnSpc>
                <a:spcPct val="107000"/>
              </a:lnSpc>
              <a:spcBef>
                <a:spcPts val="600"/>
              </a:spcBef>
              <a:spcAft>
                <a:spcPts val="600"/>
              </a:spcAft>
              <a:buClr>
                <a:srgbClr val="FFC000"/>
              </a:buClr>
              <a:buSzPct val="100000"/>
              <a:buFont typeface="+mj-lt"/>
              <a:buAutoNum type="arabicPeriod"/>
              <a:tabLst>
                <a:tab pos="457200" algn="l"/>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endParaRPr>
          </a:p>
          <a:p>
            <a:pPr marL="342900" marR="91440" lvl="0" indent="-342900" algn="l" defTabSz="914400" rtl="0" eaLnBrk="1" fontAlgn="auto" latinLnBrk="0" hangingPunct="1">
              <a:lnSpc>
                <a:spcPct val="107000"/>
              </a:lnSpc>
              <a:spcBef>
                <a:spcPts val="600"/>
              </a:spcBef>
              <a:spcAft>
                <a:spcPts val="600"/>
              </a:spcAft>
              <a:buClr>
                <a:srgbClr val="FFC000"/>
              </a:buClr>
              <a:buSzPct val="100000"/>
              <a:buFont typeface="+mj-lt"/>
              <a:buAutoNum type="arabicPeriod"/>
              <a:tabLst>
                <a:tab pos="457200" algn="l"/>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endParaRPr>
          </a:p>
        </p:txBody>
      </p:sp>
      <p:pic>
        <p:nvPicPr>
          <p:cNvPr id="24" name="Picture 23">
            <a:extLst>
              <a:ext uri="{FF2B5EF4-FFF2-40B4-BE49-F238E27FC236}">
                <a16:creationId xmlns:a16="http://schemas.microsoft.com/office/drawing/2014/main" id="{71060313-F99D-4674-7CB2-8B5F628BEEE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593727" y="296925"/>
            <a:ext cx="914784" cy="363946"/>
          </a:xfrm>
          <a:prstGeom prst="rect">
            <a:avLst/>
          </a:prstGeom>
        </p:spPr>
      </p:pic>
      <p:sp>
        <p:nvSpPr>
          <p:cNvPr id="22" name="Rectangle 21">
            <a:extLst>
              <a:ext uri="{FF2B5EF4-FFF2-40B4-BE49-F238E27FC236}">
                <a16:creationId xmlns:a16="http://schemas.microsoft.com/office/drawing/2014/main" id="{F05303A4-D3F3-E35F-308C-A0DD57153FEA}"/>
              </a:ext>
            </a:extLst>
          </p:cNvPr>
          <p:cNvSpPr/>
          <p:nvPr/>
        </p:nvSpPr>
        <p:spPr>
          <a:xfrm>
            <a:off x="9894593" y="2749611"/>
            <a:ext cx="1646480" cy="332805"/>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0000"/>
                </a:solidFill>
                <a:effectLst/>
                <a:uLnTx/>
                <a:uFillTx/>
                <a:latin typeface="Calibri" panose="020F0502020204030204"/>
                <a:ea typeface="+mn-ea"/>
                <a:cs typeface="+mn-cs"/>
              </a:rPr>
              <a:t>Abstract method</a:t>
            </a:r>
          </a:p>
        </p:txBody>
      </p:sp>
      <p:sp>
        <p:nvSpPr>
          <p:cNvPr id="25" name="Rectangle 24">
            <a:extLst>
              <a:ext uri="{FF2B5EF4-FFF2-40B4-BE49-F238E27FC236}">
                <a16:creationId xmlns:a16="http://schemas.microsoft.com/office/drawing/2014/main" id="{7F539DF9-EC84-E306-932A-E7318DE68FEB}"/>
              </a:ext>
            </a:extLst>
          </p:cNvPr>
          <p:cNvSpPr/>
          <p:nvPr/>
        </p:nvSpPr>
        <p:spPr>
          <a:xfrm>
            <a:off x="9883201" y="2232632"/>
            <a:ext cx="1646480" cy="332805"/>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0000"/>
                </a:solidFill>
                <a:effectLst/>
                <a:uLnTx/>
                <a:uFillTx/>
                <a:latin typeface="Calibri" panose="020F0502020204030204"/>
                <a:ea typeface="+mn-ea"/>
                <a:cs typeface="+mn-cs"/>
              </a:rPr>
              <a:t>Concrete method</a:t>
            </a:r>
          </a:p>
        </p:txBody>
      </p:sp>
      <p:cxnSp>
        <p:nvCxnSpPr>
          <p:cNvPr id="26" name="Straight Arrow Connector 25">
            <a:extLst>
              <a:ext uri="{FF2B5EF4-FFF2-40B4-BE49-F238E27FC236}">
                <a16:creationId xmlns:a16="http://schemas.microsoft.com/office/drawing/2014/main" id="{36F7EC63-1AE3-0105-D41B-2A56F7F420F5}"/>
              </a:ext>
            </a:extLst>
          </p:cNvPr>
          <p:cNvCxnSpPr>
            <a:cxnSpLocks/>
          </p:cNvCxnSpPr>
          <p:nvPr/>
        </p:nvCxnSpPr>
        <p:spPr>
          <a:xfrm>
            <a:off x="9087930" y="2926093"/>
            <a:ext cx="815398"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a:extLst>
              <a:ext uri="{FF2B5EF4-FFF2-40B4-BE49-F238E27FC236}">
                <a16:creationId xmlns:a16="http://schemas.microsoft.com/office/drawing/2014/main" id="{37E38F2E-C326-914E-D873-90B024E4981F}"/>
              </a:ext>
            </a:extLst>
          </p:cNvPr>
          <p:cNvCxnSpPr>
            <a:cxnSpLocks/>
          </p:cNvCxnSpPr>
          <p:nvPr/>
        </p:nvCxnSpPr>
        <p:spPr>
          <a:xfrm flipV="1">
            <a:off x="9087930" y="2424793"/>
            <a:ext cx="795271" cy="3664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8" name="Arrow: Down 27">
            <a:extLst>
              <a:ext uri="{FF2B5EF4-FFF2-40B4-BE49-F238E27FC236}">
                <a16:creationId xmlns:a16="http://schemas.microsoft.com/office/drawing/2014/main" id="{767D8047-7C5B-3531-98B7-00955D672A68}"/>
              </a:ext>
            </a:extLst>
          </p:cNvPr>
          <p:cNvSpPr/>
          <p:nvPr/>
        </p:nvSpPr>
        <p:spPr>
          <a:xfrm rot="3504552">
            <a:off x="7388661" y="2962435"/>
            <a:ext cx="312329" cy="730765"/>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 name="Straight Arrow Connector 28">
            <a:extLst>
              <a:ext uri="{FF2B5EF4-FFF2-40B4-BE49-F238E27FC236}">
                <a16:creationId xmlns:a16="http://schemas.microsoft.com/office/drawing/2014/main" id="{B02AF898-E739-CC09-B864-802F6AF66005}"/>
              </a:ext>
            </a:extLst>
          </p:cNvPr>
          <p:cNvCxnSpPr>
            <a:cxnSpLocks/>
          </p:cNvCxnSpPr>
          <p:nvPr/>
        </p:nvCxnSpPr>
        <p:spPr>
          <a:xfrm>
            <a:off x="7582475" y="4650171"/>
            <a:ext cx="514527" cy="65696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DF7E967C-2F55-6898-B213-B69E096DAE34}"/>
              </a:ext>
            </a:extLst>
          </p:cNvPr>
          <p:cNvCxnSpPr>
            <a:cxnSpLocks/>
          </p:cNvCxnSpPr>
          <p:nvPr/>
        </p:nvCxnSpPr>
        <p:spPr>
          <a:xfrm flipH="1">
            <a:off x="8634010" y="4650171"/>
            <a:ext cx="514527" cy="648855"/>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2EF81468-7E70-3F68-32B8-23900F776633}"/>
              </a:ext>
            </a:extLst>
          </p:cNvPr>
          <p:cNvSpPr/>
          <p:nvPr/>
        </p:nvSpPr>
        <p:spPr>
          <a:xfrm>
            <a:off x="7504704" y="5307137"/>
            <a:ext cx="1643833" cy="544004"/>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0000"/>
                </a:solidFill>
                <a:effectLst/>
                <a:uLnTx/>
                <a:uFillTx/>
                <a:latin typeface="Calibri" panose="020F0502020204030204"/>
                <a:ea typeface="+mn-ea"/>
                <a:cs typeface="+mn-cs"/>
              </a:rPr>
              <a:t>Inherited from University class</a:t>
            </a:r>
          </a:p>
        </p:txBody>
      </p:sp>
      <p:cxnSp>
        <p:nvCxnSpPr>
          <p:cNvPr id="37" name="Straight Arrow Connector 36">
            <a:extLst>
              <a:ext uri="{FF2B5EF4-FFF2-40B4-BE49-F238E27FC236}">
                <a16:creationId xmlns:a16="http://schemas.microsoft.com/office/drawing/2014/main" id="{764C4486-05CC-1A45-3314-37F878B5F000}"/>
              </a:ext>
            </a:extLst>
          </p:cNvPr>
          <p:cNvCxnSpPr>
            <a:cxnSpLocks/>
          </p:cNvCxnSpPr>
          <p:nvPr/>
        </p:nvCxnSpPr>
        <p:spPr>
          <a:xfrm>
            <a:off x="6439435" y="5162339"/>
            <a:ext cx="1007533" cy="98225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8FCC9017-1E93-6DB4-36AE-E69BA6DDDB7B}"/>
              </a:ext>
            </a:extLst>
          </p:cNvPr>
          <p:cNvCxnSpPr>
            <a:cxnSpLocks/>
          </p:cNvCxnSpPr>
          <p:nvPr/>
        </p:nvCxnSpPr>
        <p:spPr>
          <a:xfrm flipH="1">
            <a:off x="9235898" y="5091854"/>
            <a:ext cx="528434" cy="1163815"/>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5" name="Rectangle 44">
            <a:extLst>
              <a:ext uri="{FF2B5EF4-FFF2-40B4-BE49-F238E27FC236}">
                <a16:creationId xmlns:a16="http://schemas.microsoft.com/office/drawing/2014/main" id="{D18F7BCA-401E-B4D5-DC9A-47C3177401F5}"/>
              </a:ext>
            </a:extLst>
          </p:cNvPr>
          <p:cNvSpPr/>
          <p:nvPr/>
        </p:nvSpPr>
        <p:spPr>
          <a:xfrm>
            <a:off x="7449890" y="6001585"/>
            <a:ext cx="1786008" cy="532071"/>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0000"/>
                </a:solidFill>
                <a:effectLst/>
                <a:uLnTx/>
                <a:uFillTx/>
                <a:latin typeface="Calibri" panose="020F0502020204030204"/>
                <a:ea typeface="+mn-ea"/>
                <a:cs typeface="+mn-cs"/>
              </a:rPr>
              <a:t>Implemented Abstract methods</a:t>
            </a:r>
          </a:p>
        </p:txBody>
      </p:sp>
      <p:sp>
        <p:nvSpPr>
          <p:cNvPr id="6" name="TextBox 5">
            <a:extLst>
              <a:ext uri="{FF2B5EF4-FFF2-40B4-BE49-F238E27FC236}">
                <a16:creationId xmlns:a16="http://schemas.microsoft.com/office/drawing/2014/main" id="{1410296B-7147-2EAF-CE29-912C7AAF0255}"/>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208095973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interfaces</a:t>
            </a:r>
            <a:r>
              <a:rPr lang="en-US" sz="2400" b="1" dirty="0">
                <a:solidFill>
                  <a:schemeClr val="bg1"/>
                </a:solidFill>
                <a:ea typeface="+mn-ea"/>
                <a:cs typeface="+mn-cs"/>
              </a:rPr>
              <a:t> </a:t>
            </a:r>
            <a:r>
              <a:rPr lang="en-US" sz="2400" b="1" dirty="0" err="1">
                <a:solidFill>
                  <a:schemeClr val="bg1"/>
                </a:solidFill>
                <a:ea typeface="+mn-ea"/>
                <a:cs typeface="+mn-cs"/>
              </a:rPr>
              <a:t>i</a:t>
            </a:r>
            <a:r>
              <a:rPr kumimoji="0" lang="en-US" sz="2400" b="1" i="0" u="none" strike="noStrike" kern="1200" cap="none" spc="0" normalizeH="0" baseline="0" noProof="0" dirty="0">
                <a:ln>
                  <a:noFill/>
                </a:ln>
                <a:solidFill>
                  <a:schemeClr val="bg1"/>
                </a:solidFill>
                <a:effectLst/>
                <a:uLnTx/>
                <a:uFillTx/>
                <a:ea typeface="+mn-ea"/>
                <a:cs typeface="+mn-cs"/>
              </a:rPr>
              <a:t>n Java? How to implement it</a:t>
            </a:r>
            <a:r>
              <a:rPr lang="en-US" sz="2400" b="1" dirty="0">
                <a:solidFill>
                  <a:schemeClr val="bg1"/>
                </a:solidFill>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B67D2148-5324-93D8-6578-A682C828929F}"/>
              </a:ext>
            </a:extLst>
          </p:cNvPr>
          <p:cNvSpPr/>
          <p:nvPr/>
        </p:nvSpPr>
        <p:spPr>
          <a:xfrm>
            <a:off x="6641431" y="3492411"/>
            <a:ext cx="5140987" cy="313081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College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implements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University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Must implement abstract methods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courses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"P, C, 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sports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"football"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1" name="Rectangle 10">
            <a:extLst>
              <a:ext uri="{FF2B5EF4-FFF2-40B4-BE49-F238E27FC236}">
                <a16:creationId xmlns:a16="http://schemas.microsoft.com/office/drawing/2014/main" id="{A8856851-B2D7-8778-ED34-8DCB46F9F7C2}"/>
              </a:ext>
            </a:extLst>
          </p:cNvPr>
          <p:cNvSpPr/>
          <p:nvPr/>
        </p:nvSpPr>
        <p:spPr>
          <a:xfrm>
            <a:off x="6659399" y="1156503"/>
            <a:ext cx="5123020" cy="152876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University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courses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abstract method</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sports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abstract method</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Arrow: Down 3">
            <a:extLst>
              <a:ext uri="{FF2B5EF4-FFF2-40B4-BE49-F238E27FC236}">
                <a16:creationId xmlns:a16="http://schemas.microsoft.com/office/drawing/2014/main" id="{E4FCA330-93DA-599C-0DD3-8D6685DEA37C}"/>
              </a:ext>
            </a:extLst>
          </p:cNvPr>
          <p:cNvSpPr/>
          <p:nvPr/>
        </p:nvSpPr>
        <p:spPr>
          <a:xfrm>
            <a:off x="8819881" y="2802824"/>
            <a:ext cx="452839" cy="545810"/>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9DCB293D-A398-F138-2FA3-E4A83C541FEA}"/>
              </a:ext>
            </a:extLst>
          </p:cNvPr>
          <p:cNvSpPr txBox="1"/>
          <p:nvPr/>
        </p:nvSpPr>
        <p:spPr>
          <a:xfrm>
            <a:off x="414077" y="1103945"/>
            <a:ext cx="5072323" cy="2242089"/>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12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Interfaces contain abstract methods which must be implemented in the implementing class.</a:t>
            </a:r>
          </a:p>
          <a:p>
            <a:pPr marL="342900" marR="91440" lvl="0" indent="-342900" algn="l" defTabSz="914400" rtl="0" eaLnBrk="1" fontAlgn="auto" latinLnBrk="0" hangingPunct="1">
              <a:lnSpc>
                <a:spcPct val="107000"/>
              </a:lnSpc>
              <a:spcBef>
                <a:spcPts val="1200"/>
              </a:spcBef>
              <a:spcAft>
                <a:spcPts val="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Two points about Interfaces:</a:t>
            </a:r>
          </a:p>
          <a:p>
            <a:pPr marL="342900" marR="91440" lvl="0" indent="-342900" algn="l" defTabSz="914400" rtl="0" eaLnBrk="1" fontAlgn="auto" latinLnBrk="0" hangingPunct="1">
              <a:lnSpc>
                <a:spcPct val="107000"/>
              </a:lnSpc>
              <a:spcBef>
                <a:spcPts val="600"/>
              </a:spcBef>
              <a:spcAft>
                <a:spcPts val="0"/>
              </a:spcAft>
              <a:buClr>
                <a:srgbClr val="FFC000"/>
              </a:buClr>
              <a:buSzPct val="100000"/>
              <a:buFont typeface="+mj-lt"/>
              <a:buAutoNum type="arabicPeriod"/>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Interfaces define a contract(rules) for implementing classes.</a:t>
            </a:r>
          </a:p>
          <a:p>
            <a:pPr marL="342900" marR="91440" lvl="0" indent="-342900" algn="l" defTabSz="914400" rtl="0" eaLnBrk="1" fontAlgn="auto" latinLnBrk="0" hangingPunct="1">
              <a:lnSpc>
                <a:spcPct val="107000"/>
              </a:lnSpc>
              <a:spcBef>
                <a:spcPts val="600"/>
              </a:spcBef>
              <a:spcAft>
                <a:spcPts val="0"/>
              </a:spcAft>
              <a:buClr>
                <a:srgbClr val="FFC000"/>
              </a:buClr>
              <a:buSzPct val="100000"/>
              <a:buFont typeface="+mj-lt"/>
              <a:buAutoNum type="arabicPeriod"/>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Multiple Inheritance via Interfaces is possible.</a:t>
            </a:r>
          </a:p>
        </p:txBody>
      </p:sp>
      <p:graphicFrame>
        <p:nvGraphicFramePr>
          <p:cNvPr id="14" name="Table 13">
            <a:extLst>
              <a:ext uri="{FF2B5EF4-FFF2-40B4-BE49-F238E27FC236}">
                <a16:creationId xmlns:a16="http://schemas.microsoft.com/office/drawing/2014/main" id="{190F706D-D13F-8111-913E-1DF466986ED6}"/>
              </a:ext>
            </a:extLst>
          </p:cNvPr>
          <p:cNvGraphicFramePr>
            <a:graphicFrameLocks noGrp="1"/>
          </p:cNvGraphicFramePr>
          <p:nvPr/>
        </p:nvGraphicFramePr>
        <p:xfrm>
          <a:off x="1095183" y="3617819"/>
          <a:ext cx="2266392" cy="1304365"/>
        </p:xfrm>
        <a:graphic>
          <a:graphicData uri="http://schemas.openxmlformats.org/drawingml/2006/table">
            <a:tbl>
              <a:tblPr firstRow="1" bandRow="1">
                <a:tableStyleId>{21E4AEA4-8DFA-4A89-87EB-49C32662AFE0}</a:tableStyleId>
              </a:tblPr>
              <a:tblGrid>
                <a:gridCol w="2266392">
                  <a:extLst>
                    <a:ext uri="{9D8B030D-6E8A-4147-A177-3AD203B41FA5}">
                      <a16:colId xmlns:a16="http://schemas.microsoft.com/office/drawing/2014/main" val="1296090695"/>
                    </a:ext>
                  </a:extLst>
                </a:gridCol>
              </a:tblGrid>
              <a:tr h="485651">
                <a:tc>
                  <a:txBody>
                    <a:bodyPr/>
                    <a:lstStyle/>
                    <a:p>
                      <a:pPr algn="ctr"/>
                      <a:r>
                        <a:rPr lang="en-US" dirty="0"/>
                        <a:t>interface University</a:t>
                      </a:r>
                      <a:endParaRPr lang="en-IN" dirty="0"/>
                    </a:p>
                  </a:txBody>
                  <a:tcPr anchor="ctr"/>
                </a:tc>
                <a:extLst>
                  <a:ext uri="{0D108BD9-81ED-4DB2-BD59-A6C34878D82A}">
                    <a16:rowId xmlns:a16="http://schemas.microsoft.com/office/drawing/2014/main" val="1306852694"/>
                  </a:ext>
                </a:extLst>
              </a:tr>
              <a:tr h="409357">
                <a:tc>
                  <a:txBody>
                    <a:bodyPr/>
                    <a:lstStyle/>
                    <a:p>
                      <a:pPr algn="l"/>
                      <a:r>
                        <a:rPr lang="en-US" dirty="0"/>
                        <a:t>courses();</a:t>
                      </a:r>
                      <a:endParaRPr lang="en-IN" dirty="0"/>
                    </a:p>
                  </a:txBody>
                  <a:tcPr anchor="ctr"/>
                </a:tc>
                <a:extLst>
                  <a:ext uri="{0D108BD9-81ED-4DB2-BD59-A6C34878D82A}">
                    <a16:rowId xmlns:a16="http://schemas.microsoft.com/office/drawing/2014/main" val="3794781401"/>
                  </a:ext>
                </a:extLst>
              </a:tr>
              <a:tr h="409357">
                <a:tc>
                  <a:txBody>
                    <a:bodyPr/>
                    <a:lstStyle/>
                    <a:p>
                      <a:r>
                        <a:rPr lang="en-IN" sz="1800" b="0" kern="1200" dirty="0">
                          <a:solidFill>
                            <a:schemeClr val="dk1"/>
                          </a:solidFill>
                          <a:effectLst/>
                          <a:latin typeface="+mn-lt"/>
                          <a:ea typeface="+mn-ea"/>
                          <a:cs typeface="+mn-cs"/>
                        </a:rPr>
                        <a:t>sports();</a:t>
                      </a:r>
                    </a:p>
                  </a:txBody>
                  <a:tcPr anchor="ctr"/>
                </a:tc>
                <a:extLst>
                  <a:ext uri="{0D108BD9-81ED-4DB2-BD59-A6C34878D82A}">
                    <a16:rowId xmlns:a16="http://schemas.microsoft.com/office/drawing/2014/main" val="1697134807"/>
                  </a:ext>
                </a:extLst>
              </a:tr>
            </a:tbl>
          </a:graphicData>
        </a:graphic>
      </p:graphicFrame>
      <p:graphicFrame>
        <p:nvGraphicFramePr>
          <p:cNvPr id="15" name="Table 14">
            <a:extLst>
              <a:ext uri="{FF2B5EF4-FFF2-40B4-BE49-F238E27FC236}">
                <a16:creationId xmlns:a16="http://schemas.microsoft.com/office/drawing/2014/main" id="{5A82FB8A-CAE1-5F29-7D65-9B5F8CA470DC}"/>
              </a:ext>
            </a:extLst>
          </p:cNvPr>
          <p:cNvGraphicFramePr>
            <a:graphicFrameLocks noGrp="1"/>
          </p:cNvGraphicFramePr>
          <p:nvPr/>
        </p:nvGraphicFramePr>
        <p:xfrm>
          <a:off x="1095183" y="5517342"/>
          <a:ext cx="2266392" cy="1146651"/>
        </p:xfrm>
        <a:graphic>
          <a:graphicData uri="http://schemas.openxmlformats.org/drawingml/2006/table">
            <a:tbl>
              <a:tblPr firstRow="1" bandRow="1">
                <a:tableStyleId>{93296810-A885-4BE3-A3E7-6D5BEEA58F35}</a:tableStyleId>
              </a:tblPr>
              <a:tblGrid>
                <a:gridCol w="2266392">
                  <a:extLst>
                    <a:ext uri="{9D8B030D-6E8A-4147-A177-3AD203B41FA5}">
                      <a16:colId xmlns:a16="http://schemas.microsoft.com/office/drawing/2014/main" val="1296090695"/>
                    </a:ext>
                  </a:extLst>
                </a:gridCol>
              </a:tblGrid>
              <a:tr h="415131">
                <a:tc>
                  <a:txBody>
                    <a:bodyPr/>
                    <a:lstStyle/>
                    <a:p>
                      <a:pPr algn="ctr"/>
                      <a:r>
                        <a:rPr lang="en-US" dirty="0"/>
                        <a:t>class </a:t>
                      </a:r>
                      <a:r>
                        <a:rPr lang="en-US" dirty="0" err="1"/>
                        <a:t>CollegeClass</a:t>
                      </a:r>
                      <a:endParaRPr lang="en-IN" dirty="0"/>
                    </a:p>
                  </a:txBody>
                  <a:tcPr anchor="ctr"/>
                </a:tc>
                <a:extLst>
                  <a:ext uri="{0D108BD9-81ED-4DB2-BD59-A6C34878D82A}">
                    <a16:rowId xmlns:a16="http://schemas.microsoft.com/office/drawing/2014/main" val="1306852694"/>
                  </a:ext>
                </a:extLst>
              </a:tr>
              <a:tr h="29663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courses(){P, C, M}</a:t>
                      </a:r>
                      <a:endParaRPr lang="en-IN" dirty="0"/>
                    </a:p>
                  </a:txBody>
                  <a:tcPr anchor="ctr"/>
                </a:tc>
                <a:extLst>
                  <a:ext uri="{0D108BD9-81ED-4DB2-BD59-A6C34878D82A}">
                    <a16:rowId xmlns:a16="http://schemas.microsoft.com/office/drawing/2014/main" val="861492706"/>
                  </a:ext>
                </a:extLst>
              </a:tr>
              <a:tr h="29663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sports() {football}</a:t>
                      </a:r>
                      <a:endParaRPr lang="en-IN" dirty="0"/>
                    </a:p>
                  </a:txBody>
                  <a:tcPr anchor="ctr"/>
                </a:tc>
                <a:extLst>
                  <a:ext uri="{0D108BD9-81ED-4DB2-BD59-A6C34878D82A}">
                    <a16:rowId xmlns:a16="http://schemas.microsoft.com/office/drawing/2014/main" val="2246924525"/>
                  </a:ext>
                </a:extLst>
              </a:tr>
            </a:tbl>
          </a:graphicData>
        </a:graphic>
      </p:graphicFrame>
      <p:sp>
        <p:nvSpPr>
          <p:cNvPr id="16" name="Arrow: Down 15">
            <a:extLst>
              <a:ext uri="{FF2B5EF4-FFF2-40B4-BE49-F238E27FC236}">
                <a16:creationId xmlns:a16="http://schemas.microsoft.com/office/drawing/2014/main" id="{4BAEFB1C-BCA3-E4A9-0E01-9A7999F6721A}"/>
              </a:ext>
            </a:extLst>
          </p:cNvPr>
          <p:cNvSpPr/>
          <p:nvPr/>
        </p:nvSpPr>
        <p:spPr>
          <a:xfrm>
            <a:off x="1624874" y="5040775"/>
            <a:ext cx="553615" cy="369333"/>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5AD14169-E644-C08F-B567-EF885C6DA918}"/>
              </a:ext>
            </a:extLst>
          </p:cNvPr>
          <p:cNvSpPr/>
          <p:nvPr/>
        </p:nvSpPr>
        <p:spPr>
          <a:xfrm>
            <a:off x="3904090" y="4565922"/>
            <a:ext cx="1646480" cy="430237"/>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0000"/>
                </a:solidFill>
                <a:effectLst/>
                <a:uLnTx/>
                <a:uFillTx/>
                <a:latin typeface="Calibri" panose="020F0502020204030204"/>
                <a:ea typeface="+mn-ea"/>
                <a:cs typeface="+mn-cs"/>
              </a:rPr>
              <a:t>Abstract method</a:t>
            </a:r>
          </a:p>
        </p:txBody>
      </p:sp>
      <p:sp>
        <p:nvSpPr>
          <p:cNvPr id="18" name="Rectangle 17">
            <a:extLst>
              <a:ext uri="{FF2B5EF4-FFF2-40B4-BE49-F238E27FC236}">
                <a16:creationId xmlns:a16="http://schemas.microsoft.com/office/drawing/2014/main" id="{C4809A05-A47D-C838-45E0-35D0B63E1577}"/>
              </a:ext>
            </a:extLst>
          </p:cNvPr>
          <p:cNvSpPr/>
          <p:nvPr/>
        </p:nvSpPr>
        <p:spPr>
          <a:xfrm>
            <a:off x="3893262" y="4024925"/>
            <a:ext cx="1646480" cy="430237"/>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0000"/>
                </a:solidFill>
                <a:effectLst/>
                <a:uLnTx/>
                <a:uFillTx/>
                <a:latin typeface="Calibri" panose="020F0502020204030204"/>
                <a:ea typeface="+mn-ea"/>
                <a:cs typeface="+mn-cs"/>
              </a:rPr>
              <a:t>Abstract method</a:t>
            </a:r>
          </a:p>
        </p:txBody>
      </p:sp>
      <p:cxnSp>
        <p:nvCxnSpPr>
          <p:cNvPr id="19" name="Straight Arrow Connector 18">
            <a:extLst>
              <a:ext uri="{FF2B5EF4-FFF2-40B4-BE49-F238E27FC236}">
                <a16:creationId xmlns:a16="http://schemas.microsoft.com/office/drawing/2014/main" id="{1CED0522-1F2D-3757-E4FB-39974D63FA2B}"/>
              </a:ext>
            </a:extLst>
          </p:cNvPr>
          <p:cNvCxnSpPr>
            <a:cxnSpLocks/>
          </p:cNvCxnSpPr>
          <p:nvPr/>
        </p:nvCxnSpPr>
        <p:spPr>
          <a:xfrm>
            <a:off x="3030327" y="4786347"/>
            <a:ext cx="815398"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2651B3B5-78EA-6EB5-2854-15FC599D6037}"/>
              </a:ext>
            </a:extLst>
          </p:cNvPr>
          <p:cNvCxnSpPr>
            <a:cxnSpLocks/>
          </p:cNvCxnSpPr>
          <p:nvPr/>
        </p:nvCxnSpPr>
        <p:spPr>
          <a:xfrm>
            <a:off x="3030327" y="4295935"/>
            <a:ext cx="795271" cy="2414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4E9CAA39-D17B-5E17-37C9-A86F33C056D5}"/>
              </a:ext>
            </a:extLst>
          </p:cNvPr>
          <p:cNvSpPr txBox="1"/>
          <p:nvPr/>
        </p:nvSpPr>
        <p:spPr>
          <a:xfrm>
            <a:off x="2178489" y="5062303"/>
            <a:ext cx="1446371"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70B762AA-6C89-BB42-A109-7C2E11EDFF48}"/>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448737659"/>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When to </a:t>
            </a:r>
            <a:r>
              <a:rPr kumimoji="0" lang="en-US" sz="2400" b="1" i="0" u="none" strike="noStrike" kern="1200" cap="none" spc="0" normalizeH="0" baseline="0" noProof="0" dirty="0">
                <a:ln>
                  <a:noFill/>
                </a:ln>
                <a:solidFill>
                  <a:srgbClr val="FFFF00"/>
                </a:solidFill>
                <a:effectLst/>
                <a:uLnTx/>
                <a:uFillTx/>
                <a:ea typeface="+mn-ea"/>
                <a:cs typeface="+mn-cs"/>
              </a:rPr>
              <a:t>use interfaces </a:t>
            </a:r>
            <a:r>
              <a:rPr kumimoji="0" lang="en-US" sz="2400" b="1" i="0" u="none" strike="noStrike" kern="1200" cap="none" spc="0" normalizeH="0" baseline="0" noProof="0" dirty="0">
                <a:ln>
                  <a:noFill/>
                </a:ln>
                <a:solidFill>
                  <a:schemeClr val="bg1"/>
                </a:solidFill>
                <a:effectLst/>
                <a:uLnTx/>
                <a:uFillTx/>
                <a:ea typeface="+mn-ea"/>
                <a:cs typeface="+mn-cs"/>
              </a:rPr>
              <a:t>in real applications?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Rounded Corners 3">
            <a:extLst>
              <a:ext uri="{FF2B5EF4-FFF2-40B4-BE49-F238E27FC236}">
                <a16:creationId xmlns:a16="http://schemas.microsoft.com/office/drawing/2014/main" id="{85A4A075-E86E-86AC-6BED-0C5DE82A1FB2}"/>
              </a:ext>
            </a:extLst>
          </p:cNvPr>
          <p:cNvSpPr/>
          <p:nvPr/>
        </p:nvSpPr>
        <p:spPr>
          <a:xfrm>
            <a:off x="6025019" y="1103945"/>
            <a:ext cx="5849654" cy="5429712"/>
          </a:xfrm>
          <a:prstGeom prst="roundRect">
            <a:avLst/>
          </a:prstGeom>
          <a:solidFill>
            <a:srgbClr val="FBFBFB"/>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Education Management System</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ABB5286B-1053-0C49-E3F3-1BA4D816478C}"/>
              </a:ext>
            </a:extLst>
          </p:cNvPr>
          <p:cNvGraphicFramePr>
            <a:graphicFrameLocks noGrp="1"/>
          </p:cNvGraphicFramePr>
          <p:nvPr/>
        </p:nvGraphicFramePr>
        <p:xfrm>
          <a:off x="7509042" y="1990093"/>
          <a:ext cx="2386520" cy="1478102"/>
        </p:xfrm>
        <a:graphic>
          <a:graphicData uri="http://schemas.openxmlformats.org/drawingml/2006/table">
            <a:tbl>
              <a:tblPr firstRow="1" bandRow="1">
                <a:tableStyleId>{21E4AEA4-8DFA-4A89-87EB-49C32662AFE0}</a:tableStyleId>
              </a:tblPr>
              <a:tblGrid>
                <a:gridCol w="2386520">
                  <a:extLst>
                    <a:ext uri="{9D8B030D-6E8A-4147-A177-3AD203B41FA5}">
                      <a16:colId xmlns:a16="http://schemas.microsoft.com/office/drawing/2014/main" val="1296090695"/>
                    </a:ext>
                  </a:extLst>
                </a:gridCol>
              </a:tblGrid>
              <a:tr h="550338">
                <a:tc>
                  <a:txBody>
                    <a:bodyPr/>
                    <a:lstStyle/>
                    <a:p>
                      <a:pPr algn="ctr"/>
                      <a:r>
                        <a:rPr lang="en-US" dirty="0"/>
                        <a:t>interface University</a:t>
                      </a:r>
                      <a:endParaRPr lang="en-IN" dirty="0"/>
                    </a:p>
                  </a:txBody>
                  <a:tcPr anchor="ctr"/>
                </a:tc>
                <a:extLst>
                  <a:ext uri="{0D108BD9-81ED-4DB2-BD59-A6C34878D82A}">
                    <a16:rowId xmlns:a16="http://schemas.microsoft.com/office/drawing/2014/main" val="1306852694"/>
                  </a:ext>
                </a:extLst>
              </a:tr>
              <a:tr h="463882">
                <a:tc>
                  <a:txBody>
                    <a:bodyPr/>
                    <a:lstStyle/>
                    <a:p>
                      <a:pPr algn="l"/>
                      <a:r>
                        <a:rPr lang="en-US" dirty="0"/>
                        <a:t>void courses() </a:t>
                      </a:r>
                      <a:endParaRPr lang="en-IN" dirty="0"/>
                    </a:p>
                  </a:txBody>
                  <a:tcPr anchor="ctr"/>
                </a:tc>
                <a:extLst>
                  <a:ext uri="{0D108BD9-81ED-4DB2-BD59-A6C34878D82A}">
                    <a16:rowId xmlns:a16="http://schemas.microsoft.com/office/drawing/2014/main" val="3794781401"/>
                  </a:ext>
                </a:extLst>
              </a:tr>
              <a:tr h="463882">
                <a:tc>
                  <a:txBody>
                    <a:bodyPr/>
                    <a:lstStyle/>
                    <a:p>
                      <a:r>
                        <a:rPr lang="en-IN" sz="1800" b="0" kern="1200" dirty="0">
                          <a:solidFill>
                            <a:schemeClr val="dk1"/>
                          </a:solidFill>
                          <a:effectLst/>
                          <a:latin typeface="+mn-lt"/>
                          <a:ea typeface="+mn-ea"/>
                          <a:cs typeface="+mn-cs"/>
                        </a:rPr>
                        <a:t>void sports();</a:t>
                      </a:r>
                    </a:p>
                  </a:txBody>
                  <a:tcPr anchor="ctr"/>
                </a:tc>
                <a:extLst>
                  <a:ext uri="{0D108BD9-81ED-4DB2-BD59-A6C34878D82A}">
                    <a16:rowId xmlns:a16="http://schemas.microsoft.com/office/drawing/2014/main" val="1697134807"/>
                  </a:ext>
                </a:extLst>
              </a:tr>
            </a:tbl>
          </a:graphicData>
        </a:graphic>
      </p:graphicFrame>
      <p:graphicFrame>
        <p:nvGraphicFramePr>
          <p:cNvPr id="6" name="Table 5">
            <a:extLst>
              <a:ext uri="{FF2B5EF4-FFF2-40B4-BE49-F238E27FC236}">
                <a16:creationId xmlns:a16="http://schemas.microsoft.com/office/drawing/2014/main" id="{18170859-BDBE-24C3-0084-4A99A4E0E7DA}"/>
              </a:ext>
            </a:extLst>
          </p:cNvPr>
          <p:cNvGraphicFramePr>
            <a:graphicFrameLocks noGrp="1"/>
          </p:cNvGraphicFramePr>
          <p:nvPr/>
        </p:nvGraphicFramePr>
        <p:xfrm>
          <a:off x="6524293" y="4403071"/>
          <a:ext cx="2221793" cy="1634788"/>
        </p:xfrm>
        <a:graphic>
          <a:graphicData uri="http://schemas.openxmlformats.org/drawingml/2006/table">
            <a:tbl>
              <a:tblPr firstRow="1" bandRow="1">
                <a:tableStyleId>{93296810-A885-4BE3-A3E7-6D5BEEA58F35}</a:tableStyleId>
              </a:tblPr>
              <a:tblGrid>
                <a:gridCol w="2221793">
                  <a:extLst>
                    <a:ext uri="{9D8B030D-6E8A-4147-A177-3AD203B41FA5}">
                      <a16:colId xmlns:a16="http://schemas.microsoft.com/office/drawing/2014/main" val="1296090695"/>
                    </a:ext>
                  </a:extLst>
                </a:gridCol>
              </a:tblGrid>
              <a:tr h="672998">
                <a:tc>
                  <a:txBody>
                    <a:bodyPr/>
                    <a:lstStyle/>
                    <a:p>
                      <a:pPr algn="ctr"/>
                      <a:r>
                        <a:rPr lang="en-US" dirty="0"/>
                        <a:t>class </a:t>
                      </a:r>
                      <a:r>
                        <a:rPr lang="en-US" dirty="0" err="1"/>
                        <a:t>DegreeCollege</a:t>
                      </a:r>
                      <a:endParaRPr lang="en-IN" dirty="0"/>
                    </a:p>
                  </a:txBody>
                  <a:tcPr anchor="ctr"/>
                </a:tc>
                <a:extLst>
                  <a:ext uri="{0D108BD9-81ED-4DB2-BD59-A6C34878D82A}">
                    <a16:rowId xmlns:a16="http://schemas.microsoft.com/office/drawing/2014/main" val="1306852694"/>
                  </a:ext>
                </a:extLst>
              </a:tr>
              <a:tr h="480895">
                <a:tc>
                  <a:txBody>
                    <a:bodyPr/>
                    <a:lstStyle/>
                    <a:p>
                      <a:r>
                        <a:rPr lang="en-US" dirty="0">
                          <a:solidFill>
                            <a:schemeClr val="tx1"/>
                          </a:solidFill>
                        </a:rPr>
                        <a:t>courses() {P, C, M}</a:t>
                      </a:r>
                      <a:endParaRPr lang="en-IN" dirty="0">
                        <a:solidFill>
                          <a:schemeClr val="tx1"/>
                        </a:solidFill>
                      </a:endParaRPr>
                    </a:p>
                  </a:txBody>
                  <a:tcPr anchor="ctr"/>
                </a:tc>
                <a:extLst>
                  <a:ext uri="{0D108BD9-81ED-4DB2-BD59-A6C34878D82A}">
                    <a16:rowId xmlns:a16="http://schemas.microsoft.com/office/drawing/2014/main" val="3794781401"/>
                  </a:ext>
                </a:extLst>
              </a:tr>
              <a:tr h="48089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sports() {football}</a:t>
                      </a:r>
                      <a:endParaRPr lang="en-IN" dirty="0"/>
                    </a:p>
                  </a:txBody>
                  <a:tcPr anchor="ctr"/>
                </a:tc>
                <a:extLst>
                  <a:ext uri="{0D108BD9-81ED-4DB2-BD59-A6C34878D82A}">
                    <a16:rowId xmlns:a16="http://schemas.microsoft.com/office/drawing/2014/main" val="2246924525"/>
                  </a:ext>
                </a:extLst>
              </a:tr>
            </a:tbl>
          </a:graphicData>
        </a:graphic>
      </p:graphicFrame>
      <p:graphicFrame>
        <p:nvGraphicFramePr>
          <p:cNvPr id="8" name="Table 7">
            <a:extLst>
              <a:ext uri="{FF2B5EF4-FFF2-40B4-BE49-F238E27FC236}">
                <a16:creationId xmlns:a16="http://schemas.microsoft.com/office/drawing/2014/main" id="{21D26F71-0211-DC78-75DA-E51D158E9EE2}"/>
              </a:ext>
            </a:extLst>
          </p:cNvPr>
          <p:cNvGraphicFramePr>
            <a:graphicFrameLocks noGrp="1"/>
          </p:cNvGraphicFramePr>
          <p:nvPr/>
        </p:nvGraphicFramePr>
        <p:xfrm>
          <a:off x="9336244" y="4448576"/>
          <a:ext cx="2221793" cy="1589283"/>
        </p:xfrm>
        <a:graphic>
          <a:graphicData uri="http://schemas.openxmlformats.org/drawingml/2006/table">
            <a:tbl>
              <a:tblPr firstRow="1" bandRow="1">
                <a:tableStyleId>{5C22544A-7EE6-4342-B048-85BDC9FD1C3A}</a:tableStyleId>
              </a:tblPr>
              <a:tblGrid>
                <a:gridCol w="2221793">
                  <a:extLst>
                    <a:ext uri="{9D8B030D-6E8A-4147-A177-3AD203B41FA5}">
                      <a16:colId xmlns:a16="http://schemas.microsoft.com/office/drawing/2014/main" val="1296090695"/>
                    </a:ext>
                  </a:extLst>
                </a:gridCol>
              </a:tblGrid>
              <a:tr h="654265">
                <a:tc>
                  <a:txBody>
                    <a:bodyPr/>
                    <a:lstStyle/>
                    <a:p>
                      <a:pPr algn="ctr"/>
                      <a:r>
                        <a:rPr lang="en-US" dirty="0"/>
                        <a:t>class </a:t>
                      </a:r>
                      <a:r>
                        <a:rPr lang="en-US" dirty="0" err="1"/>
                        <a:t>DiplomaCollege</a:t>
                      </a:r>
                      <a:endParaRPr lang="en-IN" dirty="0"/>
                    </a:p>
                  </a:txBody>
                  <a:tcPr anchor="ctr"/>
                </a:tc>
                <a:extLst>
                  <a:ext uri="{0D108BD9-81ED-4DB2-BD59-A6C34878D82A}">
                    <a16:rowId xmlns:a16="http://schemas.microsoft.com/office/drawing/2014/main" val="1306852694"/>
                  </a:ext>
                </a:extLst>
              </a:tr>
              <a:tr h="467509">
                <a:tc>
                  <a:txBody>
                    <a:bodyPr/>
                    <a:lstStyle/>
                    <a:p>
                      <a:r>
                        <a:rPr lang="en-US" dirty="0">
                          <a:solidFill>
                            <a:schemeClr val="tx1"/>
                          </a:solidFill>
                        </a:rPr>
                        <a:t>courses() {P, C, B}</a:t>
                      </a:r>
                      <a:endParaRPr lang="en-IN" dirty="0">
                        <a:solidFill>
                          <a:schemeClr val="tx1"/>
                        </a:solidFill>
                      </a:endParaRPr>
                    </a:p>
                  </a:txBody>
                  <a:tcPr anchor="ctr"/>
                </a:tc>
                <a:extLst>
                  <a:ext uri="{0D108BD9-81ED-4DB2-BD59-A6C34878D82A}">
                    <a16:rowId xmlns:a16="http://schemas.microsoft.com/office/drawing/2014/main" val="3794781401"/>
                  </a:ext>
                </a:extLst>
              </a:tr>
              <a:tr h="46750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sports() {Cricket}</a:t>
                      </a:r>
                      <a:endParaRPr lang="en-IN" dirty="0"/>
                    </a:p>
                  </a:txBody>
                  <a:tcPr anchor="ctr"/>
                </a:tc>
                <a:extLst>
                  <a:ext uri="{0D108BD9-81ED-4DB2-BD59-A6C34878D82A}">
                    <a16:rowId xmlns:a16="http://schemas.microsoft.com/office/drawing/2014/main" val="2246924525"/>
                  </a:ext>
                </a:extLst>
              </a:tr>
            </a:tbl>
          </a:graphicData>
        </a:graphic>
      </p:graphicFrame>
      <p:sp>
        <p:nvSpPr>
          <p:cNvPr id="10" name="Arrow: Down 9">
            <a:extLst>
              <a:ext uri="{FF2B5EF4-FFF2-40B4-BE49-F238E27FC236}">
                <a16:creationId xmlns:a16="http://schemas.microsoft.com/office/drawing/2014/main" id="{D4C6754B-1A23-F74D-9B8B-75868330ED26}"/>
              </a:ext>
            </a:extLst>
          </p:cNvPr>
          <p:cNvSpPr/>
          <p:nvPr/>
        </p:nvSpPr>
        <p:spPr>
          <a:xfrm rot="3091320">
            <a:off x="7866485" y="3425185"/>
            <a:ext cx="333937" cy="1016889"/>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Arrow: Down 13">
            <a:extLst>
              <a:ext uri="{FF2B5EF4-FFF2-40B4-BE49-F238E27FC236}">
                <a16:creationId xmlns:a16="http://schemas.microsoft.com/office/drawing/2014/main" id="{9C6EB19A-CBAA-8717-A44E-C302F4D3DF8B}"/>
              </a:ext>
            </a:extLst>
          </p:cNvPr>
          <p:cNvSpPr/>
          <p:nvPr/>
        </p:nvSpPr>
        <p:spPr>
          <a:xfrm rot="18879180">
            <a:off x="9446852" y="3464013"/>
            <a:ext cx="333937" cy="1016889"/>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63570A5C-D275-BB8D-9DA3-E55B4346D953}"/>
              </a:ext>
            </a:extLst>
          </p:cNvPr>
          <p:cNvSpPr txBox="1"/>
          <p:nvPr/>
        </p:nvSpPr>
        <p:spPr>
          <a:xfrm>
            <a:off x="414077" y="1103945"/>
            <a:ext cx="4398555" cy="1714893"/>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An interface can be used to define contracts which the implementing class must implement. This will make classes more modular and structured.</a:t>
            </a:r>
          </a:p>
          <a:p>
            <a:pPr marL="342900" marR="91440" lvl="0" indent="-342900" algn="l" defTabSz="914400" rtl="0" eaLnBrk="1" fontAlgn="auto" latinLnBrk="0" hangingPunct="1">
              <a:lnSpc>
                <a:spcPct val="107000"/>
              </a:lnSpc>
              <a:spcBef>
                <a:spcPts val="600"/>
              </a:spcBef>
              <a:spcAft>
                <a:spcPts val="600"/>
              </a:spcAft>
              <a:buClr>
                <a:srgbClr val="FFC000"/>
              </a:buClr>
              <a:buSzPct val="100000"/>
              <a:buFont typeface="+mj-lt"/>
              <a:buAutoNum type="arabicPeriod"/>
              <a:tabLst>
                <a:tab pos="457200" algn="l"/>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endParaRPr>
          </a:p>
        </p:txBody>
      </p:sp>
      <p:cxnSp>
        <p:nvCxnSpPr>
          <p:cNvPr id="16" name="Straight Arrow Connector 15">
            <a:extLst>
              <a:ext uri="{FF2B5EF4-FFF2-40B4-BE49-F238E27FC236}">
                <a16:creationId xmlns:a16="http://schemas.microsoft.com/office/drawing/2014/main" id="{A272B66A-CAFA-9B0D-1D15-167D6FB9285F}"/>
              </a:ext>
            </a:extLst>
          </p:cNvPr>
          <p:cNvCxnSpPr>
            <a:cxnSpLocks/>
          </p:cNvCxnSpPr>
          <p:nvPr/>
        </p:nvCxnSpPr>
        <p:spPr>
          <a:xfrm>
            <a:off x="8968636" y="3220550"/>
            <a:ext cx="1124228"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1EA933B3-4BCF-9598-7585-2D0952C38BE4}"/>
              </a:ext>
            </a:extLst>
          </p:cNvPr>
          <p:cNvSpPr/>
          <p:nvPr/>
        </p:nvSpPr>
        <p:spPr>
          <a:xfrm>
            <a:off x="10108875" y="3066091"/>
            <a:ext cx="1449962" cy="308918"/>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Abstract method</a:t>
            </a:r>
          </a:p>
        </p:txBody>
      </p:sp>
      <p:cxnSp>
        <p:nvCxnSpPr>
          <p:cNvPr id="18" name="Straight Arrow Connector 17">
            <a:extLst>
              <a:ext uri="{FF2B5EF4-FFF2-40B4-BE49-F238E27FC236}">
                <a16:creationId xmlns:a16="http://schemas.microsoft.com/office/drawing/2014/main" id="{BC1ED976-2756-95EE-ECA0-B6E24079D2A9}"/>
              </a:ext>
            </a:extLst>
          </p:cNvPr>
          <p:cNvCxnSpPr>
            <a:cxnSpLocks/>
          </p:cNvCxnSpPr>
          <p:nvPr/>
        </p:nvCxnSpPr>
        <p:spPr>
          <a:xfrm>
            <a:off x="8868428" y="2794306"/>
            <a:ext cx="1224436"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BBAA89CF-245C-F75B-0893-B8B5F6497C95}"/>
              </a:ext>
            </a:extLst>
          </p:cNvPr>
          <p:cNvSpPr/>
          <p:nvPr/>
        </p:nvSpPr>
        <p:spPr>
          <a:xfrm>
            <a:off x="10108075" y="2639847"/>
            <a:ext cx="1449962" cy="308918"/>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Abstract method</a:t>
            </a:r>
          </a:p>
        </p:txBody>
      </p:sp>
      <p:pic>
        <p:nvPicPr>
          <p:cNvPr id="25" name="Picture 24">
            <a:extLst>
              <a:ext uri="{FF2B5EF4-FFF2-40B4-BE49-F238E27FC236}">
                <a16:creationId xmlns:a16="http://schemas.microsoft.com/office/drawing/2014/main" id="{8C5F8438-8426-7E42-8B64-F4280A2D36D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50065" y="288836"/>
            <a:ext cx="914784" cy="363946"/>
          </a:xfrm>
          <a:prstGeom prst="rect">
            <a:avLst/>
          </a:prstGeom>
        </p:spPr>
      </p:pic>
      <p:sp>
        <p:nvSpPr>
          <p:cNvPr id="7" name="TextBox 6">
            <a:extLst>
              <a:ext uri="{FF2B5EF4-FFF2-40B4-BE49-F238E27FC236}">
                <a16:creationId xmlns:a16="http://schemas.microsoft.com/office/drawing/2014/main" id="{4B435673-0725-32D8-E047-2FBCC85E3E34}"/>
              </a:ext>
            </a:extLst>
          </p:cNvPr>
          <p:cNvSpPr txBox="1"/>
          <p:nvPr/>
        </p:nvSpPr>
        <p:spPr>
          <a:xfrm>
            <a:off x="8226660" y="3800221"/>
            <a:ext cx="1446371"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738F069C-F2EB-1632-687C-84402E577882}"/>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1774725679"/>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the differences between an </a:t>
            </a:r>
            <a:r>
              <a:rPr kumimoji="0" lang="en-US" sz="2400" b="1" i="0" u="none" strike="noStrike" kern="1200" cap="none" spc="0" normalizeH="0" baseline="0" noProof="0" dirty="0">
                <a:ln>
                  <a:noFill/>
                </a:ln>
                <a:solidFill>
                  <a:srgbClr val="FFFF00"/>
                </a:solidFill>
                <a:effectLst/>
                <a:uLnTx/>
                <a:uFillTx/>
                <a:ea typeface="+mn-ea"/>
                <a:cs typeface="+mn-cs"/>
              </a:rPr>
              <a:t>Abstract class </a:t>
            </a:r>
            <a:r>
              <a:rPr kumimoji="0" lang="en-US" sz="2400" b="1" i="0" u="none" strike="noStrike" kern="1200" cap="none" spc="0" normalizeH="0" baseline="0" noProof="0" dirty="0">
                <a:ln>
                  <a:noFill/>
                </a:ln>
                <a:solidFill>
                  <a:schemeClr val="bg1"/>
                </a:solidFill>
                <a:effectLst/>
                <a:uLnTx/>
                <a:uFillTx/>
                <a:ea typeface="+mn-ea"/>
                <a:cs typeface="+mn-cs"/>
              </a:rPr>
              <a:t>&amp; an </a:t>
            </a:r>
            <a:r>
              <a:rPr kumimoji="0" lang="en-US" sz="2400" b="1" i="0" u="none" strike="noStrike" kern="1200" cap="none" spc="0" normalizeH="0" baseline="0" noProof="0" dirty="0">
                <a:ln>
                  <a:noFill/>
                </a:ln>
                <a:solidFill>
                  <a:srgbClr val="FFFF00"/>
                </a:solidFill>
                <a:effectLst/>
                <a:uLnTx/>
                <a:uFillTx/>
                <a:ea typeface="+mn-ea"/>
                <a:cs typeface="+mn-cs"/>
              </a:rPr>
              <a:t>Interface</a:t>
            </a:r>
            <a:r>
              <a:rPr kumimoji="0" lang="en-US" sz="2400" b="1" i="0" u="none" strike="noStrike" kern="1200" cap="none" spc="0" normalizeH="0" baseline="0" noProof="0" dirty="0">
                <a:ln>
                  <a:noFill/>
                </a:ln>
                <a:solidFill>
                  <a:schemeClr val="bg1"/>
                </a:solidFill>
                <a:effectLst/>
                <a:uLnTx/>
                <a:uFillTx/>
                <a:ea typeface="+mn-ea"/>
                <a:cs typeface="+mn-cs"/>
              </a:rPr>
              <a:t> (</a:t>
            </a:r>
            <a:r>
              <a:rPr kumimoji="0" lang="en-US" sz="2400" b="1" i="0" u="none" strike="noStrike" kern="1200" cap="none" spc="0" normalizeH="0" baseline="0" noProof="0" dirty="0" err="1">
                <a:ln>
                  <a:noFill/>
                </a:ln>
                <a:solidFill>
                  <a:schemeClr val="bg1"/>
                </a:solidFill>
                <a:effectLst/>
                <a:uLnTx/>
                <a:uFillTx/>
                <a:ea typeface="+mn-ea"/>
                <a:cs typeface="+mn-cs"/>
              </a:rPr>
              <a:t>atleast</a:t>
            </a:r>
            <a:r>
              <a:rPr kumimoji="0" lang="en-US" sz="2400" b="1" i="0" u="none" strike="noStrike" kern="1200" cap="none" spc="0" normalizeH="0" baseline="0" noProof="0" dirty="0">
                <a:ln>
                  <a:noFill/>
                </a:ln>
                <a:solidFill>
                  <a:schemeClr val="bg1"/>
                </a:solidFill>
                <a:effectLst/>
                <a:uLnTx/>
                <a:uFillTx/>
                <a:ea typeface="+mn-ea"/>
                <a:cs typeface="+mn-cs"/>
              </a:rPr>
              <a:t> 4)?</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5" name="Picture 4">
            <a:extLst>
              <a:ext uri="{FF2B5EF4-FFF2-40B4-BE49-F238E27FC236}">
                <a16:creationId xmlns:a16="http://schemas.microsoft.com/office/drawing/2014/main" id="{4875E5BB-8C44-DEBF-D4F1-1FDB03FD718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253531" y="292352"/>
            <a:ext cx="914784" cy="363946"/>
          </a:xfrm>
          <a:prstGeom prst="rect">
            <a:avLst/>
          </a:prstGeom>
        </p:spPr>
      </p:pic>
      <p:sp>
        <p:nvSpPr>
          <p:cNvPr id="8" name="Rectangle 7">
            <a:extLst>
              <a:ext uri="{FF2B5EF4-FFF2-40B4-BE49-F238E27FC236}">
                <a16:creationId xmlns:a16="http://schemas.microsoft.com/office/drawing/2014/main" id="{43D6778C-98CA-3CCB-6C21-AB012FBA02C6}"/>
              </a:ext>
            </a:extLst>
          </p:cNvPr>
          <p:cNvSpPr/>
          <p:nvPr/>
        </p:nvSpPr>
        <p:spPr>
          <a:xfrm>
            <a:off x="355693" y="3829236"/>
            <a:ext cx="5472236" cy="286676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College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implements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University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Must implement abstract methods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courses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"P, C, 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sports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"football"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0" name="Rectangle 9">
            <a:extLst>
              <a:ext uri="{FF2B5EF4-FFF2-40B4-BE49-F238E27FC236}">
                <a16:creationId xmlns:a16="http://schemas.microsoft.com/office/drawing/2014/main" id="{11BFAA22-7DB5-0361-824C-2E14F509032A}"/>
              </a:ext>
            </a:extLst>
          </p:cNvPr>
          <p:cNvSpPr/>
          <p:nvPr/>
        </p:nvSpPr>
        <p:spPr>
          <a:xfrm>
            <a:off x="374818" y="1679131"/>
            <a:ext cx="5453111" cy="152876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University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courses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abstract method</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sports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abstract method</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1" name="Arrow: Down 10">
            <a:extLst>
              <a:ext uri="{FF2B5EF4-FFF2-40B4-BE49-F238E27FC236}">
                <a16:creationId xmlns:a16="http://schemas.microsoft.com/office/drawing/2014/main" id="{6541C352-98DC-58B4-E6FC-3EEE64CAC1B1}"/>
              </a:ext>
            </a:extLst>
          </p:cNvPr>
          <p:cNvSpPr/>
          <p:nvPr/>
        </p:nvSpPr>
        <p:spPr>
          <a:xfrm>
            <a:off x="3003673" y="3302943"/>
            <a:ext cx="452839" cy="455305"/>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CBB4AC62-EB03-934D-5321-B7EE637E177A}"/>
              </a:ext>
            </a:extLst>
          </p:cNvPr>
          <p:cNvCxnSpPr/>
          <p:nvPr/>
        </p:nvCxnSpPr>
        <p:spPr>
          <a:xfrm>
            <a:off x="5983266" y="1390237"/>
            <a:ext cx="0" cy="5305767"/>
          </a:xfrm>
          <a:prstGeom prst="line">
            <a:avLst/>
          </a:prstGeom>
        </p:spPr>
        <p:style>
          <a:lnRef idx="1">
            <a:schemeClr val="accent4"/>
          </a:lnRef>
          <a:fillRef idx="0">
            <a:schemeClr val="accent4"/>
          </a:fillRef>
          <a:effectRef idx="0">
            <a:schemeClr val="accent4"/>
          </a:effectRef>
          <a:fontRef idx="minor">
            <a:schemeClr val="tx1"/>
          </a:fontRef>
        </p:style>
      </p:cxnSp>
      <p:sp>
        <p:nvSpPr>
          <p:cNvPr id="15" name="Rectangle 14">
            <a:extLst>
              <a:ext uri="{FF2B5EF4-FFF2-40B4-BE49-F238E27FC236}">
                <a16:creationId xmlns:a16="http://schemas.microsoft.com/office/drawing/2014/main" id="{F3114274-6A90-58A4-C77A-EB5DD1842F38}"/>
              </a:ext>
            </a:extLst>
          </p:cNvPr>
          <p:cNvSpPr/>
          <p:nvPr/>
        </p:nvSpPr>
        <p:spPr>
          <a:xfrm>
            <a:off x="6620648" y="1699407"/>
            <a:ext cx="5135357" cy="215010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abstract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University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courses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Concrete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“P, C, 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abstract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sports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Abstract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6" name="Rectangle 15">
            <a:extLst>
              <a:ext uri="{FF2B5EF4-FFF2-40B4-BE49-F238E27FC236}">
                <a16:creationId xmlns:a16="http://schemas.microsoft.com/office/drawing/2014/main" id="{76060247-8704-D81D-77B2-5CEA6E8BA67A}"/>
              </a:ext>
            </a:extLst>
          </p:cNvPr>
          <p:cNvSpPr/>
          <p:nvPr/>
        </p:nvSpPr>
        <p:spPr>
          <a:xfrm>
            <a:off x="6620650" y="4542813"/>
            <a:ext cx="5135355" cy="215319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College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University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Must Implement abstract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sports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"football"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7" name="Arrow: Down 16">
            <a:extLst>
              <a:ext uri="{FF2B5EF4-FFF2-40B4-BE49-F238E27FC236}">
                <a16:creationId xmlns:a16="http://schemas.microsoft.com/office/drawing/2014/main" id="{D58D2DEB-E6C1-52B6-B72C-BDBB1EC53D4F}"/>
              </a:ext>
            </a:extLst>
          </p:cNvPr>
          <p:cNvSpPr/>
          <p:nvPr/>
        </p:nvSpPr>
        <p:spPr>
          <a:xfrm>
            <a:off x="8934840" y="3945824"/>
            <a:ext cx="437041" cy="580947"/>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01B132D8-9195-1357-A600-01AF43BF3D82}"/>
              </a:ext>
            </a:extLst>
          </p:cNvPr>
          <p:cNvSpPr/>
          <p:nvPr/>
        </p:nvSpPr>
        <p:spPr>
          <a:xfrm>
            <a:off x="7872873" y="1099585"/>
            <a:ext cx="2630905" cy="369332"/>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Abstract 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304501DD-485D-C0FB-C1A4-643B93B344E9}"/>
              </a:ext>
            </a:extLst>
          </p:cNvPr>
          <p:cNvSpPr/>
          <p:nvPr/>
        </p:nvSpPr>
        <p:spPr>
          <a:xfrm>
            <a:off x="2125528" y="1107370"/>
            <a:ext cx="2630905" cy="369332"/>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Interface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18EC4224-FA57-3C8E-5A2F-B84D7DA63958}"/>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2452127182"/>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the differences between an </a:t>
            </a:r>
            <a:r>
              <a:rPr kumimoji="0" lang="en-US" sz="2400" b="1" i="0" u="none" strike="noStrike" kern="1200" cap="none" spc="0" normalizeH="0" baseline="0" noProof="0" dirty="0">
                <a:ln>
                  <a:noFill/>
                </a:ln>
                <a:solidFill>
                  <a:srgbClr val="FFFF00"/>
                </a:solidFill>
                <a:effectLst/>
                <a:uLnTx/>
                <a:uFillTx/>
                <a:ea typeface="+mn-ea"/>
                <a:cs typeface="+mn-cs"/>
              </a:rPr>
              <a:t>Abstract class </a:t>
            </a:r>
            <a:r>
              <a:rPr kumimoji="0" lang="en-US" sz="2400" b="1" i="0" u="none" strike="noStrike" kern="1200" cap="none" spc="0" normalizeH="0" baseline="0" noProof="0" dirty="0">
                <a:ln>
                  <a:noFill/>
                </a:ln>
                <a:solidFill>
                  <a:schemeClr val="bg1"/>
                </a:solidFill>
                <a:effectLst/>
                <a:uLnTx/>
                <a:uFillTx/>
                <a:ea typeface="+mn-ea"/>
                <a:cs typeface="+mn-cs"/>
              </a:rPr>
              <a:t>&amp; an </a:t>
            </a:r>
            <a:r>
              <a:rPr kumimoji="0" lang="en-US" sz="2400" b="1" i="0" u="none" strike="noStrike" kern="1200" cap="none" spc="0" normalizeH="0" baseline="0" noProof="0" dirty="0">
                <a:ln>
                  <a:noFill/>
                </a:ln>
                <a:solidFill>
                  <a:srgbClr val="FFFF00"/>
                </a:solidFill>
                <a:effectLst/>
                <a:uLnTx/>
                <a:uFillTx/>
                <a:ea typeface="+mn-ea"/>
                <a:cs typeface="+mn-cs"/>
              </a:rPr>
              <a:t>Interface</a:t>
            </a:r>
            <a:r>
              <a:rPr kumimoji="0" lang="en-US" sz="2400" b="1" i="0" u="none" strike="noStrike" kern="1200" cap="none" spc="0" normalizeH="0" baseline="0" noProof="0" dirty="0">
                <a:ln>
                  <a:noFill/>
                </a:ln>
                <a:solidFill>
                  <a:schemeClr val="bg1"/>
                </a:solidFill>
                <a:effectLst/>
                <a:uLnTx/>
                <a:uFillTx/>
                <a:ea typeface="+mn-ea"/>
                <a:cs typeface="+mn-cs"/>
              </a:rPr>
              <a:t> (</a:t>
            </a:r>
            <a:r>
              <a:rPr kumimoji="0" lang="en-US" sz="2400" b="1" i="0" u="none" strike="noStrike" kern="1200" cap="none" spc="0" normalizeH="0" baseline="0" noProof="0" dirty="0" err="1">
                <a:ln>
                  <a:noFill/>
                </a:ln>
                <a:solidFill>
                  <a:schemeClr val="bg1"/>
                </a:solidFill>
                <a:effectLst/>
                <a:uLnTx/>
                <a:uFillTx/>
                <a:ea typeface="+mn-ea"/>
                <a:cs typeface="+mn-cs"/>
              </a:rPr>
              <a:t>atleast</a:t>
            </a:r>
            <a:r>
              <a:rPr kumimoji="0" lang="en-US" sz="2400" b="1" i="0" u="none" strike="noStrike" kern="1200" cap="none" spc="0" normalizeH="0" baseline="0" noProof="0" dirty="0">
                <a:ln>
                  <a:noFill/>
                </a:ln>
                <a:solidFill>
                  <a:schemeClr val="bg1"/>
                </a:solidFill>
                <a:effectLst/>
                <a:uLnTx/>
                <a:uFillTx/>
                <a:ea typeface="+mn-ea"/>
                <a:cs typeface="+mn-cs"/>
              </a:rPr>
              <a:t> 4)?</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5" name="Picture 4">
            <a:extLst>
              <a:ext uri="{FF2B5EF4-FFF2-40B4-BE49-F238E27FC236}">
                <a16:creationId xmlns:a16="http://schemas.microsoft.com/office/drawing/2014/main" id="{4875E5BB-8C44-DEBF-D4F1-1FDB03FD718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253531" y="292352"/>
            <a:ext cx="914784" cy="363946"/>
          </a:xfrm>
          <a:prstGeom prst="rect">
            <a:avLst/>
          </a:prstGeom>
        </p:spPr>
      </p:pic>
      <p:graphicFrame>
        <p:nvGraphicFramePr>
          <p:cNvPr id="6" name="Table 4">
            <a:extLst>
              <a:ext uri="{FF2B5EF4-FFF2-40B4-BE49-F238E27FC236}">
                <a16:creationId xmlns:a16="http://schemas.microsoft.com/office/drawing/2014/main" id="{9A5A613F-236F-A712-FF2F-328CE9D575C5}"/>
              </a:ext>
            </a:extLst>
          </p:cNvPr>
          <p:cNvGraphicFramePr>
            <a:graphicFrameLocks noGrp="1"/>
          </p:cNvGraphicFramePr>
          <p:nvPr>
            <p:ph idx="1"/>
          </p:nvPr>
        </p:nvGraphicFramePr>
        <p:xfrm>
          <a:off x="505592" y="1309815"/>
          <a:ext cx="9792157" cy="4616953"/>
        </p:xfrm>
        <a:graphic>
          <a:graphicData uri="http://schemas.openxmlformats.org/drawingml/2006/table">
            <a:tbl>
              <a:tblPr firstRow="1" bandRow="1">
                <a:tableStyleId>{E8B1032C-EA38-4F05-BA0D-38AFFFC7BED3}</a:tableStyleId>
              </a:tblPr>
              <a:tblGrid>
                <a:gridCol w="4857241">
                  <a:extLst>
                    <a:ext uri="{9D8B030D-6E8A-4147-A177-3AD203B41FA5}">
                      <a16:colId xmlns:a16="http://schemas.microsoft.com/office/drawing/2014/main" val="312534454"/>
                    </a:ext>
                  </a:extLst>
                </a:gridCol>
                <a:gridCol w="4934916">
                  <a:extLst>
                    <a:ext uri="{9D8B030D-6E8A-4147-A177-3AD203B41FA5}">
                      <a16:colId xmlns:a16="http://schemas.microsoft.com/office/drawing/2014/main" val="3786215524"/>
                    </a:ext>
                  </a:extLst>
                </a:gridCol>
              </a:tblGrid>
              <a:tr h="570523">
                <a:tc>
                  <a:txBody>
                    <a:bodyPr/>
                    <a:lstStyle/>
                    <a:p>
                      <a:pPr algn="ctr"/>
                      <a:r>
                        <a:rPr lang="en-IN" sz="2400" b="1" i="0" kern="1200" dirty="0">
                          <a:solidFill>
                            <a:schemeClr val="tx1"/>
                          </a:solidFill>
                          <a:effectLst/>
                          <a:latin typeface="+mn-lt"/>
                          <a:ea typeface="+mn-ea"/>
                          <a:cs typeface="+mn-cs"/>
                        </a:rPr>
                        <a:t>Interfaces</a:t>
                      </a:r>
                      <a:endParaRPr lang="en-IN" sz="2400" dirty="0"/>
                    </a:p>
                  </a:txBody>
                  <a:tcPr marL="180000" marR="540000" marT="108000" marB="108000" anchor="ctr"/>
                </a:tc>
                <a:tc>
                  <a:txBody>
                    <a:bodyPr/>
                    <a:lstStyle/>
                    <a:p>
                      <a:pPr algn="ctr"/>
                      <a:r>
                        <a:rPr lang="en-IN" sz="2400" b="1" i="0" kern="1200" dirty="0">
                          <a:solidFill>
                            <a:schemeClr val="tx1"/>
                          </a:solidFill>
                          <a:effectLst/>
                          <a:latin typeface="+mn-lt"/>
                          <a:ea typeface="+mn-ea"/>
                          <a:cs typeface="+mn-cs"/>
                        </a:rPr>
                        <a:t>Abstract Classes</a:t>
                      </a:r>
                      <a:endParaRPr lang="en-IN" sz="2400" dirty="0"/>
                    </a:p>
                  </a:txBody>
                  <a:tcPr marL="180000" marR="540000" marT="108000" marB="108000" anchor="ctr"/>
                </a:tc>
                <a:extLst>
                  <a:ext uri="{0D108BD9-81ED-4DB2-BD59-A6C34878D82A}">
                    <a16:rowId xmlns:a16="http://schemas.microsoft.com/office/drawing/2014/main" val="2733934505"/>
                  </a:ext>
                </a:extLst>
              </a:tr>
              <a:tr h="527821">
                <a:tc gridSpan="2">
                  <a:txBody>
                    <a:bodyPr/>
                    <a:lstStyle/>
                    <a:p>
                      <a:pPr algn="ctr"/>
                      <a:r>
                        <a:rPr lang="en-US" sz="1800" b="0" i="0" kern="1200" dirty="0">
                          <a:solidFill>
                            <a:schemeClr val="tx1"/>
                          </a:solidFill>
                          <a:effectLst/>
                          <a:latin typeface="+mn-lt"/>
                          <a:ea typeface="+mn-ea"/>
                          <a:cs typeface="+mn-cs"/>
                        </a:rPr>
                        <a:t>Cannot be instantiated directly with </a:t>
                      </a:r>
                      <a:r>
                        <a:rPr lang="en-US" dirty="0"/>
                        <a:t>new</a:t>
                      </a:r>
                      <a:r>
                        <a:rPr lang="en-US" sz="1800" b="0" i="0" kern="1200" dirty="0">
                          <a:solidFill>
                            <a:schemeClr val="tx1"/>
                          </a:solidFill>
                          <a:effectLst/>
                          <a:latin typeface="+mn-lt"/>
                          <a:ea typeface="+mn-ea"/>
                          <a:cs typeface="+mn-cs"/>
                        </a:rPr>
                        <a:t> keyword.</a:t>
                      </a:r>
                      <a:endParaRPr lang="en-IN" sz="1800" dirty="0"/>
                    </a:p>
                  </a:txBody>
                  <a:tcPr marL="180000" marR="540000" marT="108000" marB="108000" anchor="ctr"/>
                </a:tc>
                <a:tc hMerge="1">
                  <a:txBody>
                    <a:bodyPr/>
                    <a:lstStyle/>
                    <a:p>
                      <a:endParaRPr dirty="0"/>
                    </a:p>
                  </a:txBody>
                  <a:tcPr marL="180000" marR="540000" marT="108000" marB="108000" anchor="ctr"/>
                </a:tc>
                <a:extLst>
                  <a:ext uri="{0D108BD9-81ED-4DB2-BD59-A6C34878D82A}">
                    <a16:rowId xmlns:a16="http://schemas.microsoft.com/office/drawing/2014/main" val="2474462777"/>
                  </a:ext>
                </a:extLst>
              </a:tr>
              <a:tr h="669917">
                <a:tc>
                  <a:txBody>
                    <a:bodyPr/>
                    <a:lstStyle/>
                    <a:p>
                      <a:r>
                        <a:rPr lang="en-IN" sz="1800" dirty="0"/>
                        <a:t>1. </a:t>
                      </a:r>
                      <a:r>
                        <a:rPr lang="en-IN" sz="1800" b="0" i="0" kern="1200" dirty="0">
                          <a:solidFill>
                            <a:schemeClr val="tx1"/>
                          </a:solidFill>
                          <a:effectLst/>
                          <a:latin typeface="+mn-lt"/>
                          <a:ea typeface="+mn-ea"/>
                          <a:cs typeface="+mn-cs"/>
                        </a:rPr>
                        <a:t>Defined by using interface keyword.</a:t>
                      </a:r>
                      <a:endParaRPr lang="en-IN" sz="1800" dirty="0"/>
                    </a:p>
                  </a:txBody>
                  <a:tcPr marL="180000" marR="540000" marT="108000" marB="108000" anchor="ctr"/>
                </a:tc>
                <a:tc>
                  <a:txBody>
                    <a:bodyPr/>
                    <a:lstStyle/>
                    <a:p>
                      <a:r>
                        <a:rPr lang="en-IN" sz="1800" b="0" i="0" kern="1200" dirty="0">
                          <a:solidFill>
                            <a:schemeClr val="tx1"/>
                          </a:solidFill>
                          <a:effectLst/>
                          <a:latin typeface="+mn-lt"/>
                          <a:ea typeface="+mn-ea"/>
                          <a:cs typeface="+mn-cs"/>
                        </a:rPr>
                        <a:t>Defined by using abstract keyword</a:t>
                      </a:r>
                      <a:endParaRPr lang="en-IN" sz="1800" dirty="0"/>
                    </a:p>
                  </a:txBody>
                  <a:tcPr marL="180000" marR="540000" marT="108000" marB="108000" anchor="ctr"/>
                </a:tc>
                <a:extLst>
                  <a:ext uri="{0D108BD9-81ED-4DB2-BD59-A6C34878D82A}">
                    <a16:rowId xmlns:a16="http://schemas.microsoft.com/office/drawing/2014/main" val="2040826760"/>
                  </a:ext>
                </a:extLst>
              </a:tr>
              <a:tr h="630139">
                <a:tc>
                  <a:txBody>
                    <a:bodyPr/>
                    <a:lstStyle/>
                    <a:p>
                      <a:r>
                        <a:rPr lang="en-IN" sz="1800" dirty="0"/>
                        <a:t>2. </a:t>
                      </a:r>
                      <a:r>
                        <a:rPr lang="en-IN" sz="1800" b="0" i="0" kern="1200" dirty="0">
                          <a:solidFill>
                            <a:schemeClr val="tx1"/>
                          </a:solidFill>
                          <a:effectLst/>
                          <a:latin typeface="+mn-lt"/>
                          <a:ea typeface="+mn-ea"/>
                          <a:cs typeface="+mn-cs"/>
                        </a:rPr>
                        <a:t>Supports multiple inheritance (can implement multiple interfaces).</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Supports single inheritance (extends only one class)</a:t>
                      </a:r>
                      <a:endParaRPr lang="en-IN" sz="1800" dirty="0"/>
                    </a:p>
                  </a:txBody>
                  <a:tcPr marL="180000" marR="540000" marT="108000" marB="108000" anchor="ctr"/>
                </a:tc>
                <a:extLst>
                  <a:ext uri="{0D108BD9-81ED-4DB2-BD59-A6C34878D82A}">
                    <a16:rowId xmlns:a16="http://schemas.microsoft.com/office/drawing/2014/main" val="546381452"/>
                  </a:ext>
                </a:extLst>
              </a:tr>
              <a:tr h="642648">
                <a:tc>
                  <a:txBody>
                    <a:bodyPr/>
                    <a:lstStyle/>
                    <a:p>
                      <a:r>
                        <a:rPr lang="en-US" sz="1800" dirty="0"/>
                        <a:t>3. </a:t>
                      </a:r>
                      <a:r>
                        <a:rPr lang="en-US" sz="1800" b="0" i="0" kern="1200" dirty="0">
                          <a:solidFill>
                            <a:schemeClr val="tx1"/>
                          </a:solidFill>
                          <a:effectLst/>
                          <a:latin typeface="+mn-lt"/>
                          <a:ea typeface="+mn-ea"/>
                          <a:cs typeface="+mn-cs"/>
                        </a:rPr>
                        <a:t>Methods are implicitly abstract</a:t>
                      </a:r>
                      <a:endParaRPr lang="en-IN" sz="1800" dirty="0"/>
                    </a:p>
                  </a:txBody>
                  <a:tcPr marL="180000" marR="540000" marT="108000" marB="108000" anchor="ctr"/>
                </a:tc>
                <a:tc>
                  <a:txBody>
                    <a:bodyPr/>
                    <a:lstStyle/>
                    <a:p>
                      <a:r>
                        <a:rPr lang="en-IN" sz="1800" b="0" i="0" kern="1200" dirty="0">
                          <a:solidFill>
                            <a:schemeClr val="tx1"/>
                          </a:solidFill>
                          <a:effectLst/>
                          <a:latin typeface="+mn-lt"/>
                          <a:ea typeface="+mn-ea"/>
                          <a:cs typeface="+mn-cs"/>
                        </a:rPr>
                        <a:t>Use abstract keyword to make methods abstract</a:t>
                      </a:r>
                      <a:endParaRPr lang="en-IN" sz="1800" dirty="0"/>
                    </a:p>
                  </a:txBody>
                  <a:tcPr marL="180000" marR="540000" marT="108000" marB="108000" anchor="ctr"/>
                </a:tc>
                <a:extLst>
                  <a:ext uri="{0D108BD9-81ED-4DB2-BD59-A6C34878D82A}">
                    <a16:rowId xmlns:a16="http://schemas.microsoft.com/office/drawing/2014/main" val="763325998"/>
                  </a:ext>
                </a:extLst>
              </a:tr>
              <a:tr h="642648">
                <a:tc>
                  <a:txBody>
                    <a:bodyPr/>
                    <a:lstStyle/>
                    <a:p>
                      <a:r>
                        <a:rPr lang="en-IN" sz="1800" b="0" i="0" kern="1200" dirty="0">
                          <a:solidFill>
                            <a:schemeClr val="tx1"/>
                          </a:solidFill>
                          <a:effectLst/>
                          <a:latin typeface="+mn-lt"/>
                          <a:ea typeface="+mn-ea"/>
                          <a:cs typeface="+mn-cs"/>
                        </a:rPr>
                        <a:t>4. Cannot have constructors.</a:t>
                      </a:r>
                      <a:endParaRPr lang="en-IN" sz="1800" dirty="0"/>
                    </a:p>
                  </a:txBody>
                  <a:tcPr marL="180000" marR="540000" marT="108000" marB="108000" anchor="ctr"/>
                </a:tc>
                <a:tc>
                  <a:txBody>
                    <a:bodyPr/>
                    <a:lstStyle/>
                    <a:p>
                      <a:r>
                        <a:rPr lang="en-IN" sz="1800" b="0" i="0" kern="1200" dirty="0">
                          <a:solidFill>
                            <a:schemeClr val="tx1"/>
                          </a:solidFill>
                          <a:effectLst/>
                          <a:latin typeface="+mn-lt"/>
                          <a:ea typeface="+mn-ea"/>
                          <a:cs typeface="+mn-cs"/>
                        </a:rPr>
                        <a:t>Can have constructors.</a:t>
                      </a:r>
                      <a:endParaRPr lang="en-IN" sz="1800" dirty="0"/>
                    </a:p>
                  </a:txBody>
                  <a:tcPr marL="180000" marR="540000" marT="108000" marB="108000" anchor="ctr"/>
                </a:tc>
                <a:extLst>
                  <a:ext uri="{0D108BD9-81ED-4DB2-BD59-A6C34878D82A}">
                    <a16:rowId xmlns:a16="http://schemas.microsoft.com/office/drawing/2014/main" val="536598921"/>
                  </a:ext>
                </a:extLst>
              </a:tr>
              <a:tr h="665527">
                <a:tc>
                  <a:txBody>
                    <a:bodyPr/>
                    <a:lstStyle/>
                    <a:p>
                      <a:r>
                        <a:rPr lang="en-US" sz="1800" b="0" i="0" kern="1200" dirty="0">
                          <a:solidFill>
                            <a:schemeClr val="tx1"/>
                          </a:solidFill>
                          <a:effectLst/>
                          <a:latin typeface="+mn-lt"/>
                          <a:ea typeface="+mn-ea"/>
                          <a:cs typeface="+mn-cs"/>
                        </a:rPr>
                        <a:t>5. Can have default methods.</a:t>
                      </a:r>
                      <a:endParaRPr lang="en-IN" sz="1800" dirty="0"/>
                    </a:p>
                  </a:txBody>
                  <a:tcPr marL="180000" marR="540000" marT="108000" marB="108000" anchor="ctr"/>
                </a:tc>
                <a:tc>
                  <a:txBody>
                    <a:bodyPr/>
                    <a:lstStyle/>
                    <a:p>
                      <a:r>
                        <a:rPr lang="en-IN" sz="1800" b="0" i="0" kern="1200" dirty="0">
                          <a:solidFill>
                            <a:schemeClr val="tx1"/>
                          </a:solidFill>
                          <a:effectLst/>
                          <a:latin typeface="+mn-lt"/>
                          <a:ea typeface="+mn-ea"/>
                          <a:cs typeface="+mn-cs"/>
                        </a:rPr>
                        <a:t>Cannot have default methods</a:t>
                      </a:r>
                      <a:endParaRPr lang="en-IN" sz="1800" dirty="0"/>
                    </a:p>
                  </a:txBody>
                  <a:tcPr marL="180000" marR="540000" marT="108000" marB="108000" anchor="ctr"/>
                </a:tc>
                <a:extLst>
                  <a:ext uri="{0D108BD9-81ED-4DB2-BD59-A6C34878D82A}">
                    <a16:rowId xmlns:a16="http://schemas.microsoft.com/office/drawing/2014/main" val="768285145"/>
                  </a:ext>
                </a:extLst>
              </a:tr>
            </a:tbl>
          </a:graphicData>
        </a:graphic>
      </p:graphicFrame>
      <p:sp>
        <p:nvSpPr>
          <p:cNvPr id="4" name="TextBox 3">
            <a:extLst>
              <a:ext uri="{FF2B5EF4-FFF2-40B4-BE49-F238E27FC236}">
                <a16:creationId xmlns:a16="http://schemas.microsoft.com/office/drawing/2014/main" id="{0B5E97C3-287E-6B11-FE30-32ACCE30999E}"/>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186166892"/>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default methods</a:t>
            </a:r>
            <a:r>
              <a:rPr kumimoji="0" lang="en-US" sz="2400" b="1" i="0" u="none" strike="noStrike" kern="1200" cap="none" spc="0" normalizeH="0" baseline="0" noProof="0" dirty="0">
                <a:ln>
                  <a:noFill/>
                </a:ln>
                <a:solidFill>
                  <a:schemeClr val="bg1"/>
                </a:solidFill>
                <a:effectLst/>
                <a:uLnTx/>
                <a:uFillTx/>
                <a:ea typeface="+mn-ea"/>
                <a:cs typeface="+mn-cs"/>
              </a:rPr>
              <a:t>? When to use default methods?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8" name="Rectangle 7">
            <a:extLst>
              <a:ext uri="{FF2B5EF4-FFF2-40B4-BE49-F238E27FC236}">
                <a16:creationId xmlns:a16="http://schemas.microsoft.com/office/drawing/2014/main" id="{63EFC945-1D26-3D8B-8222-09971AEDB116}"/>
              </a:ext>
            </a:extLst>
          </p:cNvPr>
          <p:cNvSpPr/>
          <p:nvPr/>
        </p:nvSpPr>
        <p:spPr>
          <a:xfrm>
            <a:off x="6535361" y="1030317"/>
            <a:ext cx="4954616" cy="234881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Vehicle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Abstract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start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Default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default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stop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"Stop..."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0" name="Rectangle 9">
            <a:extLst>
              <a:ext uri="{FF2B5EF4-FFF2-40B4-BE49-F238E27FC236}">
                <a16:creationId xmlns:a16="http://schemas.microsoft.com/office/drawing/2014/main" id="{F4889647-CC13-C43A-4929-CD96154B52A7}"/>
              </a:ext>
            </a:extLst>
          </p:cNvPr>
          <p:cNvSpPr/>
          <p:nvPr/>
        </p:nvSpPr>
        <p:spPr>
          <a:xfrm>
            <a:off x="6535361" y="3429000"/>
            <a:ext cx="4954616" cy="320039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implements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Vehicle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start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"Start..."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myCar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myCar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start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Start...</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myCar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stop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Stop...</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1" name="TextBox 10">
            <a:extLst>
              <a:ext uri="{FF2B5EF4-FFF2-40B4-BE49-F238E27FC236}">
                <a16:creationId xmlns:a16="http://schemas.microsoft.com/office/drawing/2014/main" id="{102DFA77-4B8C-5A35-6FBE-617350ACEB17}"/>
              </a:ext>
            </a:extLst>
          </p:cNvPr>
          <p:cNvSpPr txBox="1"/>
          <p:nvPr/>
        </p:nvSpPr>
        <p:spPr>
          <a:xfrm>
            <a:off x="377845" y="1103944"/>
            <a:ext cx="4836705" cy="3350597"/>
          </a:xfrm>
          <a:prstGeom prst="rect">
            <a:avLst/>
          </a:prstGeom>
          <a:noFill/>
        </p:spPr>
        <p:txBody>
          <a:bodyPr wrap="square">
            <a:spAutoFit/>
          </a:bodyPr>
          <a:lstStyle/>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Definition</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Default methods are methods in interfaces that have a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default 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t>
            </a:r>
          </a:p>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They are declared using the default keyword.</a:t>
            </a:r>
          </a:p>
          <a:p>
            <a:pPr marL="285750" marR="91440" lvl="0" indent="-285750" algn="l" defTabSz="914400" rtl="0" eaLnBrk="1" fontAlgn="auto" latinLnBrk="0" hangingPunct="1">
              <a:lnSpc>
                <a:spcPct val="107000"/>
              </a:lnSpc>
              <a:spcBef>
                <a:spcPts val="600"/>
              </a:spcBef>
              <a:spcAft>
                <a:spcPts val="600"/>
              </a:spcAft>
              <a:buClr>
                <a:srgbClr val="FFC000"/>
              </a:buClr>
              <a:buSzPct val="100000"/>
              <a:buFont typeface="Wingdings" panose="05000000000000000000" pitchFamily="2" charset="2"/>
              <a:buChar char="v"/>
              <a:tabLst>
                <a:tab pos="457200" algn="l"/>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Purpose</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Default methods in Java interfaces introduced in Java 8 provide a way to add concrete method implementations to interfaces, avoiding the need to convert interfaces into abstract classes for such purposes.</a:t>
            </a:r>
          </a:p>
        </p:txBody>
      </p:sp>
      <mc:AlternateContent xmlns:mc="http://schemas.openxmlformats.org/markup-compatibility/2006" xmlns:p14="http://schemas.microsoft.com/office/powerpoint/2010/main">
        <mc:Choice Requires="p14">
          <p:contentPart p14:bwMode="auto" r:id="rId4">
            <p14:nvContentPartPr>
              <p14:cNvPr id="4" name="Ink 3">
                <a:extLst>
                  <a:ext uri="{FF2B5EF4-FFF2-40B4-BE49-F238E27FC236}">
                    <a16:creationId xmlns:a16="http://schemas.microsoft.com/office/drawing/2014/main" id="{BF0ED0F2-7D2C-1A50-865A-7C61EF9AA788}"/>
                  </a:ext>
                </a:extLst>
              </p14:cNvPr>
              <p14:cNvContentPartPr/>
              <p14:nvPr/>
            </p14:nvContentPartPr>
            <p14:xfrm>
              <a:off x="14898426" y="2399865"/>
              <a:ext cx="15120" cy="360"/>
            </p14:xfrm>
          </p:contentPart>
        </mc:Choice>
        <mc:Fallback xmlns="">
          <p:pic>
            <p:nvPicPr>
              <p:cNvPr id="4" name="Ink 3">
                <a:extLst>
                  <a:ext uri="{FF2B5EF4-FFF2-40B4-BE49-F238E27FC236}">
                    <a16:creationId xmlns:a16="http://schemas.microsoft.com/office/drawing/2014/main" id="{BF0ED0F2-7D2C-1A50-865A-7C61EF9AA788}"/>
                  </a:ext>
                </a:extLst>
              </p:cNvPr>
              <p:cNvPicPr/>
              <p:nvPr/>
            </p:nvPicPr>
            <p:blipFill>
              <a:blip r:embed="rId5"/>
              <a:stretch>
                <a:fillRect/>
              </a:stretch>
            </p:blipFill>
            <p:spPr>
              <a:xfrm>
                <a:off x="14889786" y="2391225"/>
                <a:ext cx="32760" cy="18000"/>
              </a:xfrm>
              <a:prstGeom prst="rect">
                <a:avLst/>
              </a:prstGeom>
            </p:spPr>
          </p:pic>
        </mc:Fallback>
      </mc:AlternateContent>
      <p:sp>
        <p:nvSpPr>
          <p:cNvPr id="5" name="TextBox 4">
            <a:extLst>
              <a:ext uri="{FF2B5EF4-FFF2-40B4-BE49-F238E27FC236}">
                <a16:creationId xmlns:a16="http://schemas.microsoft.com/office/drawing/2014/main" id="{70422BC8-D097-553C-ECCA-77489DD4F986}"/>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3140508343"/>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a:t>
            </a:r>
            <a:r>
              <a:rPr kumimoji="0" lang="en-US" sz="2400" b="1" i="0" u="none" strike="noStrike" kern="1200" cap="none" spc="0" normalizeH="0" baseline="0" noProof="0" dirty="0">
                <a:ln>
                  <a:noFill/>
                </a:ln>
                <a:solidFill>
                  <a:schemeClr val="bg1"/>
                </a:solidFill>
                <a:effectLst/>
                <a:uLnTx/>
                <a:uFillTx/>
                <a:ea typeface="+mn-ea"/>
                <a:cs typeface="+mn-cs"/>
              </a:rPr>
              <a:t>Can you create an instance of an Abstract class or an Interface?</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ACBB52CE-1713-4542-67BE-E6DC04079405}"/>
              </a:ext>
            </a:extLst>
          </p:cNvPr>
          <p:cNvSpPr txBox="1"/>
          <p:nvPr/>
        </p:nvSpPr>
        <p:spPr>
          <a:xfrm>
            <a:off x="355693" y="1211834"/>
            <a:ext cx="5451983"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No,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creating instance of abstract class and interface is not possible.</a:t>
            </a:r>
          </a:p>
        </p:txBody>
      </p:sp>
      <p:pic>
        <p:nvPicPr>
          <p:cNvPr id="7" name="Graphic 6" descr="Artificial Intelligence with solid fill">
            <a:extLst>
              <a:ext uri="{FF2B5EF4-FFF2-40B4-BE49-F238E27FC236}">
                <a16:creationId xmlns:a16="http://schemas.microsoft.com/office/drawing/2014/main" id="{C1DA7EC8-FD94-7C21-F6FA-AE53151EA7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91296" y="136472"/>
            <a:ext cx="559216" cy="559216"/>
          </a:xfrm>
          <a:prstGeom prst="rect">
            <a:avLst/>
          </a:prstGeom>
        </p:spPr>
      </p:pic>
      <p:sp>
        <p:nvSpPr>
          <p:cNvPr id="5" name="TextBox 4">
            <a:extLst>
              <a:ext uri="{FF2B5EF4-FFF2-40B4-BE49-F238E27FC236}">
                <a16:creationId xmlns:a16="http://schemas.microsoft.com/office/drawing/2014/main" id="{28610CA9-DC66-5962-9888-1BAE8D24C4F3}"/>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3521670543"/>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Do abstract class can have Constructors? What is the use of that constructor?</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ACBB52CE-1713-4542-67BE-E6DC04079405}"/>
              </a:ext>
            </a:extLst>
          </p:cNvPr>
          <p:cNvSpPr txBox="1"/>
          <p:nvPr/>
        </p:nvSpPr>
        <p:spPr>
          <a:xfrm>
            <a:off x="355693" y="1211834"/>
            <a:ext cx="4908285" cy="155427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Yes,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abstract class can have constructors.</a:t>
            </a:r>
          </a:p>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When object of child class is created, then before executing child class constructor, the constructor of the parent class will be executed.</a:t>
            </a:r>
          </a:p>
        </p:txBody>
      </p:sp>
      <p:pic>
        <p:nvPicPr>
          <p:cNvPr id="7" name="Graphic 6" descr="Artificial Intelligence with solid fill">
            <a:extLst>
              <a:ext uri="{FF2B5EF4-FFF2-40B4-BE49-F238E27FC236}">
                <a16:creationId xmlns:a16="http://schemas.microsoft.com/office/drawing/2014/main" id="{6D44CE55-53BC-3762-7ECF-FB68EBCCC0F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037807" y="146489"/>
            <a:ext cx="559216" cy="559216"/>
          </a:xfrm>
          <a:prstGeom prst="rect">
            <a:avLst/>
          </a:prstGeom>
        </p:spPr>
      </p:pic>
      <p:sp>
        <p:nvSpPr>
          <p:cNvPr id="5" name="Rectangle 4">
            <a:extLst>
              <a:ext uri="{FF2B5EF4-FFF2-40B4-BE49-F238E27FC236}">
                <a16:creationId xmlns:a16="http://schemas.microsoft.com/office/drawing/2014/main" id="{10490B76-BF72-884F-6562-D120E30DC6EE}"/>
              </a:ext>
            </a:extLst>
          </p:cNvPr>
          <p:cNvSpPr/>
          <p:nvPr/>
        </p:nvSpPr>
        <p:spPr>
          <a:xfrm>
            <a:off x="6095998" y="1211833"/>
            <a:ext cx="5393977" cy="215478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abstract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Vehicle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Vehicle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Constructor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"Vehicle Constructor"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Rectangle 5">
            <a:extLst>
              <a:ext uri="{FF2B5EF4-FFF2-40B4-BE49-F238E27FC236}">
                <a16:creationId xmlns:a16="http://schemas.microsoft.com/office/drawing/2014/main" id="{E7A44435-C72B-5D73-2115-0AD08D53B7D9}"/>
              </a:ext>
            </a:extLst>
          </p:cNvPr>
          <p:cNvSpPr/>
          <p:nvPr/>
        </p:nvSpPr>
        <p:spPr>
          <a:xfrm>
            <a:off x="6201119" y="4205614"/>
            <a:ext cx="5393978" cy="215478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Vehicle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"Car Constructor"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Rectangle 7">
            <a:extLst>
              <a:ext uri="{FF2B5EF4-FFF2-40B4-BE49-F238E27FC236}">
                <a16:creationId xmlns:a16="http://schemas.microsoft.com/office/drawing/2014/main" id="{FFBC6101-4B76-D1FA-6FE0-EBC899AF867B}"/>
              </a:ext>
            </a:extLst>
          </p:cNvPr>
          <p:cNvSpPr/>
          <p:nvPr/>
        </p:nvSpPr>
        <p:spPr>
          <a:xfrm>
            <a:off x="596903" y="4267260"/>
            <a:ext cx="4425863" cy="226639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Call base class constructor first</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Vehicle Constructor</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Car Constructor</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11" name="Arrow: Down 10">
            <a:extLst>
              <a:ext uri="{FF2B5EF4-FFF2-40B4-BE49-F238E27FC236}">
                <a16:creationId xmlns:a16="http://schemas.microsoft.com/office/drawing/2014/main" id="{6D1C9E9D-D037-0711-8ED9-07536554D4DF}"/>
              </a:ext>
            </a:extLst>
          </p:cNvPr>
          <p:cNvSpPr/>
          <p:nvPr/>
        </p:nvSpPr>
        <p:spPr>
          <a:xfrm>
            <a:off x="8566568" y="3429000"/>
            <a:ext cx="452839" cy="675612"/>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Arrow: Down 12">
            <a:extLst>
              <a:ext uri="{FF2B5EF4-FFF2-40B4-BE49-F238E27FC236}">
                <a16:creationId xmlns:a16="http://schemas.microsoft.com/office/drawing/2014/main" id="{B28C7CB4-55A4-9B56-7657-C6E226B493EC}"/>
              </a:ext>
            </a:extLst>
          </p:cNvPr>
          <p:cNvSpPr/>
          <p:nvPr/>
        </p:nvSpPr>
        <p:spPr>
          <a:xfrm rot="5400000">
            <a:off x="5324331" y="4605046"/>
            <a:ext cx="452839" cy="880263"/>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43BB33E4-8BEB-F043-6D57-6CB2370E64A1}"/>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2248271170"/>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Do Interface can have a constructor?</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ACBB52CE-1713-4542-67BE-E6DC04079405}"/>
              </a:ext>
            </a:extLst>
          </p:cNvPr>
          <p:cNvSpPr txBox="1"/>
          <p:nvPr/>
        </p:nvSpPr>
        <p:spPr>
          <a:xfrm>
            <a:off x="355693" y="1211834"/>
            <a:ext cx="4908285" cy="723275"/>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NO,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Interface can not have constructors.</a:t>
            </a: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 name="Graphic 6" descr="Artificial Intelligence with solid fill">
            <a:extLst>
              <a:ext uri="{FF2B5EF4-FFF2-40B4-BE49-F238E27FC236}">
                <a16:creationId xmlns:a16="http://schemas.microsoft.com/office/drawing/2014/main" id="{6D44CE55-53BC-3762-7ECF-FB68EBCCC0F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259896" y="136472"/>
            <a:ext cx="559216" cy="559216"/>
          </a:xfrm>
          <a:prstGeom prst="rect">
            <a:avLst/>
          </a:prstGeom>
        </p:spPr>
      </p:pic>
      <p:pic>
        <p:nvPicPr>
          <p:cNvPr id="10" name="Picture 9">
            <a:extLst>
              <a:ext uri="{FF2B5EF4-FFF2-40B4-BE49-F238E27FC236}">
                <a16:creationId xmlns:a16="http://schemas.microsoft.com/office/drawing/2014/main" id="{9248D741-C9B0-1ECE-AFC5-3A1F9E1ADC1E}"/>
              </a:ext>
            </a:extLst>
          </p:cNvPr>
          <p:cNvPicPr>
            <a:picLocks noChangeAspect="1"/>
          </p:cNvPicPr>
          <p:nvPr/>
        </p:nvPicPr>
        <p:blipFill>
          <a:blip r:embed="rId6"/>
          <a:stretch>
            <a:fillRect/>
          </a:stretch>
        </p:blipFill>
        <p:spPr>
          <a:xfrm>
            <a:off x="6382997" y="1211834"/>
            <a:ext cx="5385596" cy="2334963"/>
          </a:xfrm>
          <a:prstGeom prst="rect">
            <a:avLst/>
          </a:prstGeom>
        </p:spPr>
      </p:pic>
      <p:sp>
        <p:nvSpPr>
          <p:cNvPr id="5" name="TextBox 4">
            <a:extLst>
              <a:ext uri="{FF2B5EF4-FFF2-40B4-BE49-F238E27FC236}">
                <a16:creationId xmlns:a16="http://schemas.microsoft.com/office/drawing/2014/main" id="{7D66AF06-BB78-C0CE-B7E3-BE6495F9DC57}"/>
              </a:ext>
            </a:extLst>
          </p:cNvPr>
          <p:cNvSpPr txBox="1"/>
          <p:nvPr/>
        </p:nvSpPr>
        <p:spPr>
          <a:xfrm>
            <a:off x="10405730" y="6485478"/>
            <a:ext cx="1786270" cy="307777"/>
          </a:xfrm>
          <a:prstGeom prst="rect">
            <a:avLst/>
          </a:prstGeom>
          <a:noFill/>
        </p:spPr>
        <p:txBody>
          <a:bodyPr wrap="square">
            <a:spAutoFit/>
          </a:bodyPr>
          <a:lstStyle/>
          <a:p>
            <a:r>
              <a:rPr lang="en-US" sz="1400" dirty="0">
                <a:hlinkClick r:id="rId7" action="ppaction://hlinksldjump"/>
              </a:rPr>
              <a:t>back to chapter index</a:t>
            </a:r>
            <a:endParaRPr lang="en-IN" sz="1400" dirty="0"/>
          </a:p>
        </p:txBody>
      </p:sp>
    </p:spTree>
    <p:extLst>
      <p:ext uri="{BB962C8B-B14F-4D97-AF65-F5344CB8AC3E}">
        <p14:creationId xmlns:p14="http://schemas.microsoft.com/office/powerpoint/2010/main" val="3463968859"/>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When to </a:t>
            </a:r>
            <a:r>
              <a:rPr kumimoji="0" lang="en-US" sz="2400" b="1" i="0" u="none" strike="noStrike" kern="1200" cap="none" spc="0" normalizeH="0" baseline="0" noProof="0" dirty="0">
                <a:ln>
                  <a:noFill/>
                </a:ln>
                <a:solidFill>
                  <a:srgbClr val="FFFF00"/>
                </a:solidFill>
                <a:effectLst/>
                <a:uLnTx/>
                <a:uFillTx/>
                <a:ea typeface="+mn-ea"/>
                <a:cs typeface="+mn-cs"/>
              </a:rPr>
              <a:t>use Interface</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when Abstract class</a:t>
            </a:r>
            <a:r>
              <a:rPr kumimoji="0" lang="en-US" sz="2400" b="1" i="0" u="none" strike="noStrike" kern="1200" cap="none" spc="0" normalizeH="0" baseline="0" noProof="0" dirty="0">
                <a:ln>
                  <a:noFill/>
                </a:ln>
                <a:solidFill>
                  <a:schemeClr val="bg1"/>
                </a:solidFill>
                <a:effectLst/>
                <a:uLnTx/>
                <a:uFillTx/>
                <a:ea typeface="+mn-ea"/>
                <a:cs typeface="+mn-cs"/>
              </a:rPr>
              <a:t> in real applications?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8" name="Diagram 7">
            <a:extLst>
              <a:ext uri="{FF2B5EF4-FFF2-40B4-BE49-F238E27FC236}">
                <a16:creationId xmlns:a16="http://schemas.microsoft.com/office/drawing/2014/main" id="{F5ED7FB5-2255-8D93-91AF-8D4967827615}"/>
              </a:ext>
            </a:extLst>
          </p:cNvPr>
          <p:cNvGraphicFramePr/>
          <p:nvPr/>
        </p:nvGraphicFramePr>
        <p:xfrm>
          <a:off x="702026" y="1349620"/>
          <a:ext cx="4754926" cy="4637821"/>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cxnSp>
        <p:nvCxnSpPr>
          <p:cNvPr id="11" name="Straight Connector 10">
            <a:extLst>
              <a:ext uri="{FF2B5EF4-FFF2-40B4-BE49-F238E27FC236}">
                <a16:creationId xmlns:a16="http://schemas.microsoft.com/office/drawing/2014/main" id="{03527CE0-F198-3112-4518-DA00689784A3}"/>
              </a:ext>
            </a:extLst>
          </p:cNvPr>
          <p:cNvCxnSpPr/>
          <p:nvPr/>
        </p:nvCxnSpPr>
        <p:spPr>
          <a:xfrm>
            <a:off x="6409151" y="1650244"/>
            <a:ext cx="0" cy="3986467"/>
          </a:xfrm>
          <a:prstGeom prst="line">
            <a:avLst/>
          </a:prstGeom>
        </p:spPr>
        <p:style>
          <a:lnRef idx="1">
            <a:schemeClr val="accent4"/>
          </a:lnRef>
          <a:fillRef idx="0">
            <a:schemeClr val="accent4"/>
          </a:fillRef>
          <a:effectRef idx="0">
            <a:schemeClr val="accent4"/>
          </a:effectRef>
          <a:fontRef idx="minor">
            <a:schemeClr val="tx1"/>
          </a:fontRef>
        </p:style>
      </p:cxnSp>
      <p:graphicFrame>
        <p:nvGraphicFramePr>
          <p:cNvPr id="12" name="Diagram 11">
            <a:extLst>
              <a:ext uri="{FF2B5EF4-FFF2-40B4-BE49-F238E27FC236}">
                <a16:creationId xmlns:a16="http://schemas.microsoft.com/office/drawing/2014/main" id="{47EF8643-EB5F-6EDD-A0F4-B4E773BD05DB}"/>
              </a:ext>
            </a:extLst>
          </p:cNvPr>
          <p:cNvGraphicFramePr/>
          <p:nvPr/>
        </p:nvGraphicFramePr>
        <p:xfrm>
          <a:off x="7361351" y="1349619"/>
          <a:ext cx="4160561" cy="4637821"/>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sp>
        <p:nvSpPr>
          <p:cNvPr id="4" name="TextBox 3">
            <a:extLst>
              <a:ext uri="{FF2B5EF4-FFF2-40B4-BE49-F238E27FC236}">
                <a16:creationId xmlns:a16="http://schemas.microsoft.com/office/drawing/2014/main" id="{00077FBC-351C-1A03-BF32-586C13085D13}"/>
              </a:ext>
            </a:extLst>
          </p:cNvPr>
          <p:cNvSpPr txBox="1"/>
          <p:nvPr/>
        </p:nvSpPr>
        <p:spPr>
          <a:xfrm>
            <a:off x="10405730" y="6485478"/>
            <a:ext cx="1786270" cy="307777"/>
          </a:xfrm>
          <a:prstGeom prst="rect">
            <a:avLst/>
          </a:prstGeom>
          <a:noFill/>
        </p:spPr>
        <p:txBody>
          <a:bodyPr wrap="square">
            <a:spAutoFit/>
          </a:bodyPr>
          <a:lstStyle/>
          <a:p>
            <a:r>
              <a:rPr lang="en-US" sz="1400" dirty="0">
                <a:hlinkClick r:id="rId14" action="ppaction://hlinksldjump"/>
              </a:rPr>
              <a:t>back to chapter index</a:t>
            </a:r>
            <a:endParaRPr lang="en-IN" sz="1400" dirty="0"/>
          </a:p>
        </p:txBody>
      </p:sp>
    </p:spTree>
    <p:extLst>
      <p:ext uri="{BB962C8B-B14F-4D97-AF65-F5344CB8AC3E}">
        <p14:creationId xmlns:p14="http://schemas.microsoft.com/office/powerpoint/2010/main" val="3163414391"/>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How to </a:t>
            </a:r>
            <a:r>
              <a:rPr lang="en-US" sz="2400" b="1" dirty="0">
                <a:solidFill>
                  <a:srgbClr val="FFFF00"/>
                </a:solidFill>
                <a:ea typeface="+mn-ea"/>
                <a:cs typeface="+mn-cs"/>
              </a:rPr>
              <a:t>achieve abstraction</a:t>
            </a:r>
            <a:r>
              <a:rPr lang="en-US" sz="2400" b="1" dirty="0">
                <a:solidFill>
                  <a:schemeClr val="bg1"/>
                </a:solidFill>
                <a:ea typeface="+mn-ea"/>
                <a:cs typeface="+mn-cs"/>
              </a:rPr>
              <a:t>? Difference between </a:t>
            </a:r>
            <a:r>
              <a:rPr lang="en-US" sz="2400" b="1" dirty="0">
                <a:solidFill>
                  <a:srgbClr val="FFFF00"/>
                </a:solidFill>
                <a:ea typeface="+mn-ea"/>
                <a:cs typeface="+mn-cs"/>
              </a:rPr>
              <a:t>abstraction</a:t>
            </a:r>
            <a:r>
              <a:rPr lang="en-US" sz="2400" b="1" dirty="0">
                <a:solidFill>
                  <a:schemeClr val="bg1"/>
                </a:solidFill>
                <a:ea typeface="+mn-ea"/>
                <a:cs typeface="+mn-cs"/>
              </a:rPr>
              <a:t> and </a:t>
            </a:r>
            <a:r>
              <a:rPr lang="en-US" sz="2400" b="1" dirty="0">
                <a:solidFill>
                  <a:srgbClr val="FFFF00"/>
                </a:solidFill>
                <a:ea typeface="+mn-ea"/>
                <a:cs typeface="+mn-cs"/>
              </a:rPr>
              <a:t>abstract class</a:t>
            </a:r>
            <a:r>
              <a:rPr lang="en-US" sz="2400" b="1" dirty="0">
                <a:solidFill>
                  <a:schemeClr val="bg1"/>
                </a:solidFill>
                <a:ea typeface="+mn-ea"/>
                <a:cs typeface="+mn-cs"/>
              </a:rPr>
              <a:t>?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ACBB52CE-1713-4542-67BE-E6DC04079405}"/>
              </a:ext>
            </a:extLst>
          </p:cNvPr>
          <p:cNvSpPr txBox="1"/>
          <p:nvPr/>
        </p:nvSpPr>
        <p:spPr>
          <a:xfrm>
            <a:off x="291495" y="5490422"/>
            <a:ext cx="9394372" cy="1077218"/>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Difference between abstraction and abstract class?</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Abstraction is a broader concept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hiding complex implementation details and showing only the essential features, whereas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abstract class is a practical way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to implement Abstraction.</a:t>
            </a:r>
          </a:p>
        </p:txBody>
      </p:sp>
      <p:sp>
        <p:nvSpPr>
          <p:cNvPr id="5" name="Rectangle 4">
            <a:extLst>
              <a:ext uri="{FF2B5EF4-FFF2-40B4-BE49-F238E27FC236}">
                <a16:creationId xmlns:a16="http://schemas.microsoft.com/office/drawing/2014/main" id="{480FD6C2-299F-D218-4AFA-BA96FE0902A1}"/>
              </a:ext>
            </a:extLst>
          </p:cNvPr>
          <p:cNvSpPr/>
          <p:nvPr/>
        </p:nvSpPr>
        <p:spPr>
          <a:xfrm>
            <a:off x="509741" y="2572901"/>
            <a:ext cx="5041756" cy="271541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University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interfaces provide complete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abstraction: methods showing features </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but hiding implementation</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sports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courses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6" name="Rectangle 5">
            <a:extLst>
              <a:ext uri="{FF2B5EF4-FFF2-40B4-BE49-F238E27FC236}">
                <a16:creationId xmlns:a16="http://schemas.microsoft.com/office/drawing/2014/main" id="{6E13C62E-9617-6BF6-E5A7-3C3D3D9CE04C}"/>
              </a:ext>
            </a:extLst>
          </p:cNvPr>
          <p:cNvSpPr/>
          <p:nvPr/>
        </p:nvSpPr>
        <p:spPr>
          <a:xfrm>
            <a:off x="6368251" y="2588829"/>
            <a:ext cx="5393977" cy="271541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abstract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University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abstract class provide partial abstraction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abstract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sports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Abstract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courses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Concrete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“P, C, 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7" name="Graphic 6" descr="Artificial Intelligence with solid fill">
            <a:extLst>
              <a:ext uri="{FF2B5EF4-FFF2-40B4-BE49-F238E27FC236}">
                <a16:creationId xmlns:a16="http://schemas.microsoft.com/office/drawing/2014/main" id="{1FC22B5F-2750-1FC7-4A3D-7E9D20A6F89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360954" y="136472"/>
            <a:ext cx="559216" cy="559216"/>
          </a:xfrm>
          <a:prstGeom prst="rect">
            <a:avLst/>
          </a:prstGeom>
        </p:spPr>
      </p:pic>
      <p:graphicFrame>
        <p:nvGraphicFramePr>
          <p:cNvPr id="8" name="Diagram 7">
            <a:extLst>
              <a:ext uri="{FF2B5EF4-FFF2-40B4-BE49-F238E27FC236}">
                <a16:creationId xmlns:a16="http://schemas.microsoft.com/office/drawing/2014/main" id="{E306049D-A13B-9963-A801-3B797EB9A3EF}"/>
              </a:ext>
            </a:extLst>
          </p:cNvPr>
          <p:cNvGraphicFramePr/>
          <p:nvPr/>
        </p:nvGraphicFramePr>
        <p:xfrm>
          <a:off x="924482" y="1109306"/>
          <a:ext cx="10126134" cy="1231107"/>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0" name="TextBox 9">
            <a:extLst>
              <a:ext uri="{FF2B5EF4-FFF2-40B4-BE49-F238E27FC236}">
                <a16:creationId xmlns:a16="http://schemas.microsoft.com/office/drawing/2014/main" id="{7B6DE967-10CA-1A30-36D4-FDD0831117C7}"/>
              </a:ext>
            </a:extLst>
          </p:cNvPr>
          <p:cNvSpPr txBox="1"/>
          <p:nvPr/>
        </p:nvSpPr>
        <p:spPr>
          <a:xfrm>
            <a:off x="10405730" y="6485478"/>
            <a:ext cx="1786270" cy="307777"/>
          </a:xfrm>
          <a:prstGeom prst="rect">
            <a:avLst/>
          </a:prstGeom>
          <a:noFill/>
        </p:spPr>
        <p:txBody>
          <a:bodyPr wrap="square">
            <a:spAutoFit/>
          </a:bodyPr>
          <a:lstStyle/>
          <a:p>
            <a:r>
              <a:rPr lang="en-US" sz="1400" dirty="0">
                <a:hlinkClick r:id="rId11" action="ppaction://hlinksldjump"/>
              </a:rPr>
              <a:t>back to chapter index</a:t>
            </a:r>
            <a:endParaRPr lang="en-IN" sz="1400" dirty="0"/>
          </a:p>
        </p:txBody>
      </p:sp>
    </p:spTree>
    <p:extLst>
      <p:ext uri="{BB962C8B-B14F-4D97-AF65-F5344CB8AC3E}">
        <p14:creationId xmlns:p14="http://schemas.microsoft.com/office/powerpoint/2010/main" val="3167372825"/>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397031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Constructor</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in Java?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types of constructors</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Default constructor</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Parameterized constructor</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When to use it in real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constructor overloading</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When to use it in real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constructor chaining</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copy constructor</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When to use copy constructor in real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Q. Can a constructor have a return type?</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Q. What will happen if no constructor is defined inside the class?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super</a:t>
            </a: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 keyword?</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14. Constructors</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4EFCFF22-6235-F3F5-0448-FC036D9DB635}"/>
              </a:ext>
            </a:extLst>
          </p:cNvPr>
          <p:cNvPicPr>
            <a:picLocks noChangeAspect="1" noChangeArrowheads="1"/>
          </p:cNvPicPr>
          <p:nvPr/>
        </p:nvPicPr>
        <p:blipFill rotWithShape="1">
          <a:blip r:embed="rId13">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F9D7797B-7133-0EFD-2EBF-79BA42452C7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3301639" y="1520224"/>
            <a:ext cx="636255" cy="253133"/>
          </a:xfrm>
          <a:prstGeom prst="rect">
            <a:avLst/>
          </a:prstGeom>
        </p:spPr>
      </p:pic>
      <p:pic>
        <p:nvPicPr>
          <p:cNvPr id="5" name="Picture 4">
            <a:extLst>
              <a:ext uri="{FF2B5EF4-FFF2-40B4-BE49-F238E27FC236}">
                <a16:creationId xmlns:a16="http://schemas.microsoft.com/office/drawing/2014/main" id="{6DB5C6AF-0E73-6AC2-F2E9-3A607EA877B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6718343" y="1937069"/>
            <a:ext cx="636255" cy="253133"/>
          </a:xfrm>
          <a:prstGeom prst="rect">
            <a:avLst/>
          </a:prstGeom>
        </p:spPr>
      </p:pic>
      <p:pic>
        <p:nvPicPr>
          <p:cNvPr id="6" name="Picture 5">
            <a:extLst>
              <a:ext uri="{FF2B5EF4-FFF2-40B4-BE49-F238E27FC236}">
                <a16:creationId xmlns:a16="http://schemas.microsoft.com/office/drawing/2014/main" id="{D1388E74-B742-3132-3FD1-B4C5164C22C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7320732" y="2296185"/>
            <a:ext cx="636255" cy="253133"/>
          </a:xfrm>
          <a:prstGeom prst="rect">
            <a:avLst/>
          </a:prstGeom>
        </p:spPr>
      </p:pic>
      <p:sp>
        <p:nvSpPr>
          <p:cNvPr id="10" name="TextBox 9">
            <a:extLst>
              <a:ext uri="{FF2B5EF4-FFF2-40B4-BE49-F238E27FC236}">
                <a16:creationId xmlns:a16="http://schemas.microsoft.com/office/drawing/2014/main" id="{90B37D92-87CA-3666-46D1-090182335AED}"/>
              </a:ext>
            </a:extLst>
          </p:cNvPr>
          <p:cNvSpPr txBox="1"/>
          <p:nvPr/>
        </p:nvSpPr>
        <p:spPr>
          <a:xfrm>
            <a:off x="10342731" y="6373174"/>
            <a:ext cx="1972639" cy="307777"/>
          </a:xfrm>
          <a:prstGeom prst="rect">
            <a:avLst/>
          </a:prstGeom>
          <a:noFill/>
        </p:spPr>
        <p:txBody>
          <a:bodyPr wrap="square">
            <a:spAutoFit/>
          </a:bodyPr>
          <a:lstStyle/>
          <a:p>
            <a:r>
              <a:rPr lang="en-US" sz="1400" dirty="0">
                <a:hlinkClick r:id="rId15" action="ppaction://hlinksldjump"/>
              </a:rPr>
              <a:t>Back to main index</a:t>
            </a:r>
            <a:endParaRPr lang="en-IN" sz="1400" dirty="0"/>
          </a:p>
        </p:txBody>
      </p:sp>
    </p:spTree>
    <p:extLst>
      <p:ext uri="{BB962C8B-B14F-4D97-AF65-F5344CB8AC3E}">
        <p14:creationId xmlns:p14="http://schemas.microsoft.com/office/powerpoint/2010/main" val="4135282264"/>
      </p:ext>
    </p:extLst>
  </p:cSld>
  <p:clrMapOvr>
    <a:overrideClrMapping bg1="dk1" tx1="lt1" bg2="dk2" tx2="lt2" accent1="accent1" accent2="accent2" accent3="accent3" accent4="accent4" accent5="accent5" accent6="accent6" hlink="hlink" folHlink="folHlink"/>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Constructor</a:t>
            </a:r>
            <a:r>
              <a:rPr lang="en-US" sz="2400" b="1" dirty="0">
                <a:solidFill>
                  <a:schemeClr val="bg1"/>
                </a:solidFill>
                <a:ea typeface="+mn-ea"/>
                <a:cs typeface="+mn-cs"/>
              </a:rPr>
              <a:t> in Java?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ACBB52CE-1713-4542-67BE-E6DC04079405}"/>
              </a:ext>
            </a:extLst>
          </p:cNvPr>
          <p:cNvSpPr txBox="1"/>
          <p:nvPr/>
        </p:nvSpPr>
        <p:spPr>
          <a:xfrm>
            <a:off x="355694" y="1211834"/>
            <a:ext cx="5103812" cy="135421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constructor is a special type of method that is called when the object of class is created.</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constructor has the same name as the class and does not have a return type, not even void.</a:t>
            </a:r>
          </a:p>
        </p:txBody>
      </p:sp>
      <p:sp>
        <p:nvSpPr>
          <p:cNvPr id="5" name="Rectangle 4">
            <a:extLst>
              <a:ext uri="{FF2B5EF4-FFF2-40B4-BE49-F238E27FC236}">
                <a16:creationId xmlns:a16="http://schemas.microsoft.com/office/drawing/2014/main" id="{480FD6C2-299F-D218-4AFA-BA96FE0902A1}"/>
              </a:ext>
            </a:extLst>
          </p:cNvPr>
          <p:cNvSpPr/>
          <p:nvPr/>
        </p:nvSpPr>
        <p:spPr>
          <a:xfrm>
            <a:off x="6816101" y="1211834"/>
            <a:ext cx="4942816" cy="327224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"my 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my car</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6" name="Picture 5">
            <a:extLst>
              <a:ext uri="{FF2B5EF4-FFF2-40B4-BE49-F238E27FC236}">
                <a16:creationId xmlns:a16="http://schemas.microsoft.com/office/drawing/2014/main" id="{D56826FD-7C4B-C235-A2F2-7487BCB102E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311931" y="293243"/>
            <a:ext cx="914784" cy="363946"/>
          </a:xfrm>
          <a:prstGeom prst="rect">
            <a:avLst/>
          </a:prstGeom>
        </p:spPr>
      </p:pic>
      <p:sp>
        <p:nvSpPr>
          <p:cNvPr id="7" name="TextBox 6">
            <a:extLst>
              <a:ext uri="{FF2B5EF4-FFF2-40B4-BE49-F238E27FC236}">
                <a16:creationId xmlns:a16="http://schemas.microsoft.com/office/drawing/2014/main" id="{803D015E-0028-2F03-309F-C6C9501E00ED}"/>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3275236020"/>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prstClr val="white"/>
                </a:solidFill>
              </a:rPr>
              <a:t>Q. What are the </a:t>
            </a:r>
            <a:r>
              <a:rPr lang="en-US" sz="2400" b="1" dirty="0">
                <a:solidFill>
                  <a:srgbClr val="FFFF00"/>
                </a:solidFill>
              </a:rPr>
              <a:t>types of constructors</a:t>
            </a:r>
            <a:r>
              <a:rPr lang="en-US" sz="2400" b="1" dirty="0">
                <a:solidFill>
                  <a:prstClr val="white"/>
                </a:solidFill>
              </a:rPr>
              <a:t>? </a:t>
            </a:r>
            <a:r>
              <a:rPr lang="en-US" sz="2400" b="1" dirty="0">
                <a:solidFill>
                  <a:schemeClr val="bg1"/>
                </a:solidFill>
                <a:ea typeface="+mn-ea"/>
                <a:cs typeface="+mn-cs"/>
              </a:rPr>
              <a:t>What is </a:t>
            </a:r>
            <a:r>
              <a:rPr lang="en-US" sz="2400" b="1" dirty="0">
                <a:solidFill>
                  <a:srgbClr val="FFFF00"/>
                </a:solidFill>
                <a:ea typeface="+mn-ea"/>
                <a:cs typeface="+mn-cs"/>
              </a:rPr>
              <a:t>Default constructor</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ACBB52CE-1713-4542-67BE-E6DC04079405}"/>
              </a:ext>
            </a:extLst>
          </p:cNvPr>
          <p:cNvSpPr txBox="1"/>
          <p:nvPr/>
        </p:nvSpPr>
        <p:spPr>
          <a:xfrm>
            <a:off x="355693" y="1114337"/>
            <a:ext cx="5103812"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default constructor in Java is a constructor which is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automatically provided by Java</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if no other constructors are explicitly defined.</a:t>
            </a:r>
          </a:p>
        </p:txBody>
      </p:sp>
      <p:sp>
        <p:nvSpPr>
          <p:cNvPr id="6" name="Rectangle 5">
            <a:extLst>
              <a:ext uri="{FF2B5EF4-FFF2-40B4-BE49-F238E27FC236}">
                <a16:creationId xmlns:a16="http://schemas.microsoft.com/office/drawing/2014/main" id="{64AE3FF5-23E6-D5A3-20E2-36DF3B53DB4B}"/>
              </a:ext>
            </a:extLst>
          </p:cNvPr>
          <p:cNvSpPr/>
          <p:nvPr/>
        </p:nvSpPr>
        <p:spPr>
          <a:xfrm>
            <a:off x="6891256" y="1149148"/>
            <a:ext cx="4225048" cy="98282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7" name="Arrow: Down 6">
            <a:extLst>
              <a:ext uri="{FF2B5EF4-FFF2-40B4-BE49-F238E27FC236}">
                <a16:creationId xmlns:a16="http://schemas.microsoft.com/office/drawing/2014/main" id="{EAD78F2E-88ED-37CE-9D2C-7FC2C3595767}"/>
              </a:ext>
            </a:extLst>
          </p:cNvPr>
          <p:cNvSpPr/>
          <p:nvPr/>
        </p:nvSpPr>
        <p:spPr>
          <a:xfrm>
            <a:off x="8550940" y="2235398"/>
            <a:ext cx="452839" cy="560116"/>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13DCC90E-51D5-1E58-E1B1-4442CD0C1569}"/>
              </a:ext>
            </a:extLst>
          </p:cNvPr>
          <p:cNvSpPr/>
          <p:nvPr/>
        </p:nvSpPr>
        <p:spPr>
          <a:xfrm>
            <a:off x="6891255" y="2901850"/>
            <a:ext cx="4225048" cy="160572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Default Constructor</a:t>
            </a:r>
            <a:endPar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11" name="TextBox 10">
            <a:extLst>
              <a:ext uri="{FF2B5EF4-FFF2-40B4-BE49-F238E27FC236}">
                <a16:creationId xmlns:a16="http://schemas.microsoft.com/office/drawing/2014/main" id="{C60EAA32-0E48-6B19-EC23-630DD9DE996F}"/>
              </a:ext>
            </a:extLst>
          </p:cNvPr>
          <p:cNvSpPr txBox="1"/>
          <p:nvPr/>
        </p:nvSpPr>
        <p:spPr>
          <a:xfrm>
            <a:off x="9125049" y="2319844"/>
            <a:ext cx="2436312"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JVM (JIT Compiler)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2" name="Diagram 11">
            <a:extLst>
              <a:ext uri="{FF2B5EF4-FFF2-40B4-BE49-F238E27FC236}">
                <a16:creationId xmlns:a16="http://schemas.microsoft.com/office/drawing/2014/main" id="{34FC1941-83B4-1790-CBC0-18D8A6EC39DD}"/>
              </a:ext>
            </a:extLst>
          </p:cNvPr>
          <p:cNvGraphicFramePr/>
          <p:nvPr/>
        </p:nvGraphicFramePr>
        <p:xfrm>
          <a:off x="355693" y="2319844"/>
          <a:ext cx="5393978" cy="2976671"/>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5" name="Picture 4">
            <a:extLst>
              <a:ext uri="{FF2B5EF4-FFF2-40B4-BE49-F238E27FC236}">
                <a16:creationId xmlns:a16="http://schemas.microsoft.com/office/drawing/2014/main" id="{EFDEAD91-A8C7-2252-1D75-0C5BF57F173A}"/>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693431" y="293243"/>
            <a:ext cx="914784" cy="363946"/>
          </a:xfrm>
          <a:prstGeom prst="rect">
            <a:avLst/>
          </a:prstGeom>
        </p:spPr>
      </p:pic>
      <p:sp>
        <p:nvSpPr>
          <p:cNvPr id="10" name="TextBox 9">
            <a:extLst>
              <a:ext uri="{FF2B5EF4-FFF2-40B4-BE49-F238E27FC236}">
                <a16:creationId xmlns:a16="http://schemas.microsoft.com/office/drawing/2014/main" id="{6B86C03E-ACA9-7EA8-4526-D4EF5669F1E2}"/>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1238649690"/>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Parameterized constructor</a:t>
            </a:r>
            <a:r>
              <a:rPr lang="en-US" sz="2400" b="1" dirty="0">
                <a:solidFill>
                  <a:schemeClr val="bg1"/>
                </a:solidFill>
                <a:ea typeface="+mn-ea"/>
                <a:cs typeface="+mn-cs"/>
              </a:rPr>
              <a:t>? When to </a:t>
            </a:r>
            <a:r>
              <a:rPr lang="en-US" sz="2400" b="1" dirty="0">
                <a:solidFill>
                  <a:srgbClr val="FFFF00"/>
                </a:solidFill>
                <a:ea typeface="+mn-ea"/>
                <a:cs typeface="+mn-cs"/>
              </a:rPr>
              <a:t>use</a:t>
            </a:r>
            <a:r>
              <a:rPr lang="en-US" sz="2400" b="1" dirty="0">
                <a:solidFill>
                  <a:schemeClr val="bg1"/>
                </a:solidFill>
                <a:ea typeface="+mn-ea"/>
                <a:cs typeface="+mn-cs"/>
              </a:rPr>
              <a:t> it in real applications?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6" name="Diagram 5">
            <a:extLst>
              <a:ext uri="{FF2B5EF4-FFF2-40B4-BE49-F238E27FC236}">
                <a16:creationId xmlns:a16="http://schemas.microsoft.com/office/drawing/2014/main" id="{98580634-9AF4-3FF4-BE07-432D5606C326}"/>
              </a:ext>
            </a:extLst>
          </p:cNvPr>
          <p:cNvGraphicFramePr/>
          <p:nvPr/>
        </p:nvGraphicFramePr>
        <p:xfrm>
          <a:off x="491943" y="3035634"/>
          <a:ext cx="5393978" cy="2976671"/>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7" name="Rectangle 6">
            <a:extLst>
              <a:ext uri="{FF2B5EF4-FFF2-40B4-BE49-F238E27FC236}">
                <a16:creationId xmlns:a16="http://schemas.microsoft.com/office/drawing/2014/main" id="{C47133BB-059B-C757-2B42-14246A153F05}"/>
              </a:ext>
            </a:extLst>
          </p:cNvPr>
          <p:cNvSpPr/>
          <p:nvPr/>
        </p:nvSpPr>
        <p:spPr>
          <a:xfrm>
            <a:off x="6407567" y="1149148"/>
            <a:ext cx="5393977" cy="535682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Parameterized constructor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field initialization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getName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TextBox 7">
            <a:extLst>
              <a:ext uri="{FF2B5EF4-FFF2-40B4-BE49-F238E27FC236}">
                <a16:creationId xmlns:a16="http://schemas.microsoft.com/office/drawing/2014/main" id="{ACD16E6C-86A9-C611-1C47-0EC03BF4E140}"/>
              </a:ext>
            </a:extLst>
          </p:cNvPr>
          <p:cNvSpPr txBox="1"/>
          <p:nvPr/>
        </p:nvSpPr>
        <p:spPr>
          <a:xfrm>
            <a:off x="355693" y="1149148"/>
            <a:ext cx="5164574" cy="135421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Definition: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parameterized constructor is a constructor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with parameters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Use: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It is used to initialize the specific field values of the class provided during object creation.</a:t>
            </a:r>
          </a:p>
        </p:txBody>
      </p:sp>
      <p:pic>
        <p:nvPicPr>
          <p:cNvPr id="4" name="Picture 3">
            <a:extLst>
              <a:ext uri="{FF2B5EF4-FFF2-40B4-BE49-F238E27FC236}">
                <a16:creationId xmlns:a16="http://schemas.microsoft.com/office/drawing/2014/main" id="{0EF3F0A0-59BE-59B2-09DB-E45D2A542DF9}"/>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455431" y="293243"/>
            <a:ext cx="914784" cy="363946"/>
          </a:xfrm>
          <a:prstGeom prst="rect">
            <a:avLst/>
          </a:prstGeom>
        </p:spPr>
      </p:pic>
      <p:sp>
        <p:nvSpPr>
          <p:cNvPr id="5" name="TextBox 4">
            <a:extLst>
              <a:ext uri="{FF2B5EF4-FFF2-40B4-BE49-F238E27FC236}">
                <a16:creationId xmlns:a16="http://schemas.microsoft.com/office/drawing/2014/main" id="{D8C20207-862E-30E3-BD6F-DF01915AAC41}"/>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322249231"/>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constructor overloading</a:t>
            </a:r>
            <a:r>
              <a:rPr lang="en-US" sz="2400" b="1" dirty="0">
                <a:solidFill>
                  <a:schemeClr val="bg1"/>
                </a:solidFill>
                <a:ea typeface="+mn-ea"/>
                <a:cs typeface="+mn-cs"/>
              </a:rPr>
              <a:t>? When to </a:t>
            </a:r>
            <a:r>
              <a:rPr lang="en-US" sz="2400" b="1" dirty="0">
                <a:solidFill>
                  <a:srgbClr val="FFFF00"/>
                </a:solidFill>
                <a:ea typeface="+mn-ea"/>
                <a:cs typeface="+mn-cs"/>
              </a:rPr>
              <a:t>use</a:t>
            </a:r>
            <a:r>
              <a:rPr lang="en-US" sz="2400" b="1" dirty="0">
                <a:solidFill>
                  <a:schemeClr val="bg1"/>
                </a:solidFill>
                <a:ea typeface="+mn-ea"/>
                <a:cs typeface="+mn-cs"/>
              </a:rPr>
              <a:t> it in real applications?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C47133BB-059B-C757-2B42-14246A153F05}"/>
              </a:ext>
            </a:extLst>
          </p:cNvPr>
          <p:cNvSpPr/>
          <p:nvPr/>
        </p:nvSpPr>
        <p:spPr>
          <a:xfrm>
            <a:off x="5822575" y="964598"/>
            <a:ext cx="6236747" cy="587709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Rectangle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width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height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Rectangle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width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height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width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width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height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height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Rectangle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side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width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side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height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side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Rectangle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Rectangle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rec</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width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rec</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height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200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Rectangle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squ</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Rectangle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squ</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width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squ</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height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25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TextBox 7">
            <a:extLst>
              <a:ext uri="{FF2B5EF4-FFF2-40B4-BE49-F238E27FC236}">
                <a16:creationId xmlns:a16="http://schemas.microsoft.com/office/drawing/2014/main" id="{ACD16E6C-86A9-C611-1C47-0EC03BF4E140}"/>
              </a:ext>
            </a:extLst>
          </p:cNvPr>
          <p:cNvSpPr txBox="1"/>
          <p:nvPr/>
        </p:nvSpPr>
        <p:spPr>
          <a:xfrm>
            <a:off x="355693" y="1034022"/>
            <a:ext cx="4565932" cy="2462213"/>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Definition: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Constructor overloading is the concept of having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multiple constructors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within the same class, each with a different parameter list.</a:t>
            </a: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Use: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Constructor overloading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enhances the usability of classes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by providing multiple ways to initialize objects based on varying requirements and input parameters.</a:t>
            </a:r>
          </a:p>
        </p:txBody>
      </p:sp>
      <p:sp>
        <p:nvSpPr>
          <p:cNvPr id="4" name="TextBox 3">
            <a:extLst>
              <a:ext uri="{FF2B5EF4-FFF2-40B4-BE49-F238E27FC236}">
                <a16:creationId xmlns:a16="http://schemas.microsoft.com/office/drawing/2014/main" id="{D2F93CB3-94EE-94E5-3768-B64CD7204E5E}"/>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51162151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constructor chaining</a:t>
            </a:r>
            <a:r>
              <a:rPr lang="en-US" sz="2400" b="1" dirty="0">
                <a:solidFill>
                  <a:schemeClr val="bg1"/>
                </a:solidFill>
                <a:ea typeface="+mn-ea"/>
                <a:cs typeface="+mn-cs"/>
              </a:rPr>
              <a:t>?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C47133BB-059B-C757-2B42-14246A153F05}"/>
              </a:ext>
            </a:extLst>
          </p:cNvPr>
          <p:cNvSpPr/>
          <p:nvPr/>
        </p:nvSpPr>
        <p:spPr>
          <a:xfrm>
            <a:off x="5469467" y="964599"/>
            <a:ext cx="6561357" cy="589340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Vehicle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brand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Vehicle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brand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brand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brand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Vehicle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Constructor chaining (Calls the other constructor)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"Honda"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getBrand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brand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Vehicle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vehicle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Vehicle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vehicle</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getBrand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Honda</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TextBox 7">
            <a:extLst>
              <a:ext uri="{FF2B5EF4-FFF2-40B4-BE49-F238E27FC236}">
                <a16:creationId xmlns:a16="http://schemas.microsoft.com/office/drawing/2014/main" id="{ACD16E6C-86A9-C611-1C47-0EC03BF4E140}"/>
              </a:ext>
            </a:extLst>
          </p:cNvPr>
          <p:cNvSpPr txBox="1"/>
          <p:nvPr/>
        </p:nvSpPr>
        <p:spPr>
          <a:xfrm>
            <a:off x="355693" y="1061466"/>
            <a:ext cx="4567036" cy="135421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Constructor chaining is the process of one constructor calling another constructor from the same class.</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AA6FBF8E-1C4C-42AA-9AE9-8AD138272625}"/>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861322328"/>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copy constructor</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C47133BB-059B-C757-2B42-14246A153F05}"/>
              </a:ext>
            </a:extLst>
          </p:cNvPr>
          <p:cNvSpPr/>
          <p:nvPr/>
        </p:nvSpPr>
        <p:spPr>
          <a:xfrm>
            <a:off x="6910130" y="1149148"/>
            <a:ext cx="5012437" cy="546508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Parameterized Constructor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Copy constructor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other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Copy name from the other object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     this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other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Getter method for name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8" name="TextBox 7">
            <a:extLst>
              <a:ext uri="{FF2B5EF4-FFF2-40B4-BE49-F238E27FC236}">
                <a16:creationId xmlns:a16="http://schemas.microsoft.com/office/drawing/2014/main" id="{ACD16E6C-86A9-C611-1C47-0EC03BF4E140}"/>
              </a:ext>
            </a:extLst>
          </p:cNvPr>
          <p:cNvSpPr txBox="1"/>
          <p:nvPr/>
        </p:nvSpPr>
        <p:spPr>
          <a:xfrm>
            <a:off x="355692" y="1149148"/>
            <a:ext cx="6045107" cy="135421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copy constructor is used to create a new object as a copy of an existing object.</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copy constructor typically accepts an instance of the same class as a parameter.</a:t>
            </a:r>
          </a:p>
        </p:txBody>
      </p:sp>
      <p:sp>
        <p:nvSpPr>
          <p:cNvPr id="4" name="Rectangle 3">
            <a:extLst>
              <a:ext uri="{FF2B5EF4-FFF2-40B4-BE49-F238E27FC236}">
                <a16:creationId xmlns:a16="http://schemas.microsoft.com/office/drawing/2014/main" id="{A77BE902-042D-C433-C9C4-03DDE0D42F33}"/>
              </a:ext>
            </a:extLst>
          </p:cNvPr>
          <p:cNvSpPr/>
          <p:nvPr/>
        </p:nvSpPr>
        <p:spPr>
          <a:xfrm>
            <a:off x="568090" y="3671047"/>
            <a:ext cx="5832710" cy="294318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object stu2 as a copy of stu1 object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getName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getName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//Happy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Arrow: Left 4">
            <a:extLst>
              <a:ext uri="{FF2B5EF4-FFF2-40B4-BE49-F238E27FC236}">
                <a16:creationId xmlns:a16="http://schemas.microsoft.com/office/drawing/2014/main" id="{FAB9810B-89A4-6407-F906-6E9687E6220C}"/>
              </a:ext>
            </a:extLst>
          </p:cNvPr>
          <p:cNvSpPr/>
          <p:nvPr/>
        </p:nvSpPr>
        <p:spPr>
          <a:xfrm>
            <a:off x="6366933" y="4354636"/>
            <a:ext cx="509331" cy="640697"/>
          </a:xfrm>
          <a:prstGeom prst="leftArrow">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1C81F64E-D6D7-B736-750F-3B0F42789049}"/>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214579914"/>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When to use copy constructor in real applications?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C47133BB-059B-C757-2B42-14246A153F05}"/>
              </a:ext>
            </a:extLst>
          </p:cNvPr>
          <p:cNvSpPr/>
          <p:nvPr/>
        </p:nvSpPr>
        <p:spPr>
          <a:xfrm>
            <a:off x="690717" y="1998431"/>
            <a:ext cx="5012437" cy="471241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Parameterized Constructor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Copy constructor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other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Copy name from the other object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     this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other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Getter method for name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8" name="TextBox 7">
            <a:extLst>
              <a:ext uri="{FF2B5EF4-FFF2-40B4-BE49-F238E27FC236}">
                <a16:creationId xmlns:a16="http://schemas.microsoft.com/office/drawing/2014/main" id="{ACD16E6C-86A9-C611-1C47-0EC03BF4E140}"/>
              </a:ext>
            </a:extLst>
          </p:cNvPr>
          <p:cNvSpPr txBox="1"/>
          <p:nvPr/>
        </p:nvSpPr>
        <p:spPr>
          <a:xfrm>
            <a:off x="355692" y="1149148"/>
            <a:ext cx="6045107"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Copy constructors are used for deep copying complex objects. Ex: for implementing clone behaviors.</a:t>
            </a:r>
          </a:p>
        </p:txBody>
      </p:sp>
      <p:sp>
        <p:nvSpPr>
          <p:cNvPr id="4" name="Rectangle 3">
            <a:extLst>
              <a:ext uri="{FF2B5EF4-FFF2-40B4-BE49-F238E27FC236}">
                <a16:creationId xmlns:a16="http://schemas.microsoft.com/office/drawing/2014/main" id="{A77BE902-042D-C433-C9C4-03DDE0D42F33}"/>
              </a:ext>
            </a:extLst>
          </p:cNvPr>
          <p:cNvSpPr/>
          <p:nvPr/>
        </p:nvSpPr>
        <p:spPr>
          <a:xfrm>
            <a:off x="6280401" y="2052147"/>
            <a:ext cx="5832710" cy="294318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object stu2 as a copy of stu1 object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Student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getName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getName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//Happy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Arrow: Left 4">
            <a:extLst>
              <a:ext uri="{FF2B5EF4-FFF2-40B4-BE49-F238E27FC236}">
                <a16:creationId xmlns:a16="http://schemas.microsoft.com/office/drawing/2014/main" id="{C118567F-12EC-E2C8-D279-0DC6C56D3582}"/>
              </a:ext>
            </a:extLst>
          </p:cNvPr>
          <p:cNvSpPr/>
          <p:nvPr/>
        </p:nvSpPr>
        <p:spPr>
          <a:xfrm rot="10800000">
            <a:off x="5756324" y="3606846"/>
            <a:ext cx="509331" cy="640697"/>
          </a:xfrm>
          <a:prstGeom prst="leftArrow">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29575AE3-BE67-DF76-64C1-586EDA1429FF}"/>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4116550304"/>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Can a constructor have a return type?</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8" name="TextBox 7">
            <a:extLst>
              <a:ext uri="{FF2B5EF4-FFF2-40B4-BE49-F238E27FC236}">
                <a16:creationId xmlns:a16="http://schemas.microsoft.com/office/drawing/2014/main" id="{ACD16E6C-86A9-C611-1C47-0EC03BF4E140}"/>
              </a:ext>
            </a:extLst>
          </p:cNvPr>
          <p:cNvSpPr txBox="1"/>
          <p:nvPr/>
        </p:nvSpPr>
        <p:spPr>
          <a:xfrm>
            <a:off x="355693" y="1156503"/>
            <a:ext cx="4364225"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 constructors do not have a return type, not even void.</a:t>
            </a:r>
          </a:p>
        </p:txBody>
      </p:sp>
      <p:pic>
        <p:nvPicPr>
          <p:cNvPr id="4" name="Graphic 3" descr="Artificial Intelligence with solid fill">
            <a:extLst>
              <a:ext uri="{FF2B5EF4-FFF2-40B4-BE49-F238E27FC236}">
                <a16:creationId xmlns:a16="http://schemas.microsoft.com/office/drawing/2014/main" id="{7BD2452A-A2CA-9E49-E866-BD742A1F3EC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423546" y="136472"/>
            <a:ext cx="559216" cy="559216"/>
          </a:xfrm>
          <a:prstGeom prst="rect">
            <a:avLst/>
          </a:prstGeom>
        </p:spPr>
      </p:pic>
      <p:sp>
        <p:nvSpPr>
          <p:cNvPr id="5" name="Rectangle 4">
            <a:extLst>
              <a:ext uri="{FF2B5EF4-FFF2-40B4-BE49-F238E27FC236}">
                <a16:creationId xmlns:a16="http://schemas.microsoft.com/office/drawing/2014/main" id="{9A816973-0299-7550-631C-E665E3D68A96}"/>
              </a:ext>
            </a:extLst>
          </p:cNvPr>
          <p:cNvSpPr/>
          <p:nvPr/>
        </p:nvSpPr>
        <p:spPr>
          <a:xfrm>
            <a:off x="6053898" y="1156503"/>
            <a:ext cx="4996718" cy="256833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Comiple</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time error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TextBox 5">
            <a:extLst>
              <a:ext uri="{FF2B5EF4-FFF2-40B4-BE49-F238E27FC236}">
                <a16:creationId xmlns:a16="http://schemas.microsoft.com/office/drawing/2014/main" id="{37775CAC-BE5E-73DA-8D19-84DF7EA11970}"/>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3032615143"/>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will happen if no constructor is defined inside the class?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8" name="TextBox 7">
            <a:extLst>
              <a:ext uri="{FF2B5EF4-FFF2-40B4-BE49-F238E27FC236}">
                <a16:creationId xmlns:a16="http://schemas.microsoft.com/office/drawing/2014/main" id="{ACD16E6C-86A9-C611-1C47-0EC03BF4E140}"/>
              </a:ext>
            </a:extLst>
          </p:cNvPr>
          <p:cNvSpPr txBox="1"/>
          <p:nvPr/>
        </p:nvSpPr>
        <p:spPr>
          <a:xfrm>
            <a:off x="355693" y="1156503"/>
            <a:ext cx="4350778"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If no constructor is explicitly defined inside a class, the Java compiler automatically provides a default constructor for that class.</a:t>
            </a:r>
          </a:p>
        </p:txBody>
      </p:sp>
      <p:pic>
        <p:nvPicPr>
          <p:cNvPr id="4" name="Graphic 3" descr="Artificial Intelligence with solid fill">
            <a:extLst>
              <a:ext uri="{FF2B5EF4-FFF2-40B4-BE49-F238E27FC236}">
                <a16:creationId xmlns:a16="http://schemas.microsoft.com/office/drawing/2014/main" id="{7BD2452A-A2CA-9E49-E866-BD742A1F3EC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234055" y="155508"/>
            <a:ext cx="559216" cy="559216"/>
          </a:xfrm>
          <a:prstGeom prst="rect">
            <a:avLst/>
          </a:prstGeom>
        </p:spPr>
      </p:pic>
      <p:sp>
        <p:nvSpPr>
          <p:cNvPr id="5" name="Rectangle 4">
            <a:extLst>
              <a:ext uri="{FF2B5EF4-FFF2-40B4-BE49-F238E27FC236}">
                <a16:creationId xmlns:a16="http://schemas.microsoft.com/office/drawing/2014/main" id="{8DDF0081-7CDD-7752-1A9D-7B4D9E9DCCFB}"/>
              </a:ext>
            </a:extLst>
          </p:cNvPr>
          <p:cNvSpPr/>
          <p:nvPr/>
        </p:nvSpPr>
        <p:spPr>
          <a:xfrm>
            <a:off x="868287" y="2681175"/>
            <a:ext cx="2738235" cy="137995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6" name="Arrow: Down 5">
            <a:extLst>
              <a:ext uri="{FF2B5EF4-FFF2-40B4-BE49-F238E27FC236}">
                <a16:creationId xmlns:a16="http://schemas.microsoft.com/office/drawing/2014/main" id="{A02AABA7-2F6C-882C-C825-EFC4B8251270}"/>
              </a:ext>
            </a:extLst>
          </p:cNvPr>
          <p:cNvSpPr/>
          <p:nvPr/>
        </p:nvSpPr>
        <p:spPr>
          <a:xfrm rot="16200000">
            <a:off x="4787539" y="2335330"/>
            <a:ext cx="452839" cy="2414819"/>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FA90EC76-0A2B-4508-F3C4-A151A830AB68}"/>
              </a:ext>
            </a:extLst>
          </p:cNvPr>
          <p:cNvSpPr/>
          <p:nvPr/>
        </p:nvSpPr>
        <p:spPr>
          <a:xfrm>
            <a:off x="6321863" y="2681175"/>
            <a:ext cx="4942816" cy="174310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Default Constructor</a:t>
            </a:r>
            <a:endPar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10" name="TextBox 9">
            <a:extLst>
              <a:ext uri="{FF2B5EF4-FFF2-40B4-BE49-F238E27FC236}">
                <a16:creationId xmlns:a16="http://schemas.microsoft.com/office/drawing/2014/main" id="{26D65A9B-127B-642A-D79C-75DE12960C98}"/>
              </a:ext>
            </a:extLst>
          </p:cNvPr>
          <p:cNvSpPr txBox="1"/>
          <p:nvPr/>
        </p:nvSpPr>
        <p:spPr>
          <a:xfrm>
            <a:off x="4521200" y="2939749"/>
            <a:ext cx="1721660" cy="37656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JVM</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2C750157-3B84-E201-647C-08F19C5F694E}"/>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774763583"/>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role of </a:t>
            </a:r>
            <a:r>
              <a:rPr lang="en-US" sz="2400" b="1" dirty="0">
                <a:solidFill>
                  <a:srgbClr val="FFFF00"/>
                </a:solidFill>
                <a:ea typeface="+mn-ea"/>
                <a:cs typeface="+mn-cs"/>
              </a:rPr>
              <a:t>super</a:t>
            </a:r>
            <a:r>
              <a:rPr lang="en-US" sz="2400" b="1" dirty="0">
                <a:solidFill>
                  <a:schemeClr val="bg1"/>
                </a:solidFill>
                <a:ea typeface="+mn-ea"/>
                <a:cs typeface="+mn-cs"/>
              </a:rPr>
              <a:t> keyword?</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8" name="TextBox 7">
            <a:extLst>
              <a:ext uri="{FF2B5EF4-FFF2-40B4-BE49-F238E27FC236}">
                <a16:creationId xmlns:a16="http://schemas.microsoft.com/office/drawing/2014/main" id="{ACD16E6C-86A9-C611-1C47-0EC03BF4E140}"/>
              </a:ext>
            </a:extLst>
          </p:cNvPr>
          <p:cNvSpPr txBox="1"/>
          <p:nvPr/>
        </p:nvSpPr>
        <p:spPr>
          <a:xfrm>
            <a:off x="355693" y="1156503"/>
            <a:ext cx="3916835"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Super() keyword is used to call the constructor of superclass from subclass constructor, but it is optional to write.</a:t>
            </a:r>
          </a:p>
        </p:txBody>
      </p:sp>
      <p:sp>
        <p:nvSpPr>
          <p:cNvPr id="5" name="Rectangle 4">
            <a:extLst>
              <a:ext uri="{FF2B5EF4-FFF2-40B4-BE49-F238E27FC236}">
                <a16:creationId xmlns:a16="http://schemas.microsoft.com/office/drawing/2014/main" id="{3D6C8CF0-449C-18F8-4985-1B607C9D0BAC}"/>
              </a:ext>
            </a:extLst>
          </p:cNvPr>
          <p:cNvSpPr/>
          <p:nvPr/>
        </p:nvSpPr>
        <p:spPr>
          <a:xfrm>
            <a:off x="5703154" y="964599"/>
            <a:ext cx="6327670" cy="165334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Superclass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Superclass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"from superclass"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7" name="Rectangle 6">
            <a:extLst>
              <a:ext uri="{FF2B5EF4-FFF2-40B4-BE49-F238E27FC236}">
                <a16:creationId xmlns:a16="http://schemas.microsoft.com/office/drawing/2014/main" id="{777C8741-2FCD-468B-A96B-94C35C2811B7}"/>
              </a:ext>
            </a:extLst>
          </p:cNvPr>
          <p:cNvSpPr/>
          <p:nvPr/>
        </p:nvSpPr>
        <p:spPr>
          <a:xfrm>
            <a:off x="5703154" y="2858117"/>
            <a:ext cx="6327670" cy="367553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Subclass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Superclass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Subclass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super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(optional - automatically placed)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"from subclass"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an object of Subclass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Subclass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subclass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Subclass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from superclass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from subclass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TextBox 3">
            <a:extLst>
              <a:ext uri="{FF2B5EF4-FFF2-40B4-BE49-F238E27FC236}">
                <a16:creationId xmlns:a16="http://schemas.microsoft.com/office/drawing/2014/main" id="{54CC4C05-DD1D-C242-8BA2-580EE43BC890}"/>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406559311"/>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235756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Exception Handling</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How to implement it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finally</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in exception handling?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When to use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finally</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in real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Can we have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multiple catch blocks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and when should we use multiple catch blocks?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catch-all</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block? Is it a good practice in real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Can we execute all catch blocks at one time?</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15. Exception Handling - Basics</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C060D40B-934A-7590-0130-50376449B22A}"/>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CC29E9C4-BFE2-E0B1-DFEE-766ADE623D28}"/>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6065155" y="1528260"/>
            <a:ext cx="636255" cy="253133"/>
          </a:xfrm>
          <a:prstGeom prst="rect">
            <a:avLst/>
          </a:prstGeom>
        </p:spPr>
      </p:pic>
      <p:pic>
        <p:nvPicPr>
          <p:cNvPr id="5" name="Picture 4">
            <a:extLst>
              <a:ext uri="{FF2B5EF4-FFF2-40B4-BE49-F238E27FC236}">
                <a16:creationId xmlns:a16="http://schemas.microsoft.com/office/drawing/2014/main" id="{FA6354D2-4BD1-FBBF-93E5-A8AC01446FDD}"/>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5185738" y="1939251"/>
            <a:ext cx="636255" cy="253133"/>
          </a:xfrm>
          <a:prstGeom prst="rect">
            <a:avLst/>
          </a:prstGeom>
        </p:spPr>
      </p:pic>
      <p:sp>
        <p:nvSpPr>
          <p:cNvPr id="6" name="TextBox 5">
            <a:extLst>
              <a:ext uri="{FF2B5EF4-FFF2-40B4-BE49-F238E27FC236}">
                <a16:creationId xmlns:a16="http://schemas.microsoft.com/office/drawing/2014/main" id="{FEE52604-39DF-71BD-835E-51E227BAADFB}"/>
              </a:ext>
            </a:extLst>
          </p:cNvPr>
          <p:cNvSpPr txBox="1"/>
          <p:nvPr/>
        </p:nvSpPr>
        <p:spPr>
          <a:xfrm>
            <a:off x="10342731" y="6373174"/>
            <a:ext cx="1972639" cy="307777"/>
          </a:xfrm>
          <a:prstGeom prst="rect">
            <a:avLst/>
          </a:prstGeom>
          <a:noFill/>
        </p:spPr>
        <p:txBody>
          <a:bodyPr wrap="square">
            <a:spAutoFit/>
          </a:bodyPr>
          <a:lstStyle/>
          <a:p>
            <a:r>
              <a:rPr lang="en-US" sz="1400" dirty="0">
                <a:hlinkClick r:id="rId11" action="ppaction://hlinksldjump"/>
              </a:rPr>
              <a:t>Back to main index</a:t>
            </a:r>
            <a:endParaRPr lang="en-IN" sz="1400" dirty="0"/>
          </a:p>
        </p:txBody>
      </p:sp>
    </p:spTree>
    <p:extLst>
      <p:ext uri="{BB962C8B-B14F-4D97-AF65-F5344CB8AC3E}">
        <p14:creationId xmlns:p14="http://schemas.microsoft.com/office/powerpoint/2010/main" val="2283920804"/>
      </p:ext>
    </p:extLst>
  </p:cSld>
  <p:clrMapOvr>
    <a:overrideClrMapping bg1="dk1" tx1="lt1" bg2="dk2" tx2="lt2" accent1="accent1" accent2="accent2" accent3="accent3" accent4="accent4" accent5="accent5" accent6="accent6" hlink="hlink" folHlink="folHlink"/>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Exception Handling</a:t>
            </a:r>
            <a:r>
              <a:rPr lang="en-US" sz="2400" b="1" dirty="0">
                <a:solidFill>
                  <a:schemeClr val="bg1"/>
                </a:solidFill>
                <a:ea typeface="+mn-ea"/>
                <a:cs typeface="+mn-cs"/>
              </a:rPr>
              <a:t>? How to implement it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TextBox 4">
            <a:extLst>
              <a:ext uri="{FF2B5EF4-FFF2-40B4-BE49-F238E27FC236}">
                <a16:creationId xmlns:a16="http://schemas.microsoft.com/office/drawing/2014/main" id="{F7F0155F-1A70-7E78-076A-A6C54E5EA030}"/>
              </a:ext>
            </a:extLst>
          </p:cNvPr>
          <p:cNvSpPr txBox="1"/>
          <p:nvPr/>
        </p:nvSpPr>
        <p:spPr>
          <a:xfrm>
            <a:off x="259866" y="1153237"/>
            <a:ext cx="4803623"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Exception handling in Object-Oriented Programming is used to </a:t>
            </a: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MANAGE ERRORS.</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a:t>
            </a:r>
          </a:p>
        </p:txBody>
      </p:sp>
      <p:sp>
        <p:nvSpPr>
          <p:cNvPr id="35" name="Rectangle 34">
            <a:extLst>
              <a:ext uri="{FF2B5EF4-FFF2-40B4-BE49-F238E27FC236}">
                <a16:creationId xmlns:a16="http://schemas.microsoft.com/office/drawing/2014/main" id="{5DB82581-03ED-D01D-2902-73B2C6A3B7A9}"/>
              </a:ext>
            </a:extLst>
          </p:cNvPr>
          <p:cNvSpPr/>
          <p:nvPr/>
        </p:nvSpPr>
        <p:spPr>
          <a:xfrm>
            <a:off x="5952565" y="1149149"/>
            <a:ext cx="6063036" cy="487513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ExceptionEx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Code that might throw an exception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"End"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Handling specific exception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"Error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getMessage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Index 3 out of bounds for length 3</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6" name="Diagram 5">
            <a:extLst>
              <a:ext uri="{FF2B5EF4-FFF2-40B4-BE49-F238E27FC236}">
                <a16:creationId xmlns:a16="http://schemas.microsoft.com/office/drawing/2014/main" id="{3BB060BC-A89F-EC83-A62E-649AE5F3FFB1}"/>
              </a:ext>
            </a:extLst>
          </p:cNvPr>
          <p:cNvGraphicFramePr/>
          <p:nvPr/>
        </p:nvGraphicFramePr>
        <p:xfrm>
          <a:off x="259866" y="2122733"/>
          <a:ext cx="4803623" cy="2665614"/>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7" name="Picture 6">
            <a:extLst>
              <a:ext uri="{FF2B5EF4-FFF2-40B4-BE49-F238E27FC236}">
                <a16:creationId xmlns:a16="http://schemas.microsoft.com/office/drawing/2014/main" id="{EF825C3B-63CD-4955-5F80-8399B6D1B288}"/>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874249" y="276310"/>
            <a:ext cx="914784" cy="363946"/>
          </a:xfrm>
          <a:prstGeom prst="rect">
            <a:avLst/>
          </a:prstGeom>
        </p:spPr>
      </p:pic>
      <p:sp>
        <p:nvSpPr>
          <p:cNvPr id="11" name="TextBox 10">
            <a:extLst>
              <a:ext uri="{FF2B5EF4-FFF2-40B4-BE49-F238E27FC236}">
                <a16:creationId xmlns:a16="http://schemas.microsoft.com/office/drawing/2014/main" id="{75381606-E1DD-D494-79AE-525C3EC5FB0F}"/>
              </a:ext>
            </a:extLst>
          </p:cNvPr>
          <p:cNvSpPr txBox="1"/>
          <p:nvPr/>
        </p:nvSpPr>
        <p:spPr>
          <a:xfrm>
            <a:off x="259866" y="1799568"/>
            <a:ext cx="4803623"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Söhne"/>
              <a:ea typeface="+mn-ea"/>
              <a:cs typeface="+mn-cs"/>
            </a:endParaRP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How to implement error handling:</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C87DE7-B89E-3D64-ED69-6C5ABBDAF37F}"/>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2168790291"/>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role of </a:t>
            </a:r>
            <a:r>
              <a:rPr lang="en-US" sz="2400" b="1" dirty="0">
                <a:solidFill>
                  <a:srgbClr val="FFFF00"/>
                </a:solidFill>
                <a:ea typeface="+mn-ea"/>
                <a:cs typeface="+mn-cs"/>
              </a:rPr>
              <a:t>finally</a:t>
            </a:r>
            <a:r>
              <a:rPr lang="en-US" sz="2400" b="1" dirty="0">
                <a:solidFill>
                  <a:schemeClr val="bg1"/>
                </a:solidFill>
                <a:ea typeface="+mn-ea"/>
                <a:cs typeface="+mn-cs"/>
              </a:rPr>
              <a:t> in exception handling?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TextBox 4">
            <a:extLst>
              <a:ext uri="{FF2B5EF4-FFF2-40B4-BE49-F238E27FC236}">
                <a16:creationId xmlns:a16="http://schemas.microsoft.com/office/drawing/2014/main" id="{F7F0155F-1A70-7E78-076A-A6C54E5EA030}"/>
              </a:ext>
            </a:extLst>
          </p:cNvPr>
          <p:cNvSpPr txBox="1"/>
          <p:nvPr/>
        </p:nvSpPr>
        <p:spPr>
          <a:xfrm>
            <a:off x="259866" y="1153237"/>
            <a:ext cx="5179642"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The finally block is used to execute a given set of statements, whether an exception occur or not.</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p:txBody>
      </p:sp>
      <p:sp>
        <p:nvSpPr>
          <p:cNvPr id="35" name="Rectangle 34">
            <a:extLst>
              <a:ext uri="{FF2B5EF4-FFF2-40B4-BE49-F238E27FC236}">
                <a16:creationId xmlns:a16="http://schemas.microsoft.com/office/drawing/2014/main" id="{5DB82581-03ED-D01D-2902-73B2C6A3B7A9}"/>
              </a:ext>
            </a:extLst>
          </p:cNvPr>
          <p:cNvSpPr/>
          <p:nvPr/>
        </p:nvSpPr>
        <p:spPr>
          <a:xfrm>
            <a:off x="5952565" y="1149149"/>
            <a:ext cx="6063036" cy="556915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FinallyEx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Code that might throw an exception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"End"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Handling specific exception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"Error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getMessage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Index 3 out of bounds for length 3</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finally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"Finally block run"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Finally block run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7" name="Picture 6">
            <a:extLst>
              <a:ext uri="{FF2B5EF4-FFF2-40B4-BE49-F238E27FC236}">
                <a16:creationId xmlns:a16="http://schemas.microsoft.com/office/drawing/2014/main" id="{EF825C3B-63CD-4955-5F80-8399B6D1B28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655049" y="299756"/>
            <a:ext cx="914784" cy="363946"/>
          </a:xfrm>
          <a:prstGeom prst="rect">
            <a:avLst/>
          </a:prstGeom>
        </p:spPr>
      </p:pic>
      <p:sp>
        <p:nvSpPr>
          <p:cNvPr id="4" name="TextBox 3">
            <a:extLst>
              <a:ext uri="{FF2B5EF4-FFF2-40B4-BE49-F238E27FC236}">
                <a16:creationId xmlns:a16="http://schemas.microsoft.com/office/drawing/2014/main" id="{FEE7C665-8983-F792-0357-5DD7A8A4330E}"/>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2305171383"/>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When to use </a:t>
            </a:r>
            <a:r>
              <a:rPr lang="en-US" sz="2400" b="1" dirty="0">
                <a:solidFill>
                  <a:srgbClr val="FFFF00"/>
                </a:solidFill>
                <a:ea typeface="+mn-ea"/>
                <a:cs typeface="+mn-cs"/>
              </a:rPr>
              <a:t>finally</a:t>
            </a:r>
            <a:r>
              <a:rPr lang="en-US" sz="2400" b="1" dirty="0">
                <a:solidFill>
                  <a:schemeClr val="bg1"/>
                </a:solidFill>
                <a:ea typeface="+mn-ea"/>
                <a:cs typeface="+mn-cs"/>
              </a:rPr>
              <a:t> in real applications?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TextBox 4">
            <a:extLst>
              <a:ext uri="{FF2B5EF4-FFF2-40B4-BE49-F238E27FC236}">
                <a16:creationId xmlns:a16="http://schemas.microsoft.com/office/drawing/2014/main" id="{F7F0155F-1A70-7E78-076A-A6C54E5EA030}"/>
              </a:ext>
            </a:extLst>
          </p:cNvPr>
          <p:cNvSpPr txBox="1"/>
          <p:nvPr/>
        </p:nvSpPr>
        <p:spPr>
          <a:xfrm>
            <a:off x="355693" y="1143642"/>
            <a:ext cx="4595914"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Finally block is mostly used for </a:t>
            </a: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cleaning up resources</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For example:</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7" name="Diagram 6">
            <a:extLst>
              <a:ext uri="{FF2B5EF4-FFF2-40B4-BE49-F238E27FC236}">
                <a16:creationId xmlns:a16="http://schemas.microsoft.com/office/drawing/2014/main" id="{DC7FCFF4-BDCA-5A73-87E2-1262DDE4FB1E}"/>
              </a:ext>
            </a:extLst>
          </p:cNvPr>
          <p:cNvGraphicFramePr/>
          <p:nvPr/>
        </p:nvGraphicFramePr>
        <p:xfrm>
          <a:off x="451521" y="2222607"/>
          <a:ext cx="4500086" cy="2591194"/>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4" name="Picture 2">
            <a:extLst>
              <a:ext uri="{FF2B5EF4-FFF2-40B4-BE49-F238E27FC236}">
                <a16:creationId xmlns:a16="http://schemas.microsoft.com/office/drawing/2014/main" id="{2366F038-7D79-18B0-7873-9976D0CCA75C}"/>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r="49980" b="12983"/>
          <a:stretch/>
        </p:blipFill>
        <p:spPr bwMode="auto">
          <a:xfrm>
            <a:off x="5955411" y="1043429"/>
            <a:ext cx="2229380" cy="3794943"/>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2">
            <a:extLst>
              <a:ext uri="{FF2B5EF4-FFF2-40B4-BE49-F238E27FC236}">
                <a16:creationId xmlns:a16="http://schemas.microsoft.com/office/drawing/2014/main" id="{63C612F6-47EC-E4A4-2083-EB8C4017D4FB}"/>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l="52296" r="2476" b="12983"/>
          <a:stretch/>
        </p:blipFill>
        <p:spPr bwMode="auto">
          <a:xfrm>
            <a:off x="8765631" y="1059278"/>
            <a:ext cx="2015783" cy="3794944"/>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BA4E1603-6657-0054-B584-0344CE7B8F80}"/>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1048074926"/>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Can we have </a:t>
            </a:r>
            <a:r>
              <a:rPr lang="en-US" sz="2400" b="1" dirty="0">
                <a:solidFill>
                  <a:srgbClr val="FFFF00"/>
                </a:solidFill>
                <a:ea typeface="+mn-ea"/>
                <a:cs typeface="+mn-cs"/>
              </a:rPr>
              <a:t>multiple catch blocks </a:t>
            </a:r>
            <a:r>
              <a:rPr lang="en-US" sz="2400" b="1" dirty="0">
                <a:solidFill>
                  <a:schemeClr val="bg1"/>
                </a:solidFill>
                <a:ea typeface="+mn-ea"/>
                <a:cs typeface="+mn-cs"/>
              </a:rPr>
              <a:t>and when should we use multiple catch blocks?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TextBox 4">
            <a:extLst>
              <a:ext uri="{FF2B5EF4-FFF2-40B4-BE49-F238E27FC236}">
                <a16:creationId xmlns:a16="http://schemas.microsoft.com/office/drawing/2014/main" id="{F7F0155F-1A70-7E78-076A-A6C54E5EA030}"/>
              </a:ext>
            </a:extLst>
          </p:cNvPr>
          <p:cNvSpPr txBox="1"/>
          <p:nvPr/>
        </p:nvSpPr>
        <p:spPr>
          <a:xfrm>
            <a:off x="259866" y="1153237"/>
            <a:ext cx="5180814"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Multiple catch blocks are used to:</a:t>
            </a:r>
            <a:r>
              <a:rPr kumimoji="0" lang="en-US" sz="1800" b="0" i="0" u="none" strike="noStrike" kern="1200" cap="none" spc="0" normalizeH="0" baseline="0" noProof="0" dirty="0">
                <a:ln>
                  <a:noFill/>
                </a:ln>
                <a:solidFill>
                  <a:prstClr val="black"/>
                </a:solidFill>
                <a:effectLst/>
                <a:uLnTx/>
                <a:uFillTx/>
                <a:latin typeface="Söhne"/>
                <a:ea typeface="+mn-ea"/>
                <a:cs typeface="+mn-cs"/>
              </a:rPr>
              <a:t>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34">
            <a:extLst>
              <a:ext uri="{FF2B5EF4-FFF2-40B4-BE49-F238E27FC236}">
                <a16:creationId xmlns:a16="http://schemas.microsoft.com/office/drawing/2014/main" id="{5DB82581-03ED-D01D-2902-73B2C6A3B7A9}"/>
              </a:ext>
            </a:extLst>
          </p:cNvPr>
          <p:cNvSpPr/>
          <p:nvPr/>
        </p:nvSpPr>
        <p:spPr>
          <a:xfrm>
            <a:off x="6095999" y="1161848"/>
            <a:ext cx="5836133" cy="472858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MultipleCatchEx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ArrayIndexOutOfBoundsException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getMessage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NullPointerException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NullPointerException</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Index 3 out of bounds for length 3</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graphicFrame>
        <p:nvGraphicFramePr>
          <p:cNvPr id="6" name="Diagram 5">
            <a:extLst>
              <a:ext uri="{FF2B5EF4-FFF2-40B4-BE49-F238E27FC236}">
                <a16:creationId xmlns:a16="http://schemas.microsoft.com/office/drawing/2014/main" id="{3BB060BC-A89F-EC83-A62E-649AE5F3FFB1}"/>
              </a:ext>
            </a:extLst>
          </p:cNvPr>
          <p:cNvGraphicFramePr/>
          <p:nvPr/>
        </p:nvGraphicFramePr>
        <p:xfrm>
          <a:off x="355693" y="1843646"/>
          <a:ext cx="5084987" cy="2591194"/>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4" name="TextBox 3">
            <a:extLst>
              <a:ext uri="{FF2B5EF4-FFF2-40B4-BE49-F238E27FC236}">
                <a16:creationId xmlns:a16="http://schemas.microsoft.com/office/drawing/2014/main" id="{FA79EE4C-792A-52D0-99F0-34CB1CE7ECFE}"/>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2726753136"/>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catch-all </a:t>
            </a:r>
            <a:r>
              <a:rPr lang="en-US" sz="2400" b="1" dirty="0">
                <a:solidFill>
                  <a:schemeClr val="bg1"/>
                </a:solidFill>
                <a:ea typeface="+mn-ea"/>
                <a:cs typeface="+mn-cs"/>
              </a:rPr>
              <a:t>block? Is it a good practice in real applications?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35" name="Rectangle 34">
            <a:extLst>
              <a:ext uri="{FF2B5EF4-FFF2-40B4-BE49-F238E27FC236}">
                <a16:creationId xmlns:a16="http://schemas.microsoft.com/office/drawing/2014/main" id="{5DB82581-03ED-D01D-2902-73B2C6A3B7A9}"/>
              </a:ext>
            </a:extLst>
          </p:cNvPr>
          <p:cNvSpPr/>
          <p:nvPr/>
        </p:nvSpPr>
        <p:spPr>
          <a:xfrm>
            <a:off x="355693" y="1225564"/>
            <a:ext cx="5836133" cy="535910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MultipleCatchEx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ArrayIndexOutOfBoundsException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getMessage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NullPointerException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NullPointerException</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Catch all block</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"Some other 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Index 3 out of bounds for length 3</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Rectangle 3">
            <a:extLst>
              <a:ext uri="{FF2B5EF4-FFF2-40B4-BE49-F238E27FC236}">
                <a16:creationId xmlns:a16="http://schemas.microsoft.com/office/drawing/2014/main" id="{53952E31-58E0-02EC-FC78-6466C5552FB2}"/>
              </a:ext>
            </a:extLst>
          </p:cNvPr>
          <p:cNvSpPr/>
          <p:nvPr/>
        </p:nvSpPr>
        <p:spPr>
          <a:xfrm>
            <a:off x="6736957" y="3800825"/>
            <a:ext cx="4753020" cy="1030105"/>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 catch-all block (catch(Exception e)</a:t>
            </a:r>
            <a:r>
              <a:rPr kumimoji="0" lang="en-US" sz="1800" b="0" i="0" u="none" strike="noStrike" kern="1200" cap="none" spc="0" normalizeH="0" baseline="0" noProof="0" dirty="0">
                <a:ln>
                  <a:noFill/>
                </a:ln>
                <a:solidFill>
                  <a:prstClr val="black"/>
                </a:solidFill>
                <a:effectLst/>
                <a:uLnTx/>
                <a:uFillTx/>
                <a:latin typeface="Söhne"/>
                <a:ea typeface="+mn-ea"/>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catches any unhandled or unknow exceptions.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 name="Straight Arrow Connector 7">
            <a:extLst>
              <a:ext uri="{FF2B5EF4-FFF2-40B4-BE49-F238E27FC236}">
                <a16:creationId xmlns:a16="http://schemas.microsoft.com/office/drawing/2014/main" id="{40AF71BB-AB0F-17AC-B294-D667467ABDDC}"/>
              </a:ext>
            </a:extLst>
          </p:cNvPr>
          <p:cNvCxnSpPr>
            <a:cxnSpLocks/>
            <a:endCxn id="4" idx="1"/>
          </p:cNvCxnSpPr>
          <p:nvPr/>
        </p:nvCxnSpPr>
        <p:spPr>
          <a:xfrm flipV="1">
            <a:off x="5146158" y="4315878"/>
            <a:ext cx="1590799" cy="515052"/>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3B15CBAF-BBD9-4F44-5AFE-8DDAC51E03C9}"/>
              </a:ext>
            </a:extLst>
          </p:cNvPr>
          <p:cNvSpPr/>
          <p:nvPr/>
        </p:nvSpPr>
        <p:spPr>
          <a:xfrm>
            <a:off x="6736957" y="1437255"/>
            <a:ext cx="4753020" cy="1030105"/>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catch specific exceptions is a good practice as it allows for more precise error handling.</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7" name="Straight Arrow Connector 16">
            <a:extLst>
              <a:ext uri="{FF2B5EF4-FFF2-40B4-BE49-F238E27FC236}">
                <a16:creationId xmlns:a16="http://schemas.microsoft.com/office/drawing/2014/main" id="{941F2834-F359-4920-E1C9-1308B4B0ED40}"/>
              </a:ext>
            </a:extLst>
          </p:cNvPr>
          <p:cNvCxnSpPr>
            <a:cxnSpLocks/>
            <a:endCxn id="16" idx="2"/>
          </p:cNvCxnSpPr>
          <p:nvPr/>
        </p:nvCxnSpPr>
        <p:spPr>
          <a:xfrm flipV="1">
            <a:off x="4231758" y="2467360"/>
            <a:ext cx="4881709" cy="1659161"/>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5FC74BEC-31B7-2C41-2968-1081F7F9569A}"/>
              </a:ext>
            </a:extLst>
          </p:cNvPr>
          <p:cNvCxnSpPr>
            <a:cxnSpLocks/>
            <a:endCxn id="16" idx="1"/>
          </p:cNvCxnSpPr>
          <p:nvPr/>
        </p:nvCxnSpPr>
        <p:spPr>
          <a:xfrm flipV="1">
            <a:off x="5146158" y="1952308"/>
            <a:ext cx="1590799" cy="1333465"/>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906E9AFE-21D2-31CA-CD19-B00F5A1FC636}"/>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374598294"/>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Can we execute all catch blocks at one time?</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TextBox 4">
            <a:extLst>
              <a:ext uri="{FF2B5EF4-FFF2-40B4-BE49-F238E27FC236}">
                <a16:creationId xmlns:a16="http://schemas.microsoft.com/office/drawing/2014/main" id="{F7F0155F-1A70-7E78-076A-A6C54E5EA030}"/>
              </a:ext>
            </a:extLst>
          </p:cNvPr>
          <p:cNvSpPr txBox="1"/>
          <p:nvPr/>
        </p:nvSpPr>
        <p:spPr>
          <a:xfrm>
            <a:off x="259866" y="1153237"/>
            <a:ext cx="5180814"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No, in Java, only one catch block will be executed for a given try block execution, even if multiple catch blocks are present. </a:t>
            </a:r>
            <a:r>
              <a:rPr kumimoji="0" lang="en-US" sz="1800" b="0" i="0" u="none" strike="noStrike" kern="1200" cap="none" spc="0" normalizeH="0" baseline="0" noProof="0" dirty="0">
                <a:ln>
                  <a:noFill/>
                </a:ln>
                <a:solidFill>
                  <a:prstClr val="black"/>
                </a:solidFill>
                <a:effectLst/>
                <a:uLnTx/>
                <a:uFillTx/>
                <a:latin typeface="Söhne"/>
                <a:ea typeface="+mn-ea"/>
                <a:cs typeface="+mn-cs"/>
              </a:rPr>
              <a:t>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34">
            <a:extLst>
              <a:ext uri="{FF2B5EF4-FFF2-40B4-BE49-F238E27FC236}">
                <a16:creationId xmlns:a16="http://schemas.microsoft.com/office/drawing/2014/main" id="{5DB82581-03ED-D01D-2902-73B2C6A3B7A9}"/>
              </a:ext>
            </a:extLst>
          </p:cNvPr>
          <p:cNvSpPr/>
          <p:nvPr/>
        </p:nvSpPr>
        <p:spPr>
          <a:xfrm>
            <a:off x="6095999" y="1149149"/>
            <a:ext cx="5836133" cy="517164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MultipleCatchEx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ArrayIndexOutOfBoundsException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getMessage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NullPointerException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NullPointerException</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"Some other 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Index 3 out of bounds for length 3</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pic>
        <p:nvPicPr>
          <p:cNvPr id="4" name="Graphic 3" descr="Artificial Intelligence with solid fill">
            <a:extLst>
              <a:ext uri="{FF2B5EF4-FFF2-40B4-BE49-F238E27FC236}">
                <a16:creationId xmlns:a16="http://schemas.microsoft.com/office/drawing/2014/main" id="{6FE9A8E0-7C51-3D7A-8EDA-BFC6F973EDA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222375" y="155508"/>
            <a:ext cx="559216" cy="559216"/>
          </a:xfrm>
          <a:prstGeom prst="rect">
            <a:avLst/>
          </a:prstGeom>
        </p:spPr>
      </p:pic>
      <p:sp>
        <p:nvSpPr>
          <p:cNvPr id="6" name="TextBox 5">
            <a:extLst>
              <a:ext uri="{FF2B5EF4-FFF2-40B4-BE49-F238E27FC236}">
                <a16:creationId xmlns:a16="http://schemas.microsoft.com/office/drawing/2014/main" id="{3A36EFE3-6873-3BF6-ECFB-3FC1A028CDCB}"/>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4184787218"/>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235756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throw keyword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in exception handling? When to use it?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throws keyword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in exception handling?</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are the differences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throw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throws</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keywords?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types of exceptions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checked </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unchecked</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exceptions? What is the difference between them?</a:t>
            </a:r>
            <a:endParaRPr kumimoji="0" lang="en-US" sz="1800" b="0" i="0" u="none" strike="noStrike" kern="1200" cap="none" spc="0" normalizeH="0" baseline="0" noProof="0" dirty="0">
              <a:ln>
                <a:noFill/>
              </a:ln>
              <a:effectLst/>
              <a:uLnTx/>
              <a:uFillTx/>
              <a:latin typeface="Calibri" panose="020F0502020204030204"/>
              <a:ea typeface="+mn-ea"/>
              <a:cs typeface="+mn-cs"/>
            </a:endParaRPr>
          </a:p>
          <a:p>
            <a:pPr marL="0" marR="0" lvl="0" indent="0" algn="l" defTabSz="914400" rtl="0" eaLnBrk="1" fontAlgn="auto" latinLnBrk="0" hangingPunct="1">
              <a:lnSpc>
                <a:spcPct val="90000"/>
              </a:lnSpc>
              <a:spcBef>
                <a:spcPts val="1200"/>
              </a:spcBef>
              <a:spcAft>
                <a:spcPts val="0"/>
              </a:spcAft>
              <a:buClrTx/>
              <a:buSzTx/>
              <a:buFontTx/>
              <a:buNone/>
              <a:tabLst/>
              <a:defRPr/>
            </a:pP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16. Exception Handling - Advanced</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4EC97A08-8167-9FE3-5D77-AD861F341EBC}"/>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E3398F7B-F4AF-9233-E933-C01E8E4867C1}"/>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522538" y="1527154"/>
            <a:ext cx="636255" cy="253133"/>
          </a:xfrm>
          <a:prstGeom prst="rect">
            <a:avLst/>
          </a:prstGeom>
        </p:spPr>
      </p:pic>
      <p:pic>
        <p:nvPicPr>
          <p:cNvPr id="5" name="Picture 4">
            <a:extLst>
              <a:ext uri="{FF2B5EF4-FFF2-40B4-BE49-F238E27FC236}">
                <a16:creationId xmlns:a16="http://schemas.microsoft.com/office/drawing/2014/main" id="{18C0BB15-6C2D-0698-9DD6-130BE6EC59E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594057" y="2315321"/>
            <a:ext cx="636255" cy="253133"/>
          </a:xfrm>
          <a:prstGeom prst="rect">
            <a:avLst/>
          </a:prstGeom>
        </p:spPr>
      </p:pic>
      <p:sp>
        <p:nvSpPr>
          <p:cNvPr id="6" name="TextBox 5">
            <a:extLst>
              <a:ext uri="{FF2B5EF4-FFF2-40B4-BE49-F238E27FC236}">
                <a16:creationId xmlns:a16="http://schemas.microsoft.com/office/drawing/2014/main" id="{1E5E8262-DE78-6DC3-057F-12A2AA263DFD}"/>
              </a:ext>
            </a:extLst>
          </p:cNvPr>
          <p:cNvSpPr txBox="1"/>
          <p:nvPr/>
        </p:nvSpPr>
        <p:spPr>
          <a:xfrm>
            <a:off x="10342731" y="6373174"/>
            <a:ext cx="1972639" cy="307777"/>
          </a:xfrm>
          <a:prstGeom prst="rect">
            <a:avLst/>
          </a:prstGeom>
          <a:noFill/>
        </p:spPr>
        <p:txBody>
          <a:bodyPr wrap="square">
            <a:spAutoFit/>
          </a:bodyPr>
          <a:lstStyle/>
          <a:p>
            <a:r>
              <a:rPr lang="en-US" sz="1400" dirty="0">
                <a:hlinkClick r:id="rId10" action="ppaction://hlinksldjump"/>
              </a:rPr>
              <a:t>Back to main index</a:t>
            </a:r>
            <a:endParaRPr lang="en-IN" sz="1400" dirty="0"/>
          </a:p>
        </p:txBody>
      </p:sp>
    </p:spTree>
    <p:extLst>
      <p:ext uri="{BB962C8B-B14F-4D97-AF65-F5344CB8AC3E}">
        <p14:creationId xmlns:p14="http://schemas.microsoft.com/office/powerpoint/2010/main" val="2499669271"/>
      </p:ext>
    </p:extLst>
  </p:cSld>
  <p:clrMapOvr>
    <a:overrideClrMapping bg1="dk1" tx1="lt1" bg2="dk2" tx2="lt2" accent1="accent1" accent2="accent2" accent3="accent3" accent4="accent4" accent5="accent5" accent6="accent6" hlink="hlink" folHlink="folHlink"/>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role of </a:t>
            </a:r>
            <a:r>
              <a:rPr lang="en-US" sz="2400" b="1" dirty="0">
                <a:solidFill>
                  <a:srgbClr val="FFFF00"/>
                </a:solidFill>
                <a:ea typeface="+mn-ea"/>
                <a:cs typeface="+mn-cs"/>
              </a:rPr>
              <a:t>throw keyword</a:t>
            </a:r>
            <a:r>
              <a:rPr lang="en-US" sz="2400" b="1" dirty="0">
                <a:solidFill>
                  <a:schemeClr val="bg1"/>
                </a:solidFill>
                <a:ea typeface="+mn-ea"/>
                <a:cs typeface="+mn-cs"/>
              </a:rPr>
              <a:t> in exception handling? When to </a:t>
            </a:r>
            <a:r>
              <a:rPr lang="en-US" sz="2400" b="1" dirty="0">
                <a:solidFill>
                  <a:srgbClr val="FFFF00"/>
                </a:solidFill>
                <a:ea typeface="+mn-ea"/>
                <a:cs typeface="+mn-cs"/>
              </a:rPr>
              <a:t>use</a:t>
            </a:r>
            <a:r>
              <a:rPr lang="en-US" sz="2400" b="1" dirty="0">
                <a:solidFill>
                  <a:schemeClr val="bg1"/>
                </a:solidFill>
                <a:ea typeface="+mn-ea"/>
                <a:cs typeface="+mn-cs"/>
              </a:rPr>
              <a:t> it?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TextBox 4">
            <a:extLst>
              <a:ext uri="{FF2B5EF4-FFF2-40B4-BE49-F238E27FC236}">
                <a16:creationId xmlns:a16="http://schemas.microsoft.com/office/drawing/2014/main" id="{F7F0155F-1A70-7E78-076A-A6C54E5EA030}"/>
              </a:ext>
            </a:extLst>
          </p:cNvPr>
          <p:cNvSpPr txBox="1"/>
          <p:nvPr/>
        </p:nvSpPr>
        <p:spPr>
          <a:xfrm>
            <a:off x="355693" y="1156503"/>
            <a:ext cx="4253377" cy="2031325"/>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The throw keyword to pass or propagate an exception from a lower-level function (nested function) to higher-level functions (outer function). </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This allows for centralized handling of exceptions.</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34">
            <a:extLst>
              <a:ext uri="{FF2B5EF4-FFF2-40B4-BE49-F238E27FC236}">
                <a16:creationId xmlns:a16="http://schemas.microsoft.com/office/drawing/2014/main" id="{5DB82581-03ED-D01D-2902-73B2C6A3B7A9}"/>
              </a:ext>
            </a:extLst>
          </p:cNvPr>
          <p:cNvSpPr/>
          <p:nvPr/>
        </p:nvSpPr>
        <p:spPr>
          <a:xfrm>
            <a:off x="5214551" y="1129339"/>
            <a:ext cx="6898560" cy="514789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validateAge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called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throw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IllegalArgumentException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"Age cant be -</a:t>
            </a:r>
            <a:r>
              <a:rPr kumimoji="0" lang="en-IN" sz="16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ve</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"Age is valid: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calling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validateAge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called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IllegalArgumentException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"Error main: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getMessage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Error main: Age cant be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ve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Freeform: Shape 3">
            <a:extLst>
              <a:ext uri="{FF2B5EF4-FFF2-40B4-BE49-F238E27FC236}">
                <a16:creationId xmlns:a16="http://schemas.microsoft.com/office/drawing/2014/main" id="{95C83C6C-74C1-DB7F-FA2C-05E5772DF14A}"/>
              </a:ext>
            </a:extLst>
          </p:cNvPr>
          <p:cNvSpPr/>
          <p:nvPr/>
        </p:nvSpPr>
        <p:spPr>
          <a:xfrm>
            <a:off x="4930681" y="2259247"/>
            <a:ext cx="1012919" cy="2935632"/>
          </a:xfrm>
          <a:custGeom>
            <a:avLst/>
            <a:gdLst>
              <a:gd name="connsiteX0" fmla="*/ 926422 w 1012919"/>
              <a:gd name="connsiteY0" fmla="*/ 88537 h 2935632"/>
              <a:gd name="connsiteX1" fmla="*/ 135589 w 1012919"/>
              <a:gd name="connsiteY1" fmla="*/ 323315 h 2935632"/>
              <a:gd name="connsiteX2" fmla="*/ 86162 w 1012919"/>
              <a:gd name="connsiteY2" fmla="*/ 2720526 h 2935632"/>
              <a:gd name="connsiteX3" fmla="*/ 1012919 w 1012919"/>
              <a:gd name="connsiteY3" fmla="*/ 2671099 h 2935632"/>
            </a:gdLst>
            <a:ahLst/>
            <a:cxnLst>
              <a:cxn ang="0">
                <a:pos x="connsiteX0" y="connsiteY0"/>
              </a:cxn>
              <a:cxn ang="0">
                <a:pos x="connsiteX1" y="connsiteY1"/>
              </a:cxn>
              <a:cxn ang="0">
                <a:pos x="connsiteX2" y="connsiteY2"/>
              </a:cxn>
              <a:cxn ang="0">
                <a:pos x="connsiteX3" y="connsiteY3"/>
              </a:cxn>
            </a:cxnLst>
            <a:rect l="l" t="t" r="r" b="b"/>
            <a:pathLst>
              <a:path w="1012919" h="2935632">
                <a:moveTo>
                  <a:pt x="926422" y="88537"/>
                </a:moveTo>
                <a:cubicBezTo>
                  <a:pt x="601027" y="-13407"/>
                  <a:pt x="275632" y="-115350"/>
                  <a:pt x="135589" y="323315"/>
                </a:cubicBezTo>
                <a:cubicBezTo>
                  <a:pt x="-4454" y="761980"/>
                  <a:pt x="-60060" y="2329229"/>
                  <a:pt x="86162" y="2720526"/>
                </a:cubicBezTo>
                <a:cubicBezTo>
                  <a:pt x="232384" y="3111823"/>
                  <a:pt x="622651" y="2891461"/>
                  <a:pt x="1012919" y="2671099"/>
                </a:cubicBezTo>
              </a:path>
            </a:pathLst>
          </a:custGeom>
          <a:noFill/>
          <a:ln w="19050">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 name="Picture 5">
            <a:extLst>
              <a:ext uri="{FF2B5EF4-FFF2-40B4-BE49-F238E27FC236}">
                <a16:creationId xmlns:a16="http://schemas.microsoft.com/office/drawing/2014/main" id="{227B0ACF-1153-654B-EE28-8EC547CF13D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663488" y="300327"/>
            <a:ext cx="914784" cy="363946"/>
          </a:xfrm>
          <a:prstGeom prst="rect">
            <a:avLst/>
          </a:prstGeom>
        </p:spPr>
      </p:pic>
      <p:sp>
        <p:nvSpPr>
          <p:cNvPr id="7" name="TextBox 6">
            <a:extLst>
              <a:ext uri="{FF2B5EF4-FFF2-40B4-BE49-F238E27FC236}">
                <a16:creationId xmlns:a16="http://schemas.microsoft.com/office/drawing/2014/main" id="{988386A9-E8DE-AFDB-2E6A-FE2A67622194}"/>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2926614673"/>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role of </a:t>
            </a:r>
            <a:r>
              <a:rPr lang="en-US" sz="2400" b="1" dirty="0">
                <a:solidFill>
                  <a:srgbClr val="FFFF00"/>
                </a:solidFill>
                <a:ea typeface="+mn-ea"/>
                <a:cs typeface="+mn-cs"/>
              </a:rPr>
              <a:t>throws keyword</a:t>
            </a:r>
            <a:r>
              <a:rPr lang="en-US" sz="2400" b="1" dirty="0">
                <a:solidFill>
                  <a:schemeClr val="bg1"/>
                </a:solidFill>
                <a:ea typeface="+mn-ea"/>
                <a:cs typeface="+mn-cs"/>
              </a:rPr>
              <a:t> in exception handling?</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35" name="Rectangle 34">
            <a:extLst>
              <a:ext uri="{FF2B5EF4-FFF2-40B4-BE49-F238E27FC236}">
                <a16:creationId xmlns:a16="http://schemas.microsoft.com/office/drawing/2014/main" id="{5DB82581-03ED-D01D-2902-73B2C6A3B7A9}"/>
              </a:ext>
            </a:extLst>
          </p:cNvPr>
          <p:cNvSpPr/>
          <p:nvPr/>
        </p:nvSpPr>
        <p:spPr>
          <a:xfrm>
            <a:off x="4215908" y="964599"/>
            <a:ext cx="7897203" cy="568737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ThrowsExample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readFile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fileName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throws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FileNotFoundException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IOException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FileReader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reader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FileReader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fileName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Code to read file content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reader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close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ThrowsExample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example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ThrowsExample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This may throw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FileNotFoundException</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or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IOException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example</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readFile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"nonexistent_file.txt"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FileNotFoundException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"File not found: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getMessage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IOException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"IO error: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getMessage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TextBox 5">
            <a:extLst>
              <a:ext uri="{FF2B5EF4-FFF2-40B4-BE49-F238E27FC236}">
                <a16:creationId xmlns:a16="http://schemas.microsoft.com/office/drawing/2014/main" id="{F7F0155F-1A70-7E78-076A-A6C54E5EA030}"/>
              </a:ext>
            </a:extLst>
          </p:cNvPr>
          <p:cNvSpPr txBox="1"/>
          <p:nvPr/>
        </p:nvSpPr>
        <p:spPr>
          <a:xfrm>
            <a:off x="259865" y="1009983"/>
            <a:ext cx="3360666" cy="1477328"/>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throws keyword is used in method declarations to specify that the method may throw certain types of exceptions during its execution. </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0C38B7F8-F39F-8FBF-791C-13BEBB6BA3ED}"/>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3509555847"/>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the differences between </a:t>
            </a:r>
            <a:r>
              <a:rPr lang="en-US" sz="2400" b="1" dirty="0">
                <a:solidFill>
                  <a:srgbClr val="FFFF00"/>
                </a:solidFill>
                <a:ea typeface="+mn-ea"/>
                <a:cs typeface="+mn-cs"/>
              </a:rPr>
              <a:t>throw</a:t>
            </a:r>
            <a:r>
              <a:rPr lang="en-US" sz="2400" b="1" dirty="0">
                <a:solidFill>
                  <a:schemeClr val="bg1"/>
                </a:solidFill>
                <a:ea typeface="+mn-ea"/>
                <a:cs typeface="+mn-cs"/>
              </a:rPr>
              <a:t> and </a:t>
            </a:r>
            <a:r>
              <a:rPr lang="en-US" sz="2400" b="1" dirty="0">
                <a:solidFill>
                  <a:srgbClr val="FFFF00"/>
                </a:solidFill>
                <a:ea typeface="+mn-ea"/>
                <a:cs typeface="+mn-cs"/>
              </a:rPr>
              <a:t>throws</a:t>
            </a:r>
            <a:r>
              <a:rPr lang="en-US" sz="2400" b="1" dirty="0">
                <a:solidFill>
                  <a:schemeClr val="bg1"/>
                </a:solidFill>
                <a:ea typeface="+mn-ea"/>
                <a:cs typeface="+mn-cs"/>
              </a:rPr>
              <a:t> keywords?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Picture 5">
            <a:extLst>
              <a:ext uri="{FF2B5EF4-FFF2-40B4-BE49-F238E27FC236}">
                <a16:creationId xmlns:a16="http://schemas.microsoft.com/office/drawing/2014/main" id="{8F981A73-6555-6D55-156E-ACD7FCDB09E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498078" y="300327"/>
            <a:ext cx="914784" cy="363946"/>
          </a:xfrm>
          <a:prstGeom prst="rect">
            <a:avLst/>
          </a:prstGeom>
        </p:spPr>
      </p:pic>
      <p:sp>
        <p:nvSpPr>
          <p:cNvPr id="12" name="Rectangle 11">
            <a:extLst>
              <a:ext uri="{FF2B5EF4-FFF2-40B4-BE49-F238E27FC236}">
                <a16:creationId xmlns:a16="http://schemas.microsoft.com/office/drawing/2014/main" id="{EFAE9896-AB7C-BF6D-A01E-5ABC479A60F8}"/>
              </a:ext>
            </a:extLst>
          </p:cNvPr>
          <p:cNvSpPr/>
          <p:nvPr/>
        </p:nvSpPr>
        <p:spPr>
          <a:xfrm>
            <a:off x="78889" y="1133595"/>
            <a:ext cx="5535829" cy="514789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validateAge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throw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IllegalArgumentException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"Age is valid: "</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employee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employee</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validateAge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IllegalArgumentException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getMessage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Age </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13" name="Freeform: Shape 12">
            <a:extLst>
              <a:ext uri="{FF2B5EF4-FFF2-40B4-BE49-F238E27FC236}">
                <a16:creationId xmlns:a16="http://schemas.microsoft.com/office/drawing/2014/main" id="{D22FDE45-F5DC-5795-2E1F-59A61D7BB974}"/>
              </a:ext>
            </a:extLst>
          </p:cNvPr>
          <p:cNvSpPr/>
          <p:nvPr/>
        </p:nvSpPr>
        <p:spPr>
          <a:xfrm>
            <a:off x="148616" y="2409564"/>
            <a:ext cx="605148" cy="2782244"/>
          </a:xfrm>
          <a:custGeom>
            <a:avLst/>
            <a:gdLst>
              <a:gd name="connsiteX0" fmla="*/ 926422 w 1012919"/>
              <a:gd name="connsiteY0" fmla="*/ 88537 h 2935632"/>
              <a:gd name="connsiteX1" fmla="*/ 135589 w 1012919"/>
              <a:gd name="connsiteY1" fmla="*/ 323315 h 2935632"/>
              <a:gd name="connsiteX2" fmla="*/ 86162 w 1012919"/>
              <a:gd name="connsiteY2" fmla="*/ 2720526 h 2935632"/>
              <a:gd name="connsiteX3" fmla="*/ 1012919 w 1012919"/>
              <a:gd name="connsiteY3" fmla="*/ 2671099 h 2935632"/>
            </a:gdLst>
            <a:ahLst/>
            <a:cxnLst>
              <a:cxn ang="0">
                <a:pos x="connsiteX0" y="connsiteY0"/>
              </a:cxn>
              <a:cxn ang="0">
                <a:pos x="connsiteX1" y="connsiteY1"/>
              </a:cxn>
              <a:cxn ang="0">
                <a:pos x="connsiteX2" y="connsiteY2"/>
              </a:cxn>
              <a:cxn ang="0">
                <a:pos x="connsiteX3" y="connsiteY3"/>
              </a:cxn>
            </a:cxnLst>
            <a:rect l="l" t="t" r="r" b="b"/>
            <a:pathLst>
              <a:path w="1012919" h="2935632">
                <a:moveTo>
                  <a:pt x="926422" y="88537"/>
                </a:moveTo>
                <a:cubicBezTo>
                  <a:pt x="601027" y="-13407"/>
                  <a:pt x="275632" y="-115350"/>
                  <a:pt x="135589" y="323315"/>
                </a:cubicBezTo>
                <a:cubicBezTo>
                  <a:pt x="-4454" y="761980"/>
                  <a:pt x="-60060" y="2329229"/>
                  <a:pt x="86162" y="2720526"/>
                </a:cubicBezTo>
                <a:cubicBezTo>
                  <a:pt x="232384" y="3111823"/>
                  <a:pt x="622651" y="2891461"/>
                  <a:pt x="1012919" y="2671099"/>
                </a:cubicBezTo>
              </a:path>
            </a:pathLst>
          </a:custGeom>
          <a:noFill/>
          <a:ln w="19050">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C8606533-B85B-10B6-B476-05825BAA6DD4}"/>
              </a:ext>
            </a:extLst>
          </p:cNvPr>
          <p:cNvSpPr/>
          <p:nvPr/>
        </p:nvSpPr>
        <p:spPr>
          <a:xfrm>
            <a:off x="6328914" y="1133594"/>
            <a:ext cx="5784197" cy="514789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ThrowsExample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readFile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fileName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throws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FileNotFoundException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IOException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FileReader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reader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FileReader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fileName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Code to read file content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reader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close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ThrowsExample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example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ThrowsExample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example</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readFile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"nonexistent_file.txt"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FileNotFoundException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"File not found”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IOException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err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"IO error"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cxnSp>
        <p:nvCxnSpPr>
          <p:cNvPr id="16" name="Straight Connector 15">
            <a:extLst>
              <a:ext uri="{FF2B5EF4-FFF2-40B4-BE49-F238E27FC236}">
                <a16:creationId xmlns:a16="http://schemas.microsoft.com/office/drawing/2014/main" id="{C22F4072-ADD2-D966-A834-612ED34FA49A}"/>
              </a:ext>
            </a:extLst>
          </p:cNvPr>
          <p:cNvCxnSpPr>
            <a:cxnSpLocks/>
          </p:cNvCxnSpPr>
          <p:nvPr/>
        </p:nvCxnSpPr>
        <p:spPr>
          <a:xfrm>
            <a:off x="5956297" y="976184"/>
            <a:ext cx="0" cy="5740698"/>
          </a:xfrm>
          <a:prstGeom prst="line">
            <a:avLst/>
          </a:prstGeom>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673AFB97-366A-C4C8-E199-1C540A74FA8D}"/>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1621997590"/>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the differences between </a:t>
            </a:r>
            <a:r>
              <a:rPr lang="en-US" sz="2400" b="1" dirty="0">
                <a:solidFill>
                  <a:srgbClr val="FFFF00"/>
                </a:solidFill>
                <a:ea typeface="+mn-ea"/>
                <a:cs typeface="+mn-cs"/>
              </a:rPr>
              <a:t>throw</a:t>
            </a:r>
            <a:r>
              <a:rPr lang="en-US" sz="2400" b="1" dirty="0">
                <a:solidFill>
                  <a:schemeClr val="bg1"/>
                </a:solidFill>
                <a:ea typeface="+mn-ea"/>
                <a:cs typeface="+mn-cs"/>
              </a:rPr>
              <a:t> and </a:t>
            </a:r>
            <a:r>
              <a:rPr lang="en-US" sz="2400" b="1" dirty="0">
                <a:solidFill>
                  <a:srgbClr val="FFFF00"/>
                </a:solidFill>
                <a:ea typeface="+mn-ea"/>
                <a:cs typeface="+mn-cs"/>
              </a:rPr>
              <a:t>throws</a:t>
            </a:r>
            <a:r>
              <a:rPr lang="en-US" sz="2400" b="1" dirty="0">
                <a:solidFill>
                  <a:schemeClr val="bg1"/>
                </a:solidFill>
                <a:ea typeface="+mn-ea"/>
                <a:cs typeface="+mn-cs"/>
              </a:rPr>
              <a:t> keywords?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Picture 5">
            <a:extLst>
              <a:ext uri="{FF2B5EF4-FFF2-40B4-BE49-F238E27FC236}">
                <a16:creationId xmlns:a16="http://schemas.microsoft.com/office/drawing/2014/main" id="{8F981A73-6555-6D55-156E-ACD7FCDB09E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67196" y="300327"/>
            <a:ext cx="914784" cy="363946"/>
          </a:xfrm>
          <a:prstGeom prst="rect">
            <a:avLst/>
          </a:prstGeom>
        </p:spPr>
      </p:pic>
      <p:graphicFrame>
        <p:nvGraphicFramePr>
          <p:cNvPr id="4" name="Table 4">
            <a:extLst>
              <a:ext uri="{FF2B5EF4-FFF2-40B4-BE49-F238E27FC236}">
                <a16:creationId xmlns:a16="http://schemas.microsoft.com/office/drawing/2014/main" id="{A13DED6B-DF1E-05B3-CB44-AD3FA2227779}"/>
              </a:ext>
            </a:extLst>
          </p:cNvPr>
          <p:cNvGraphicFramePr>
            <a:graphicFrameLocks noGrp="1"/>
          </p:cNvGraphicFramePr>
          <p:nvPr>
            <p:ph idx="1"/>
          </p:nvPr>
        </p:nvGraphicFramePr>
        <p:xfrm>
          <a:off x="355693" y="1556948"/>
          <a:ext cx="10964673" cy="4411366"/>
        </p:xfrm>
        <a:graphic>
          <a:graphicData uri="http://schemas.openxmlformats.org/drawingml/2006/table">
            <a:tbl>
              <a:tblPr firstRow="1" bandRow="1">
                <a:tableStyleId>{E8B1032C-EA38-4F05-BA0D-38AFFFC7BED3}</a:tableStyleId>
              </a:tblPr>
              <a:tblGrid>
                <a:gridCol w="5501741">
                  <a:extLst>
                    <a:ext uri="{9D8B030D-6E8A-4147-A177-3AD203B41FA5}">
                      <a16:colId xmlns:a16="http://schemas.microsoft.com/office/drawing/2014/main" val="312534454"/>
                    </a:ext>
                  </a:extLst>
                </a:gridCol>
                <a:gridCol w="5462932">
                  <a:extLst>
                    <a:ext uri="{9D8B030D-6E8A-4147-A177-3AD203B41FA5}">
                      <a16:colId xmlns:a16="http://schemas.microsoft.com/office/drawing/2014/main" val="3823621702"/>
                    </a:ext>
                  </a:extLst>
                </a:gridCol>
              </a:tblGrid>
              <a:tr h="670616">
                <a:tc>
                  <a:txBody>
                    <a:bodyPr/>
                    <a:lstStyle/>
                    <a:p>
                      <a:pPr algn="ctr"/>
                      <a:r>
                        <a:rPr lang="en-IN" sz="2400" b="1" i="0" kern="1200" dirty="0">
                          <a:solidFill>
                            <a:schemeClr val="tx1"/>
                          </a:solidFill>
                          <a:effectLst/>
                          <a:latin typeface="+mn-lt"/>
                          <a:ea typeface="+mn-ea"/>
                          <a:cs typeface="+mn-cs"/>
                        </a:rPr>
                        <a:t>throw</a:t>
                      </a:r>
                      <a:endParaRPr lang="en-IN" sz="2400" dirty="0"/>
                    </a:p>
                  </a:txBody>
                  <a:tcPr marL="180000" marR="540000" marT="108000" marB="108000" anchor="ctr"/>
                </a:tc>
                <a:tc>
                  <a:txBody>
                    <a:bodyPr/>
                    <a:lstStyle/>
                    <a:p>
                      <a:pPr algn="ctr"/>
                      <a:r>
                        <a:rPr lang="en-IN" sz="2400" b="1" i="0" kern="1200" dirty="0">
                          <a:solidFill>
                            <a:schemeClr val="tx1"/>
                          </a:solidFill>
                          <a:effectLst/>
                          <a:latin typeface="+mn-lt"/>
                          <a:ea typeface="+mn-ea"/>
                          <a:cs typeface="+mn-cs"/>
                        </a:rPr>
                        <a:t>throws</a:t>
                      </a:r>
                      <a:endParaRPr lang="en-IN" sz="2400" dirty="0"/>
                    </a:p>
                  </a:txBody>
                  <a:tcPr marL="180000" marR="540000" marT="108000" marB="108000" anchor="ctr"/>
                </a:tc>
                <a:extLst>
                  <a:ext uri="{0D108BD9-81ED-4DB2-BD59-A6C34878D82A}">
                    <a16:rowId xmlns:a16="http://schemas.microsoft.com/office/drawing/2014/main" val="2733934505"/>
                  </a:ext>
                </a:extLst>
              </a:tr>
              <a:tr h="608438">
                <a:tc gridSpan="2">
                  <a:txBody>
                    <a:bodyPr/>
                    <a:lstStyle/>
                    <a:p>
                      <a:pPr algn="ctr"/>
                      <a:r>
                        <a:rPr lang="en-US" sz="1800" b="0" i="0" kern="1200" dirty="0">
                          <a:solidFill>
                            <a:schemeClr val="tx1"/>
                          </a:solidFill>
                          <a:effectLst/>
                          <a:latin typeface="+mn-lt"/>
                          <a:ea typeface="+mn-ea"/>
                          <a:cs typeface="+mn-cs"/>
                        </a:rPr>
                        <a:t>Both are used to throw exception.</a:t>
                      </a:r>
                      <a:endParaRPr lang="en-IN" sz="1800" dirty="0"/>
                    </a:p>
                  </a:txBody>
                  <a:tcPr marL="180000" marR="540000" marT="108000" marB="108000" anchor="ctr"/>
                </a:tc>
                <a:tc hMerge="1">
                  <a:txBody>
                    <a:bodyPr/>
                    <a:lstStyle/>
                    <a:p>
                      <a:endParaRPr lang="en-IN"/>
                    </a:p>
                  </a:txBody>
                  <a:tcPr/>
                </a:tc>
                <a:extLst>
                  <a:ext uri="{0D108BD9-81ED-4DB2-BD59-A6C34878D82A}">
                    <a16:rowId xmlns:a16="http://schemas.microsoft.com/office/drawing/2014/main" val="2474462777"/>
                  </a:ext>
                </a:extLst>
              </a:tr>
              <a:tr h="772238">
                <a:tc>
                  <a:txBody>
                    <a:bodyPr/>
                    <a:lstStyle/>
                    <a:p>
                      <a:r>
                        <a:rPr lang="en-IN" sz="1800" dirty="0"/>
                        <a:t>1. </a:t>
                      </a:r>
                      <a:r>
                        <a:rPr lang="en-US" sz="1800" b="0" i="0" kern="1200" dirty="0">
                          <a:solidFill>
                            <a:schemeClr val="tx1"/>
                          </a:solidFill>
                          <a:effectLst/>
                          <a:latin typeface="+mn-lt"/>
                          <a:ea typeface="+mn-ea"/>
                          <a:cs typeface="+mn-cs"/>
                        </a:rPr>
                        <a:t>Used to explicitly throw an exception</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Used to declare potential exceptions</a:t>
                      </a:r>
                      <a:endParaRPr lang="en-IN" sz="1800" dirty="0"/>
                    </a:p>
                  </a:txBody>
                  <a:tcPr marL="180000" marR="540000" marT="108000" marB="108000" anchor="ctr"/>
                </a:tc>
                <a:extLst>
                  <a:ext uri="{0D108BD9-81ED-4DB2-BD59-A6C34878D82A}">
                    <a16:rowId xmlns:a16="http://schemas.microsoft.com/office/drawing/2014/main" val="2040826760"/>
                  </a:ext>
                </a:extLst>
              </a:tr>
              <a:tr h="737843">
                <a:tc>
                  <a:txBody>
                    <a:bodyPr/>
                    <a:lstStyle/>
                    <a:p>
                      <a:r>
                        <a:rPr lang="en-IN" sz="1800" dirty="0"/>
                        <a:t>2. Used w</a:t>
                      </a:r>
                      <a:r>
                        <a:rPr lang="en-US" sz="1800" b="0" i="0" kern="1200" dirty="0" err="1">
                          <a:solidFill>
                            <a:schemeClr val="tx1"/>
                          </a:solidFill>
                          <a:effectLst/>
                          <a:latin typeface="+mn-lt"/>
                          <a:ea typeface="+mn-ea"/>
                          <a:cs typeface="+mn-cs"/>
                        </a:rPr>
                        <a:t>ithin</a:t>
                      </a:r>
                      <a:r>
                        <a:rPr lang="en-US" sz="1800" b="0" i="0" kern="1200" dirty="0">
                          <a:solidFill>
                            <a:schemeClr val="tx1"/>
                          </a:solidFill>
                          <a:effectLst/>
                          <a:latin typeface="+mn-lt"/>
                          <a:ea typeface="+mn-ea"/>
                          <a:cs typeface="+mn-cs"/>
                        </a:rPr>
                        <a:t> a method to raise an exception</a:t>
                      </a:r>
                      <a:endParaRPr lang="en-IN" sz="1800" dirty="0"/>
                    </a:p>
                  </a:txBody>
                  <a:tcPr marL="180000" marR="540000" marT="108000" marB="108000" anchor="ctr"/>
                </a:tc>
                <a:tc>
                  <a:txBody>
                    <a:bodyPr/>
                    <a:lstStyle/>
                    <a:p>
                      <a:r>
                        <a:rPr lang="en-US" dirty="0">
                          <a:effectLst/>
                        </a:rPr>
                        <a:t>Used in method declaration(signature) .</a:t>
                      </a:r>
                      <a:endParaRPr lang="en-IN" sz="1800" dirty="0"/>
                    </a:p>
                  </a:txBody>
                  <a:tcPr anchor="ctr"/>
                </a:tc>
                <a:extLst>
                  <a:ext uri="{0D108BD9-81ED-4DB2-BD59-A6C34878D82A}">
                    <a16:rowId xmlns:a16="http://schemas.microsoft.com/office/drawing/2014/main" val="546381452"/>
                  </a:ext>
                </a:extLst>
              </a:tr>
              <a:tr h="740803">
                <a:tc>
                  <a:txBody>
                    <a:bodyPr/>
                    <a:lstStyle/>
                    <a:p>
                      <a:r>
                        <a:rPr lang="en-US" sz="1800" dirty="0"/>
                        <a:t>3. </a:t>
                      </a:r>
                      <a:r>
                        <a:rPr lang="en-US" sz="1800" b="0" i="0" kern="1200" dirty="0">
                          <a:solidFill>
                            <a:schemeClr val="tx1"/>
                          </a:solidFill>
                          <a:effectLst/>
                          <a:latin typeface="+mn-lt"/>
                          <a:ea typeface="+mn-ea"/>
                          <a:cs typeface="+mn-cs"/>
                        </a:rPr>
                        <a:t>Raise an exception at a specific point in the code</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Indicates which exceptions a method may raise</a:t>
                      </a:r>
                      <a:endParaRPr lang="en-IN" sz="1800" dirty="0"/>
                    </a:p>
                  </a:txBody>
                  <a:tcPr marL="180000" marR="540000" marT="108000" marB="108000" anchor="ctr"/>
                </a:tc>
                <a:extLst>
                  <a:ext uri="{0D108BD9-81ED-4DB2-BD59-A6C34878D82A}">
                    <a16:rowId xmlns:a16="http://schemas.microsoft.com/office/drawing/2014/main" val="763325998"/>
                  </a:ext>
                </a:extLst>
              </a:tr>
              <a:tr h="881428">
                <a:tc>
                  <a:txBody>
                    <a:bodyPr/>
                    <a:lstStyle/>
                    <a:p>
                      <a:r>
                        <a:rPr lang="en-IN" sz="1800" b="0" i="0" kern="1200" dirty="0">
                          <a:solidFill>
                            <a:schemeClr val="tx1"/>
                          </a:solidFill>
                          <a:effectLst/>
                          <a:latin typeface="+mn-lt"/>
                          <a:ea typeface="+mn-ea"/>
                          <a:cs typeface="+mn-cs"/>
                        </a:rPr>
                        <a:t>4. Syntax: throw new </a:t>
                      </a:r>
                      <a:r>
                        <a:rPr lang="en-IN" sz="1800" b="0" i="0" kern="1200" dirty="0" err="1">
                          <a:solidFill>
                            <a:schemeClr val="tx1"/>
                          </a:solidFill>
                          <a:effectLst/>
                          <a:latin typeface="+mn-lt"/>
                          <a:ea typeface="+mn-ea"/>
                          <a:cs typeface="+mn-cs"/>
                        </a:rPr>
                        <a:t>SomeException</a:t>
                      </a:r>
                      <a:r>
                        <a:rPr lang="en-IN" sz="1800" b="0" i="0" kern="1200" dirty="0">
                          <a:solidFill>
                            <a:schemeClr val="tx1"/>
                          </a:solidFill>
                          <a:effectLst/>
                          <a:latin typeface="+mn-lt"/>
                          <a:ea typeface="+mn-ea"/>
                          <a:cs typeface="+mn-cs"/>
                        </a:rPr>
                        <a:t>();</a:t>
                      </a:r>
                      <a:endParaRPr lang="en-IN" sz="1800" b="0" dirty="0"/>
                    </a:p>
                  </a:txBody>
                  <a:tcPr marL="180000" marR="540000" marT="108000" marB="108000" anchor="ctr"/>
                </a:tc>
                <a:tc>
                  <a:txBody>
                    <a:bodyPr/>
                    <a:lstStyle/>
                    <a:p>
                      <a:r>
                        <a:rPr lang="en-IN" sz="1800" b="0" i="0" kern="1200" dirty="0">
                          <a:solidFill>
                            <a:schemeClr val="tx1"/>
                          </a:solidFill>
                          <a:effectLst/>
                          <a:latin typeface="+mn-lt"/>
                          <a:ea typeface="+mn-ea"/>
                          <a:cs typeface="+mn-cs"/>
                        </a:rPr>
                        <a:t>Syntax: </a:t>
                      </a:r>
                      <a:r>
                        <a:rPr lang="en-US" sz="1800" b="0" i="0" kern="1200" dirty="0">
                          <a:solidFill>
                            <a:schemeClr val="tx1"/>
                          </a:solidFill>
                          <a:effectLst/>
                          <a:latin typeface="+mn-lt"/>
                          <a:ea typeface="+mn-ea"/>
                          <a:cs typeface="+mn-cs"/>
                        </a:rPr>
                        <a:t>public void </a:t>
                      </a:r>
                      <a:r>
                        <a:rPr lang="en-US" sz="1800" b="0" i="0" kern="1200" dirty="0" err="1">
                          <a:solidFill>
                            <a:schemeClr val="tx1"/>
                          </a:solidFill>
                          <a:effectLst/>
                          <a:latin typeface="+mn-lt"/>
                          <a:ea typeface="+mn-ea"/>
                          <a:cs typeface="+mn-cs"/>
                        </a:rPr>
                        <a:t>methodName</a:t>
                      </a:r>
                      <a:r>
                        <a:rPr lang="en-US" sz="1800" b="0" i="0" kern="1200" dirty="0">
                          <a:solidFill>
                            <a:schemeClr val="tx1"/>
                          </a:solidFill>
                          <a:effectLst/>
                          <a:latin typeface="+mn-lt"/>
                          <a:ea typeface="+mn-ea"/>
                          <a:cs typeface="+mn-cs"/>
                        </a:rPr>
                        <a:t>() throws </a:t>
                      </a:r>
                      <a:r>
                        <a:rPr lang="en-US" sz="1800" b="0" i="0" kern="1200" dirty="0" err="1">
                          <a:solidFill>
                            <a:schemeClr val="tx1"/>
                          </a:solidFill>
                          <a:effectLst/>
                          <a:latin typeface="+mn-lt"/>
                          <a:ea typeface="+mn-ea"/>
                          <a:cs typeface="+mn-cs"/>
                        </a:rPr>
                        <a:t>SomeException</a:t>
                      </a:r>
                      <a:r>
                        <a:rPr lang="en-US" sz="1800" b="0" i="0" kern="1200" dirty="0">
                          <a:solidFill>
                            <a:schemeClr val="tx1"/>
                          </a:solidFill>
                          <a:effectLst/>
                          <a:latin typeface="+mn-lt"/>
                          <a:ea typeface="+mn-ea"/>
                          <a:cs typeface="+mn-cs"/>
                        </a:rPr>
                        <a:t>;</a:t>
                      </a:r>
                      <a:endParaRPr lang="en-IN" sz="1800" b="0" dirty="0"/>
                    </a:p>
                  </a:txBody>
                  <a:tcPr marL="180000" marR="540000" marT="108000" marB="108000" anchor="ctr"/>
                </a:tc>
                <a:extLst>
                  <a:ext uri="{0D108BD9-81ED-4DB2-BD59-A6C34878D82A}">
                    <a16:rowId xmlns:a16="http://schemas.microsoft.com/office/drawing/2014/main" val="536598921"/>
                  </a:ext>
                </a:extLst>
              </a:tr>
            </a:tbl>
          </a:graphicData>
        </a:graphic>
      </p:graphicFrame>
      <p:sp>
        <p:nvSpPr>
          <p:cNvPr id="5" name="TextBox 4">
            <a:extLst>
              <a:ext uri="{FF2B5EF4-FFF2-40B4-BE49-F238E27FC236}">
                <a16:creationId xmlns:a16="http://schemas.microsoft.com/office/drawing/2014/main" id="{4C811C92-DEB7-F3E6-E3D9-928921AE721A}"/>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3431962561"/>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the </a:t>
            </a:r>
            <a:r>
              <a:rPr lang="en-US" sz="2400" b="1" dirty="0">
                <a:solidFill>
                  <a:srgbClr val="FFFF00"/>
                </a:solidFill>
                <a:ea typeface="+mn-ea"/>
                <a:cs typeface="+mn-cs"/>
              </a:rPr>
              <a:t>types of exceptions</a:t>
            </a:r>
            <a:r>
              <a:rPr lang="en-US" sz="2400" b="1" dirty="0">
                <a:solidFill>
                  <a:schemeClr val="bg1"/>
                </a:solidFill>
                <a:ea typeface="+mn-ea"/>
                <a:cs typeface="+mn-cs"/>
              </a:rPr>
              <a:t>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6" name="Diagram 5">
            <a:extLst>
              <a:ext uri="{FF2B5EF4-FFF2-40B4-BE49-F238E27FC236}">
                <a16:creationId xmlns:a16="http://schemas.microsoft.com/office/drawing/2014/main" id="{3068BCA0-5DF5-5ED8-01D8-3A3C929CC58D}"/>
              </a:ext>
            </a:extLst>
          </p:cNvPr>
          <p:cNvGraphicFramePr/>
          <p:nvPr/>
        </p:nvGraphicFramePr>
        <p:xfrm>
          <a:off x="-361950" y="1282714"/>
          <a:ext cx="9315450" cy="5079986"/>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4" name="TextBox 3">
            <a:extLst>
              <a:ext uri="{FF2B5EF4-FFF2-40B4-BE49-F238E27FC236}">
                <a16:creationId xmlns:a16="http://schemas.microsoft.com/office/drawing/2014/main" id="{11C6F481-F48D-441C-2A1F-C5745732F696}"/>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1700276499"/>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3"/>
            <a:ext cx="10832260" cy="321115"/>
          </a:xfrm>
        </p:spPr>
        <p:txBody>
          <a:bodyPr>
            <a:noAutofit/>
          </a:bodyPr>
          <a:lstStyle/>
          <a:p>
            <a:r>
              <a:rPr lang="en-US" sz="2400" b="1" dirty="0">
                <a:solidFill>
                  <a:schemeClr val="bg1"/>
                </a:solidFill>
                <a:ea typeface="+mn-ea"/>
                <a:cs typeface="+mn-cs"/>
              </a:rPr>
              <a:t>Q. What are </a:t>
            </a:r>
            <a:r>
              <a:rPr lang="en-US" sz="2400" b="1" dirty="0">
                <a:solidFill>
                  <a:srgbClr val="FFFF00"/>
                </a:solidFill>
                <a:ea typeface="+mn-ea"/>
                <a:cs typeface="+mn-cs"/>
              </a:rPr>
              <a:t>checked</a:t>
            </a:r>
            <a:r>
              <a:rPr lang="en-US" sz="2400" b="1" dirty="0">
                <a:solidFill>
                  <a:schemeClr val="bg1"/>
                </a:solidFill>
                <a:ea typeface="+mn-ea"/>
                <a:cs typeface="+mn-cs"/>
              </a:rPr>
              <a:t> and </a:t>
            </a:r>
            <a:r>
              <a:rPr lang="en-US" sz="2400" b="1" dirty="0">
                <a:solidFill>
                  <a:srgbClr val="FFFF00"/>
                </a:solidFill>
                <a:ea typeface="+mn-ea"/>
                <a:cs typeface="+mn-cs"/>
              </a:rPr>
              <a:t>unchecked exceptions</a:t>
            </a:r>
            <a:r>
              <a:rPr lang="en-US" sz="2400" b="1" dirty="0">
                <a:solidFill>
                  <a:schemeClr val="bg1"/>
                </a:solidFill>
                <a:ea typeface="+mn-ea"/>
                <a:cs typeface="+mn-cs"/>
              </a:rPr>
              <a:t>? What is the difference between them?</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528AA00A-71BE-AA86-C22C-31F056E5910D}"/>
              </a:ext>
            </a:extLst>
          </p:cNvPr>
          <p:cNvSpPr txBox="1"/>
          <p:nvPr/>
        </p:nvSpPr>
        <p:spPr>
          <a:xfrm>
            <a:off x="355693" y="964599"/>
            <a:ext cx="6008037" cy="135421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Checked exceptions are exceptions that are checked by the compiler at compile-time.</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Checked exceptions will not compile without handling them either using try-catch blocks or throws statement.</a:t>
            </a:r>
          </a:p>
        </p:txBody>
      </p:sp>
      <p:cxnSp>
        <p:nvCxnSpPr>
          <p:cNvPr id="18" name="Straight Connector 17">
            <a:extLst>
              <a:ext uri="{FF2B5EF4-FFF2-40B4-BE49-F238E27FC236}">
                <a16:creationId xmlns:a16="http://schemas.microsoft.com/office/drawing/2014/main" id="{BC5CD7DF-CA10-3E06-D8DE-E38E44E829EC}"/>
              </a:ext>
            </a:extLst>
          </p:cNvPr>
          <p:cNvCxnSpPr/>
          <p:nvPr/>
        </p:nvCxnSpPr>
        <p:spPr>
          <a:xfrm>
            <a:off x="6536724" y="1087392"/>
            <a:ext cx="0" cy="5647037"/>
          </a:xfrm>
          <a:prstGeom prst="line">
            <a:avLst/>
          </a:prstGeom>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12C0F655-6B13-C00C-7FF6-EA717FF8A10B}"/>
              </a:ext>
            </a:extLst>
          </p:cNvPr>
          <p:cNvSpPr txBox="1"/>
          <p:nvPr/>
        </p:nvSpPr>
        <p:spPr>
          <a:xfrm>
            <a:off x="7014527" y="960009"/>
            <a:ext cx="5189836" cy="1785104"/>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Unchecked exceptions, not checked by the compiler at compile-time.</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Unchecked exception can compile without try-catch or throws statement.</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p:txBody>
      </p:sp>
      <p:pic>
        <p:nvPicPr>
          <p:cNvPr id="6" name="Picture 5">
            <a:extLst>
              <a:ext uri="{FF2B5EF4-FFF2-40B4-BE49-F238E27FC236}">
                <a16:creationId xmlns:a16="http://schemas.microsoft.com/office/drawing/2014/main" id="{ED6D2711-FC98-A892-DBD9-012EE90B000E}"/>
              </a:ext>
            </a:extLst>
          </p:cNvPr>
          <p:cNvPicPr>
            <a:picLocks noChangeAspect="1"/>
          </p:cNvPicPr>
          <p:nvPr/>
        </p:nvPicPr>
        <p:blipFill>
          <a:blip r:embed="rId4"/>
          <a:stretch>
            <a:fillRect/>
          </a:stretch>
        </p:blipFill>
        <p:spPr>
          <a:xfrm>
            <a:off x="6955295" y="2442076"/>
            <a:ext cx="4607189" cy="3086751"/>
          </a:xfrm>
          <a:prstGeom prst="rect">
            <a:avLst/>
          </a:prstGeom>
        </p:spPr>
      </p:pic>
      <p:pic>
        <p:nvPicPr>
          <p:cNvPr id="8" name="Picture 7">
            <a:extLst>
              <a:ext uri="{FF2B5EF4-FFF2-40B4-BE49-F238E27FC236}">
                <a16:creationId xmlns:a16="http://schemas.microsoft.com/office/drawing/2014/main" id="{346A5256-089D-4131-A62A-B56AC592CE3B}"/>
              </a:ext>
            </a:extLst>
          </p:cNvPr>
          <p:cNvPicPr>
            <a:picLocks noChangeAspect="1"/>
          </p:cNvPicPr>
          <p:nvPr/>
        </p:nvPicPr>
        <p:blipFill>
          <a:blip r:embed="rId5"/>
          <a:stretch>
            <a:fillRect/>
          </a:stretch>
        </p:blipFill>
        <p:spPr>
          <a:xfrm>
            <a:off x="203290" y="2451255"/>
            <a:ext cx="6008036" cy="3649540"/>
          </a:xfrm>
          <a:prstGeom prst="rect">
            <a:avLst/>
          </a:prstGeom>
        </p:spPr>
      </p:pic>
      <p:sp>
        <p:nvSpPr>
          <p:cNvPr id="5" name="TextBox 4">
            <a:extLst>
              <a:ext uri="{FF2B5EF4-FFF2-40B4-BE49-F238E27FC236}">
                <a16:creationId xmlns:a16="http://schemas.microsoft.com/office/drawing/2014/main" id="{938F451A-106A-3C33-89D9-0568915AD2CB}"/>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3249284524"/>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397031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collections</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and what is their use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types of collections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in Java?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Iterable</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&amp;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Collection</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interfaces?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List</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Queue</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&amp;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Set</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collections? What is the difference between them?</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Arraylist</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How to implement it and when to use it?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What are the differences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Array</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Arraylist</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HashSet</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 What are the differences btw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ArrayList</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(List) </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&amp;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HashSet(Set)</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Map</a:t>
            </a: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 In Java? Which classes implements Map interface?</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HashMap</a:t>
            </a:r>
            <a:r>
              <a:rPr kumimoji="0" lang="en-US" sz="1800" b="0" i="0" u="none" strike="noStrike" kern="1200" cap="none" spc="0" normalizeH="0" baseline="0" noProof="0" dirty="0">
                <a:ln>
                  <a:noFill/>
                </a:ln>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 In Java? How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implement</a:t>
            </a:r>
            <a:r>
              <a:rPr kumimoji="0" lang="en-US" sz="1800" b="0" i="0" u="none" strike="noStrike" kern="1200" cap="none" spc="0" normalizeH="0" baseline="0" noProof="0" dirty="0">
                <a:ln>
                  <a:noFill/>
                </a:ln>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 it and when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use</a:t>
            </a:r>
            <a:r>
              <a:rPr kumimoji="0" lang="en-US" sz="1800" b="0" i="0" u="none" strike="noStrike" kern="1200" cap="none" spc="0" normalizeH="0" baseline="0" noProof="0" dirty="0">
                <a:ln>
                  <a:noFill/>
                </a:ln>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 it?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Q. What are the differences btw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HashSet(Set) </a:t>
            </a: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HashMap(Map)</a:t>
            </a: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17. Collections - Basics</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4C680D8A-C9E8-EFB7-5B2D-B917A873DA92}"/>
              </a:ext>
            </a:extLst>
          </p:cNvPr>
          <p:cNvPicPr>
            <a:picLocks noChangeAspect="1" noChangeArrowheads="1"/>
          </p:cNvPicPr>
          <p:nvPr/>
        </p:nvPicPr>
        <p:blipFill rotWithShape="1">
          <a:blip r:embed="rId13">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EBE3162C-EE8F-1FCC-7773-6FD0BBEE3BA1}"/>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64116" y="1532869"/>
            <a:ext cx="636255" cy="253133"/>
          </a:xfrm>
          <a:prstGeom prst="rect">
            <a:avLst/>
          </a:prstGeom>
        </p:spPr>
      </p:pic>
      <p:pic>
        <p:nvPicPr>
          <p:cNvPr id="5" name="Picture 4">
            <a:extLst>
              <a:ext uri="{FF2B5EF4-FFF2-40B4-BE49-F238E27FC236}">
                <a16:creationId xmlns:a16="http://schemas.microsoft.com/office/drawing/2014/main" id="{17EF3B4E-0437-1EDA-E4F2-9686CD158F82}"/>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4507728" y="1933918"/>
            <a:ext cx="636255" cy="253133"/>
          </a:xfrm>
          <a:prstGeom prst="rect">
            <a:avLst/>
          </a:prstGeom>
        </p:spPr>
      </p:pic>
      <p:pic>
        <p:nvPicPr>
          <p:cNvPr id="6" name="Picture 5">
            <a:extLst>
              <a:ext uri="{FF2B5EF4-FFF2-40B4-BE49-F238E27FC236}">
                <a16:creationId xmlns:a16="http://schemas.microsoft.com/office/drawing/2014/main" id="{B0696D34-C6B2-0AB8-03DE-23B52105C6AA}"/>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7995995" y="2729785"/>
            <a:ext cx="636255" cy="253133"/>
          </a:xfrm>
          <a:prstGeom prst="rect">
            <a:avLst/>
          </a:prstGeom>
        </p:spPr>
      </p:pic>
      <p:pic>
        <p:nvPicPr>
          <p:cNvPr id="10" name="Picture 9">
            <a:extLst>
              <a:ext uri="{FF2B5EF4-FFF2-40B4-BE49-F238E27FC236}">
                <a16:creationId xmlns:a16="http://schemas.microsoft.com/office/drawing/2014/main" id="{9ABDF28B-E193-3693-CAAE-D72241B42D0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760939" y="3546179"/>
            <a:ext cx="636255" cy="253133"/>
          </a:xfrm>
          <a:prstGeom prst="rect">
            <a:avLst/>
          </a:prstGeom>
        </p:spPr>
      </p:pic>
      <p:pic>
        <p:nvPicPr>
          <p:cNvPr id="11" name="Picture 10">
            <a:extLst>
              <a:ext uri="{FF2B5EF4-FFF2-40B4-BE49-F238E27FC236}">
                <a16:creationId xmlns:a16="http://schemas.microsoft.com/office/drawing/2014/main" id="{BC92F832-9ED6-EE0E-2802-5AA79A2B9642}"/>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7911329" y="3916253"/>
            <a:ext cx="636255" cy="253133"/>
          </a:xfrm>
          <a:prstGeom prst="rect">
            <a:avLst/>
          </a:prstGeom>
        </p:spPr>
      </p:pic>
      <p:sp>
        <p:nvSpPr>
          <p:cNvPr id="12" name="TextBox 11">
            <a:extLst>
              <a:ext uri="{FF2B5EF4-FFF2-40B4-BE49-F238E27FC236}">
                <a16:creationId xmlns:a16="http://schemas.microsoft.com/office/drawing/2014/main" id="{F0BEA5C8-B2AF-325F-7E4E-B4C05E622E15}"/>
              </a:ext>
            </a:extLst>
          </p:cNvPr>
          <p:cNvSpPr txBox="1"/>
          <p:nvPr/>
        </p:nvSpPr>
        <p:spPr>
          <a:xfrm>
            <a:off x="10342731" y="6373174"/>
            <a:ext cx="1972639" cy="307777"/>
          </a:xfrm>
          <a:prstGeom prst="rect">
            <a:avLst/>
          </a:prstGeom>
          <a:noFill/>
        </p:spPr>
        <p:txBody>
          <a:bodyPr wrap="square">
            <a:spAutoFit/>
          </a:bodyPr>
          <a:lstStyle/>
          <a:p>
            <a:r>
              <a:rPr lang="en-US" sz="1400" dirty="0">
                <a:hlinkClick r:id="rId15" action="ppaction://hlinksldjump"/>
              </a:rPr>
              <a:t>Back to main index</a:t>
            </a:r>
            <a:endParaRPr lang="en-IN" sz="1400" dirty="0"/>
          </a:p>
        </p:txBody>
      </p:sp>
    </p:spTree>
    <p:extLst>
      <p:ext uri="{BB962C8B-B14F-4D97-AF65-F5344CB8AC3E}">
        <p14:creationId xmlns:p14="http://schemas.microsoft.com/office/powerpoint/2010/main" val="348224375"/>
      </p:ext>
    </p:extLst>
  </p:cSld>
  <p:clrMapOvr>
    <a:overrideClrMapping bg1="dk1" tx1="lt1" bg2="dk2" tx2="lt2" accent1="accent1" accent2="accent2" accent3="accent3" accent4="accent4" accent5="accent5" accent6="accent6" hlink="hlink" folHlink="folHlink"/>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a:t>
            </a:r>
            <a:r>
              <a:rPr lang="en-US" sz="2400" b="1" dirty="0">
                <a:solidFill>
                  <a:srgbClr val="FFFF00"/>
                </a:solidFill>
                <a:ea typeface="+mn-ea"/>
                <a:cs typeface="+mn-cs"/>
              </a:rPr>
              <a:t>collections</a:t>
            </a:r>
            <a:r>
              <a:rPr lang="en-US" sz="2400" b="1" dirty="0">
                <a:solidFill>
                  <a:schemeClr val="bg1"/>
                </a:solidFill>
                <a:ea typeface="+mn-ea"/>
                <a:cs typeface="+mn-cs"/>
              </a:rPr>
              <a:t> and what is their use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TextBox 4">
            <a:extLst>
              <a:ext uri="{FF2B5EF4-FFF2-40B4-BE49-F238E27FC236}">
                <a16:creationId xmlns:a16="http://schemas.microsoft.com/office/drawing/2014/main" id="{F7F0155F-1A70-7E78-076A-A6C54E5EA030}"/>
              </a:ext>
            </a:extLst>
          </p:cNvPr>
          <p:cNvSpPr txBox="1"/>
          <p:nvPr/>
        </p:nvSpPr>
        <p:spPr>
          <a:xfrm>
            <a:off x="355693" y="1106296"/>
            <a:ext cx="5900855"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Collections refer to a group of classes and interfaces in the </a:t>
            </a:r>
            <a:r>
              <a:rPr kumimoji="0" lang="en-US" sz="1800" b="0" i="0" u="none" strike="noStrike" kern="1200" cap="none" spc="0" normalizeH="0" baseline="0" noProof="0" dirty="0" err="1">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java.util</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package that are designed to </a:t>
            </a: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store, manipulate, and manage groups of objects</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 name="Picture 4">
            <a:extLst>
              <a:ext uri="{FF2B5EF4-FFF2-40B4-BE49-F238E27FC236}">
                <a16:creationId xmlns:a16="http://schemas.microsoft.com/office/drawing/2014/main" id="{824A2FBB-B369-166D-FBBC-E1E78E18B88D}"/>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56266" t="12140" r="9252" b="8789"/>
          <a:stretch/>
        </p:blipFill>
        <p:spPr bwMode="auto">
          <a:xfrm>
            <a:off x="5283004" y="2329359"/>
            <a:ext cx="2410884" cy="2764165"/>
          </a:xfrm>
          <a:prstGeom prst="rect">
            <a:avLst/>
          </a:prstGeom>
          <a:noFill/>
          <a:extLst>
            <a:ext uri="{909E8E84-426E-40DD-AFC4-6F175D3DCCD1}">
              <a14:hiddenFill xmlns:a14="http://schemas.microsoft.com/office/drawing/2010/main">
                <a:solidFill>
                  <a:srgbClr val="FFFFFF"/>
                </a:solidFill>
              </a14:hiddenFill>
            </a:ext>
          </a:extLst>
        </p:spPr>
      </p:pic>
      <p:cxnSp>
        <p:nvCxnSpPr>
          <p:cNvPr id="19" name="Straight Arrow Connector 18">
            <a:extLst>
              <a:ext uri="{FF2B5EF4-FFF2-40B4-BE49-F238E27FC236}">
                <a16:creationId xmlns:a16="http://schemas.microsoft.com/office/drawing/2014/main" id="{E7634FBD-CD21-DE49-6A7D-D210C01183F7}"/>
              </a:ext>
            </a:extLst>
          </p:cNvPr>
          <p:cNvCxnSpPr>
            <a:cxnSpLocks/>
          </p:cNvCxnSpPr>
          <p:nvPr/>
        </p:nvCxnSpPr>
        <p:spPr>
          <a:xfrm>
            <a:off x="7527155" y="3078245"/>
            <a:ext cx="195011"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42B0F251-3584-CC78-37D0-C42A34D66312}"/>
              </a:ext>
            </a:extLst>
          </p:cNvPr>
          <p:cNvCxnSpPr>
            <a:cxnSpLocks/>
          </p:cNvCxnSpPr>
          <p:nvPr/>
        </p:nvCxnSpPr>
        <p:spPr>
          <a:xfrm>
            <a:off x="7575798" y="3602125"/>
            <a:ext cx="146368"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80CC1AD3-9D40-7D50-645A-A4208D9486A3}"/>
              </a:ext>
            </a:extLst>
          </p:cNvPr>
          <p:cNvCxnSpPr>
            <a:cxnSpLocks/>
          </p:cNvCxnSpPr>
          <p:nvPr/>
        </p:nvCxnSpPr>
        <p:spPr>
          <a:xfrm>
            <a:off x="7575799" y="4671625"/>
            <a:ext cx="146367"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18F7D4AB-8965-0AA3-DD48-62E05CC0DE92}"/>
              </a:ext>
            </a:extLst>
          </p:cNvPr>
          <p:cNvSpPr/>
          <p:nvPr/>
        </p:nvSpPr>
        <p:spPr>
          <a:xfrm>
            <a:off x="7769620" y="2604403"/>
            <a:ext cx="1195982" cy="656266"/>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Collection1 (ArrayList)</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C1B2A23E-856B-C00F-0784-AF1BB6C68A2A}"/>
              </a:ext>
            </a:extLst>
          </p:cNvPr>
          <p:cNvSpPr/>
          <p:nvPr/>
        </p:nvSpPr>
        <p:spPr>
          <a:xfrm>
            <a:off x="7769619" y="3384684"/>
            <a:ext cx="1195983" cy="656266"/>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Collection2 (HashMap)</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6AE1DD86-F311-EDA1-1DD0-4ABEAFD4723D}"/>
              </a:ext>
            </a:extLst>
          </p:cNvPr>
          <p:cNvSpPr/>
          <p:nvPr/>
        </p:nvSpPr>
        <p:spPr>
          <a:xfrm>
            <a:off x="7792827" y="4244574"/>
            <a:ext cx="1195982" cy="656266"/>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Collection3 (</a:t>
            </a: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TreeMap</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Arrow: Right 26">
            <a:extLst>
              <a:ext uri="{FF2B5EF4-FFF2-40B4-BE49-F238E27FC236}">
                <a16:creationId xmlns:a16="http://schemas.microsoft.com/office/drawing/2014/main" id="{594965D3-D6F7-FBEB-6756-ACBBA1F21C49}"/>
              </a:ext>
            </a:extLst>
          </p:cNvPr>
          <p:cNvSpPr/>
          <p:nvPr/>
        </p:nvSpPr>
        <p:spPr>
          <a:xfrm>
            <a:off x="4187882" y="3678609"/>
            <a:ext cx="1001621" cy="536674"/>
          </a:xfrm>
          <a:prstGeom prst="rightArrow">
            <a:avLst>
              <a:gd name="adj1" fmla="val 50000"/>
              <a:gd name="adj2" fmla="val 55998"/>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TextBox 44">
            <a:extLst>
              <a:ext uri="{FF2B5EF4-FFF2-40B4-BE49-F238E27FC236}">
                <a16:creationId xmlns:a16="http://schemas.microsoft.com/office/drawing/2014/main" id="{F5248387-A7A6-D086-1629-1112605F6441}"/>
              </a:ext>
            </a:extLst>
          </p:cNvPr>
          <p:cNvSpPr txBox="1"/>
          <p:nvPr/>
        </p:nvSpPr>
        <p:spPr>
          <a:xfrm>
            <a:off x="4018375" y="3049787"/>
            <a:ext cx="1261688"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Using Collections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 name="Picture 4">
            <a:extLst>
              <a:ext uri="{FF2B5EF4-FFF2-40B4-BE49-F238E27FC236}">
                <a16:creationId xmlns:a16="http://schemas.microsoft.com/office/drawing/2014/main" id="{66FD1D21-D7A4-DD47-EB72-C2B49B1F2ABA}"/>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10279" t="12140" r="57885" b="8789"/>
          <a:stretch/>
        </p:blipFill>
        <p:spPr bwMode="auto">
          <a:xfrm>
            <a:off x="1785417" y="2329360"/>
            <a:ext cx="2225872" cy="2764165"/>
          </a:xfrm>
          <a:prstGeom prst="rect">
            <a:avLst/>
          </a:prstGeom>
          <a:noFill/>
          <a:extLst>
            <a:ext uri="{909E8E84-426E-40DD-AFC4-6F175D3DCCD1}">
              <a14:hiddenFill xmlns:a14="http://schemas.microsoft.com/office/drawing/2010/main">
                <a:solidFill>
                  <a:srgbClr val="FFFFFF"/>
                </a:solidFill>
              </a14:hiddenFill>
            </a:ext>
          </a:extLst>
        </p:spPr>
      </p:pic>
      <p:cxnSp>
        <p:nvCxnSpPr>
          <p:cNvPr id="10" name="Straight Arrow Connector 9">
            <a:extLst>
              <a:ext uri="{FF2B5EF4-FFF2-40B4-BE49-F238E27FC236}">
                <a16:creationId xmlns:a16="http://schemas.microsoft.com/office/drawing/2014/main" id="{D4D0E110-E921-D7AA-19EC-5B117AB2A468}"/>
              </a:ext>
            </a:extLst>
          </p:cNvPr>
          <p:cNvCxnSpPr>
            <a:cxnSpLocks/>
          </p:cNvCxnSpPr>
          <p:nvPr/>
        </p:nvCxnSpPr>
        <p:spPr>
          <a:xfrm flipH="1">
            <a:off x="1381637" y="3049787"/>
            <a:ext cx="653875" cy="66585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32E4BFC2-CCCD-F91E-0D8B-2F02666E71A8}"/>
              </a:ext>
            </a:extLst>
          </p:cNvPr>
          <p:cNvCxnSpPr>
            <a:cxnSpLocks/>
          </p:cNvCxnSpPr>
          <p:nvPr/>
        </p:nvCxnSpPr>
        <p:spPr>
          <a:xfrm flipH="1">
            <a:off x="1534037" y="3611830"/>
            <a:ext cx="1057275" cy="25621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a:extLst>
              <a:ext uri="{FF2B5EF4-FFF2-40B4-BE49-F238E27FC236}">
                <a16:creationId xmlns:a16="http://schemas.microsoft.com/office/drawing/2014/main" id="{4BF4E0F2-19AC-D894-5E6D-2F185C25BADE}"/>
              </a:ext>
            </a:extLst>
          </p:cNvPr>
          <p:cNvCxnSpPr>
            <a:cxnSpLocks/>
          </p:cNvCxnSpPr>
          <p:nvPr/>
        </p:nvCxnSpPr>
        <p:spPr>
          <a:xfrm flipH="1" flipV="1">
            <a:off x="1534037" y="4063786"/>
            <a:ext cx="1114425" cy="15240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DE9248BA-DE84-8A39-046F-B6E7AB1138A2}"/>
              </a:ext>
            </a:extLst>
          </p:cNvPr>
          <p:cNvCxnSpPr>
            <a:cxnSpLocks/>
          </p:cNvCxnSpPr>
          <p:nvPr/>
        </p:nvCxnSpPr>
        <p:spPr>
          <a:xfrm flipH="1" flipV="1">
            <a:off x="1443724" y="4216186"/>
            <a:ext cx="653875" cy="49439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F309834C-3E42-19CC-07A8-98489D0FEFDB}"/>
              </a:ext>
            </a:extLst>
          </p:cNvPr>
          <p:cNvCxnSpPr>
            <a:cxnSpLocks/>
          </p:cNvCxnSpPr>
          <p:nvPr/>
        </p:nvCxnSpPr>
        <p:spPr>
          <a:xfrm flipH="1">
            <a:off x="1686437" y="3849144"/>
            <a:ext cx="1419225" cy="17129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1" name="Rectangle 30">
            <a:extLst>
              <a:ext uri="{FF2B5EF4-FFF2-40B4-BE49-F238E27FC236}">
                <a16:creationId xmlns:a16="http://schemas.microsoft.com/office/drawing/2014/main" id="{CB96A5E7-D9E9-CA9C-841F-2CA1D164A905}"/>
              </a:ext>
            </a:extLst>
          </p:cNvPr>
          <p:cNvSpPr/>
          <p:nvPr/>
        </p:nvSpPr>
        <p:spPr>
          <a:xfrm>
            <a:off x="322457" y="3515769"/>
            <a:ext cx="1114425" cy="952500"/>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mn-cs"/>
              </a:rPr>
              <a:t>Multiple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mn-cs"/>
              </a:rPr>
              <a:t>Variables</a:t>
            </a:r>
            <a:endParaRPr kumimoji="0" lang="en-IN" sz="18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cxnSp>
        <p:nvCxnSpPr>
          <p:cNvPr id="32" name="Straight Arrow Connector 31">
            <a:extLst>
              <a:ext uri="{FF2B5EF4-FFF2-40B4-BE49-F238E27FC236}">
                <a16:creationId xmlns:a16="http://schemas.microsoft.com/office/drawing/2014/main" id="{FB762FAA-BCC5-048E-6EA1-1F2528803FFC}"/>
              </a:ext>
            </a:extLst>
          </p:cNvPr>
          <p:cNvCxnSpPr>
            <a:cxnSpLocks/>
          </p:cNvCxnSpPr>
          <p:nvPr/>
        </p:nvCxnSpPr>
        <p:spPr>
          <a:xfrm flipH="1">
            <a:off x="1534037" y="3264590"/>
            <a:ext cx="1376188" cy="49439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BEC79E37-B00B-F8F7-750B-F20C81D2FE26}"/>
              </a:ext>
            </a:extLst>
          </p:cNvPr>
          <p:cNvCxnSpPr>
            <a:cxnSpLocks/>
          </p:cNvCxnSpPr>
          <p:nvPr/>
        </p:nvCxnSpPr>
        <p:spPr>
          <a:xfrm flipH="1" flipV="1">
            <a:off x="1653969" y="4306121"/>
            <a:ext cx="1441131" cy="40446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4" name="Straight Arrow Connector 33">
            <a:extLst>
              <a:ext uri="{FF2B5EF4-FFF2-40B4-BE49-F238E27FC236}">
                <a16:creationId xmlns:a16="http://schemas.microsoft.com/office/drawing/2014/main" id="{CDA2B4C7-86E3-E9FD-9705-DDF1714FFBF7}"/>
              </a:ext>
            </a:extLst>
          </p:cNvPr>
          <p:cNvCxnSpPr>
            <a:cxnSpLocks/>
          </p:cNvCxnSpPr>
          <p:nvPr/>
        </p:nvCxnSpPr>
        <p:spPr>
          <a:xfrm flipH="1">
            <a:off x="1543562" y="3711442"/>
            <a:ext cx="2198377" cy="24238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5" name="Straight Arrow Connector 34">
            <a:extLst>
              <a:ext uri="{FF2B5EF4-FFF2-40B4-BE49-F238E27FC236}">
                <a16:creationId xmlns:a16="http://schemas.microsoft.com/office/drawing/2014/main" id="{4AE000BD-F866-9D53-E580-9124AA55CE55}"/>
              </a:ext>
            </a:extLst>
          </p:cNvPr>
          <p:cNvCxnSpPr>
            <a:cxnSpLocks/>
          </p:cNvCxnSpPr>
          <p:nvPr/>
        </p:nvCxnSpPr>
        <p:spPr>
          <a:xfrm flipH="1">
            <a:off x="1553087" y="3112625"/>
            <a:ext cx="1858142" cy="712075"/>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a16="http://schemas.microsoft.com/office/drawing/2014/main" id="{3F2E1F2C-ECEA-4B82-13BB-6B37D722168E}"/>
              </a:ext>
            </a:extLst>
          </p:cNvPr>
          <p:cNvCxnSpPr>
            <a:cxnSpLocks/>
          </p:cNvCxnSpPr>
          <p:nvPr/>
        </p:nvCxnSpPr>
        <p:spPr>
          <a:xfrm flipH="1" flipV="1">
            <a:off x="1581313" y="4166696"/>
            <a:ext cx="2093867" cy="50492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4" name="Picture 3">
            <a:extLst>
              <a:ext uri="{FF2B5EF4-FFF2-40B4-BE49-F238E27FC236}">
                <a16:creationId xmlns:a16="http://schemas.microsoft.com/office/drawing/2014/main" id="{E2C9E63B-1AA7-3C2D-5669-70DAE622783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930476" y="300327"/>
            <a:ext cx="914784" cy="363946"/>
          </a:xfrm>
          <a:prstGeom prst="rect">
            <a:avLst/>
          </a:prstGeom>
        </p:spPr>
      </p:pic>
      <p:sp>
        <p:nvSpPr>
          <p:cNvPr id="8" name="TextBox 7">
            <a:extLst>
              <a:ext uri="{FF2B5EF4-FFF2-40B4-BE49-F238E27FC236}">
                <a16:creationId xmlns:a16="http://schemas.microsoft.com/office/drawing/2014/main" id="{71508C95-7D10-FAC4-E72C-F42423832B67}"/>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3470890729"/>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the </a:t>
            </a:r>
            <a:r>
              <a:rPr lang="en-US" sz="2400" b="1" dirty="0">
                <a:solidFill>
                  <a:srgbClr val="FFFF00"/>
                </a:solidFill>
                <a:ea typeface="+mn-ea"/>
                <a:cs typeface="+mn-cs"/>
              </a:rPr>
              <a:t>types of collections</a:t>
            </a:r>
            <a:r>
              <a:rPr lang="en-US" sz="2400" b="1" dirty="0">
                <a:solidFill>
                  <a:schemeClr val="bg1"/>
                </a:solidFill>
                <a:ea typeface="+mn-ea"/>
                <a:cs typeface="+mn-cs"/>
              </a:rPr>
              <a:t> in Java?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Rectangle 5">
            <a:extLst>
              <a:ext uri="{FF2B5EF4-FFF2-40B4-BE49-F238E27FC236}">
                <a16:creationId xmlns:a16="http://schemas.microsoft.com/office/drawing/2014/main" id="{1B0672F8-F3CB-BC89-C167-0958D5EC308E}"/>
              </a:ext>
            </a:extLst>
          </p:cNvPr>
          <p:cNvSpPr/>
          <p:nvPr/>
        </p:nvSpPr>
        <p:spPr>
          <a:xfrm>
            <a:off x="9044620" y="1400991"/>
            <a:ext cx="433106" cy="18472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B8C86E6D-AE02-6738-9F81-AF3DBEB24FA4}"/>
              </a:ext>
            </a:extLst>
          </p:cNvPr>
          <p:cNvSpPr/>
          <p:nvPr/>
        </p:nvSpPr>
        <p:spPr>
          <a:xfrm>
            <a:off x="7210630" y="4307656"/>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LinkedHashSet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6E9DE681-CAB8-C936-5211-92501890B515}"/>
              </a:ext>
            </a:extLst>
          </p:cNvPr>
          <p:cNvSpPr/>
          <p:nvPr/>
        </p:nvSpPr>
        <p:spPr>
          <a:xfrm>
            <a:off x="6719667" y="5296606"/>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SortedSet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D318EB5E-C59F-3CB7-9808-B4FC1D3BC3C9}"/>
              </a:ext>
            </a:extLst>
          </p:cNvPr>
          <p:cNvSpPr/>
          <p:nvPr/>
        </p:nvSpPr>
        <p:spPr>
          <a:xfrm>
            <a:off x="3847442" y="2015899"/>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Collection</a:t>
            </a:r>
          </a:p>
        </p:txBody>
      </p:sp>
      <p:sp>
        <p:nvSpPr>
          <p:cNvPr id="11" name="Rectangle 10">
            <a:extLst>
              <a:ext uri="{FF2B5EF4-FFF2-40B4-BE49-F238E27FC236}">
                <a16:creationId xmlns:a16="http://schemas.microsoft.com/office/drawing/2014/main" id="{A009121D-5303-D317-56F7-8563E1607E3D}"/>
              </a:ext>
            </a:extLst>
          </p:cNvPr>
          <p:cNvSpPr/>
          <p:nvPr/>
        </p:nvSpPr>
        <p:spPr>
          <a:xfrm>
            <a:off x="4397130" y="3680243"/>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PriorityQueue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F4C46989-C7A3-D5F4-5882-A15B96971A0C}"/>
              </a:ext>
            </a:extLst>
          </p:cNvPr>
          <p:cNvSpPr/>
          <p:nvPr/>
        </p:nvSpPr>
        <p:spPr>
          <a:xfrm>
            <a:off x="1093916" y="4089198"/>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ArrayList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5BC9990B-62AC-CC31-45C5-80C9553BB170}"/>
              </a:ext>
            </a:extLst>
          </p:cNvPr>
          <p:cNvSpPr/>
          <p:nvPr/>
        </p:nvSpPr>
        <p:spPr>
          <a:xfrm>
            <a:off x="1098257" y="4668689"/>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LinkedList</a:t>
            </a:r>
          </a:p>
        </p:txBody>
      </p:sp>
      <p:sp>
        <p:nvSpPr>
          <p:cNvPr id="14" name="Rectangle 13">
            <a:extLst>
              <a:ext uri="{FF2B5EF4-FFF2-40B4-BE49-F238E27FC236}">
                <a16:creationId xmlns:a16="http://schemas.microsoft.com/office/drawing/2014/main" id="{30D16FF3-EC3B-2FD7-7EC3-828E301CB05B}"/>
              </a:ext>
            </a:extLst>
          </p:cNvPr>
          <p:cNvSpPr/>
          <p:nvPr/>
        </p:nvSpPr>
        <p:spPr>
          <a:xfrm>
            <a:off x="1114750" y="5248180"/>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Vector</a:t>
            </a:r>
          </a:p>
        </p:txBody>
      </p:sp>
      <p:sp>
        <p:nvSpPr>
          <p:cNvPr id="15" name="Rectangle 14">
            <a:extLst>
              <a:ext uri="{FF2B5EF4-FFF2-40B4-BE49-F238E27FC236}">
                <a16:creationId xmlns:a16="http://schemas.microsoft.com/office/drawing/2014/main" id="{C53CFC1C-F917-AE34-18DF-384715B2FAAD}"/>
              </a:ext>
            </a:extLst>
          </p:cNvPr>
          <p:cNvSpPr/>
          <p:nvPr/>
        </p:nvSpPr>
        <p:spPr>
          <a:xfrm>
            <a:off x="1114750" y="5972108"/>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Stack</a:t>
            </a:r>
          </a:p>
        </p:txBody>
      </p:sp>
      <p:sp>
        <p:nvSpPr>
          <p:cNvPr id="16" name="Rectangle 15">
            <a:extLst>
              <a:ext uri="{FF2B5EF4-FFF2-40B4-BE49-F238E27FC236}">
                <a16:creationId xmlns:a16="http://schemas.microsoft.com/office/drawing/2014/main" id="{7CE27D3F-1EB4-B18B-083B-6F9B8F27B08A}"/>
              </a:ext>
            </a:extLst>
          </p:cNvPr>
          <p:cNvSpPr/>
          <p:nvPr/>
        </p:nvSpPr>
        <p:spPr>
          <a:xfrm>
            <a:off x="9044620" y="1103370"/>
            <a:ext cx="433106" cy="184729"/>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B05D2FF4-8C65-81C8-5CCB-03F341811922}"/>
              </a:ext>
            </a:extLst>
          </p:cNvPr>
          <p:cNvSpPr/>
          <p:nvPr/>
        </p:nvSpPr>
        <p:spPr>
          <a:xfrm>
            <a:off x="7198273" y="3627293"/>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HashSet</a:t>
            </a:r>
          </a:p>
        </p:txBody>
      </p:sp>
      <p:sp>
        <p:nvSpPr>
          <p:cNvPr id="18" name="Rectangle 17">
            <a:extLst>
              <a:ext uri="{FF2B5EF4-FFF2-40B4-BE49-F238E27FC236}">
                <a16:creationId xmlns:a16="http://schemas.microsoft.com/office/drawing/2014/main" id="{A4FE5F0A-C42F-21DD-3EDD-7375C24916E8}"/>
              </a:ext>
            </a:extLst>
          </p:cNvPr>
          <p:cNvSpPr/>
          <p:nvPr/>
        </p:nvSpPr>
        <p:spPr>
          <a:xfrm>
            <a:off x="6719667" y="5972108"/>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TreeSet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5418A54C-7E06-7242-206E-EC4AB1CF75BA}"/>
              </a:ext>
            </a:extLst>
          </p:cNvPr>
          <p:cNvSpPr/>
          <p:nvPr/>
        </p:nvSpPr>
        <p:spPr>
          <a:xfrm>
            <a:off x="3835180" y="1307498"/>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Iterable</a:t>
            </a:r>
          </a:p>
        </p:txBody>
      </p:sp>
      <p:sp>
        <p:nvSpPr>
          <p:cNvPr id="20" name="Rectangle 19">
            <a:extLst>
              <a:ext uri="{FF2B5EF4-FFF2-40B4-BE49-F238E27FC236}">
                <a16:creationId xmlns:a16="http://schemas.microsoft.com/office/drawing/2014/main" id="{310BBCA3-5429-0F46-0D03-4235547E8BBC}"/>
              </a:ext>
            </a:extLst>
          </p:cNvPr>
          <p:cNvSpPr/>
          <p:nvPr/>
        </p:nvSpPr>
        <p:spPr>
          <a:xfrm>
            <a:off x="6719667" y="2887950"/>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Set (Unique)</a:t>
            </a:r>
          </a:p>
        </p:txBody>
      </p:sp>
      <p:sp>
        <p:nvSpPr>
          <p:cNvPr id="21" name="Rectangle 20">
            <a:extLst>
              <a:ext uri="{FF2B5EF4-FFF2-40B4-BE49-F238E27FC236}">
                <a16:creationId xmlns:a16="http://schemas.microsoft.com/office/drawing/2014/main" id="{1CF2C3CB-B782-DE74-DE8C-347FD39E33EB}"/>
              </a:ext>
            </a:extLst>
          </p:cNvPr>
          <p:cNvSpPr/>
          <p:nvPr/>
        </p:nvSpPr>
        <p:spPr>
          <a:xfrm>
            <a:off x="3840675" y="2959388"/>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Queue (FIFO)</a:t>
            </a:r>
          </a:p>
        </p:txBody>
      </p:sp>
      <p:sp>
        <p:nvSpPr>
          <p:cNvPr id="22" name="Rectangle 21">
            <a:extLst>
              <a:ext uri="{FF2B5EF4-FFF2-40B4-BE49-F238E27FC236}">
                <a16:creationId xmlns:a16="http://schemas.microsoft.com/office/drawing/2014/main" id="{A12C3A48-1F4D-0993-30BE-6A4261484BB3}"/>
              </a:ext>
            </a:extLst>
          </p:cNvPr>
          <p:cNvSpPr/>
          <p:nvPr/>
        </p:nvSpPr>
        <p:spPr>
          <a:xfrm>
            <a:off x="3842461" y="5248180"/>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Array Deque</a:t>
            </a:r>
          </a:p>
        </p:txBody>
      </p:sp>
      <p:sp>
        <p:nvSpPr>
          <p:cNvPr id="23" name="Rectangle 22">
            <a:extLst>
              <a:ext uri="{FF2B5EF4-FFF2-40B4-BE49-F238E27FC236}">
                <a16:creationId xmlns:a16="http://schemas.microsoft.com/office/drawing/2014/main" id="{292630B6-FD34-A235-FFCE-B83D81F4B39C}"/>
              </a:ext>
            </a:extLst>
          </p:cNvPr>
          <p:cNvSpPr/>
          <p:nvPr/>
        </p:nvSpPr>
        <p:spPr>
          <a:xfrm>
            <a:off x="3840675" y="4322566"/>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Deque</a:t>
            </a:r>
          </a:p>
        </p:txBody>
      </p:sp>
      <p:sp>
        <p:nvSpPr>
          <p:cNvPr id="24" name="Rectangle 23">
            <a:extLst>
              <a:ext uri="{FF2B5EF4-FFF2-40B4-BE49-F238E27FC236}">
                <a16:creationId xmlns:a16="http://schemas.microsoft.com/office/drawing/2014/main" id="{B76C2790-8D41-3E5D-1460-E0B28C7B7B61}"/>
              </a:ext>
            </a:extLst>
          </p:cNvPr>
          <p:cNvSpPr/>
          <p:nvPr/>
        </p:nvSpPr>
        <p:spPr>
          <a:xfrm>
            <a:off x="610215" y="2959388"/>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List (Ordered)</a:t>
            </a:r>
          </a:p>
        </p:txBody>
      </p:sp>
      <p:cxnSp>
        <p:nvCxnSpPr>
          <p:cNvPr id="25" name="Straight Arrow Connector 24">
            <a:extLst>
              <a:ext uri="{FF2B5EF4-FFF2-40B4-BE49-F238E27FC236}">
                <a16:creationId xmlns:a16="http://schemas.microsoft.com/office/drawing/2014/main" id="{6A8703B4-06CF-1E1E-56D6-A51BC7B8993E}"/>
              </a:ext>
            </a:extLst>
          </p:cNvPr>
          <p:cNvCxnSpPr>
            <a:cxnSpLocks/>
            <a:stCxn id="10" idx="0"/>
          </p:cNvCxnSpPr>
          <p:nvPr/>
        </p:nvCxnSpPr>
        <p:spPr>
          <a:xfrm flipV="1">
            <a:off x="4700665" y="1647047"/>
            <a:ext cx="0" cy="36885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CB32CD1E-7976-1B3C-1D8F-D109A8B139EA}"/>
              </a:ext>
            </a:extLst>
          </p:cNvPr>
          <p:cNvCxnSpPr>
            <a:cxnSpLocks/>
            <a:endCxn id="10" idx="2"/>
          </p:cNvCxnSpPr>
          <p:nvPr/>
        </p:nvCxnSpPr>
        <p:spPr>
          <a:xfrm flipV="1">
            <a:off x="4697471" y="2354452"/>
            <a:ext cx="3194" cy="5810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a:extLst>
              <a:ext uri="{FF2B5EF4-FFF2-40B4-BE49-F238E27FC236}">
                <a16:creationId xmlns:a16="http://schemas.microsoft.com/office/drawing/2014/main" id="{D2655045-2A86-8CC2-15C4-95CC0DF5C163}"/>
              </a:ext>
            </a:extLst>
          </p:cNvPr>
          <p:cNvCxnSpPr>
            <a:cxnSpLocks/>
          </p:cNvCxnSpPr>
          <p:nvPr/>
        </p:nvCxnSpPr>
        <p:spPr>
          <a:xfrm flipV="1">
            <a:off x="6821973" y="3260870"/>
            <a:ext cx="0" cy="20357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a:extLst>
              <a:ext uri="{FF2B5EF4-FFF2-40B4-BE49-F238E27FC236}">
                <a16:creationId xmlns:a16="http://schemas.microsoft.com/office/drawing/2014/main" id="{AD748FF6-B282-2844-5EE8-CDE9786194E9}"/>
              </a:ext>
            </a:extLst>
          </p:cNvPr>
          <p:cNvCxnSpPr>
            <a:cxnSpLocks/>
          </p:cNvCxnSpPr>
          <p:nvPr/>
        </p:nvCxnSpPr>
        <p:spPr>
          <a:xfrm flipV="1">
            <a:off x="4085029" y="3337338"/>
            <a:ext cx="0" cy="97031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D4F97C9A-81E7-07A9-8DCD-D6F057C35FD9}"/>
              </a:ext>
            </a:extLst>
          </p:cNvPr>
          <p:cNvCxnSpPr>
            <a:cxnSpLocks/>
          </p:cNvCxnSpPr>
          <p:nvPr/>
        </p:nvCxnSpPr>
        <p:spPr>
          <a:xfrm flipV="1">
            <a:off x="9302471" y="1679283"/>
            <a:ext cx="0" cy="18833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94C13CB3-CD61-268B-FD2B-FFCC7ADA6134}"/>
              </a:ext>
            </a:extLst>
          </p:cNvPr>
          <p:cNvCxnSpPr>
            <a:cxnSpLocks/>
          </p:cNvCxnSpPr>
          <p:nvPr/>
        </p:nvCxnSpPr>
        <p:spPr>
          <a:xfrm>
            <a:off x="7022123" y="3238482"/>
            <a:ext cx="0" cy="126571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1" name="Straight Connector 30">
            <a:extLst>
              <a:ext uri="{FF2B5EF4-FFF2-40B4-BE49-F238E27FC236}">
                <a16:creationId xmlns:a16="http://schemas.microsoft.com/office/drawing/2014/main" id="{922F488D-243F-A60F-96A8-9A4785CC428A}"/>
              </a:ext>
            </a:extLst>
          </p:cNvPr>
          <p:cNvCxnSpPr>
            <a:cxnSpLocks/>
          </p:cNvCxnSpPr>
          <p:nvPr/>
        </p:nvCxnSpPr>
        <p:spPr>
          <a:xfrm>
            <a:off x="7124138" y="5673230"/>
            <a:ext cx="0" cy="29887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2" name="Straight Connector 31">
            <a:extLst>
              <a:ext uri="{FF2B5EF4-FFF2-40B4-BE49-F238E27FC236}">
                <a16:creationId xmlns:a16="http://schemas.microsoft.com/office/drawing/2014/main" id="{4540CF53-F4E5-2CDC-8129-1AE6AF74059C}"/>
              </a:ext>
            </a:extLst>
          </p:cNvPr>
          <p:cNvCxnSpPr>
            <a:cxnSpLocks/>
          </p:cNvCxnSpPr>
          <p:nvPr/>
        </p:nvCxnSpPr>
        <p:spPr>
          <a:xfrm>
            <a:off x="7038225" y="4491843"/>
            <a:ext cx="184048" cy="1"/>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3" name="Straight Connector 32">
            <a:extLst>
              <a:ext uri="{FF2B5EF4-FFF2-40B4-BE49-F238E27FC236}">
                <a16:creationId xmlns:a16="http://schemas.microsoft.com/office/drawing/2014/main" id="{38ECF44C-B8B3-E9BB-963C-9E8E2BBBC450}"/>
              </a:ext>
            </a:extLst>
          </p:cNvPr>
          <p:cNvCxnSpPr>
            <a:cxnSpLocks/>
            <a:endCxn id="17" idx="1"/>
          </p:cNvCxnSpPr>
          <p:nvPr/>
        </p:nvCxnSpPr>
        <p:spPr>
          <a:xfrm>
            <a:off x="7022123" y="3796570"/>
            <a:ext cx="176150"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4" name="Straight Connector 33">
            <a:extLst>
              <a:ext uri="{FF2B5EF4-FFF2-40B4-BE49-F238E27FC236}">
                <a16:creationId xmlns:a16="http://schemas.microsoft.com/office/drawing/2014/main" id="{39ABEA7D-8E22-95FA-B477-35708543903C}"/>
              </a:ext>
            </a:extLst>
          </p:cNvPr>
          <p:cNvCxnSpPr>
            <a:cxnSpLocks/>
          </p:cNvCxnSpPr>
          <p:nvPr/>
        </p:nvCxnSpPr>
        <p:spPr>
          <a:xfrm>
            <a:off x="9302471" y="1985549"/>
            <a:ext cx="0" cy="288096"/>
          </a:xfrm>
          <a:prstGeom prst="line">
            <a:avLst/>
          </a:prstGeom>
          <a:ln w="9525" cap="flat" cmpd="sng" algn="ctr">
            <a:solidFill>
              <a:schemeClr val="dk1"/>
            </a:solidFill>
            <a:prstDash val="dash"/>
            <a:round/>
            <a:headEnd type="triangle" w="sm" len="med"/>
            <a:tailEnd type="none" w="med" len="med"/>
          </a:ln>
        </p:spPr>
        <p:style>
          <a:lnRef idx="0">
            <a:scrgbClr r="0" g="0" b="0"/>
          </a:lnRef>
          <a:fillRef idx="0">
            <a:scrgbClr r="0" g="0" b="0"/>
          </a:fillRef>
          <a:effectRef idx="0">
            <a:scrgbClr r="0" g="0" b="0"/>
          </a:effectRef>
          <a:fontRef idx="minor">
            <a:schemeClr val="tx1"/>
          </a:fontRef>
        </p:style>
      </p:cxnSp>
      <p:cxnSp>
        <p:nvCxnSpPr>
          <p:cNvPr id="36" name="Straight Connector 35">
            <a:extLst>
              <a:ext uri="{FF2B5EF4-FFF2-40B4-BE49-F238E27FC236}">
                <a16:creationId xmlns:a16="http://schemas.microsoft.com/office/drawing/2014/main" id="{F647B1FB-0DA7-AB7E-49FF-EF60343E319C}"/>
              </a:ext>
            </a:extLst>
          </p:cNvPr>
          <p:cNvCxnSpPr>
            <a:cxnSpLocks/>
          </p:cNvCxnSpPr>
          <p:nvPr/>
        </p:nvCxnSpPr>
        <p:spPr>
          <a:xfrm>
            <a:off x="4085029" y="4661119"/>
            <a:ext cx="0" cy="58706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7" name="Straight Connector 36">
            <a:extLst>
              <a:ext uri="{FF2B5EF4-FFF2-40B4-BE49-F238E27FC236}">
                <a16:creationId xmlns:a16="http://schemas.microsoft.com/office/drawing/2014/main" id="{400012D6-59FF-735F-2342-C6679A4C5AC9}"/>
              </a:ext>
            </a:extLst>
          </p:cNvPr>
          <p:cNvCxnSpPr>
            <a:cxnSpLocks/>
            <a:stCxn id="21" idx="2"/>
          </p:cNvCxnSpPr>
          <p:nvPr/>
        </p:nvCxnSpPr>
        <p:spPr>
          <a:xfrm>
            <a:off x="4693898" y="3297941"/>
            <a:ext cx="3573" cy="396469"/>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8" name="Straight Connector 37">
            <a:extLst>
              <a:ext uri="{FF2B5EF4-FFF2-40B4-BE49-F238E27FC236}">
                <a16:creationId xmlns:a16="http://schemas.microsoft.com/office/drawing/2014/main" id="{4D1F1C09-47F0-6C85-78E2-58838B8F0BA4}"/>
              </a:ext>
            </a:extLst>
          </p:cNvPr>
          <p:cNvCxnSpPr>
            <a:cxnSpLocks/>
            <a:stCxn id="13" idx="3"/>
          </p:cNvCxnSpPr>
          <p:nvPr/>
        </p:nvCxnSpPr>
        <p:spPr>
          <a:xfrm>
            <a:off x="2804702" y="4837966"/>
            <a:ext cx="1280327"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8B592687-8C26-19DF-DE7C-F474E3D23FA1}"/>
              </a:ext>
            </a:extLst>
          </p:cNvPr>
          <p:cNvCxnSpPr>
            <a:cxnSpLocks/>
          </p:cNvCxnSpPr>
          <p:nvPr/>
        </p:nvCxnSpPr>
        <p:spPr>
          <a:xfrm>
            <a:off x="772106" y="3359540"/>
            <a:ext cx="0" cy="216201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40" name="Straight Connector 39">
            <a:extLst>
              <a:ext uri="{FF2B5EF4-FFF2-40B4-BE49-F238E27FC236}">
                <a16:creationId xmlns:a16="http://schemas.microsoft.com/office/drawing/2014/main" id="{33A2B813-4EE4-A33A-D439-4DF1728FD10B}"/>
              </a:ext>
            </a:extLst>
          </p:cNvPr>
          <p:cNvCxnSpPr>
            <a:cxnSpLocks/>
          </p:cNvCxnSpPr>
          <p:nvPr/>
        </p:nvCxnSpPr>
        <p:spPr>
          <a:xfrm>
            <a:off x="810299" y="4897361"/>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1" name="Straight Connector 40">
            <a:extLst>
              <a:ext uri="{FF2B5EF4-FFF2-40B4-BE49-F238E27FC236}">
                <a16:creationId xmlns:a16="http://schemas.microsoft.com/office/drawing/2014/main" id="{2CEAD891-9405-E25F-422D-D3D65DD3CDD5}"/>
              </a:ext>
            </a:extLst>
          </p:cNvPr>
          <p:cNvCxnSpPr>
            <a:cxnSpLocks/>
          </p:cNvCxnSpPr>
          <p:nvPr/>
        </p:nvCxnSpPr>
        <p:spPr>
          <a:xfrm>
            <a:off x="810299" y="4326874"/>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2" name="Straight Connector 41">
            <a:extLst>
              <a:ext uri="{FF2B5EF4-FFF2-40B4-BE49-F238E27FC236}">
                <a16:creationId xmlns:a16="http://schemas.microsoft.com/office/drawing/2014/main" id="{03DD5EB9-AED1-9388-D0AA-1FAB73B0584F}"/>
              </a:ext>
            </a:extLst>
          </p:cNvPr>
          <p:cNvCxnSpPr>
            <a:cxnSpLocks/>
          </p:cNvCxnSpPr>
          <p:nvPr/>
        </p:nvCxnSpPr>
        <p:spPr>
          <a:xfrm>
            <a:off x="830051" y="5521551"/>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3" name="Straight Arrow Connector 42">
            <a:extLst>
              <a:ext uri="{FF2B5EF4-FFF2-40B4-BE49-F238E27FC236}">
                <a16:creationId xmlns:a16="http://schemas.microsoft.com/office/drawing/2014/main" id="{D6CE394E-0876-4020-447A-E0499E64EBA6}"/>
              </a:ext>
            </a:extLst>
          </p:cNvPr>
          <p:cNvCxnSpPr>
            <a:cxnSpLocks/>
            <a:stCxn id="15" idx="0"/>
            <a:endCxn id="14" idx="2"/>
          </p:cNvCxnSpPr>
          <p:nvPr/>
        </p:nvCxnSpPr>
        <p:spPr>
          <a:xfrm flipV="1">
            <a:off x="1967973" y="5586733"/>
            <a:ext cx="0" cy="3853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9" name="Connector: Elbow 48">
            <a:extLst>
              <a:ext uri="{FF2B5EF4-FFF2-40B4-BE49-F238E27FC236}">
                <a16:creationId xmlns:a16="http://schemas.microsoft.com/office/drawing/2014/main" id="{ACF4BAC5-F1F3-05F8-CC68-00835C806733}"/>
              </a:ext>
            </a:extLst>
          </p:cNvPr>
          <p:cNvCxnSpPr>
            <a:cxnSpLocks/>
            <a:stCxn id="24" idx="0"/>
            <a:endCxn id="20" idx="0"/>
          </p:cNvCxnSpPr>
          <p:nvPr/>
        </p:nvCxnSpPr>
        <p:spPr>
          <a:xfrm rot="5400000" flipH="1" flipV="1">
            <a:off x="4482445" y="-131057"/>
            <a:ext cx="71438" cy="6109452"/>
          </a:xfrm>
          <a:prstGeom prst="bentConnector3">
            <a:avLst>
              <a:gd name="adj1" fmla="val 419998"/>
            </a:avLst>
          </a:prstGeom>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D8A7085F-9456-52A8-8899-9575BDFF97A9}"/>
              </a:ext>
            </a:extLst>
          </p:cNvPr>
          <p:cNvSpPr txBox="1"/>
          <p:nvPr/>
        </p:nvSpPr>
        <p:spPr>
          <a:xfrm>
            <a:off x="9691399" y="1026457"/>
            <a:ext cx="660835"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class</a:t>
            </a:r>
          </a:p>
        </p:txBody>
      </p:sp>
      <p:sp>
        <p:nvSpPr>
          <p:cNvPr id="55" name="TextBox 54">
            <a:extLst>
              <a:ext uri="{FF2B5EF4-FFF2-40B4-BE49-F238E27FC236}">
                <a16:creationId xmlns:a16="http://schemas.microsoft.com/office/drawing/2014/main" id="{88DE41CC-8904-DA26-8521-C5812B5F4083}"/>
              </a:ext>
            </a:extLst>
          </p:cNvPr>
          <p:cNvSpPr txBox="1"/>
          <p:nvPr/>
        </p:nvSpPr>
        <p:spPr>
          <a:xfrm>
            <a:off x="9704514" y="1314627"/>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interface</a:t>
            </a:r>
          </a:p>
        </p:txBody>
      </p:sp>
      <p:sp>
        <p:nvSpPr>
          <p:cNvPr id="56" name="TextBox 55">
            <a:extLst>
              <a:ext uri="{FF2B5EF4-FFF2-40B4-BE49-F238E27FC236}">
                <a16:creationId xmlns:a16="http://schemas.microsoft.com/office/drawing/2014/main" id="{F8CC7A10-321B-EC49-C347-EF515F6930BF}"/>
              </a:ext>
            </a:extLst>
          </p:cNvPr>
          <p:cNvSpPr txBox="1"/>
          <p:nvPr/>
        </p:nvSpPr>
        <p:spPr>
          <a:xfrm>
            <a:off x="9691401" y="1600185"/>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extends</a:t>
            </a:r>
          </a:p>
        </p:txBody>
      </p:sp>
      <p:sp>
        <p:nvSpPr>
          <p:cNvPr id="57" name="TextBox 56">
            <a:extLst>
              <a:ext uri="{FF2B5EF4-FFF2-40B4-BE49-F238E27FC236}">
                <a16:creationId xmlns:a16="http://schemas.microsoft.com/office/drawing/2014/main" id="{B0548BC8-3E93-F2B0-32F6-E55ADCD82DDA}"/>
              </a:ext>
            </a:extLst>
          </p:cNvPr>
          <p:cNvSpPr txBox="1"/>
          <p:nvPr/>
        </p:nvSpPr>
        <p:spPr>
          <a:xfrm>
            <a:off x="9704359" y="1951739"/>
            <a:ext cx="139175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p>
        </p:txBody>
      </p:sp>
      <p:pic>
        <p:nvPicPr>
          <p:cNvPr id="44" name="Picture 43">
            <a:extLst>
              <a:ext uri="{FF2B5EF4-FFF2-40B4-BE49-F238E27FC236}">
                <a16:creationId xmlns:a16="http://schemas.microsoft.com/office/drawing/2014/main" id="{1D21E958-D335-E1E5-37F3-0041FAC845F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840872" y="300327"/>
            <a:ext cx="914784" cy="363946"/>
          </a:xfrm>
          <a:prstGeom prst="rect">
            <a:avLst/>
          </a:prstGeom>
        </p:spPr>
      </p:pic>
      <p:sp>
        <p:nvSpPr>
          <p:cNvPr id="4" name="TextBox 3">
            <a:extLst>
              <a:ext uri="{FF2B5EF4-FFF2-40B4-BE49-F238E27FC236}">
                <a16:creationId xmlns:a16="http://schemas.microsoft.com/office/drawing/2014/main" id="{E659A2E4-AD36-106C-E115-7903214304AA}"/>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2926409911"/>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a:t>
            </a:r>
            <a:r>
              <a:rPr lang="en-US" sz="2400" b="1" dirty="0" err="1">
                <a:solidFill>
                  <a:srgbClr val="FFFF00"/>
                </a:solidFill>
                <a:ea typeface="+mn-ea"/>
                <a:cs typeface="+mn-cs"/>
              </a:rPr>
              <a:t>Iterable</a:t>
            </a:r>
            <a:r>
              <a:rPr lang="en-US" sz="2400" b="1" dirty="0">
                <a:solidFill>
                  <a:schemeClr val="bg1"/>
                </a:solidFill>
                <a:ea typeface="+mn-ea"/>
                <a:cs typeface="+mn-cs"/>
              </a:rPr>
              <a:t> &amp; </a:t>
            </a:r>
            <a:r>
              <a:rPr lang="en-US" sz="2400" b="1" dirty="0">
                <a:solidFill>
                  <a:srgbClr val="FFFF00"/>
                </a:solidFill>
                <a:ea typeface="+mn-ea"/>
                <a:cs typeface="+mn-cs"/>
              </a:rPr>
              <a:t>Collection</a:t>
            </a:r>
            <a:r>
              <a:rPr lang="en-US" sz="2400" b="1" dirty="0">
                <a:solidFill>
                  <a:schemeClr val="bg1"/>
                </a:solidFill>
                <a:ea typeface="+mn-ea"/>
                <a:cs typeface="+mn-cs"/>
              </a:rPr>
              <a:t> interfaces?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3312B91F-1056-2FC3-3BFD-4CF445DCAB1A}"/>
              </a:ext>
            </a:extLst>
          </p:cNvPr>
          <p:cNvSpPr/>
          <p:nvPr/>
        </p:nvSpPr>
        <p:spPr>
          <a:xfrm>
            <a:off x="8547754" y="2344132"/>
            <a:ext cx="3201562" cy="1215634"/>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Collection interface provide common operations like </a:t>
            </a:r>
            <a:r>
              <a:rPr kumimoji="0" lang="en-US" sz="1600" b="1" i="0" u="none" strike="noStrike" kern="1200" cap="none" spc="0" normalizeH="0" baseline="0" noProof="0" dirty="0">
                <a:ln>
                  <a:noFill/>
                </a:ln>
                <a:solidFill>
                  <a:prstClr val="black"/>
                </a:solidFill>
                <a:effectLst/>
                <a:uLnTx/>
                <a:uFillTx/>
                <a:latin typeface="Calibri" panose="020F0502020204030204"/>
                <a:ea typeface="+mn-ea"/>
                <a:cs typeface="+mn-cs"/>
              </a:rPr>
              <a:t>adding, removing, and accessing elements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of collection.</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 name="Straight Arrow Connector 4">
            <a:extLst>
              <a:ext uri="{FF2B5EF4-FFF2-40B4-BE49-F238E27FC236}">
                <a16:creationId xmlns:a16="http://schemas.microsoft.com/office/drawing/2014/main" id="{5D49F9D5-A87A-F789-DE77-055729EE9190}"/>
              </a:ext>
            </a:extLst>
          </p:cNvPr>
          <p:cNvCxnSpPr>
            <a:cxnSpLocks/>
            <a:stCxn id="10" idx="3"/>
            <a:endCxn id="4" idx="1"/>
          </p:cNvCxnSpPr>
          <p:nvPr/>
        </p:nvCxnSpPr>
        <p:spPr>
          <a:xfrm>
            <a:off x="4860430" y="2201591"/>
            <a:ext cx="3687324" cy="75035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1B0672F8-F3CB-BC89-C167-0958D5EC308E}"/>
              </a:ext>
            </a:extLst>
          </p:cNvPr>
          <p:cNvSpPr/>
          <p:nvPr/>
        </p:nvSpPr>
        <p:spPr>
          <a:xfrm>
            <a:off x="475389" y="1325285"/>
            <a:ext cx="433106" cy="18472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B8C86E6D-AE02-6738-9F81-AF3DBEB24FA4}"/>
              </a:ext>
            </a:extLst>
          </p:cNvPr>
          <p:cNvSpPr/>
          <p:nvPr/>
        </p:nvSpPr>
        <p:spPr>
          <a:xfrm>
            <a:off x="6323759" y="4324071"/>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LinkedHashSet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6E9DE681-CAB8-C936-5211-92501890B515}"/>
              </a:ext>
            </a:extLst>
          </p:cNvPr>
          <p:cNvSpPr/>
          <p:nvPr/>
        </p:nvSpPr>
        <p:spPr>
          <a:xfrm>
            <a:off x="5832796" y="5313021"/>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SortedSet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D318EB5E-C59F-3CB7-9808-B4FC1D3BC3C9}"/>
              </a:ext>
            </a:extLst>
          </p:cNvPr>
          <p:cNvSpPr/>
          <p:nvPr/>
        </p:nvSpPr>
        <p:spPr>
          <a:xfrm>
            <a:off x="3153985" y="2032314"/>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Collection</a:t>
            </a:r>
          </a:p>
        </p:txBody>
      </p:sp>
      <p:sp>
        <p:nvSpPr>
          <p:cNvPr id="11" name="Rectangle 10">
            <a:extLst>
              <a:ext uri="{FF2B5EF4-FFF2-40B4-BE49-F238E27FC236}">
                <a16:creationId xmlns:a16="http://schemas.microsoft.com/office/drawing/2014/main" id="{A009121D-5303-D317-56F7-8563E1607E3D}"/>
              </a:ext>
            </a:extLst>
          </p:cNvPr>
          <p:cNvSpPr/>
          <p:nvPr/>
        </p:nvSpPr>
        <p:spPr>
          <a:xfrm>
            <a:off x="3703673" y="3696658"/>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PriorityQueue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F4C46989-C7A3-D5F4-5882-A15B96971A0C}"/>
              </a:ext>
            </a:extLst>
          </p:cNvPr>
          <p:cNvSpPr/>
          <p:nvPr/>
        </p:nvSpPr>
        <p:spPr>
          <a:xfrm>
            <a:off x="884176" y="4105613"/>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ArrayList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5BC9990B-62AC-CC31-45C5-80C9553BB170}"/>
              </a:ext>
            </a:extLst>
          </p:cNvPr>
          <p:cNvSpPr/>
          <p:nvPr/>
        </p:nvSpPr>
        <p:spPr>
          <a:xfrm>
            <a:off x="888517" y="468510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LinkedList</a:t>
            </a:r>
          </a:p>
        </p:txBody>
      </p:sp>
      <p:sp>
        <p:nvSpPr>
          <p:cNvPr id="14" name="Rectangle 13">
            <a:extLst>
              <a:ext uri="{FF2B5EF4-FFF2-40B4-BE49-F238E27FC236}">
                <a16:creationId xmlns:a16="http://schemas.microsoft.com/office/drawing/2014/main" id="{30D16FF3-EC3B-2FD7-7EC3-828E301CB05B}"/>
              </a:ext>
            </a:extLst>
          </p:cNvPr>
          <p:cNvSpPr/>
          <p:nvPr/>
        </p:nvSpPr>
        <p:spPr>
          <a:xfrm>
            <a:off x="905010" y="5264595"/>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Vector</a:t>
            </a:r>
          </a:p>
        </p:txBody>
      </p:sp>
      <p:sp>
        <p:nvSpPr>
          <p:cNvPr id="15" name="Rectangle 14">
            <a:extLst>
              <a:ext uri="{FF2B5EF4-FFF2-40B4-BE49-F238E27FC236}">
                <a16:creationId xmlns:a16="http://schemas.microsoft.com/office/drawing/2014/main" id="{C53CFC1C-F917-AE34-18DF-384715B2FAAD}"/>
              </a:ext>
            </a:extLst>
          </p:cNvPr>
          <p:cNvSpPr/>
          <p:nvPr/>
        </p:nvSpPr>
        <p:spPr>
          <a:xfrm>
            <a:off x="905010" y="5988523"/>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Stack</a:t>
            </a:r>
          </a:p>
        </p:txBody>
      </p:sp>
      <p:sp>
        <p:nvSpPr>
          <p:cNvPr id="16" name="Rectangle 15">
            <a:extLst>
              <a:ext uri="{FF2B5EF4-FFF2-40B4-BE49-F238E27FC236}">
                <a16:creationId xmlns:a16="http://schemas.microsoft.com/office/drawing/2014/main" id="{7CE27D3F-1EB4-B18B-083B-6F9B8F27B08A}"/>
              </a:ext>
            </a:extLst>
          </p:cNvPr>
          <p:cNvSpPr/>
          <p:nvPr/>
        </p:nvSpPr>
        <p:spPr>
          <a:xfrm>
            <a:off x="475389" y="1027664"/>
            <a:ext cx="433106" cy="184729"/>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B05D2FF4-8C65-81C8-5CCB-03F341811922}"/>
              </a:ext>
            </a:extLst>
          </p:cNvPr>
          <p:cNvSpPr/>
          <p:nvPr/>
        </p:nvSpPr>
        <p:spPr>
          <a:xfrm>
            <a:off x="6311402" y="3643708"/>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HashSet</a:t>
            </a:r>
          </a:p>
        </p:txBody>
      </p:sp>
      <p:sp>
        <p:nvSpPr>
          <p:cNvPr id="18" name="Rectangle 17">
            <a:extLst>
              <a:ext uri="{FF2B5EF4-FFF2-40B4-BE49-F238E27FC236}">
                <a16:creationId xmlns:a16="http://schemas.microsoft.com/office/drawing/2014/main" id="{A4FE5F0A-C42F-21DD-3EDD-7375C24916E8}"/>
              </a:ext>
            </a:extLst>
          </p:cNvPr>
          <p:cNvSpPr/>
          <p:nvPr/>
        </p:nvSpPr>
        <p:spPr>
          <a:xfrm>
            <a:off x="5832796" y="5988523"/>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TreeSet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5418A54C-7E06-7242-206E-EC4AB1CF75BA}"/>
              </a:ext>
            </a:extLst>
          </p:cNvPr>
          <p:cNvSpPr/>
          <p:nvPr/>
        </p:nvSpPr>
        <p:spPr>
          <a:xfrm>
            <a:off x="3141723" y="1323913"/>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Iterable</a:t>
            </a:r>
          </a:p>
        </p:txBody>
      </p:sp>
      <p:sp>
        <p:nvSpPr>
          <p:cNvPr id="20" name="Rectangle 19">
            <a:extLst>
              <a:ext uri="{FF2B5EF4-FFF2-40B4-BE49-F238E27FC236}">
                <a16:creationId xmlns:a16="http://schemas.microsoft.com/office/drawing/2014/main" id="{310BBCA3-5429-0F46-0D03-4235547E8BBC}"/>
              </a:ext>
            </a:extLst>
          </p:cNvPr>
          <p:cNvSpPr/>
          <p:nvPr/>
        </p:nvSpPr>
        <p:spPr>
          <a:xfrm>
            <a:off x="5832796" y="2904365"/>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Set (Unique)</a:t>
            </a:r>
          </a:p>
        </p:txBody>
      </p:sp>
      <p:sp>
        <p:nvSpPr>
          <p:cNvPr id="21" name="Rectangle 20">
            <a:extLst>
              <a:ext uri="{FF2B5EF4-FFF2-40B4-BE49-F238E27FC236}">
                <a16:creationId xmlns:a16="http://schemas.microsoft.com/office/drawing/2014/main" id="{1CF2C3CB-B782-DE74-DE8C-347FD39E33EB}"/>
              </a:ext>
            </a:extLst>
          </p:cNvPr>
          <p:cNvSpPr/>
          <p:nvPr/>
        </p:nvSpPr>
        <p:spPr>
          <a:xfrm>
            <a:off x="3147218" y="2975803"/>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Queue (FIFO)</a:t>
            </a:r>
          </a:p>
        </p:txBody>
      </p:sp>
      <p:sp>
        <p:nvSpPr>
          <p:cNvPr id="22" name="Rectangle 21">
            <a:extLst>
              <a:ext uri="{FF2B5EF4-FFF2-40B4-BE49-F238E27FC236}">
                <a16:creationId xmlns:a16="http://schemas.microsoft.com/office/drawing/2014/main" id="{A12C3A48-1F4D-0993-30BE-6A4261484BB3}"/>
              </a:ext>
            </a:extLst>
          </p:cNvPr>
          <p:cNvSpPr/>
          <p:nvPr/>
        </p:nvSpPr>
        <p:spPr>
          <a:xfrm>
            <a:off x="3149004" y="5264595"/>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Array Deque</a:t>
            </a:r>
          </a:p>
        </p:txBody>
      </p:sp>
      <p:sp>
        <p:nvSpPr>
          <p:cNvPr id="23" name="Rectangle 22">
            <a:extLst>
              <a:ext uri="{FF2B5EF4-FFF2-40B4-BE49-F238E27FC236}">
                <a16:creationId xmlns:a16="http://schemas.microsoft.com/office/drawing/2014/main" id="{292630B6-FD34-A235-FFCE-B83D81F4B39C}"/>
              </a:ext>
            </a:extLst>
          </p:cNvPr>
          <p:cNvSpPr/>
          <p:nvPr/>
        </p:nvSpPr>
        <p:spPr>
          <a:xfrm>
            <a:off x="3147218" y="4338981"/>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Deque</a:t>
            </a:r>
          </a:p>
        </p:txBody>
      </p:sp>
      <p:sp>
        <p:nvSpPr>
          <p:cNvPr id="24" name="Rectangle 23">
            <a:extLst>
              <a:ext uri="{FF2B5EF4-FFF2-40B4-BE49-F238E27FC236}">
                <a16:creationId xmlns:a16="http://schemas.microsoft.com/office/drawing/2014/main" id="{B76C2790-8D41-3E5D-1460-E0B28C7B7B61}"/>
              </a:ext>
            </a:extLst>
          </p:cNvPr>
          <p:cNvSpPr/>
          <p:nvPr/>
        </p:nvSpPr>
        <p:spPr>
          <a:xfrm>
            <a:off x="400475" y="2975803"/>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List (Ordered)</a:t>
            </a:r>
          </a:p>
        </p:txBody>
      </p:sp>
      <p:cxnSp>
        <p:nvCxnSpPr>
          <p:cNvPr id="25" name="Straight Arrow Connector 24">
            <a:extLst>
              <a:ext uri="{FF2B5EF4-FFF2-40B4-BE49-F238E27FC236}">
                <a16:creationId xmlns:a16="http://schemas.microsoft.com/office/drawing/2014/main" id="{6A8703B4-06CF-1E1E-56D6-A51BC7B8993E}"/>
              </a:ext>
            </a:extLst>
          </p:cNvPr>
          <p:cNvCxnSpPr>
            <a:cxnSpLocks/>
            <a:stCxn id="10" idx="0"/>
          </p:cNvCxnSpPr>
          <p:nvPr/>
        </p:nvCxnSpPr>
        <p:spPr>
          <a:xfrm flipV="1">
            <a:off x="4007208" y="1663462"/>
            <a:ext cx="0" cy="36885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CB32CD1E-7976-1B3C-1D8F-D109A8B139EA}"/>
              </a:ext>
            </a:extLst>
          </p:cNvPr>
          <p:cNvCxnSpPr>
            <a:cxnSpLocks/>
            <a:endCxn id="10" idx="2"/>
          </p:cNvCxnSpPr>
          <p:nvPr/>
        </p:nvCxnSpPr>
        <p:spPr>
          <a:xfrm flipV="1">
            <a:off x="4004014" y="2370867"/>
            <a:ext cx="3194" cy="5810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a:extLst>
              <a:ext uri="{FF2B5EF4-FFF2-40B4-BE49-F238E27FC236}">
                <a16:creationId xmlns:a16="http://schemas.microsoft.com/office/drawing/2014/main" id="{D2655045-2A86-8CC2-15C4-95CC0DF5C163}"/>
              </a:ext>
            </a:extLst>
          </p:cNvPr>
          <p:cNvCxnSpPr>
            <a:cxnSpLocks/>
          </p:cNvCxnSpPr>
          <p:nvPr/>
        </p:nvCxnSpPr>
        <p:spPr>
          <a:xfrm flipV="1">
            <a:off x="5935102" y="3277285"/>
            <a:ext cx="0" cy="20357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a:extLst>
              <a:ext uri="{FF2B5EF4-FFF2-40B4-BE49-F238E27FC236}">
                <a16:creationId xmlns:a16="http://schemas.microsoft.com/office/drawing/2014/main" id="{AD748FF6-B282-2844-5EE8-CDE9786194E9}"/>
              </a:ext>
            </a:extLst>
          </p:cNvPr>
          <p:cNvCxnSpPr>
            <a:cxnSpLocks/>
          </p:cNvCxnSpPr>
          <p:nvPr/>
        </p:nvCxnSpPr>
        <p:spPr>
          <a:xfrm flipV="1">
            <a:off x="3391572" y="3353753"/>
            <a:ext cx="0" cy="97031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D4F97C9A-81E7-07A9-8DCD-D6F057C35FD9}"/>
              </a:ext>
            </a:extLst>
          </p:cNvPr>
          <p:cNvCxnSpPr>
            <a:cxnSpLocks/>
          </p:cNvCxnSpPr>
          <p:nvPr/>
        </p:nvCxnSpPr>
        <p:spPr>
          <a:xfrm flipV="1">
            <a:off x="733240" y="1603577"/>
            <a:ext cx="0" cy="18833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94C13CB3-CD61-268B-FD2B-FFCC7ADA6134}"/>
              </a:ext>
            </a:extLst>
          </p:cNvPr>
          <p:cNvCxnSpPr>
            <a:cxnSpLocks/>
          </p:cNvCxnSpPr>
          <p:nvPr/>
        </p:nvCxnSpPr>
        <p:spPr>
          <a:xfrm>
            <a:off x="6135252" y="3254897"/>
            <a:ext cx="0" cy="126571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1" name="Straight Connector 30">
            <a:extLst>
              <a:ext uri="{FF2B5EF4-FFF2-40B4-BE49-F238E27FC236}">
                <a16:creationId xmlns:a16="http://schemas.microsoft.com/office/drawing/2014/main" id="{922F488D-243F-A60F-96A8-9A4785CC428A}"/>
              </a:ext>
            </a:extLst>
          </p:cNvPr>
          <p:cNvCxnSpPr>
            <a:cxnSpLocks/>
          </p:cNvCxnSpPr>
          <p:nvPr/>
        </p:nvCxnSpPr>
        <p:spPr>
          <a:xfrm>
            <a:off x="6237267" y="5689645"/>
            <a:ext cx="0" cy="29887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2" name="Straight Connector 31">
            <a:extLst>
              <a:ext uri="{FF2B5EF4-FFF2-40B4-BE49-F238E27FC236}">
                <a16:creationId xmlns:a16="http://schemas.microsoft.com/office/drawing/2014/main" id="{4540CF53-F4E5-2CDC-8129-1AE6AF74059C}"/>
              </a:ext>
            </a:extLst>
          </p:cNvPr>
          <p:cNvCxnSpPr>
            <a:cxnSpLocks/>
          </p:cNvCxnSpPr>
          <p:nvPr/>
        </p:nvCxnSpPr>
        <p:spPr>
          <a:xfrm>
            <a:off x="6151354" y="4508258"/>
            <a:ext cx="184048" cy="1"/>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3" name="Straight Connector 32">
            <a:extLst>
              <a:ext uri="{FF2B5EF4-FFF2-40B4-BE49-F238E27FC236}">
                <a16:creationId xmlns:a16="http://schemas.microsoft.com/office/drawing/2014/main" id="{38ECF44C-B8B3-E9BB-963C-9E8E2BBBC450}"/>
              </a:ext>
            </a:extLst>
          </p:cNvPr>
          <p:cNvCxnSpPr>
            <a:cxnSpLocks/>
            <a:endCxn id="17" idx="1"/>
          </p:cNvCxnSpPr>
          <p:nvPr/>
        </p:nvCxnSpPr>
        <p:spPr>
          <a:xfrm>
            <a:off x="6135252" y="3812985"/>
            <a:ext cx="176150"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4" name="Straight Connector 33">
            <a:extLst>
              <a:ext uri="{FF2B5EF4-FFF2-40B4-BE49-F238E27FC236}">
                <a16:creationId xmlns:a16="http://schemas.microsoft.com/office/drawing/2014/main" id="{39ABEA7D-8E22-95FA-B477-35708543903C}"/>
              </a:ext>
            </a:extLst>
          </p:cNvPr>
          <p:cNvCxnSpPr>
            <a:cxnSpLocks/>
          </p:cNvCxnSpPr>
          <p:nvPr/>
        </p:nvCxnSpPr>
        <p:spPr>
          <a:xfrm>
            <a:off x="733240" y="1909843"/>
            <a:ext cx="0" cy="288096"/>
          </a:xfrm>
          <a:prstGeom prst="line">
            <a:avLst/>
          </a:prstGeom>
          <a:ln w="9525" cap="flat" cmpd="sng" algn="ctr">
            <a:solidFill>
              <a:schemeClr val="dk1"/>
            </a:solidFill>
            <a:prstDash val="dash"/>
            <a:round/>
            <a:headEnd type="triangle" w="sm" len="med"/>
            <a:tailEnd type="none" w="med" len="med"/>
          </a:ln>
        </p:spPr>
        <p:style>
          <a:lnRef idx="0">
            <a:scrgbClr r="0" g="0" b="0"/>
          </a:lnRef>
          <a:fillRef idx="0">
            <a:scrgbClr r="0" g="0" b="0"/>
          </a:fillRef>
          <a:effectRef idx="0">
            <a:scrgbClr r="0" g="0" b="0"/>
          </a:effectRef>
          <a:fontRef idx="minor">
            <a:schemeClr val="tx1"/>
          </a:fontRef>
        </p:style>
      </p:cxnSp>
      <p:cxnSp>
        <p:nvCxnSpPr>
          <p:cNvPr id="36" name="Straight Connector 35">
            <a:extLst>
              <a:ext uri="{FF2B5EF4-FFF2-40B4-BE49-F238E27FC236}">
                <a16:creationId xmlns:a16="http://schemas.microsoft.com/office/drawing/2014/main" id="{F647B1FB-0DA7-AB7E-49FF-EF60343E319C}"/>
              </a:ext>
            </a:extLst>
          </p:cNvPr>
          <p:cNvCxnSpPr>
            <a:cxnSpLocks/>
          </p:cNvCxnSpPr>
          <p:nvPr/>
        </p:nvCxnSpPr>
        <p:spPr>
          <a:xfrm>
            <a:off x="3391572" y="4677534"/>
            <a:ext cx="0" cy="58706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7" name="Straight Connector 36">
            <a:extLst>
              <a:ext uri="{FF2B5EF4-FFF2-40B4-BE49-F238E27FC236}">
                <a16:creationId xmlns:a16="http://schemas.microsoft.com/office/drawing/2014/main" id="{400012D6-59FF-735F-2342-C6679A4C5AC9}"/>
              </a:ext>
            </a:extLst>
          </p:cNvPr>
          <p:cNvCxnSpPr>
            <a:cxnSpLocks/>
            <a:stCxn id="21" idx="2"/>
          </p:cNvCxnSpPr>
          <p:nvPr/>
        </p:nvCxnSpPr>
        <p:spPr>
          <a:xfrm>
            <a:off x="4000441" y="3314356"/>
            <a:ext cx="3573" cy="396469"/>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8" name="Straight Connector 37">
            <a:extLst>
              <a:ext uri="{FF2B5EF4-FFF2-40B4-BE49-F238E27FC236}">
                <a16:creationId xmlns:a16="http://schemas.microsoft.com/office/drawing/2014/main" id="{4D1F1C09-47F0-6C85-78E2-58838B8F0BA4}"/>
              </a:ext>
            </a:extLst>
          </p:cNvPr>
          <p:cNvCxnSpPr>
            <a:cxnSpLocks/>
            <a:stCxn id="13" idx="3"/>
          </p:cNvCxnSpPr>
          <p:nvPr/>
        </p:nvCxnSpPr>
        <p:spPr>
          <a:xfrm>
            <a:off x="2594962" y="4854381"/>
            <a:ext cx="7966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8B592687-8C26-19DF-DE7C-F474E3D23FA1}"/>
              </a:ext>
            </a:extLst>
          </p:cNvPr>
          <p:cNvCxnSpPr>
            <a:cxnSpLocks/>
          </p:cNvCxnSpPr>
          <p:nvPr/>
        </p:nvCxnSpPr>
        <p:spPr>
          <a:xfrm>
            <a:off x="562366" y="3375955"/>
            <a:ext cx="0" cy="216201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40" name="Straight Connector 39">
            <a:extLst>
              <a:ext uri="{FF2B5EF4-FFF2-40B4-BE49-F238E27FC236}">
                <a16:creationId xmlns:a16="http://schemas.microsoft.com/office/drawing/2014/main" id="{33A2B813-4EE4-A33A-D439-4DF1728FD10B}"/>
              </a:ext>
            </a:extLst>
          </p:cNvPr>
          <p:cNvCxnSpPr>
            <a:cxnSpLocks/>
          </p:cNvCxnSpPr>
          <p:nvPr/>
        </p:nvCxnSpPr>
        <p:spPr>
          <a:xfrm>
            <a:off x="600559" y="4913776"/>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1" name="Straight Connector 40">
            <a:extLst>
              <a:ext uri="{FF2B5EF4-FFF2-40B4-BE49-F238E27FC236}">
                <a16:creationId xmlns:a16="http://schemas.microsoft.com/office/drawing/2014/main" id="{2CEAD891-9405-E25F-422D-D3D65DD3CDD5}"/>
              </a:ext>
            </a:extLst>
          </p:cNvPr>
          <p:cNvCxnSpPr>
            <a:cxnSpLocks/>
          </p:cNvCxnSpPr>
          <p:nvPr/>
        </p:nvCxnSpPr>
        <p:spPr>
          <a:xfrm>
            <a:off x="600559" y="4343289"/>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2" name="Straight Connector 41">
            <a:extLst>
              <a:ext uri="{FF2B5EF4-FFF2-40B4-BE49-F238E27FC236}">
                <a16:creationId xmlns:a16="http://schemas.microsoft.com/office/drawing/2014/main" id="{03DD5EB9-AED1-9388-D0AA-1FAB73B0584F}"/>
              </a:ext>
            </a:extLst>
          </p:cNvPr>
          <p:cNvCxnSpPr>
            <a:cxnSpLocks/>
          </p:cNvCxnSpPr>
          <p:nvPr/>
        </p:nvCxnSpPr>
        <p:spPr>
          <a:xfrm>
            <a:off x="620311" y="5537966"/>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3" name="Straight Arrow Connector 42">
            <a:extLst>
              <a:ext uri="{FF2B5EF4-FFF2-40B4-BE49-F238E27FC236}">
                <a16:creationId xmlns:a16="http://schemas.microsoft.com/office/drawing/2014/main" id="{D6CE394E-0876-4020-447A-E0499E64EBA6}"/>
              </a:ext>
            </a:extLst>
          </p:cNvPr>
          <p:cNvCxnSpPr>
            <a:cxnSpLocks/>
            <a:stCxn id="15" idx="0"/>
            <a:endCxn id="14" idx="2"/>
          </p:cNvCxnSpPr>
          <p:nvPr/>
        </p:nvCxnSpPr>
        <p:spPr>
          <a:xfrm flipV="1">
            <a:off x="1758233" y="5603148"/>
            <a:ext cx="0" cy="3853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9" name="Connector: Elbow 48">
            <a:extLst>
              <a:ext uri="{FF2B5EF4-FFF2-40B4-BE49-F238E27FC236}">
                <a16:creationId xmlns:a16="http://schemas.microsoft.com/office/drawing/2014/main" id="{ACF4BAC5-F1F3-05F8-CC68-00835C806733}"/>
              </a:ext>
            </a:extLst>
          </p:cNvPr>
          <p:cNvCxnSpPr>
            <a:cxnSpLocks/>
            <a:stCxn id="24" idx="0"/>
            <a:endCxn id="20" idx="0"/>
          </p:cNvCxnSpPr>
          <p:nvPr/>
        </p:nvCxnSpPr>
        <p:spPr>
          <a:xfrm rot="5400000" flipH="1" flipV="1">
            <a:off x="3934139" y="223924"/>
            <a:ext cx="71438" cy="5432321"/>
          </a:xfrm>
          <a:prstGeom prst="bentConnector3">
            <a:avLst>
              <a:gd name="adj1" fmla="val 264320"/>
            </a:avLst>
          </a:prstGeom>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D8A7085F-9456-52A8-8899-9575BDFF97A9}"/>
              </a:ext>
            </a:extLst>
          </p:cNvPr>
          <p:cNvSpPr txBox="1"/>
          <p:nvPr/>
        </p:nvSpPr>
        <p:spPr>
          <a:xfrm>
            <a:off x="1122168" y="974855"/>
            <a:ext cx="660835"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class</a:t>
            </a:r>
          </a:p>
        </p:txBody>
      </p:sp>
      <p:sp>
        <p:nvSpPr>
          <p:cNvPr id="55" name="TextBox 54">
            <a:extLst>
              <a:ext uri="{FF2B5EF4-FFF2-40B4-BE49-F238E27FC236}">
                <a16:creationId xmlns:a16="http://schemas.microsoft.com/office/drawing/2014/main" id="{88DE41CC-8904-DA26-8521-C5812B5F4083}"/>
              </a:ext>
            </a:extLst>
          </p:cNvPr>
          <p:cNvSpPr txBox="1"/>
          <p:nvPr/>
        </p:nvSpPr>
        <p:spPr>
          <a:xfrm>
            <a:off x="1102031" y="1238921"/>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interface</a:t>
            </a:r>
          </a:p>
        </p:txBody>
      </p:sp>
      <p:sp>
        <p:nvSpPr>
          <p:cNvPr id="56" name="TextBox 55">
            <a:extLst>
              <a:ext uri="{FF2B5EF4-FFF2-40B4-BE49-F238E27FC236}">
                <a16:creationId xmlns:a16="http://schemas.microsoft.com/office/drawing/2014/main" id="{F8CC7A10-321B-EC49-C347-EF515F6930BF}"/>
              </a:ext>
            </a:extLst>
          </p:cNvPr>
          <p:cNvSpPr txBox="1"/>
          <p:nvPr/>
        </p:nvSpPr>
        <p:spPr>
          <a:xfrm>
            <a:off x="1122168" y="1524479"/>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extends</a:t>
            </a:r>
          </a:p>
        </p:txBody>
      </p:sp>
      <p:sp>
        <p:nvSpPr>
          <p:cNvPr id="57" name="TextBox 56">
            <a:extLst>
              <a:ext uri="{FF2B5EF4-FFF2-40B4-BE49-F238E27FC236}">
                <a16:creationId xmlns:a16="http://schemas.microsoft.com/office/drawing/2014/main" id="{B0548BC8-3E93-F2B0-32F6-E55ADCD82DDA}"/>
              </a:ext>
            </a:extLst>
          </p:cNvPr>
          <p:cNvSpPr txBox="1"/>
          <p:nvPr/>
        </p:nvSpPr>
        <p:spPr>
          <a:xfrm>
            <a:off x="1101876" y="1892658"/>
            <a:ext cx="139175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p>
        </p:txBody>
      </p:sp>
      <p:sp>
        <p:nvSpPr>
          <p:cNvPr id="98" name="Rectangle 97">
            <a:extLst>
              <a:ext uri="{FF2B5EF4-FFF2-40B4-BE49-F238E27FC236}">
                <a16:creationId xmlns:a16="http://schemas.microsoft.com/office/drawing/2014/main" id="{B1A8A9A7-B02F-D38B-74A4-C96289C639E5}"/>
              </a:ext>
            </a:extLst>
          </p:cNvPr>
          <p:cNvSpPr/>
          <p:nvPr/>
        </p:nvSpPr>
        <p:spPr>
          <a:xfrm>
            <a:off x="8547754" y="1115614"/>
            <a:ext cx="3201562" cy="970824"/>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Iterable</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is an interface that provides a way to iterate over a collection of elements.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99" name="Straight Arrow Connector 98">
            <a:extLst>
              <a:ext uri="{FF2B5EF4-FFF2-40B4-BE49-F238E27FC236}">
                <a16:creationId xmlns:a16="http://schemas.microsoft.com/office/drawing/2014/main" id="{45C48B9F-45D5-B834-5041-4C7991C65AA9}"/>
              </a:ext>
            </a:extLst>
          </p:cNvPr>
          <p:cNvCxnSpPr>
            <a:cxnSpLocks/>
            <a:stCxn id="19" idx="3"/>
            <a:endCxn id="98" idx="1"/>
          </p:cNvCxnSpPr>
          <p:nvPr/>
        </p:nvCxnSpPr>
        <p:spPr>
          <a:xfrm>
            <a:off x="4848168" y="1493190"/>
            <a:ext cx="3699586" cy="10783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902DE0CB-009E-94AA-9F51-C7B221256D87}"/>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512708026"/>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cxnSp>
        <p:nvCxnSpPr>
          <p:cNvPr id="52" name="Straight Arrow Connector 51">
            <a:extLst>
              <a:ext uri="{FF2B5EF4-FFF2-40B4-BE49-F238E27FC236}">
                <a16:creationId xmlns:a16="http://schemas.microsoft.com/office/drawing/2014/main" id="{E9CF593B-215F-8F24-43F8-12EBE1D7DC78}"/>
              </a:ext>
            </a:extLst>
          </p:cNvPr>
          <p:cNvCxnSpPr>
            <a:cxnSpLocks/>
            <a:stCxn id="72" idx="3"/>
            <a:endCxn id="44" idx="1"/>
          </p:cNvCxnSpPr>
          <p:nvPr/>
        </p:nvCxnSpPr>
        <p:spPr>
          <a:xfrm>
            <a:off x="7539241" y="3073642"/>
            <a:ext cx="457015" cy="994207"/>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rPr>
              <a:t>Q. What are </a:t>
            </a:r>
            <a:r>
              <a:rPr lang="en-US" sz="2400" b="1" dirty="0">
                <a:solidFill>
                  <a:srgbClr val="FFFF00"/>
                </a:solidFill>
              </a:rPr>
              <a:t>List</a:t>
            </a:r>
            <a:r>
              <a:rPr lang="en-US" sz="2400" b="1" dirty="0">
                <a:solidFill>
                  <a:schemeClr val="bg1"/>
                </a:solidFill>
              </a:rPr>
              <a:t>, </a:t>
            </a:r>
            <a:r>
              <a:rPr lang="en-US" sz="2400" b="1" dirty="0">
                <a:solidFill>
                  <a:srgbClr val="FFFF00"/>
                </a:solidFill>
              </a:rPr>
              <a:t>Queue</a:t>
            </a:r>
            <a:r>
              <a:rPr lang="en-US" sz="2400" b="1" dirty="0">
                <a:solidFill>
                  <a:schemeClr val="bg1"/>
                </a:solidFill>
              </a:rPr>
              <a:t> &amp; </a:t>
            </a:r>
            <a:r>
              <a:rPr lang="en-US" sz="2400" b="1" dirty="0">
                <a:solidFill>
                  <a:srgbClr val="FFFF00"/>
                </a:solidFill>
              </a:rPr>
              <a:t>Set</a:t>
            </a:r>
            <a:r>
              <a:rPr lang="en-US" sz="2400" b="1" dirty="0">
                <a:solidFill>
                  <a:schemeClr val="bg1"/>
                </a:solidFill>
              </a:rPr>
              <a:t> collections? What is the difference between them?</a:t>
            </a:r>
            <a:endParaRPr lang="en-US" sz="2400" b="1" dirty="0">
              <a:solidFill>
                <a:schemeClr val="bg1"/>
              </a:solidFill>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3312B91F-1056-2FC3-3BFD-4CF445DCAB1A}"/>
              </a:ext>
            </a:extLst>
          </p:cNvPr>
          <p:cNvSpPr/>
          <p:nvPr/>
        </p:nvSpPr>
        <p:spPr>
          <a:xfrm>
            <a:off x="7989285" y="2520756"/>
            <a:ext cx="4123819" cy="940304"/>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Use Queue when you need to process elements in a specific order (</a:t>
            </a:r>
            <a:r>
              <a:rPr kumimoji="0" lang="en-US" sz="16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FIFO order</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(e.g., task scheduling, event handling).</a:t>
            </a: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98" name="Rectangle 97">
            <a:extLst>
              <a:ext uri="{FF2B5EF4-FFF2-40B4-BE49-F238E27FC236}">
                <a16:creationId xmlns:a16="http://schemas.microsoft.com/office/drawing/2014/main" id="{B1A8A9A7-B02F-D38B-74A4-C96289C639E5}"/>
              </a:ext>
            </a:extLst>
          </p:cNvPr>
          <p:cNvSpPr/>
          <p:nvPr/>
        </p:nvSpPr>
        <p:spPr>
          <a:xfrm>
            <a:off x="7989282" y="1212393"/>
            <a:ext cx="4123823" cy="1110662"/>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6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Ordered</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collection allowing </a:t>
            </a:r>
            <a:r>
              <a:rPr kumimoji="0" lang="en-US" sz="16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duplicate</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elements and access collection based on the </a:t>
            </a:r>
            <a:r>
              <a:rPr kumimoji="0" lang="en-US" sz="16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indices</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(get(index) method).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99" name="Straight Arrow Connector 98">
            <a:extLst>
              <a:ext uri="{FF2B5EF4-FFF2-40B4-BE49-F238E27FC236}">
                <a16:creationId xmlns:a16="http://schemas.microsoft.com/office/drawing/2014/main" id="{45C48B9F-45D5-B834-5041-4C7991C65AA9}"/>
              </a:ext>
            </a:extLst>
          </p:cNvPr>
          <p:cNvCxnSpPr>
            <a:cxnSpLocks/>
            <a:stCxn id="76" idx="3"/>
            <a:endCxn id="98" idx="1"/>
          </p:cNvCxnSpPr>
          <p:nvPr/>
        </p:nvCxnSpPr>
        <p:spPr>
          <a:xfrm flipV="1">
            <a:off x="2106920" y="1767724"/>
            <a:ext cx="5882362" cy="137735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013C1F40-D386-BFCA-A9E4-BA3C8B0102E1}"/>
              </a:ext>
            </a:extLst>
          </p:cNvPr>
          <p:cNvSpPr/>
          <p:nvPr/>
        </p:nvSpPr>
        <p:spPr>
          <a:xfrm>
            <a:off x="7996256" y="3615083"/>
            <a:ext cx="4116847" cy="905532"/>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6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Unordered</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collection that does not allow duplicates.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5" name="Picture 34">
            <a:extLst>
              <a:ext uri="{FF2B5EF4-FFF2-40B4-BE49-F238E27FC236}">
                <a16:creationId xmlns:a16="http://schemas.microsoft.com/office/drawing/2014/main" id="{C71122CF-B123-1041-9B3D-71AB7BE6408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278625" y="294719"/>
            <a:ext cx="853942" cy="339740"/>
          </a:xfrm>
          <a:prstGeom prst="rect">
            <a:avLst/>
          </a:prstGeom>
        </p:spPr>
      </p:pic>
      <p:sp>
        <p:nvSpPr>
          <p:cNvPr id="59" name="Rectangle 58">
            <a:extLst>
              <a:ext uri="{FF2B5EF4-FFF2-40B4-BE49-F238E27FC236}">
                <a16:creationId xmlns:a16="http://schemas.microsoft.com/office/drawing/2014/main" id="{E09CD06B-6A11-7D26-A005-54B677A2D974}"/>
              </a:ext>
            </a:extLst>
          </p:cNvPr>
          <p:cNvSpPr/>
          <p:nvPr/>
        </p:nvSpPr>
        <p:spPr>
          <a:xfrm>
            <a:off x="475389" y="1325285"/>
            <a:ext cx="433106" cy="18472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 name="Rectangle 59">
            <a:extLst>
              <a:ext uri="{FF2B5EF4-FFF2-40B4-BE49-F238E27FC236}">
                <a16:creationId xmlns:a16="http://schemas.microsoft.com/office/drawing/2014/main" id="{290F0FAA-4B88-3C83-6C9E-0D6BC92FE4BC}"/>
              </a:ext>
            </a:extLst>
          </p:cNvPr>
          <p:cNvSpPr/>
          <p:nvPr/>
        </p:nvSpPr>
        <p:spPr>
          <a:xfrm>
            <a:off x="6323759" y="4324071"/>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LinkedHashSet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Rectangle 60">
            <a:extLst>
              <a:ext uri="{FF2B5EF4-FFF2-40B4-BE49-F238E27FC236}">
                <a16:creationId xmlns:a16="http://schemas.microsoft.com/office/drawing/2014/main" id="{834745CE-0B2A-2C34-ACB4-AAD23A4273F1}"/>
              </a:ext>
            </a:extLst>
          </p:cNvPr>
          <p:cNvSpPr/>
          <p:nvPr/>
        </p:nvSpPr>
        <p:spPr>
          <a:xfrm>
            <a:off x="5832796" y="5313021"/>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SortedSet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Rectangle 61">
            <a:extLst>
              <a:ext uri="{FF2B5EF4-FFF2-40B4-BE49-F238E27FC236}">
                <a16:creationId xmlns:a16="http://schemas.microsoft.com/office/drawing/2014/main" id="{FEE6D73D-A9DB-7A58-4AAE-1341EAF99B4D}"/>
              </a:ext>
            </a:extLst>
          </p:cNvPr>
          <p:cNvSpPr/>
          <p:nvPr/>
        </p:nvSpPr>
        <p:spPr>
          <a:xfrm>
            <a:off x="3153985" y="2032314"/>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Collection</a:t>
            </a:r>
          </a:p>
        </p:txBody>
      </p:sp>
      <p:sp>
        <p:nvSpPr>
          <p:cNvPr id="63" name="Rectangle 62">
            <a:extLst>
              <a:ext uri="{FF2B5EF4-FFF2-40B4-BE49-F238E27FC236}">
                <a16:creationId xmlns:a16="http://schemas.microsoft.com/office/drawing/2014/main" id="{9D4AB8AF-7314-5FD4-2DE3-7F1B0A118CFF}"/>
              </a:ext>
            </a:extLst>
          </p:cNvPr>
          <p:cNvSpPr/>
          <p:nvPr/>
        </p:nvSpPr>
        <p:spPr>
          <a:xfrm>
            <a:off x="3703673" y="3696658"/>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PriorityQueue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Rectangle 63">
            <a:extLst>
              <a:ext uri="{FF2B5EF4-FFF2-40B4-BE49-F238E27FC236}">
                <a16:creationId xmlns:a16="http://schemas.microsoft.com/office/drawing/2014/main" id="{F8209497-A4D2-A862-7525-59C7BA9C35D7}"/>
              </a:ext>
            </a:extLst>
          </p:cNvPr>
          <p:cNvSpPr/>
          <p:nvPr/>
        </p:nvSpPr>
        <p:spPr>
          <a:xfrm>
            <a:off x="884176" y="4105613"/>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ArrayList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Rectangle 64">
            <a:extLst>
              <a:ext uri="{FF2B5EF4-FFF2-40B4-BE49-F238E27FC236}">
                <a16:creationId xmlns:a16="http://schemas.microsoft.com/office/drawing/2014/main" id="{1C4FEB16-9CA3-DC3E-5854-0A2B2F2B8D3B}"/>
              </a:ext>
            </a:extLst>
          </p:cNvPr>
          <p:cNvSpPr/>
          <p:nvPr/>
        </p:nvSpPr>
        <p:spPr>
          <a:xfrm>
            <a:off x="888517" y="468510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LinkedList</a:t>
            </a:r>
          </a:p>
        </p:txBody>
      </p:sp>
      <p:sp>
        <p:nvSpPr>
          <p:cNvPr id="66" name="Rectangle 65">
            <a:extLst>
              <a:ext uri="{FF2B5EF4-FFF2-40B4-BE49-F238E27FC236}">
                <a16:creationId xmlns:a16="http://schemas.microsoft.com/office/drawing/2014/main" id="{E7A81DCA-5A0F-8D16-7138-01B7E5EFB6DA}"/>
              </a:ext>
            </a:extLst>
          </p:cNvPr>
          <p:cNvSpPr/>
          <p:nvPr/>
        </p:nvSpPr>
        <p:spPr>
          <a:xfrm>
            <a:off x="905010" y="5264595"/>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Vector</a:t>
            </a:r>
          </a:p>
        </p:txBody>
      </p:sp>
      <p:sp>
        <p:nvSpPr>
          <p:cNvPr id="67" name="Rectangle 66">
            <a:extLst>
              <a:ext uri="{FF2B5EF4-FFF2-40B4-BE49-F238E27FC236}">
                <a16:creationId xmlns:a16="http://schemas.microsoft.com/office/drawing/2014/main" id="{541722E5-521D-0533-738C-53B84ED1ABDF}"/>
              </a:ext>
            </a:extLst>
          </p:cNvPr>
          <p:cNvSpPr/>
          <p:nvPr/>
        </p:nvSpPr>
        <p:spPr>
          <a:xfrm>
            <a:off x="905010" y="5988523"/>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Stack</a:t>
            </a:r>
          </a:p>
        </p:txBody>
      </p:sp>
      <p:sp>
        <p:nvSpPr>
          <p:cNvPr id="68" name="Rectangle 67">
            <a:extLst>
              <a:ext uri="{FF2B5EF4-FFF2-40B4-BE49-F238E27FC236}">
                <a16:creationId xmlns:a16="http://schemas.microsoft.com/office/drawing/2014/main" id="{45FB8AAE-C513-BD25-0F8B-67B08E574829}"/>
              </a:ext>
            </a:extLst>
          </p:cNvPr>
          <p:cNvSpPr/>
          <p:nvPr/>
        </p:nvSpPr>
        <p:spPr>
          <a:xfrm>
            <a:off x="475389" y="1027664"/>
            <a:ext cx="433106" cy="184729"/>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 name="Rectangle 68">
            <a:extLst>
              <a:ext uri="{FF2B5EF4-FFF2-40B4-BE49-F238E27FC236}">
                <a16:creationId xmlns:a16="http://schemas.microsoft.com/office/drawing/2014/main" id="{5A0CF77B-4F7D-42D3-40FB-E9E0632ABC86}"/>
              </a:ext>
            </a:extLst>
          </p:cNvPr>
          <p:cNvSpPr/>
          <p:nvPr/>
        </p:nvSpPr>
        <p:spPr>
          <a:xfrm>
            <a:off x="6311402" y="3643708"/>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HashSet</a:t>
            </a:r>
          </a:p>
        </p:txBody>
      </p:sp>
      <p:sp>
        <p:nvSpPr>
          <p:cNvPr id="70" name="Rectangle 69">
            <a:extLst>
              <a:ext uri="{FF2B5EF4-FFF2-40B4-BE49-F238E27FC236}">
                <a16:creationId xmlns:a16="http://schemas.microsoft.com/office/drawing/2014/main" id="{7A35421A-2ECE-08E6-FDF0-23B555679B1C}"/>
              </a:ext>
            </a:extLst>
          </p:cNvPr>
          <p:cNvSpPr/>
          <p:nvPr/>
        </p:nvSpPr>
        <p:spPr>
          <a:xfrm>
            <a:off x="5832796" y="5988523"/>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TreeSet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 name="Rectangle 70">
            <a:extLst>
              <a:ext uri="{FF2B5EF4-FFF2-40B4-BE49-F238E27FC236}">
                <a16:creationId xmlns:a16="http://schemas.microsoft.com/office/drawing/2014/main" id="{8CAAD1F6-4F43-D32B-0907-19ADEFF5F683}"/>
              </a:ext>
            </a:extLst>
          </p:cNvPr>
          <p:cNvSpPr/>
          <p:nvPr/>
        </p:nvSpPr>
        <p:spPr>
          <a:xfrm>
            <a:off x="3141723" y="1323913"/>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Iterable</a:t>
            </a:r>
          </a:p>
        </p:txBody>
      </p:sp>
      <p:sp>
        <p:nvSpPr>
          <p:cNvPr id="72" name="Rectangle 71">
            <a:extLst>
              <a:ext uri="{FF2B5EF4-FFF2-40B4-BE49-F238E27FC236}">
                <a16:creationId xmlns:a16="http://schemas.microsoft.com/office/drawing/2014/main" id="{798F9645-1E55-22E7-398E-5228DCE4237D}"/>
              </a:ext>
            </a:extLst>
          </p:cNvPr>
          <p:cNvSpPr/>
          <p:nvPr/>
        </p:nvSpPr>
        <p:spPr>
          <a:xfrm>
            <a:off x="5832796" y="2904365"/>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Set (Unique)</a:t>
            </a:r>
          </a:p>
        </p:txBody>
      </p:sp>
      <p:sp>
        <p:nvSpPr>
          <p:cNvPr id="73" name="Rectangle 72">
            <a:extLst>
              <a:ext uri="{FF2B5EF4-FFF2-40B4-BE49-F238E27FC236}">
                <a16:creationId xmlns:a16="http://schemas.microsoft.com/office/drawing/2014/main" id="{146F4A31-DB74-7F68-F1AC-7FEF7628FFE4}"/>
              </a:ext>
            </a:extLst>
          </p:cNvPr>
          <p:cNvSpPr/>
          <p:nvPr/>
        </p:nvSpPr>
        <p:spPr>
          <a:xfrm>
            <a:off x="3147218" y="2975803"/>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Queue (FIFO)</a:t>
            </a:r>
          </a:p>
        </p:txBody>
      </p:sp>
      <p:sp>
        <p:nvSpPr>
          <p:cNvPr id="74" name="Rectangle 73">
            <a:extLst>
              <a:ext uri="{FF2B5EF4-FFF2-40B4-BE49-F238E27FC236}">
                <a16:creationId xmlns:a16="http://schemas.microsoft.com/office/drawing/2014/main" id="{E45357CE-3C15-FBC1-4B57-9C8161D9C51F}"/>
              </a:ext>
            </a:extLst>
          </p:cNvPr>
          <p:cNvSpPr/>
          <p:nvPr/>
        </p:nvSpPr>
        <p:spPr>
          <a:xfrm>
            <a:off x="3149004" y="5264595"/>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Array Deque</a:t>
            </a:r>
          </a:p>
        </p:txBody>
      </p:sp>
      <p:sp>
        <p:nvSpPr>
          <p:cNvPr id="75" name="Rectangle 74">
            <a:extLst>
              <a:ext uri="{FF2B5EF4-FFF2-40B4-BE49-F238E27FC236}">
                <a16:creationId xmlns:a16="http://schemas.microsoft.com/office/drawing/2014/main" id="{7B12B08B-0D75-219A-F40D-2771C309BCC9}"/>
              </a:ext>
            </a:extLst>
          </p:cNvPr>
          <p:cNvSpPr/>
          <p:nvPr/>
        </p:nvSpPr>
        <p:spPr>
          <a:xfrm>
            <a:off x="3147218" y="4338981"/>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Deque</a:t>
            </a:r>
          </a:p>
        </p:txBody>
      </p:sp>
      <p:sp>
        <p:nvSpPr>
          <p:cNvPr id="76" name="Rectangle 75">
            <a:extLst>
              <a:ext uri="{FF2B5EF4-FFF2-40B4-BE49-F238E27FC236}">
                <a16:creationId xmlns:a16="http://schemas.microsoft.com/office/drawing/2014/main" id="{B808422C-186F-7337-F585-954C7F1D8A43}"/>
              </a:ext>
            </a:extLst>
          </p:cNvPr>
          <p:cNvSpPr/>
          <p:nvPr/>
        </p:nvSpPr>
        <p:spPr>
          <a:xfrm>
            <a:off x="400475" y="2975803"/>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List (Ordered)</a:t>
            </a:r>
          </a:p>
        </p:txBody>
      </p:sp>
      <p:cxnSp>
        <p:nvCxnSpPr>
          <p:cNvPr id="77" name="Straight Arrow Connector 76">
            <a:extLst>
              <a:ext uri="{FF2B5EF4-FFF2-40B4-BE49-F238E27FC236}">
                <a16:creationId xmlns:a16="http://schemas.microsoft.com/office/drawing/2014/main" id="{5D7DCEF4-C434-7F72-445C-7796C98EA5B1}"/>
              </a:ext>
            </a:extLst>
          </p:cNvPr>
          <p:cNvCxnSpPr>
            <a:cxnSpLocks/>
            <a:stCxn id="62" idx="0"/>
          </p:cNvCxnSpPr>
          <p:nvPr/>
        </p:nvCxnSpPr>
        <p:spPr>
          <a:xfrm flipV="1">
            <a:off x="4007208" y="1663462"/>
            <a:ext cx="0" cy="36885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3B610111-64E1-669E-69B9-E7C37A56B089}"/>
              </a:ext>
            </a:extLst>
          </p:cNvPr>
          <p:cNvCxnSpPr>
            <a:cxnSpLocks/>
            <a:endCxn id="62" idx="2"/>
          </p:cNvCxnSpPr>
          <p:nvPr/>
        </p:nvCxnSpPr>
        <p:spPr>
          <a:xfrm flipV="1">
            <a:off x="4004014" y="2370867"/>
            <a:ext cx="3194" cy="5810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5AD48DFD-5099-6BD0-11E5-C0EE2FBFFB49}"/>
              </a:ext>
            </a:extLst>
          </p:cNvPr>
          <p:cNvCxnSpPr>
            <a:cxnSpLocks/>
          </p:cNvCxnSpPr>
          <p:nvPr/>
        </p:nvCxnSpPr>
        <p:spPr>
          <a:xfrm flipV="1">
            <a:off x="5935102" y="3277285"/>
            <a:ext cx="0" cy="20357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0" name="Straight Arrow Connector 79">
            <a:extLst>
              <a:ext uri="{FF2B5EF4-FFF2-40B4-BE49-F238E27FC236}">
                <a16:creationId xmlns:a16="http://schemas.microsoft.com/office/drawing/2014/main" id="{BAFEBC97-1261-1812-CB33-9C4279C25800}"/>
              </a:ext>
            </a:extLst>
          </p:cNvPr>
          <p:cNvCxnSpPr>
            <a:cxnSpLocks/>
          </p:cNvCxnSpPr>
          <p:nvPr/>
        </p:nvCxnSpPr>
        <p:spPr>
          <a:xfrm flipV="1">
            <a:off x="3391572" y="3353753"/>
            <a:ext cx="0" cy="97031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 name="Straight Arrow Connector 80">
            <a:extLst>
              <a:ext uri="{FF2B5EF4-FFF2-40B4-BE49-F238E27FC236}">
                <a16:creationId xmlns:a16="http://schemas.microsoft.com/office/drawing/2014/main" id="{F24544FA-4D6A-D39B-8B3F-472C49B3794E}"/>
              </a:ext>
            </a:extLst>
          </p:cNvPr>
          <p:cNvCxnSpPr>
            <a:cxnSpLocks/>
          </p:cNvCxnSpPr>
          <p:nvPr/>
        </p:nvCxnSpPr>
        <p:spPr>
          <a:xfrm flipV="1">
            <a:off x="733240" y="1603577"/>
            <a:ext cx="0" cy="18833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C25E3558-687B-125C-1F9B-5A82F0796A51}"/>
              </a:ext>
            </a:extLst>
          </p:cNvPr>
          <p:cNvCxnSpPr>
            <a:cxnSpLocks/>
          </p:cNvCxnSpPr>
          <p:nvPr/>
        </p:nvCxnSpPr>
        <p:spPr>
          <a:xfrm>
            <a:off x="6135252" y="3254897"/>
            <a:ext cx="0" cy="126571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83" name="Straight Connector 82">
            <a:extLst>
              <a:ext uri="{FF2B5EF4-FFF2-40B4-BE49-F238E27FC236}">
                <a16:creationId xmlns:a16="http://schemas.microsoft.com/office/drawing/2014/main" id="{467958F3-00C0-B240-1F82-6C2628740864}"/>
              </a:ext>
            </a:extLst>
          </p:cNvPr>
          <p:cNvCxnSpPr>
            <a:cxnSpLocks/>
          </p:cNvCxnSpPr>
          <p:nvPr/>
        </p:nvCxnSpPr>
        <p:spPr>
          <a:xfrm>
            <a:off x="6237267" y="5689645"/>
            <a:ext cx="0" cy="29887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84" name="Straight Connector 83">
            <a:extLst>
              <a:ext uri="{FF2B5EF4-FFF2-40B4-BE49-F238E27FC236}">
                <a16:creationId xmlns:a16="http://schemas.microsoft.com/office/drawing/2014/main" id="{24AE6DE9-D8D5-12D1-57A3-6A42ABD52A49}"/>
              </a:ext>
            </a:extLst>
          </p:cNvPr>
          <p:cNvCxnSpPr>
            <a:cxnSpLocks/>
          </p:cNvCxnSpPr>
          <p:nvPr/>
        </p:nvCxnSpPr>
        <p:spPr>
          <a:xfrm>
            <a:off x="6151354" y="4508258"/>
            <a:ext cx="184048" cy="1"/>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85" name="Straight Connector 84">
            <a:extLst>
              <a:ext uri="{FF2B5EF4-FFF2-40B4-BE49-F238E27FC236}">
                <a16:creationId xmlns:a16="http://schemas.microsoft.com/office/drawing/2014/main" id="{3045907B-A309-25F5-9E7B-F33DEF5B08A7}"/>
              </a:ext>
            </a:extLst>
          </p:cNvPr>
          <p:cNvCxnSpPr>
            <a:cxnSpLocks/>
            <a:endCxn id="69" idx="1"/>
          </p:cNvCxnSpPr>
          <p:nvPr/>
        </p:nvCxnSpPr>
        <p:spPr>
          <a:xfrm>
            <a:off x="6135252" y="3812985"/>
            <a:ext cx="176150"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86" name="Straight Connector 85">
            <a:extLst>
              <a:ext uri="{FF2B5EF4-FFF2-40B4-BE49-F238E27FC236}">
                <a16:creationId xmlns:a16="http://schemas.microsoft.com/office/drawing/2014/main" id="{C1DE72F5-0591-79C2-63AB-0EA0A7B6B5F9}"/>
              </a:ext>
            </a:extLst>
          </p:cNvPr>
          <p:cNvCxnSpPr>
            <a:cxnSpLocks/>
          </p:cNvCxnSpPr>
          <p:nvPr/>
        </p:nvCxnSpPr>
        <p:spPr>
          <a:xfrm>
            <a:off x="733240" y="1909843"/>
            <a:ext cx="0" cy="288096"/>
          </a:xfrm>
          <a:prstGeom prst="line">
            <a:avLst/>
          </a:prstGeom>
          <a:ln w="9525" cap="flat" cmpd="sng" algn="ctr">
            <a:solidFill>
              <a:schemeClr val="dk1"/>
            </a:solidFill>
            <a:prstDash val="dash"/>
            <a:round/>
            <a:headEnd type="triangle" w="sm" len="med"/>
            <a:tailEnd type="none" w="med" len="med"/>
          </a:ln>
        </p:spPr>
        <p:style>
          <a:lnRef idx="0">
            <a:scrgbClr r="0" g="0" b="0"/>
          </a:lnRef>
          <a:fillRef idx="0">
            <a:scrgbClr r="0" g="0" b="0"/>
          </a:fillRef>
          <a:effectRef idx="0">
            <a:scrgbClr r="0" g="0" b="0"/>
          </a:effectRef>
          <a:fontRef idx="minor">
            <a:schemeClr val="tx1"/>
          </a:fontRef>
        </p:style>
      </p:cxnSp>
      <p:cxnSp>
        <p:nvCxnSpPr>
          <p:cNvPr id="87" name="Straight Connector 86">
            <a:extLst>
              <a:ext uri="{FF2B5EF4-FFF2-40B4-BE49-F238E27FC236}">
                <a16:creationId xmlns:a16="http://schemas.microsoft.com/office/drawing/2014/main" id="{F9DC1DB7-E015-90B6-8B08-2744AB270DB1}"/>
              </a:ext>
            </a:extLst>
          </p:cNvPr>
          <p:cNvCxnSpPr>
            <a:cxnSpLocks/>
          </p:cNvCxnSpPr>
          <p:nvPr/>
        </p:nvCxnSpPr>
        <p:spPr>
          <a:xfrm>
            <a:off x="3391572" y="4677534"/>
            <a:ext cx="0" cy="58706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88" name="Straight Connector 87">
            <a:extLst>
              <a:ext uri="{FF2B5EF4-FFF2-40B4-BE49-F238E27FC236}">
                <a16:creationId xmlns:a16="http://schemas.microsoft.com/office/drawing/2014/main" id="{1AA0856B-5DDB-D929-CF9A-497FE96F5ACE}"/>
              </a:ext>
            </a:extLst>
          </p:cNvPr>
          <p:cNvCxnSpPr>
            <a:cxnSpLocks/>
            <a:stCxn id="73" idx="2"/>
          </p:cNvCxnSpPr>
          <p:nvPr/>
        </p:nvCxnSpPr>
        <p:spPr>
          <a:xfrm>
            <a:off x="4000441" y="3314356"/>
            <a:ext cx="3573" cy="396469"/>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89" name="Straight Connector 88">
            <a:extLst>
              <a:ext uri="{FF2B5EF4-FFF2-40B4-BE49-F238E27FC236}">
                <a16:creationId xmlns:a16="http://schemas.microsoft.com/office/drawing/2014/main" id="{5BB8C304-8DDF-A417-4512-88A68A371450}"/>
              </a:ext>
            </a:extLst>
          </p:cNvPr>
          <p:cNvCxnSpPr>
            <a:cxnSpLocks/>
            <a:stCxn id="65" idx="3"/>
          </p:cNvCxnSpPr>
          <p:nvPr/>
        </p:nvCxnSpPr>
        <p:spPr>
          <a:xfrm>
            <a:off x="2594962" y="4854381"/>
            <a:ext cx="7966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383A24DF-67E5-C3CD-9627-2287AA13000B}"/>
              </a:ext>
            </a:extLst>
          </p:cNvPr>
          <p:cNvCxnSpPr>
            <a:cxnSpLocks/>
          </p:cNvCxnSpPr>
          <p:nvPr/>
        </p:nvCxnSpPr>
        <p:spPr>
          <a:xfrm>
            <a:off x="562366" y="3375955"/>
            <a:ext cx="0" cy="216201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91" name="Straight Connector 90">
            <a:extLst>
              <a:ext uri="{FF2B5EF4-FFF2-40B4-BE49-F238E27FC236}">
                <a16:creationId xmlns:a16="http://schemas.microsoft.com/office/drawing/2014/main" id="{E6E4C2A9-34BD-B958-A460-C7137C07FC2B}"/>
              </a:ext>
            </a:extLst>
          </p:cNvPr>
          <p:cNvCxnSpPr>
            <a:cxnSpLocks/>
          </p:cNvCxnSpPr>
          <p:nvPr/>
        </p:nvCxnSpPr>
        <p:spPr>
          <a:xfrm>
            <a:off x="600559" y="4913776"/>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92" name="Straight Connector 91">
            <a:extLst>
              <a:ext uri="{FF2B5EF4-FFF2-40B4-BE49-F238E27FC236}">
                <a16:creationId xmlns:a16="http://schemas.microsoft.com/office/drawing/2014/main" id="{9B072DC6-AD64-658B-B3A6-F633BA96160F}"/>
              </a:ext>
            </a:extLst>
          </p:cNvPr>
          <p:cNvCxnSpPr>
            <a:cxnSpLocks/>
          </p:cNvCxnSpPr>
          <p:nvPr/>
        </p:nvCxnSpPr>
        <p:spPr>
          <a:xfrm>
            <a:off x="600559" y="4343289"/>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93" name="Straight Connector 92">
            <a:extLst>
              <a:ext uri="{FF2B5EF4-FFF2-40B4-BE49-F238E27FC236}">
                <a16:creationId xmlns:a16="http://schemas.microsoft.com/office/drawing/2014/main" id="{2B88A32C-1B4F-493B-1CAA-2C3F0DE16E42}"/>
              </a:ext>
            </a:extLst>
          </p:cNvPr>
          <p:cNvCxnSpPr>
            <a:cxnSpLocks/>
          </p:cNvCxnSpPr>
          <p:nvPr/>
        </p:nvCxnSpPr>
        <p:spPr>
          <a:xfrm>
            <a:off x="620311" y="5537966"/>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94" name="Straight Arrow Connector 93">
            <a:extLst>
              <a:ext uri="{FF2B5EF4-FFF2-40B4-BE49-F238E27FC236}">
                <a16:creationId xmlns:a16="http://schemas.microsoft.com/office/drawing/2014/main" id="{87DD752F-231F-B179-FCCE-B741280A15AC}"/>
              </a:ext>
            </a:extLst>
          </p:cNvPr>
          <p:cNvCxnSpPr>
            <a:cxnSpLocks/>
            <a:stCxn id="67" idx="0"/>
            <a:endCxn id="66" idx="2"/>
          </p:cNvCxnSpPr>
          <p:nvPr/>
        </p:nvCxnSpPr>
        <p:spPr>
          <a:xfrm flipV="1">
            <a:off x="1758233" y="5603148"/>
            <a:ext cx="0" cy="3853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Connector: Elbow 94">
            <a:extLst>
              <a:ext uri="{FF2B5EF4-FFF2-40B4-BE49-F238E27FC236}">
                <a16:creationId xmlns:a16="http://schemas.microsoft.com/office/drawing/2014/main" id="{568C167A-92BF-D4B5-81BF-C8E34FE3618C}"/>
              </a:ext>
            </a:extLst>
          </p:cNvPr>
          <p:cNvCxnSpPr>
            <a:cxnSpLocks/>
            <a:stCxn id="76" idx="0"/>
            <a:endCxn id="72" idx="0"/>
          </p:cNvCxnSpPr>
          <p:nvPr/>
        </p:nvCxnSpPr>
        <p:spPr>
          <a:xfrm rot="5400000" flipH="1" flipV="1">
            <a:off x="3934139" y="223924"/>
            <a:ext cx="71438" cy="5432321"/>
          </a:xfrm>
          <a:prstGeom prst="bentConnector3">
            <a:avLst>
              <a:gd name="adj1" fmla="val 264320"/>
            </a:avLst>
          </a:prstGeom>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0BE7EC90-2CB3-E20B-B8CF-9DED4DCD6D46}"/>
              </a:ext>
            </a:extLst>
          </p:cNvPr>
          <p:cNvSpPr txBox="1"/>
          <p:nvPr/>
        </p:nvSpPr>
        <p:spPr>
          <a:xfrm>
            <a:off x="1122168" y="974855"/>
            <a:ext cx="660835"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class</a:t>
            </a:r>
          </a:p>
        </p:txBody>
      </p:sp>
      <p:sp>
        <p:nvSpPr>
          <p:cNvPr id="97" name="TextBox 96">
            <a:extLst>
              <a:ext uri="{FF2B5EF4-FFF2-40B4-BE49-F238E27FC236}">
                <a16:creationId xmlns:a16="http://schemas.microsoft.com/office/drawing/2014/main" id="{451E1A10-83D3-3B88-A9BA-06FF8F42138F}"/>
              </a:ext>
            </a:extLst>
          </p:cNvPr>
          <p:cNvSpPr txBox="1"/>
          <p:nvPr/>
        </p:nvSpPr>
        <p:spPr>
          <a:xfrm>
            <a:off x="1102031" y="1238921"/>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interface</a:t>
            </a:r>
          </a:p>
        </p:txBody>
      </p:sp>
      <p:sp>
        <p:nvSpPr>
          <p:cNvPr id="100" name="TextBox 99">
            <a:extLst>
              <a:ext uri="{FF2B5EF4-FFF2-40B4-BE49-F238E27FC236}">
                <a16:creationId xmlns:a16="http://schemas.microsoft.com/office/drawing/2014/main" id="{BE772AE7-768C-CACB-C543-E1F77F255884}"/>
              </a:ext>
            </a:extLst>
          </p:cNvPr>
          <p:cNvSpPr txBox="1"/>
          <p:nvPr/>
        </p:nvSpPr>
        <p:spPr>
          <a:xfrm>
            <a:off x="1122168" y="1524479"/>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extends</a:t>
            </a:r>
          </a:p>
        </p:txBody>
      </p:sp>
      <p:sp>
        <p:nvSpPr>
          <p:cNvPr id="101" name="TextBox 100">
            <a:extLst>
              <a:ext uri="{FF2B5EF4-FFF2-40B4-BE49-F238E27FC236}">
                <a16:creationId xmlns:a16="http://schemas.microsoft.com/office/drawing/2014/main" id="{739F8637-E594-9B8B-F84D-68C10BB8B450}"/>
              </a:ext>
            </a:extLst>
          </p:cNvPr>
          <p:cNvSpPr txBox="1"/>
          <p:nvPr/>
        </p:nvSpPr>
        <p:spPr>
          <a:xfrm>
            <a:off x="1101876" y="1892658"/>
            <a:ext cx="139175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p>
        </p:txBody>
      </p:sp>
      <p:sp>
        <p:nvSpPr>
          <p:cNvPr id="110" name="Freeform: Shape 109">
            <a:extLst>
              <a:ext uri="{FF2B5EF4-FFF2-40B4-BE49-F238E27FC236}">
                <a16:creationId xmlns:a16="http://schemas.microsoft.com/office/drawing/2014/main" id="{24060512-D735-A807-8B24-2E0EFE8BACC6}"/>
              </a:ext>
            </a:extLst>
          </p:cNvPr>
          <p:cNvSpPr/>
          <p:nvPr/>
        </p:nvSpPr>
        <p:spPr>
          <a:xfrm>
            <a:off x="4870938" y="2399604"/>
            <a:ext cx="3094893" cy="800796"/>
          </a:xfrm>
          <a:custGeom>
            <a:avLst/>
            <a:gdLst>
              <a:gd name="connsiteX0" fmla="*/ 0 w 3094893"/>
              <a:gd name="connsiteY0" fmla="*/ 800796 h 800796"/>
              <a:gd name="connsiteX1" fmla="*/ 738554 w 3094893"/>
              <a:gd name="connsiteY1" fmla="*/ 167750 h 800796"/>
              <a:gd name="connsiteX2" fmla="*/ 2391508 w 3094893"/>
              <a:gd name="connsiteY2" fmla="*/ 27073 h 800796"/>
              <a:gd name="connsiteX3" fmla="*/ 3094893 w 3094893"/>
              <a:gd name="connsiteY3" fmla="*/ 607365 h 800796"/>
            </a:gdLst>
            <a:ahLst/>
            <a:cxnLst>
              <a:cxn ang="0">
                <a:pos x="connsiteX0" y="connsiteY0"/>
              </a:cxn>
              <a:cxn ang="0">
                <a:pos x="connsiteX1" y="connsiteY1"/>
              </a:cxn>
              <a:cxn ang="0">
                <a:pos x="connsiteX2" y="connsiteY2"/>
              </a:cxn>
              <a:cxn ang="0">
                <a:pos x="connsiteX3" y="connsiteY3"/>
              </a:cxn>
            </a:cxnLst>
            <a:rect l="l" t="t" r="r" b="b"/>
            <a:pathLst>
              <a:path w="3094893" h="800796">
                <a:moveTo>
                  <a:pt x="0" y="800796"/>
                </a:moveTo>
                <a:cubicBezTo>
                  <a:pt x="169984" y="548750"/>
                  <a:pt x="339969" y="296704"/>
                  <a:pt x="738554" y="167750"/>
                </a:cubicBezTo>
                <a:cubicBezTo>
                  <a:pt x="1137139" y="38796"/>
                  <a:pt x="1998785" y="-46196"/>
                  <a:pt x="2391508" y="27073"/>
                </a:cubicBezTo>
                <a:cubicBezTo>
                  <a:pt x="2784231" y="100342"/>
                  <a:pt x="2939562" y="353853"/>
                  <a:pt x="3094893" y="607365"/>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14A39094-3275-B685-17E4-16B778C3AC7B}"/>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2827208230"/>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err="1">
                <a:solidFill>
                  <a:srgbClr val="FFFF00"/>
                </a:solidFill>
                <a:ea typeface="+mn-ea"/>
                <a:cs typeface="+mn-cs"/>
              </a:rPr>
              <a:t>Arraylist</a:t>
            </a:r>
            <a:r>
              <a:rPr lang="en-US" sz="2400" b="1" dirty="0">
                <a:solidFill>
                  <a:srgbClr val="FFFFFF"/>
                </a:solidFill>
                <a:ea typeface="+mn-ea"/>
                <a:cs typeface="+mn-cs"/>
              </a:rPr>
              <a:t>? How to implement it and when to use it?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B4FED828-C980-92CE-098E-A1F748FF450A}"/>
              </a:ext>
            </a:extLst>
          </p:cNvPr>
          <p:cNvSpPr/>
          <p:nvPr/>
        </p:nvSpPr>
        <p:spPr>
          <a:xfrm>
            <a:off x="6214521" y="959681"/>
            <a:ext cx="5764530" cy="577475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Example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an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of integers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elements to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dynamically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and printing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elements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30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Removing an element from the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Remove element at index 3</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Printing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[10, 20]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TextBox 3">
            <a:extLst>
              <a:ext uri="{FF2B5EF4-FFF2-40B4-BE49-F238E27FC236}">
                <a16:creationId xmlns:a16="http://schemas.microsoft.com/office/drawing/2014/main" id="{E6C1BAE1-0447-608F-9E80-79556E3A2E12}"/>
              </a:ext>
            </a:extLst>
          </p:cNvPr>
          <p:cNvSpPr txBox="1"/>
          <p:nvPr/>
        </p:nvSpPr>
        <p:spPr>
          <a:xfrm>
            <a:off x="355693" y="1106296"/>
            <a:ext cx="5382167" cy="280076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ArrayList is a class that implements the List interface and uses a dynamic array to store elements.</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ArrayList when:</a:t>
            </a:r>
          </a:p>
          <a:p>
            <a:pPr marL="342900" marR="0" lvl="0" indent="-342900" algn="l" defTabSz="914400" rtl="0" eaLnBrk="1" fontAlgn="auto" latinLnBrk="0" hangingPunct="1">
              <a:lnSpc>
                <a:spcPct val="100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You need a resizable list of elements.</a:t>
            </a:r>
          </a:p>
          <a:p>
            <a:pPr marL="342900" marR="0" lvl="0" indent="-342900" algn="l" defTabSz="914400" rtl="0" eaLnBrk="1" fontAlgn="auto" latinLnBrk="0" hangingPunct="1">
              <a:lnSpc>
                <a:spcPct val="100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You want to access elements by their index.</a:t>
            </a:r>
          </a:p>
          <a:p>
            <a:pPr marL="342900" marR="0" lvl="0" indent="-342900" algn="l" defTabSz="914400" rtl="0" eaLnBrk="1" fontAlgn="auto" latinLnBrk="0" hangingPunct="1">
              <a:lnSpc>
                <a:spcPct val="100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You frequently add/ remove elements from the list.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C58CEEB8-BD1C-6678-365F-81F00B62DE40}"/>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4173662781"/>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the differences between </a:t>
            </a:r>
            <a:r>
              <a:rPr lang="en-US" sz="2400" b="1" dirty="0">
                <a:solidFill>
                  <a:srgbClr val="FFFF00"/>
                </a:solidFill>
                <a:ea typeface="+mn-ea"/>
                <a:cs typeface="+mn-cs"/>
              </a:rPr>
              <a:t>Array </a:t>
            </a:r>
            <a:r>
              <a:rPr lang="en-US" sz="2400" b="1" dirty="0">
                <a:solidFill>
                  <a:schemeClr val="bg1"/>
                </a:solidFill>
                <a:ea typeface="+mn-ea"/>
                <a:cs typeface="+mn-cs"/>
              </a:rPr>
              <a:t>and</a:t>
            </a:r>
            <a:r>
              <a:rPr lang="en-US" sz="2400" b="1" dirty="0">
                <a:solidFill>
                  <a:srgbClr val="FFFF00"/>
                </a:solidFill>
                <a:ea typeface="+mn-ea"/>
                <a:cs typeface="+mn-cs"/>
              </a:rPr>
              <a:t> </a:t>
            </a:r>
            <a:r>
              <a:rPr lang="en-US" sz="2400" b="1" dirty="0" err="1">
                <a:solidFill>
                  <a:srgbClr val="FFFF00"/>
                </a:solidFill>
                <a:ea typeface="+mn-ea"/>
                <a:cs typeface="+mn-cs"/>
              </a:rPr>
              <a:t>Arraylist</a:t>
            </a:r>
            <a:r>
              <a:rPr lang="en-US" sz="2400" b="1" dirty="0">
                <a:solidFill>
                  <a:srgbClr val="FFFF00"/>
                </a:solidFill>
                <a:ea typeface="+mn-ea"/>
                <a:cs typeface="+mn-cs"/>
              </a:rPr>
              <a:t>?</a:t>
            </a:r>
            <a:endParaRPr lang="en-US" sz="2400" b="1" dirty="0">
              <a:solidFill>
                <a:schemeClr val="bg1"/>
              </a:solidFill>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4">
            <a:extLst>
              <a:ext uri="{FF2B5EF4-FFF2-40B4-BE49-F238E27FC236}">
                <a16:creationId xmlns:a16="http://schemas.microsoft.com/office/drawing/2014/main" id="{D7B932B2-34F7-663C-BB62-9D6A9895CAC4}"/>
              </a:ext>
            </a:extLst>
          </p:cNvPr>
          <p:cNvSpPr/>
          <p:nvPr/>
        </p:nvSpPr>
        <p:spPr>
          <a:xfrm>
            <a:off x="355693" y="1156503"/>
            <a:ext cx="5119277" cy="550925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Array Example</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ArrayEx</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Declaring and initializing</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an array of integers of fix size 5</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Assigning values to array elements</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Declaring and initializing an</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array in single line</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int[] numbers = {10, 20, 30};</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and printing array elements</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30</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8" name="Picture 7">
            <a:extLst>
              <a:ext uri="{FF2B5EF4-FFF2-40B4-BE49-F238E27FC236}">
                <a16:creationId xmlns:a16="http://schemas.microsoft.com/office/drawing/2014/main" id="{BBBEC924-EA87-7852-9565-9433499D65B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71402" y="300327"/>
            <a:ext cx="914784" cy="363946"/>
          </a:xfrm>
          <a:prstGeom prst="rect">
            <a:avLst/>
          </a:prstGeom>
        </p:spPr>
      </p:pic>
      <p:sp>
        <p:nvSpPr>
          <p:cNvPr id="4" name="Rectangle 3">
            <a:extLst>
              <a:ext uri="{FF2B5EF4-FFF2-40B4-BE49-F238E27FC236}">
                <a16:creationId xmlns:a16="http://schemas.microsoft.com/office/drawing/2014/main" id="{BD1655B5-B533-864E-F6FB-76CF7318EEAA}"/>
              </a:ext>
            </a:extLst>
          </p:cNvPr>
          <p:cNvSpPr/>
          <p:nvPr/>
        </p:nvSpPr>
        <p:spPr>
          <a:xfrm>
            <a:off x="6259903" y="1156503"/>
            <a:ext cx="5764530" cy="550926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Example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an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of integers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elements to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dynamically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and printing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elements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30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Removing an element from the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Remove element at index 3</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Printing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[10, 20]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cxnSp>
        <p:nvCxnSpPr>
          <p:cNvPr id="10" name="Straight Connector 9">
            <a:extLst>
              <a:ext uri="{FF2B5EF4-FFF2-40B4-BE49-F238E27FC236}">
                <a16:creationId xmlns:a16="http://schemas.microsoft.com/office/drawing/2014/main" id="{787EBE34-D366-28A5-AA61-9ECEC0307947}"/>
              </a:ext>
            </a:extLst>
          </p:cNvPr>
          <p:cNvCxnSpPr/>
          <p:nvPr/>
        </p:nvCxnSpPr>
        <p:spPr>
          <a:xfrm>
            <a:off x="5857103" y="1013254"/>
            <a:ext cx="0" cy="5721179"/>
          </a:xfrm>
          <a:prstGeom prst="line">
            <a:avLst/>
          </a:prstGeom>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F15EE901-DCBF-6599-A2A5-19BE30F8842B}"/>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1634525629"/>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the differences between </a:t>
            </a:r>
            <a:r>
              <a:rPr lang="en-US" sz="2400" b="1" dirty="0">
                <a:solidFill>
                  <a:srgbClr val="FFFF00"/>
                </a:solidFill>
                <a:ea typeface="+mn-ea"/>
                <a:cs typeface="+mn-cs"/>
              </a:rPr>
              <a:t>Array </a:t>
            </a:r>
            <a:r>
              <a:rPr lang="en-US" sz="2400" b="1" dirty="0">
                <a:solidFill>
                  <a:schemeClr val="bg1"/>
                </a:solidFill>
                <a:ea typeface="+mn-ea"/>
                <a:cs typeface="+mn-cs"/>
              </a:rPr>
              <a:t>and</a:t>
            </a:r>
            <a:r>
              <a:rPr lang="en-US" sz="2400" b="1" dirty="0">
                <a:solidFill>
                  <a:srgbClr val="FFFF00"/>
                </a:solidFill>
                <a:ea typeface="+mn-ea"/>
                <a:cs typeface="+mn-cs"/>
              </a:rPr>
              <a:t> </a:t>
            </a:r>
            <a:r>
              <a:rPr lang="en-US" sz="2400" b="1" dirty="0" err="1">
                <a:solidFill>
                  <a:srgbClr val="FFFF00"/>
                </a:solidFill>
                <a:ea typeface="+mn-ea"/>
                <a:cs typeface="+mn-cs"/>
              </a:rPr>
              <a:t>Arraylist</a:t>
            </a:r>
            <a:r>
              <a:rPr lang="en-US" sz="2400" b="1" dirty="0">
                <a:solidFill>
                  <a:srgbClr val="FFFF00"/>
                </a:solidFill>
                <a:ea typeface="+mn-ea"/>
                <a:cs typeface="+mn-cs"/>
              </a:rPr>
              <a:t>?</a:t>
            </a:r>
            <a:endParaRPr lang="en-US" sz="2400" b="1" dirty="0">
              <a:solidFill>
                <a:schemeClr val="bg1"/>
              </a:solidFill>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Table 4">
            <a:extLst>
              <a:ext uri="{FF2B5EF4-FFF2-40B4-BE49-F238E27FC236}">
                <a16:creationId xmlns:a16="http://schemas.microsoft.com/office/drawing/2014/main" id="{38F80AE3-DF58-F84C-2B89-932409E6FB39}"/>
              </a:ext>
            </a:extLst>
          </p:cNvPr>
          <p:cNvGraphicFramePr>
            <a:graphicFrameLocks noGrp="1"/>
          </p:cNvGraphicFramePr>
          <p:nvPr>
            <p:ph idx="1"/>
          </p:nvPr>
        </p:nvGraphicFramePr>
        <p:xfrm>
          <a:off x="523118" y="1597497"/>
          <a:ext cx="10385288" cy="4584362"/>
        </p:xfrm>
        <a:graphic>
          <a:graphicData uri="http://schemas.openxmlformats.org/drawingml/2006/table">
            <a:tbl>
              <a:tblPr firstRow="1" bandRow="1">
                <a:tableStyleId>{E8B1032C-EA38-4F05-BA0D-38AFFFC7BED3}</a:tableStyleId>
              </a:tblPr>
              <a:tblGrid>
                <a:gridCol w="5030347">
                  <a:extLst>
                    <a:ext uri="{9D8B030D-6E8A-4147-A177-3AD203B41FA5}">
                      <a16:colId xmlns:a16="http://schemas.microsoft.com/office/drawing/2014/main" val="312534454"/>
                    </a:ext>
                  </a:extLst>
                </a:gridCol>
                <a:gridCol w="5354941">
                  <a:extLst>
                    <a:ext uri="{9D8B030D-6E8A-4147-A177-3AD203B41FA5}">
                      <a16:colId xmlns:a16="http://schemas.microsoft.com/office/drawing/2014/main" val="3786215524"/>
                    </a:ext>
                  </a:extLst>
                </a:gridCol>
              </a:tblGrid>
              <a:tr h="622699">
                <a:tc>
                  <a:txBody>
                    <a:bodyPr/>
                    <a:lstStyle/>
                    <a:p>
                      <a:pPr algn="ctr"/>
                      <a:r>
                        <a:rPr lang="en-IN" sz="2400" b="1" i="0" kern="1200" dirty="0">
                          <a:solidFill>
                            <a:schemeClr val="tx1"/>
                          </a:solidFill>
                          <a:effectLst/>
                          <a:latin typeface="+mn-lt"/>
                          <a:ea typeface="+mn-ea"/>
                          <a:cs typeface="+mn-cs"/>
                        </a:rPr>
                        <a:t>Array</a:t>
                      </a:r>
                      <a:endParaRPr lang="en-IN" sz="2400" dirty="0"/>
                    </a:p>
                  </a:txBody>
                  <a:tcPr marL="180000" marR="540000" marT="108000" marB="108000" anchor="ctr"/>
                </a:tc>
                <a:tc>
                  <a:txBody>
                    <a:bodyPr/>
                    <a:lstStyle/>
                    <a:p>
                      <a:pPr algn="ctr"/>
                      <a:r>
                        <a:rPr lang="en-IN" sz="2400" b="1" i="0" kern="1200" dirty="0" err="1">
                          <a:solidFill>
                            <a:schemeClr val="tx1"/>
                          </a:solidFill>
                          <a:effectLst/>
                          <a:latin typeface="+mn-lt"/>
                          <a:ea typeface="+mn-ea"/>
                          <a:cs typeface="+mn-cs"/>
                        </a:rPr>
                        <a:t>ArrayList</a:t>
                      </a:r>
                      <a:endParaRPr lang="en-IN" sz="2400" dirty="0"/>
                    </a:p>
                  </a:txBody>
                  <a:tcPr marL="180000" marR="540000" marT="108000" marB="108000" anchor="ctr"/>
                </a:tc>
                <a:extLst>
                  <a:ext uri="{0D108BD9-81ED-4DB2-BD59-A6C34878D82A}">
                    <a16:rowId xmlns:a16="http://schemas.microsoft.com/office/drawing/2014/main" val="2733934505"/>
                  </a:ext>
                </a:extLst>
              </a:tr>
              <a:tr h="818448">
                <a:tc>
                  <a:txBody>
                    <a:bodyPr/>
                    <a:lstStyle/>
                    <a:p>
                      <a:r>
                        <a:rPr lang="en-IN" sz="1800" dirty="0"/>
                        <a:t>1. </a:t>
                      </a:r>
                      <a:r>
                        <a:rPr lang="en-US" sz="1800" b="0" i="0" kern="1200" dirty="0">
                          <a:solidFill>
                            <a:schemeClr val="tx1"/>
                          </a:solidFill>
                          <a:effectLst/>
                          <a:latin typeface="+mn-lt"/>
                          <a:ea typeface="+mn-ea"/>
                          <a:cs typeface="+mn-cs"/>
                        </a:rPr>
                        <a:t>Fixed size (determined at creation)</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Dynamic size (can grow or shrink during runtime)</a:t>
                      </a:r>
                      <a:endParaRPr lang="en-IN" sz="1800" dirty="0"/>
                    </a:p>
                  </a:txBody>
                  <a:tcPr marL="180000" marR="540000" marT="108000" marB="108000" anchor="ctr"/>
                </a:tc>
                <a:extLst>
                  <a:ext uri="{0D108BD9-81ED-4DB2-BD59-A6C34878D82A}">
                    <a16:rowId xmlns:a16="http://schemas.microsoft.com/office/drawing/2014/main" val="2040826760"/>
                  </a:ext>
                </a:extLst>
              </a:tr>
              <a:tr h="818448">
                <a:tc>
                  <a:txBody>
                    <a:bodyPr/>
                    <a:lstStyle/>
                    <a:p>
                      <a:r>
                        <a:rPr lang="en-IN" sz="1800" dirty="0"/>
                        <a:t>2. </a:t>
                      </a:r>
                      <a:r>
                        <a:rPr lang="en-US" sz="1800" b="0" i="0" kern="1200" dirty="0">
                          <a:solidFill>
                            <a:schemeClr val="tx1"/>
                          </a:solidFill>
                          <a:effectLst/>
                          <a:latin typeface="+mn-lt"/>
                          <a:ea typeface="+mn-ea"/>
                          <a:cs typeface="+mn-cs"/>
                        </a:rPr>
                        <a:t>Cannot resize once created</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Automatically resizes when elements are added or removed</a:t>
                      </a:r>
                      <a:endParaRPr lang="en-IN" sz="1800" dirty="0"/>
                    </a:p>
                  </a:txBody>
                  <a:tcPr marL="180000" marR="540000" marT="108000" marB="108000" anchor="ctr"/>
                </a:tc>
                <a:extLst>
                  <a:ext uri="{0D108BD9-81ED-4DB2-BD59-A6C34878D82A}">
                    <a16:rowId xmlns:a16="http://schemas.microsoft.com/office/drawing/2014/main" val="546381452"/>
                  </a:ext>
                </a:extLst>
              </a:tr>
              <a:tr h="818448">
                <a:tc>
                  <a:txBody>
                    <a:bodyPr/>
                    <a:lstStyle/>
                    <a:p>
                      <a:r>
                        <a:rPr lang="en-US" sz="1800" dirty="0"/>
                        <a:t>3. </a:t>
                      </a:r>
                      <a:r>
                        <a:rPr lang="en-US" sz="1800" b="0" i="0" kern="1200" dirty="0">
                          <a:solidFill>
                            <a:schemeClr val="tx1"/>
                          </a:solidFill>
                          <a:effectLst/>
                          <a:latin typeface="+mn-lt"/>
                          <a:ea typeface="+mn-ea"/>
                          <a:cs typeface="+mn-cs"/>
                        </a:rPr>
                        <a:t>Not part of Java Collections Framework</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Part of Java Collections Framework (</a:t>
                      </a:r>
                      <a:r>
                        <a:rPr lang="en-US" dirty="0" err="1"/>
                        <a:t>java.util.ArrayList</a:t>
                      </a:r>
                      <a:r>
                        <a:rPr lang="en-US" sz="1800" b="0" i="0" kern="1200" dirty="0">
                          <a:solidFill>
                            <a:schemeClr val="tx1"/>
                          </a:solidFill>
                          <a:effectLst/>
                          <a:latin typeface="+mn-lt"/>
                          <a:ea typeface="+mn-ea"/>
                          <a:cs typeface="+mn-cs"/>
                        </a:rPr>
                        <a:t>)</a:t>
                      </a:r>
                      <a:endParaRPr lang="en-IN" sz="1800" dirty="0"/>
                    </a:p>
                  </a:txBody>
                  <a:tcPr marL="180000" marR="540000" marT="108000" marB="108000" anchor="ctr"/>
                </a:tc>
                <a:extLst>
                  <a:ext uri="{0D108BD9-81ED-4DB2-BD59-A6C34878D82A}">
                    <a16:rowId xmlns:a16="http://schemas.microsoft.com/office/drawing/2014/main" val="763325998"/>
                  </a:ext>
                </a:extLst>
              </a:tr>
              <a:tr h="687871">
                <a:tc>
                  <a:txBody>
                    <a:bodyPr/>
                    <a:lstStyle/>
                    <a:p>
                      <a:r>
                        <a:rPr lang="en-IN" sz="1800" b="0" i="0" kern="1200" dirty="0">
                          <a:solidFill>
                            <a:schemeClr val="tx1"/>
                          </a:solidFill>
                          <a:effectLst/>
                          <a:latin typeface="+mn-lt"/>
                          <a:ea typeface="+mn-ea"/>
                          <a:cs typeface="+mn-cs"/>
                        </a:rPr>
                        <a:t>4. Declared using square brackets (</a:t>
                      </a:r>
                      <a:r>
                        <a:rPr lang="en-IN" dirty="0"/>
                        <a:t>[]</a:t>
                      </a:r>
                      <a:r>
                        <a:rPr lang="en-IN" sz="1800" b="0" i="0" kern="1200" dirty="0">
                          <a:solidFill>
                            <a:schemeClr val="tx1"/>
                          </a:solidFill>
                          <a:effectLst/>
                          <a:latin typeface="+mn-lt"/>
                          <a:ea typeface="+mn-ea"/>
                          <a:cs typeface="+mn-cs"/>
                        </a:rPr>
                        <a:t>)</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Declared and initialized using </a:t>
                      </a:r>
                      <a:r>
                        <a:rPr lang="en-US" dirty="0"/>
                        <a:t>ArrayList</a:t>
                      </a:r>
                      <a:r>
                        <a:rPr lang="en-US" sz="1800" b="0" i="0" kern="1200" dirty="0">
                          <a:solidFill>
                            <a:schemeClr val="tx1"/>
                          </a:solidFill>
                          <a:effectLst/>
                          <a:latin typeface="+mn-lt"/>
                          <a:ea typeface="+mn-ea"/>
                          <a:cs typeface="+mn-cs"/>
                        </a:rPr>
                        <a:t> class</a:t>
                      </a:r>
                      <a:endParaRPr lang="en-IN" sz="1800" dirty="0"/>
                    </a:p>
                  </a:txBody>
                  <a:tcPr marL="180000" marR="540000" marT="108000" marB="108000" anchor="ctr"/>
                </a:tc>
                <a:extLst>
                  <a:ext uri="{0D108BD9-81ED-4DB2-BD59-A6C34878D82A}">
                    <a16:rowId xmlns:a16="http://schemas.microsoft.com/office/drawing/2014/main" val="536598921"/>
                  </a:ext>
                </a:extLst>
              </a:tr>
              <a:tr h="818448">
                <a:tc>
                  <a:txBody>
                    <a:bodyPr/>
                    <a:lstStyle/>
                    <a:p>
                      <a:r>
                        <a:rPr lang="en-US" sz="1800" b="0" i="0" kern="1200" dirty="0">
                          <a:solidFill>
                            <a:schemeClr val="tx1"/>
                          </a:solidFill>
                          <a:effectLst/>
                          <a:latin typeface="+mn-lt"/>
                          <a:ea typeface="+mn-ea"/>
                          <a:cs typeface="+mn-cs"/>
                        </a:rPr>
                        <a:t>5. No built-in methods for adding or removing elements</a:t>
                      </a:r>
                      <a:r>
                        <a:rPr lang="en-IN" sz="1800" b="0" i="0" kern="1200" dirty="0">
                          <a:solidFill>
                            <a:schemeClr val="tx1"/>
                          </a:solidFill>
                          <a:effectLst/>
                          <a:latin typeface="+mn-lt"/>
                          <a:ea typeface="+mn-ea"/>
                          <a:cs typeface="+mn-cs"/>
                        </a:rPr>
                        <a:t>	</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Provides built-in methods (add(), remove(), get(), size(), etc.) for dynamic operations.</a:t>
                      </a:r>
                      <a:endParaRPr lang="en-IN" sz="1800" dirty="0"/>
                    </a:p>
                  </a:txBody>
                  <a:tcPr marL="180000" marR="540000" marT="108000" marB="108000" anchor="ctr"/>
                </a:tc>
                <a:extLst>
                  <a:ext uri="{0D108BD9-81ED-4DB2-BD59-A6C34878D82A}">
                    <a16:rowId xmlns:a16="http://schemas.microsoft.com/office/drawing/2014/main" val="768285145"/>
                  </a:ext>
                </a:extLst>
              </a:tr>
            </a:tbl>
          </a:graphicData>
        </a:graphic>
      </p:graphicFrame>
      <p:pic>
        <p:nvPicPr>
          <p:cNvPr id="5" name="Picture 4">
            <a:extLst>
              <a:ext uri="{FF2B5EF4-FFF2-40B4-BE49-F238E27FC236}">
                <a16:creationId xmlns:a16="http://schemas.microsoft.com/office/drawing/2014/main" id="{6B5B2617-68AA-2149-A4DE-369D3F45EBF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71402" y="300327"/>
            <a:ext cx="914784" cy="363946"/>
          </a:xfrm>
          <a:prstGeom prst="rect">
            <a:avLst/>
          </a:prstGeom>
        </p:spPr>
      </p:pic>
      <p:sp>
        <p:nvSpPr>
          <p:cNvPr id="6" name="TextBox 5">
            <a:extLst>
              <a:ext uri="{FF2B5EF4-FFF2-40B4-BE49-F238E27FC236}">
                <a16:creationId xmlns:a16="http://schemas.microsoft.com/office/drawing/2014/main" id="{338362BE-4624-1CB8-FC26-C068B88DFFAA}"/>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2011341945"/>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HashSet</a:t>
            </a:r>
            <a:r>
              <a:rPr lang="en-US" sz="2400" b="1" dirty="0">
                <a:solidFill>
                  <a:schemeClr val="bg1"/>
                </a:solidFill>
                <a:ea typeface="+mn-ea"/>
                <a:cs typeface="+mn-cs"/>
              </a:rPr>
              <a:t>? What are the differences btw </a:t>
            </a:r>
            <a:r>
              <a:rPr lang="en-US" sz="2400" b="1" dirty="0" err="1">
                <a:solidFill>
                  <a:schemeClr val="bg1"/>
                </a:solidFill>
                <a:ea typeface="+mn-ea"/>
                <a:cs typeface="+mn-cs"/>
              </a:rPr>
              <a:t>ArrayList</a:t>
            </a:r>
            <a:r>
              <a:rPr lang="en-US" sz="2400" b="1" dirty="0">
                <a:solidFill>
                  <a:schemeClr val="bg1"/>
                </a:solidFill>
                <a:ea typeface="+mn-ea"/>
                <a:cs typeface="+mn-cs"/>
              </a:rPr>
              <a:t>(List) &amp; HashSet(Set)?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cxnSp>
        <p:nvCxnSpPr>
          <p:cNvPr id="4" name="Straight Arrow Connector 3">
            <a:extLst>
              <a:ext uri="{FF2B5EF4-FFF2-40B4-BE49-F238E27FC236}">
                <a16:creationId xmlns:a16="http://schemas.microsoft.com/office/drawing/2014/main" id="{716F5FAF-7705-037E-21FC-841A053ED076}"/>
              </a:ext>
            </a:extLst>
          </p:cNvPr>
          <p:cNvCxnSpPr>
            <a:cxnSpLocks/>
            <a:stCxn id="23" idx="3"/>
            <a:endCxn id="53" idx="1"/>
          </p:cNvCxnSpPr>
          <p:nvPr/>
        </p:nvCxnSpPr>
        <p:spPr>
          <a:xfrm flipV="1">
            <a:off x="7613344" y="3159281"/>
            <a:ext cx="994365" cy="2799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6AD6C4EB-37C4-F2EB-433A-928D5C417F95}"/>
              </a:ext>
            </a:extLst>
          </p:cNvPr>
          <p:cNvSpPr/>
          <p:nvPr/>
        </p:nvSpPr>
        <p:spPr>
          <a:xfrm>
            <a:off x="381652" y="1432833"/>
            <a:ext cx="433106" cy="18472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6CE8B28-EF4B-CCA5-6BF1-5F723B872CA0}"/>
              </a:ext>
            </a:extLst>
          </p:cNvPr>
          <p:cNvSpPr/>
          <p:nvPr/>
        </p:nvSpPr>
        <p:spPr>
          <a:xfrm>
            <a:off x="6397862" y="4437702"/>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LinkedHashSet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A883412A-19A2-750E-20B9-26139EECDAF8}"/>
              </a:ext>
            </a:extLst>
          </p:cNvPr>
          <p:cNvSpPr/>
          <p:nvPr/>
        </p:nvSpPr>
        <p:spPr>
          <a:xfrm>
            <a:off x="5906899" y="5426652"/>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SortedSet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BCD00E72-D588-0C6B-4031-1BF531745563}"/>
              </a:ext>
            </a:extLst>
          </p:cNvPr>
          <p:cNvSpPr/>
          <p:nvPr/>
        </p:nvSpPr>
        <p:spPr>
          <a:xfrm>
            <a:off x="3228088" y="2145945"/>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Collection</a:t>
            </a:r>
          </a:p>
        </p:txBody>
      </p:sp>
      <p:sp>
        <p:nvSpPr>
          <p:cNvPr id="14" name="Rectangle 13">
            <a:extLst>
              <a:ext uri="{FF2B5EF4-FFF2-40B4-BE49-F238E27FC236}">
                <a16:creationId xmlns:a16="http://schemas.microsoft.com/office/drawing/2014/main" id="{EA1B40A1-0F25-8164-13E1-B072A58113C8}"/>
              </a:ext>
            </a:extLst>
          </p:cNvPr>
          <p:cNvSpPr/>
          <p:nvPr/>
        </p:nvSpPr>
        <p:spPr>
          <a:xfrm>
            <a:off x="3777776" y="3810289"/>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PriorityQueue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096831AE-4E8A-47B9-C3DE-AF5CB805D4DF}"/>
              </a:ext>
            </a:extLst>
          </p:cNvPr>
          <p:cNvSpPr/>
          <p:nvPr/>
        </p:nvSpPr>
        <p:spPr>
          <a:xfrm>
            <a:off x="958279" y="4219244"/>
            <a:ext cx="1706445" cy="338553"/>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ArrayList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7A835679-0216-ABB5-D20B-A33B1231D8D7}"/>
              </a:ext>
            </a:extLst>
          </p:cNvPr>
          <p:cNvSpPr/>
          <p:nvPr/>
        </p:nvSpPr>
        <p:spPr>
          <a:xfrm>
            <a:off x="962620" y="4798735"/>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LinkedList</a:t>
            </a:r>
          </a:p>
        </p:txBody>
      </p:sp>
      <p:sp>
        <p:nvSpPr>
          <p:cNvPr id="17" name="Rectangle 16">
            <a:extLst>
              <a:ext uri="{FF2B5EF4-FFF2-40B4-BE49-F238E27FC236}">
                <a16:creationId xmlns:a16="http://schemas.microsoft.com/office/drawing/2014/main" id="{3B2161D2-301F-234D-FC58-93D40E8E7EB9}"/>
              </a:ext>
            </a:extLst>
          </p:cNvPr>
          <p:cNvSpPr/>
          <p:nvPr/>
        </p:nvSpPr>
        <p:spPr>
          <a:xfrm>
            <a:off x="979113" y="5378226"/>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Vector</a:t>
            </a:r>
          </a:p>
        </p:txBody>
      </p:sp>
      <p:sp>
        <p:nvSpPr>
          <p:cNvPr id="18" name="Rectangle 17">
            <a:extLst>
              <a:ext uri="{FF2B5EF4-FFF2-40B4-BE49-F238E27FC236}">
                <a16:creationId xmlns:a16="http://schemas.microsoft.com/office/drawing/2014/main" id="{9822CCBA-5746-5E98-FFEF-B5159175B0EA}"/>
              </a:ext>
            </a:extLst>
          </p:cNvPr>
          <p:cNvSpPr/>
          <p:nvPr/>
        </p:nvSpPr>
        <p:spPr>
          <a:xfrm>
            <a:off x="979113" y="610215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Stack</a:t>
            </a:r>
          </a:p>
        </p:txBody>
      </p:sp>
      <p:sp>
        <p:nvSpPr>
          <p:cNvPr id="19" name="Rectangle 18">
            <a:extLst>
              <a:ext uri="{FF2B5EF4-FFF2-40B4-BE49-F238E27FC236}">
                <a16:creationId xmlns:a16="http://schemas.microsoft.com/office/drawing/2014/main" id="{4D09CF25-8252-6CA5-42FD-E331CEC78B74}"/>
              </a:ext>
            </a:extLst>
          </p:cNvPr>
          <p:cNvSpPr/>
          <p:nvPr/>
        </p:nvSpPr>
        <p:spPr>
          <a:xfrm>
            <a:off x="381652" y="1135212"/>
            <a:ext cx="433106" cy="184729"/>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CA69B261-DDA1-EBF6-C81E-5F0B126521E3}"/>
              </a:ext>
            </a:extLst>
          </p:cNvPr>
          <p:cNvSpPr/>
          <p:nvPr/>
        </p:nvSpPr>
        <p:spPr>
          <a:xfrm>
            <a:off x="6385505" y="3757339"/>
            <a:ext cx="1443834" cy="338553"/>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HashSet</a:t>
            </a:r>
          </a:p>
        </p:txBody>
      </p:sp>
      <p:sp>
        <p:nvSpPr>
          <p:cNvPr id="21" name="Rectangle 20">
            <a:extLst>
              <a:ext uri="{FF2B5EF4-FFF2-40B4-BE49-F238E27FC236}">
                <a16:creationId xmlns:a16="http://schemas.microsoft.com/office/drawing/2014/main" id="{9A84F033-DFBC-1E68-D387-A9578367713A}"/>
              </a:ext>
            </a:extLst>
          </p:cNvPr>
          <p:cNvSpPr/>
          <p:nvPr/>
        </p:nvSpPr>
        <p:spPr>
          <a:xfrm>
            <a:off x="5906899" y="610215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TreeSet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Rectangle 21">
            <a:extLst>
              <a:ext uri="{FF2B5EF4-FFF2-40B4-BE49-F238E27FC236}">
                <a16:creationId xmlns:a16="http://schemas.microsoft.com/office/drawing/2014/main" id="{0288C8F3-D96B-0403-BD60-03AF839E2974}"/>
              </a:ext>
            </a:extLst>
          </p:cNvPr>
          <p:cNvSpPr/>
          <p:nvPr/>
        </p:nvSpPr>
        <p:spPr>
          <a:xfrm>
            <a:off x="3215826" y="1437544"/>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Iterable</a:t>
            </a:r>
          </a:p>
        </p:txBody>
      </p:sp>
      <p:sp>
        <p:nvSpPr>
          <p:cNvPr id="23" name="Rectangle 22">
            <a:extLst>
              <a:ext uri="{FF2B5EF4-FFF2-40B4-BE49-F238E27FC236}">
                <a16:creationId xmlns:a16="http://schemas.microsoft.com/office/drawing/2014/main" id="{8B7E1634-BD5D-5905-579C-5837E8339AE7}"/>
              </a:ext>
            </a:extLst>
          </p:cNvPr>
          <p:cNvSpPr/>
          <p:nvPr/>
        </p:nvSpPr>
        <p:spPr>
          <a:xfrm>
            <a:off x="5906899" y="3017996"/>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Set (Unique)</a:t>
            </a:r>
          </a:p>
        </p:txBody>
      </p:sp>
      <p:sp>
        <p:nvSpPr>
          <p:cNvPr id="24" name="Rectangle 23">
            <a:extLst>
              <a:ext uri="{FF2B5EF4-FFF2-40B4-BE49-F238E27FC236}">
                <a16:creationId xmlns:a16="http://schemas.microsoft.com/office/drawing/2014/main" id="{DF78D065-7C24-2771-F78C-07CCFF8F156D}"/>
              </a:ext>
            </a:extLst>
          </p:cNvPr>
          <p:cNvSpPr/>
          <p:nvPr/>
        </p:nvSpPr>
        <p:spPr>
          <a:xfrm>
            <a:off x="3221321" y="3089434"/>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Queue (FIFO)</a:t>
            </a:r>
          </a:p>
        </p:txBody>
      </p:sp>
      <p:sp>
        <p:nvSpPr>
          <p:cNvPr id="25" name="Rectangle 24">
            <a:extLst>
              <a:ext uri="{FF2B5EF4-FFF2-40B4-BE49-F238E27FC236}">
                <a16:creationId xmlns:a16="http://schemas.microsoft.com/office/drawing/2014/main" id="{258CF45B-728E-0AE1-8666-0FC423439EC1}"/>
              </a:ext>
            </a:extLst>
          </p:cNvPr>
          <p:cNvSpPr/>
          <p:nvPr/>
        </p:nvSpPr>
        <p:spPr>
          <a:xfrm>
            <a:off x="3223107" y="5378226"/>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ArrayDeque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3185FF63-8E60-9E49-C66D-56B7017B1B85}"/>
              </a:ext>
            </a:extLst>
          </p:cNvPr>
          <p:cNvSpPr/>
          <p:nvPr/>
        </p:nvSpPr>
        <p:spPr>
          <a:xfrm>
            <a:off x="3221321" y="4452612"/>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Deque</a:t>
            </a:r>
          </a:p>
        </p:txBody>
      </p:sp>
      <p:sp>
        <p:nvSpPr>
          <p:cNvPr id="27" name="Rectangle 26">
            <a:extLst>
              <a:ext uri="{FF2B5EF4-FFF2-40B4-BE49-F238E27FC236}">
                <a16:creationId xmlns:a16="http://schemas.microsoft.com/office/drawing/2014/main" id="{65C88C27-A4D8-7E71-4A7F-B9FF98987085}"/>
              </a:ext>
            </a:extLst>
          </p:cNvPr>
          <p:cNvSpPr/>
          <p:nvPr/>
        </p:nvSpPr>
        <p:spPr>
          <a:xfrm>
            <a:off x="474578" y="3089434"/>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List (Ordered)</a:t>
            </a:r>
          </a:p>
        </p:txBody>
      </p:sp>
      <p:cxnSp>
        <p:nvCxnSpPr>
          <p:cNvPr id="28" name="Straight Arrow Connector 27">
            <a:extLst>
              <a:ext uri="{FF2B5EF4-FFF2-40B4-BE49-F238E27FC236}">
                <a16:creationId xmlns:a16="http://schemas.microsoft.com/office/drawing/2014/main" id="{35DD36CE-EB85-C229-0AE0-96A1811991EB}"/>
              </a:ext>
            </a:extLst>
          </p:cNvPr>
          <p:cNvCxnSpPr>
            <a:cxnSpLocks/>
            <a:stCxn id="13" idx="0"/>
          </p:cNvCxnSpPr>
          <p:nvPr/>
        </p:nvCxnSpPr>
        <p:spPr>
          <a:xfrm flipV="1">
            <a:off x="4081311" y="1777093"/>
            <a:ext cx="0" cy="36885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02182AD4-F0B1-72FB-517A-31AC51E87B9B}"/>
              </a:ext>
            </a:extLst>
          </p:cNvPr>
          <p:cNvCxnSpPr>
            <a:cxnSpLocks/>
            <a:endCxn id="13" idx="2"/>
          </p:cNvCxnSpPr>
          <p:nvPr/>
        </p:nvCxnSpPr>
        <p:spPr>
          <a:xfrm flipV="1">
            <a:off x="4078117" y="2484498"/>
            <a:ext cx="3194" cy="5810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37A73672-7A03-44B1-C6B4-A17394B2FDD1}"/>
              </a:ext>
            </a:extLst>
          </p:cNvPr>
          <p:cNvCxnSpPr>
            <a:cxnSpLocks/>
          </p:cNvCxnSpPr>
          <p:nvPr/>
        </p:nvCxnSpPr>
        <p:spPr>
          <a:xfrm flipV="1">
            <a:off x="6009205" y="3390916"/>
            <a:ext cx="0" cy="20357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AC27F0D8-3EE6-DD9D-A061-38DDA133FE6E}"/>
              </a:ext>
            </a:extLst>
          </p:cNvPr>
          <p:cNvCxnSpPr>
            <a:cxnSpLocks/>
          </p:cNvCxnSpPr>
          <p:nvPr/>
        </p:nvCxnSpPr>
        <p:spPr>
          <a:xfrm flipV="1">
            <a:off x="3465675" y="3467384"/>
            <a:ext cx="0" cy="97031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Straight Arrow Connector 31">
            <a:extLst>
              <a:ext uri="{FF2B5EF4-FFF2-40B4-BE49-F238E27FC236}">
                <a16:creationId xmlns:a16="http://schemas.microsoft.com/office/drawing/2014/main" id="{E088B187-9F57-5956-EFA1-466DB53F1BD2}"/>
              </a:ext>
            </a:extLst>
          </p:cNvPr>
          <p:cNvCxnSpPr>
            <a:cxnSpLocks/>
          </p:cNvCxnSpPr>
          <p:nvPr/>
        </p:nvCxnSpPr>
        <p:spPr>
          <a:xfrm flipV="1">
            <a:off x="639503" y="1711125"/>
            <a:ext cx="0" cy="18833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C884F991-4EA4-B00D-CA3E-59A657F9CFC7}"/>
              </a:ext>
            </a:extLst>
          </p:cNvPr>
          <p:cNvCxnSpPr>
            <a:cxnSpLocks/>
          </p:cNvCxnSpPr>
          <p:nvPr/>
        </p:nvCxnSpPr>
        <p:spPr>
          <a:xfrm>
            <a:off x="6209355" y="3368528"/>
            <a:ext cx="0" cy="126571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4" name="Straight Connector 33">
            <a:extLst>
              <a:ext uri="{FF2B5EF4-FFF2-40B4-BE49-F238E27FC236}">
                <a16:creationId xmlns:a16="http://schemas.microsoft.com/office/drawing/2014/main" id="{3FC2B3DA-6A56-B853-50DF-17BD938D812A}"/>
              </a:ext>
            </a:extLst>
          </p:cNvPr>
          <p:cNvCxnSpPr>
            <a:cxnSpLocks/>
          </p:cNvCxnSpPr>
          <p:nvPr/>
        </p:nvCxnSpPr>
        <p:spPr>
          <a:xfrm>
            <a:off x="6311370" y="5803276"/>
            <a:ext cx="0" cy="29887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5" name="Straight Connector 34">
            <a:extLst>
              <a:ext uri="{FF2B5EF4-FFF2-40B4-BE49-F238E27FC236}">
                <a16:creationId xmlns:a16="http://schemas.microsoft.com/office/drawing/2014/main" id="{47BC29BA-83D6-B474-EE10-AF445189FBD9}"/>
              </a:ext>
            </a:extLst>
          </p:cNvPr>
          <p:cNvCxnSpPr>
            <a:cxnSpLocks/>
          </p:cNvCxnSpPr>
          <p:nvPr/>
        </p:nvCxnSpPr>
        <p:spPr>
          <a:xfrm>
            <a:off x="6225457" y="4621889"/>
            <a:ext cx="184048" cy="1"/>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6" name="Straight Connector 35">
            <a:extLst>
              <a:ext uri="{FF2B5EF4-FFF2-40B4-BE49-F238E27FC236}">
                <a16:creationId xmlns:a16="http://schemas.microsoft.com/office/drawing/2014/main" id="{8EAD16FF-1D80-F92B-72CF-20BB905EC10B}"/>
              </a:ext>
            </a:extLst>
          </p:cNvPr>
          <p:cNvCxnSpPr>
            <a:cxnSpLocks/>
            <a:endCxn id="20" idx="1"/>
          </p:cNvCxnSpPr>
          <p:nvPr/>
        </p:nvCxnSpPr>
        <p:spPr>
          <a:xfrm>
            <a:off x="6209355" y="3926616"/>
            <a:ext cx="176150"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7" name="Straight Connector 36">
            <a:extLst>
              <a:ext uri="{FF2B5EF4-FFF2-40B4-BE49-F238E27FC236}">
                <a16:creationId xmlns:a16="http://schemas.microsoft.com/office/drawing/2014/main" id="{633A9346-02A6-EB64-A0C3-9EB04AC4F6D2}"/>
              </a:ext>
            </a:extLst>
          </p:cNvPr>
          <p:cNvCxnSpPr>
            <a:cxnSpLocks/>
          </p:cNvCxnSpPr>
          <p:nvPr/>
        </p:nvCxnSpPr>
        <p:spPr>
          <a:xfrm>
            <a:off x="639503" y="2017391"/>
            <a:ext cx="0" cy="288096"/>
          </a:xfrm>
          <a:prstGeom prst="line">
            <a:avLst/>
          </a:prstGeom>
          <a:ln w="9525" cap="flat" cmpd="sng" algn="ctr">
            <a:solidFill>
              <a:schemeClr val="dk1"/>
            </a:solidFill>
            <a:prstDash val="dash"/>
            <a:round/>
            <a:headEnd type="triangle" w="sm" len="med"/>
            <a:tailEnd type="none" w="med" len="med"/>
          </a:ln>
        </p:spPr>
        <p:style>
          <a:lnRef idx="0">
            <a:scrgbClr r="0" g="0" b="0"/>
          </a:lnRef>
          <a:fillRef idx="0">
            <a:scrgbClr r="0" g="0" b="0"/>
          </a:fillRef>
          <a:effectRef idx="0">
            <a:scrgbClr r="0" g="0" b="0"/>
          </a:effectRef>
          <a:fontRef idx="minor">
            <a:schemeClr val="tx1"/>
          </a:fontRef>
        </p:style>
      </p:cxnSp>
      <p:cxnSp>
        <p:nvCxnSpPr>
          <p:cNvPr id="38" name="Straight Connector 37">
            <a:extLst>
              <a:ext uri="{FF2B5EF4-FFF2-40B4-BE49-F238E27FC236}">
                <a16:creationId xmlns:a16="http://schemas.microsoft.com/office/drawing/2014/main" id="{1D8B7C81-A659-57A5-6969-05BC2185C07B}"/>
              </a:ext>
            </a:extLst>
          </p:cNvPr>
          <p:cNvCxnSpPr>
            <a:cxnSpLocks/>
          </p:cNvCxnSpPr>
          <p:nvPr/>
        </p:nvCxnSpPr>
        <p:spPr>
          <a:xfrm>
            <a:off x="3465675" y="4791165"/>
            <a:ext cx="0" cy="58706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9" name="Straight Connector 38">
            <a:extLst>
              <a:ext uri="{FF2B5EF4-FFF2-40B4-BE49-F238E27FC236}">
                <a16:creationId xmlns:a16="http://schemas.microsoft.com/office/drawing/2014/main" id="{981126F5-21A7-A1BF-760D-8F4AE98FF713}"/>
              </a:ext>
            </a:extLst>
          </p:cNvPr>
          <p:cNvCxnSpPr>
            <a:cxnSpLocks/>
            <a:stCxn id="24" idx="2"/>
          </p:cNvCxnSpPr>
          <p:nvPr/>
        </p:nvCxnSpPr>
        <p:spPr>
          <a:xfrm>
            <a:off x="4074544" y="3427987"/>
            <a:ext cx="3573" cy="396469"/>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40" name="Straight Connector 39">
            <a:extLst>
              <a:ext uri="{FF2B5EF4-FFF2-40B4-BE49-F238E27FC236}">
                <a16:creationId xmlns:a16="http://schemas.microsoft.com/office/drawing/2014/main" id="{B3C247D1-60D9-A9E0-95A9-74693977CE67}"/>
              </a:ext>
            </a:extLst>
          </p:cNvPr>
          <p:cNvCxnSpPr>
            <a:cxnSpLocks/>
            <a:stCxn id="16" idx="3"/>
          </p:cNvCxnSpPr>
          <p:nvPr/>
        </p:nvCxnSpPr>
        <p:spPr>
          <a:xfrm>
            <a:off x="2669065" y="4968012"/>
            <a:ext cx="7966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3200488C-20B7-F0CC-E148-A4565411E67B}"/>
              </a:ext>
            </a:extLst>
          </p:cNvPr>
          <p:cNvCxnSpPr>
            <a:cxnSpLocks/>
          </p:cNvCxnSpPr>
          <p:nvPr/>
        </p:nvCxnSpPr>
        <p:spPr>
          <a:xfrm>
            <a:off x="636469" y="3489586"/>
            <a:ext cx="0" cy="216201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42" name="Straight Connector 41">
            <a:extLst>
              <a:ext uri="{FF2B5EF4-FFF2-40B4-BE49-F238E27FC236}">
                <a16:creationId xmlns:a16="http://schemas.microsoft.com/office/drawing/2014/main" id="{225AD514-2FD0-8CB9-697B-3248A0915F66}"/>
              </a:ext>
            </a:extLst>
          </p:cNvPr>
          <p:cNvCxnSpPr>
            <a:cxnSpLocks/>
          </p:cNvCxnSpPr>
          <p:nvPr/>
        </p:nvCxnSpPr>
        <p:spPr>
          <a:xfrm>
            <a:off x="674662" y="5027407"/>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3" name="Straight Connector 42">
            <a:extLst>
              <a:ext uri="{FF2B5EF4-FFF2-40B4-BE49-F238E27FC236}">
                <a16:creationId xmlns:a16="http://schemas.microsoft.com/office/drawing/2014/main" id="{EE905713-71F4-122C-6DD7-8AE2F3C5AAB9}"/>
              </a:ext>
            </a:extLst>
          </p:cNvPr>
          <p:cNvCxnSpPr>
            <a:cxnSpLocks/>
          </p:cNvCxnSpPr>
          <p:nvPr/>
        </p:nvCxnSpPr>
        <p:spPr>
          <a:xfrm>
            <a:off x="674662" y="4456920"/>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4" name="Straight Connector 43">
            <a:extLst>
              <a:ext uri="{FF2B5EF4-FFF2-40B4-BE49-F238E27FC236}">
                <a16:creationId xmlns:a16="http://schemas.microsoft.com/office/drawing/2014/main" id="{CE177360-CBDA-BAB2-B43F-43998BBEBB1C}"/>
              </a:ext>
            </a:extLst>
          </p:cNvPr>
          <p:cNvCxnSpPr>
            <a:cxnSpLocks/>
          </p:cNvCxnSpPr>
          <p:nvPr/>
        </p:nvCxnSpPr>
        <p:spPr>
          <a:xfrm>
            <a:off x="694414" y="5651597"/>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5" name="Straight Arrow Connector 44">
            <a:extLst>
              <a:ext uri="{FF2B5EF4-FFF2-40B4-BE49-F238E27FC236}">
                <a16:creationId xmlns:a16="http://schemas.microsoft.com/office/drawing/2014/main" id="{1CDEDBA2-00AD-9CDB-8E38-DF876971205A}"/>
              </a:ext>
            </a:extLst>
          </p:cNvPr>
          <p:cNvCxnSpPr>
            <a:cxnSpLocks/>
            <a:stCxn id="18" idx="0"/>
            <a:endCxn id="17" idx="2"/>
          </p:cNvCxnSpPr>
          <p:nvPr/>
        </p:nvCxnSpPr>
        <p:spPr>
          <a:xfrm flipV="1">
            <a:off x="1832336" y="5716779"/>
            <a:ext cx="0" cy="3853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Connector: Elbow 45">
            <a:extLst>
              <a:ext uri="{FF2B5EF4-FFF2-40B4-BE49-F238E27FC236}">
                <a16:creationId xmlns:a16="http://schemas.microsoft.com/office/drawing/2014/main" id="{656BDBD7-2A4B-7FC6-1BE1-6393827D8325}"/>
              </a:ext>
            </a:extLst>
          </p:cNvPr>
          <p:cNvCxnSpPr>
            <a:cxnSpLocks/>
            <a:stCxn id="27" idx="0"/>
            <a:endCxn id="23" idx="0"/>
          </p:cNvCxnSpPr>
          <p:nvPr/>
        </p:nvCxnSpPr>
        <p:spPr>
          <a:xfrm rot="5400000" flipH="1" flipV="1">
            <a:off x="4008242" y="337555"/>
            <a:ext cx="71438" cy="5432321"/>
          </a:xfrm>
          <a:prstGeom prst="bentConnector3">
            <a:avLst>
              <a:gd name="adj1" fmla="val 264320"/>
            </a:avLst>
          </a:prstGeom>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ED7AF562-9A47-373F-F911-04C62AF0BDE1}"/>
              </a:ext>
            </a:extLst>
          </p:cNvPr>
          <p:cNvSpPr txBox="1"/>
          <p:nvPr/>
        </p:nvSpPr>
        <p:spPr>
          <a:xfrm>
            <a:off x="1028431" y="1058299"/>
            <a:ext cx="660835"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class</a:t>
            </a:r>
          </a:p>
        </p:txBody>
      </p:sp>
      <p:sp>
        <p:nvSpPr>
          <p:cNvPr id="48" name="TextBox 47">
            <a:extLst>
              <a:ext uri="{FF2B5EF4-FFF2-40B4-BE49-F238E27FC236}">
                <a16:creationId xmlns:a16="http://schemas.microsoft.com/office/drawing/2014/main" id="{D8AB3750-42BE-5A23-055A-209E34202D3D}"/>
              </a:ext>
            </a:extLst>
          </p:cNvPr>
          <p:cNvSpPr txBox="1"/>
          <p:nvPr/>
        </p:nvSpPr>
        <p:spPr>
          <a:xfrm>
            <a:off x="1008294" y="1346469"/>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interface</a:t>
            </a:r>
          </a:p>
        </p:txBody>
      </p:sp>
      <p:sp>
        <p:nvSpPr>
          <p:cNvPr id="49" name="TextBox 48">
            <a:extLst>
              <a:ext uri="{FF2B5EF4-FFF2-40B4-BE49-F238E27FC236}">
                <a16:creationId xmlns:a16="http://schemas.microsoft.com/office/drawing/2014/main" id="{1353F33F-D8A4-2A26-DEF5-D1048C679755}"/>
              </a:ext>
            </a:extLst>
          </p:cNvPr>
          <p:cNvSpPr txBox="1"/>
          <p:nvPr/>
        </p:nvSpPr>
        <p:spPr>
          <a:xfrm>
            <a:off x="1028431" y="1632027"/>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extends</a:t>
            </a:r>
          </a:p>
        </p:txBody>
      </p:sp>
      <p:sp>
        <p:nvSpPr>
          <p:cNvPr id="50" name="TextBox 49">
            <a:extLst>
              <a:ext uri="{FF2B5EF4-FFF2-40B4-BE49-F238E27FC236}">
                <a16:creationId xmlns:a16="http://schemas.microsoft.com/office/drawing/2014/main" id="{74EF3468-436B-EAF7-01C3-3E6074D4520D}"/>
              </a:ext>
            </a:extLst>
          </p:cNvPr>
          <p:cNvSpPr txBox="1"/>
          <p:nvPr/>
        </p:nvSpPr>
        <p:spPr>
          <a:xfrm>
            <a:off x="1066503" y="2000206"/>
            <a:ext cx="139175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p>
        </p:txBody>
      </p:sp>
      <p:sp>
        <p:nvSpPr>
          <p:cNvPr id="51" name="Rectangle 50">
            <a:extLst>
              <a:ext uri="{FF2B5EF4-FFF2-40B4-BE49-F238E27FC236}">
                <a16:creationId xmlns:a16="http://schemas.microsoft.com/office/drawing/2014/main" id="{56F80B02-F7AE-8DCF-DBAC-55D4E03E6D15}"/>
              </a:ext>
            </a:extLst>
          </p:cNvPr>
          <p:cNvSpPr/>
          <p:nvPr/>
        </p:nvSpPr>
        <p:spPr>
          <a:xfrm>
            <a:off x="8562867" y="1233416"/>
            <a:ext cx="3201562" cy="1292536"/>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6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Ordered</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collection allowing </a:t>
            </a:r>
            <a:r>
              <a:rPr kumimoji="0" lang="en-US" sz="16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duplicate</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elements and access collection based on the </a:t>
            </a:r>
            <a:r>
              <a:rPr kumimoji="0" lang="en-US" sz="16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indices</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(get(index) method).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2" name="Straight Arrow Connector 51">
            <a:extLst>
              <a:ext uri="{FF2B5EF4-FFF2-40B4-BE49-F238E27FC236}">
                <a16:creationId xmlns:a16="http://schemas.microsoft.com/office/drawing/2014/main" id="{738B97B2-D723-DA54-FE0C-058320D5B086}"/>
              </a:ext>
            </a:extLst>
          </p:cNvPr>
          <p:cNvCxnSpPr>
            <a:cxnSpLocks/>
            <a:stCxn id="27" idx="3"/>
            <a:endCxn id="51" idx="1"/>
          </p:cNvCxnSpPr>
          <p:nvPr/>
        </p:nvCxnSpPr>
        <p:spPr>
          <a:xfrm flipV="1">
            <a:off x="2181023" y="1879684"/>
            <a:ext cx="6381844" cy="1379027"/>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a16:creationId xmlns:a16="http://schemas.microsoft.com/office/drawing/2014/main" id="{9533CF1C-1E19-9696-29A9-E004D57C0EC7}"/>
              </a:ext>
            </a:extLst>
          </p:cNvPr>
          <p:cNvSpPr/>
          <p:nvPr/>
        </p:nvSpPr>
        <p:spPr>
          <a:xfrm>
            <a:off x="8607709" y="2743201"/>
            <a:ext cx="3201562" cy="832160"/>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6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Unordered</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collection that does not allow duplicates.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 name="Picture 4">
            <a:extLst>
              <a:ext uri="{FF2B5EF4-FFF2-40B4-BE49-F238E27FC236}">
                <a16:creationId xmlns:a16="http://schemas.microsoft.com/office/drawing/2014/main" id="{3965ACE7-4A6E-4E6A-FDA8-F7EF180CBDD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192247" y="292014"/>
            <a:ext cx="935568" cy="372215"/>
          </a:xfrm>
          <a:prstGeom prst="rect">
            <a:avLst/>
          </a:prstGeom>
        </p:spPr>
      </p:pic>
      <p:sp>
        <p:nvSpPr>
          <p:cNvPr id="6" name="TextBox 5">
            <a:extLst>
              <a:ext uri="{FF2B5EF4-FFF2-40B4-BE49-F238E27FC236}">
                <a16:creationId xmlns:a16="http://schemas.microsoft.com/office/drawing/2014/main" id="{597FF790-F223-2953-31C8-B1C060BA107E}"/>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589715872"/>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rPr>
              <a:t>Q. What is </a:t>
            </a:r>
            <a:r>
              <a:rPr lang="en-US" sz="2400" b="1" dirty="0">
                <a:solidFill>
                  <a:srgbClr val="FFFF00"/>
                </a:solidFill>
              </a:rPr>
              <a:t>HashSet</a:t>
            </a:r>
            <a:r>
              <a:rPr lang="en-US" sz="2400" b="1" dirty="0">
                <a:solidFill>
                  <a:schemeClr val="bg1"/>
                </a:solidFill>
              </a:rPr>
              <a:t>? What are the differences btw </a:t>
            </a:r>
            <a:r>
              <a:rPr lang="en-US" sz="2400" b="1" dirty="0" err="1">
                <a:solidFill>
                  <a:schemeClr val="bg1"/>
                </a:solidFill>
              </a:rPr>
              <a:t>ArrayList</a:t>
            </a:r>
            <a:r>
              <a:rPr lang="en-US" sz="2400" b="1" dirty="0">
                <a:solidFill>
                  <a:schemeClr val="bg1"/>
                </a:solidFill>
              </a:rPr>
              <a:t>(List) &amp; HashSet(Set)?</a:t>
            </a:r>
            <a:endParaRPr lang="en-US" sz="2400" b="1" dirty="0">
              <a:solidFill>
                <a:schemeClr val="bg1"/>
              </a:solidFill>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8" name="Rectangle 7">
            <a:extLst>
              <a:ext uri="{FF2B5EF4-FFF2-40B4-BE49-F238E27FC236}">
                <a16:creationId xmlns:a16="http://schemas.microsoft.com/office/drawing/2014/main" id="{CF8B258A-D82C-CAE7-EB42-D5C5C57D9A13}"/>
              </a:ext>
            </a:extLst>
          </p:cNvPr>
          <p:cNvSpPr/>
          <p:nvPr/>
        </p:nvSpPr>
        <p:spPr>
          <a:xfrm>
            <a:off x="310597" y="1064228"/>
            <a:ext cx="5785403" cy="560153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Example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an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of integers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elements to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dynamically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and printing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elements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30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Removing an element from the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Remove element at index 3</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Printing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[10, 20]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0" name="Rectangle 9">
            <a:extLst>
              <a:ext uri="{FF2B5EF4-FFF2-40B4-BE49-F238E27FC236}">
                <a16:creationId xmlns:a16="http://schemas.microsoft.com/office/drawing/2014/main" id="{35BABFA1-CD6E-B1C9-7862-CDF328523177}"/>
              </a:ext>
            </a:extLst>
          </p:cNvPr>
          <p:cNvSpPr/>
          <p:nvPr/>
        </p:nvSpPr>
        <p:spPr>
          <a:xfrm>
            <a:off x="6442364" y="1064228"/>
            <a:ext cx="5670747" cy="569380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HashSet Example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HashSetEx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 HashSet of integers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HashSet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HashSet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elements to the HashSet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duplicate not allowed</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[20, 10, 30]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 a specific element not supported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Removing an element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[20, 10]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cxnSp>
        <p:nvCxnSpPr>
          <p:cNvPr id="4" name="Straight Connector 3">
            <a:extLst>
              <a:ext uri="{FF2B5EF4-FFF2-40B4-BE49-F238E27FC236}">
                <a16:creationId xmlns:a16="http://schemas.microsoft.com/office/drawing/2014/main" id="{454ADFB2-6E53-0ACA-FD52-EEC450CBEFC6}"/>
              </a:ext>
            </a:extLst>
          </p:cNvPr>
          <p:cNvCxnSpPr/>
          <p:nvPr/>
        </p:nvCxnSpPr>
        <p:spPr>
          <a:xfrm>
            <a:off x="6231178" y="1013254"/>
            <a:ext cx="0" cy="5721179"/>
          </a:xfrm>
          <a:prstGeom prst="line">
            <a:avLst/>
          </a:prstGeom>
        </p:spPr>
        <p:style>
          <a:lnRef idx="1">
            <a:schemeClr val="accent1"/>
          </a:lnRef>
          <a:fillRef idx="0">
            <a:schemeClr val="accent1"/>
          </a:fillRef>
          <a:effectRef idx="0">
            <a:schemeClr val="accent1"/>
          </a:effectRef>
          <a:fontRef idx="minor">
            <a:schemeClr val="tx1"/>
          </a:fontRef>
        </p:style>
      </p:cxnSp>
      <p:pic>
        <p:nvPicPr>
          <p:cNvPr id="7" name="Picture 6">
            <a:extLst>
              <a:ext uri="{FF2B5EF4-FFF2-40B4-BE49-F238E27FC236}">
                <a16:creationId xmlns:a16="http://schemas.microsoft.com/office/drawing/2014/main" id="{6D7CC4E3-0EE7-0E12-37AC-C5ECE108428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192247" y="292014"/>
            <a:ext cx="935568" cy="372215"/>
          </a:xfrm>
          <a:prstGeom prst="rect">
            <a:avLst/>
          </a:prstGeom>
        </p:spPr>
      </p:pic>
      <p:sp>
        <p:nvSpPr>
          <p:cNvPr id="5" name="TextBox 4">
            <a:extLst>
              <a:ext uri="{FF2B5EF4-FFF2-40B4-BE49-F238E27FC236}">
                <a16:creationId xmlns:a16="http://schemas.microsoft.com/office/drawing/2014/main" id="{FB76AAC6-4E35-6BB2-0ED1-8F48D12BC877}"/>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1137999499"/>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rPr>
              <a:t>Q. What is </a:t>
            </a:r>
            <a:r>
              <a:rPr lang="en-US" sz="2400" b="1" dirty="0">
                <a:solidFill>
                  <a:srgbClr val="FFFF00"/>
                </a:solidFill>
              </a:rPr>
              <a:t>HashSet</a:t>
            </a:r>
            <a:r>
              <a:rPr lang="en-US" sz="2400" b="1" dirty="0">
                <a:solidFill>
                  <a:schemeClr val="bg1"/>
                </a:solidFill>
              </a:rPr>
              <a:t>? What are the differences btw </a:t>
            </a:r>
            <a:r>
              <a:rPr lang="en-US" sz="2400" b="1" dirty="0" err="1">
                <a:solidFill>
                  <a:schemeClr val="bg1"/>
                </a:solidFill>
              </a:rPr>
              <a:t>ArrayList</a:t>
            </a:r>
            <a:r>
              <a:rPr lang="en-US" sz="2400" b="1" dirty="0">
                <a:solidFill>
                  <a:schemeClr val="bg1"/>
                </a:solidFill>
              </a:rPr>
              <a:t>(List) &amp; HashSet(Set)?</a:t>
            </a:r>
            <a:endParaRPr lang="en-US" sz="2400" b="1" dirty="0">
              <a:solidFill>
                <a:schemeClr val="bg1"/>
              </a:solidFill>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Table 4">
            <a:extLst>
              <a:ext uri="{FF2B5EF4-FFF2-40B4-BE49-F238E27FC236}">
                <a16:creationId xmlns:a16="http://schemas.microsoft.com/office/drawing/2014/main" id="{1CC9274A-95E5-3105-6034-DBEC200CA1E3}"/>
              </a:ext>
            </a:extLst>
          </p:cNvPr>
          <p:cNvGraphicFramePr>
            <a:graphicFrameLocks noGrp="1"/>
          </p:cNvGraphicFramePr>
          <p:nvPr>
            <p:ph idx="1"/>
          </p:nvPr>
        </p:nvGraphicFramePr>
        <p:xfrm>
          <a:off x="355693" y="1275525"/>
          <a:ext cx="10147168" cy="4053744"/>
        </p:xfrm>
        <a:graphic>
          <a:graphicData uri="http://schemas.openxmlformats.org/drawingml/2006/table">
            <a:tbl>
              <a:tblPr firstRow="1" bandRow="1">
                <a:tableStyleId>{E8B1032C-EA38-4F05-BA0D-38AFFFC7BED3}</a:tableStyleId>
              </a:tblPr>
              <a:tblGrid>
                <a:gridCol w="4915008">
                  <a:extLst>
                    <a:ext uri="{9D8B030D-6E8A-4147-A177-3AD203B41FA5}">
                      <a16:colId xmlns:a16="http://schemas.microsoft.com/office/drawing/2014/main" val="312534454"/>
                    </a:ext>
                  </a:extLst>
                </a:gridCol>
                <a:gridCol w="5232160">
                  <a:extLst>
                    <a:ext uri="{9D8B030D-6E8A-4147-A177-3AD203B41FA5}">
                      <a16:colId xmlns:a16="http://schemas.microsoft.com/office/drawing/2014/main" val="3786215524"/>
                    </a:ext>
                  </a:extLst>
                </a:gridCol>
              </a:tblGrid>
              <a:tr h="570523">
                <a:tc>
                  <a:txBody>
                    <a:bodyPr/>
                    <a:lstStyle/>
                    <a:p>
                      <a:pPr algn="ctr"/>
                      <a:r>
                        <a:rPr lang="en-IN" sz="2400" b="1" i="0" kern="1200" dirty="0" err="1">
                          <a:solidFill>
                            <a:schemeClr val="tx1"/>
                          </a:solidFill>
                          <a:effectLst/>
                          <a:latin typeface="+mn-lt"/>
                          <a:ea typeface="+mn-ea"/>
                          <a:cs typeface="+mn-cs"/>
                        </a:rPr>
                        <a:t>ArrayList</a:t>
                      </a:r>
                      <a:endParaRPr lang="en-IN" sz="2400" dirty="0"/>
                    </a:p>
                  </a:txBody>
                  <a:tcPr marL="180000" marR="540000" marT="108000" marB="108000" anchor="ctr"/>
                </a:tc>
                <a:tc>
                  <a:txBody>
                    <a:bodyPr/>
                    <a:lstStyle/>
                    <a:p>
                      <a:pPr algn="ctr"/>
                      <a:r>
                        <a:rPr lang="en-IN" sz="2400" b="1" i="0" kern="1200" dirty="0">
                          <a:solidFill>
                            <a:schemeClr val="tx1"/>
                          </a:solidFill>
                          <a:effectLst/>
                          <a:latin typeface="+mn-lt"/>
                          <a:ea typeface="+mn-ea"/>
                          <a:cs typeface="+mn-cs"/>
                        </a:rPr>
                        <a:t>HashSet</a:t>
                      </a:r>
                      <a:endParaRPr lang="en-IN" sz="2400" dirty="0"/>
                    </a:p>
                  </a:txBody>
                  <a:tcPr marL="180000" marR="540000" marT="108000" marB="108000" anchor="ctr"/>
                </a:tc>
                <a:extLst>
                  <a:ext uri="{0D108BD9-81ED-4DB2-BD59-A6C34878D82A}">
                    <a16:rowId xmlns:a16="http://schemas.microsoft.com/office/drawing/2014/main" val="2733934505"/>
                  </a:ext>
                </a:extLst>
              </a:tr>
              <a:tr h="669917">
                <a:tc>
                  <a:txBody>
                    <a:bodyPr/>
                    <a:lstStyle/>
                    <a:p>
                      <a:r>
                        <a:rPr lang="en-IN" sz="1800" dirty="0"/>
                        <a:t>1. </a:t>
                      </a:r>
                      <a:r>
                        <a:rPr lang="en-US" sz="1800" b="0" i="0" kern="1200" dirty="0">
                          <a:solidFill>
                            <a:schemeClr val="tx1"/>
                          </a:solidFill>
                          <a:effectLst/>
                          <a:latin typeface="+mn-lt"/>
                          <a:ea typeface="+mn-ea"/>
                          <a:cs typeface="+mn-cs"/>
                        </a:rPr>
                        <a:t>Implements List interface</a:t>
                      </a:r>
                      <a:endParaRPr lang="en-IN" sz="1800" dirty="0"/>
                    </a:p>
                  </a:txBody>
                  <a:tcPr marL="180000" marR="540000" marT="108000" marB="108000" anchor="ctr"/>
                </a:tc>
                <a:tc>
                  <a:txBody>
                    <a:bodyPr/>
                    <a:lstStyle/>
                    <a:p>
                      <a:r>
                        <a:rPr lang="en-IN" sz="1800" b="0" i="0" kern="1200" dirty="0">
                          <a:solidFill>
                            <a:schemeClr val="tx1"/>
                          </a:solidFill>
                          <a:effectLst/>
                          <a:latin typeface="+mn-lt"/>
                          <a:ea typeface="+mn-ea"/>
                          <a:cs typeface="+mn-cs"/>
                        </a:rPr>
                        <a:t>Implements </a:t>
                      </a:r>
                      <a:r>
                        <a:rPr lang="en-IN" dirty="0"/>
                        <a:t>Set</a:t>
                      </a:r>
                      <a:r>
                        <a:rPr lang="en-IN" sz="1800" b="0" i="0" kern="1200" dirty="0">
                          <a:solidFill>
                            <a:schemeClr val="tx1"/>
                          </a:solidFill>
                          <a:effectLst/>
                          <a:latin typeface="+mn-lt"/>
                          <a:ea typeface="+mn-ea"/>
                          <a:cs typeface="+mn-cs"/>
                        </a:rPr>
                        <a:t> interface</a:t>
                      </a:r>
                      <a:endParaRPr lang="en-IN" sz="1800" dirty="0"/>
                    </a:p>
                  </a:txBody>
                  <a:tcPr marL="180000" marR="540000" marT="108000" marB="108000" anchor="ctr"/>
                </a:tc>
                <a:extLst>
                  <a:ext uri="{0D108BD9-81ED-4DB2-BD59-A6C34878D82A}">
                    <a16:rowId xmlns:a16="http://schemas.microsoft.com/office/drawing/2014/main" val="2040826760"/>
                  </a:ext>
                </a:extLst>
              </a:tr>
              <a:tr h="630139">
                <a:tc>
                  <a:txBody>
                    <a:bodyPr/>
                    <a:lstStyle/>
                    <a:p>
                      <a:r>
                        <a:rPr lang="en-IN" sz="1800" dirty="0"/>
                        <a:t>2. </a:t>
                      </a:r>
                      <a:r>
                        <a:rPr lang="en-IN" sz="1800" b="0" i="0" kern="1200" dirty="0">
                          <a:solidFill>
                            <a:schemeClr val="tx1"/>
                          </a:solidFill>
                          <a:effectLst/>
                          <a:latin typeface="+mn-lt"/>
                          <a:ea typeface="+mn-ea"/>
                          <a:cs typeface="+mn-cs"/>
                        </a:rPr>
                        <a:t>Maintains insertion order</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Does not maintain insertion order</a:t>
                      </a:r>
                      <a:endParaRPr lang="en-IN" sz="1800" dirty="0"/>
                    </a:p>
                  </a:txBody>
                  <a:tcPr marL="180000" marR="540000" marT="108000" marB="108000" anchor="ctr"/>
                </a:tc>
                <a:extLst>
                  <a:ext uri="{0D108BD9-81ED-4DB2-BD59-A6C34878D82A}">
                    <a16:rowId xmlns:a16="http://schemas.microsoft.com/office/drawing/2014/main" val="546381452"/>
                  </a:ext>
                </a:extLst>
              </a:tr>
              <a:tr h="642648">
                <a:tc>
                  <a:txBody>
                    <a:bodyPr/>
                    <a:lstStyle/>
                    <a:p>
                      <a:r>
                        <a:rPr lang="en-US" sz="1800" dirty="0"/>
                        <a:t>3. </a:t>
                      </a:r>
                      <a:r>
                        <a:rPr lang="en-IN" sz="1800" b="0" i="0" kern="1200" dirty="0">
                          <a:solidFill>
                            <a:schemeClr val="tx1"/>
                          </a:solidFill>
                          <a:effectLst/>
                          <a:latin typeface="+mn-lt"/>
                          <a:ea typeface="+mn-ea"/>
                          <a:cs typeface="+mn-cs"/>
                        </a:rPr>
                        <a:t>Allows duplicate elements</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Does not allow duplicate elements (stores unique)</a:t>
                      </a:r>
                      <a:endParaRPr lang="en-IN" sz="1800" dirty="0"/>
                    </a:p>
                  </a:txBody>
                  <a:tcPr marL="180000" marR="540000" marT="108000" marB="108000" anchor="ctr"/>
                </a:tc>
                <a:extLst>
                  <a:ext uri="{0D108BD9-81ED-4DB2-BD59-A6C34878D82A}">
                    <a16:rowId xmlns:a16="http://schemas.microsoft.com/office/drawing/2014/main" val="763325998"/>
                  </a:ext>
                </a:extLst>
              </a:tr>
              <a:tr h="642648">
                <a:tc>
                  <a:txBody>
                    <a:bodyPr/>
                    <a:lstStyle/>
                    <a:p>
                      <a:r>
                        <a:rPr lang="en-IN" sz="1800" b="0" i="0" kern="1200" dirty="0">
                          <a:solidFill>
                            <a:schemeClr val="tx1"/>
                          </a:solidFill>
                          <a:effectLst/>
                          <a:latin typeface="+mn-lt"/>
                          <a:ea typeface="+mn-ea"/>
                          <a:cs typeface="+mn-cs"/>
                        </a:rPr>
                        <a:t>4. </a:t>
                      </a:r>
                      <a:r>
                        <a:rPr lang="en-US" sz="1800" b="0" i="0" kern="1200" dirty="0">
                          <a:solidFill>
                            <a:schemeClr val="tx1"/>
                          </a:solidFill>
                          <a:effectLst/>
                          <a:latin typeface="+mn-lt"/>
                          <a:ea typeface="+mn-ea"/>
                          <a:cs typeface="+mn-cs"/>
                        </a:rPr>
                        <a:t>Supports indexed access (</a:t>
                      </a:r>
                      <a:r>
                        <a:rPr lang="en-US" dirty="0"/>
                        <a:t>get(index)</a:t>
                      </a:r>
                      <a:r>
                        <a:rPr lang="en-US" sz="1800" b="0" i="0" kern="1200" dirty="0">
                          <a:solidFill>
                            <a:schemeClr val="tx1"/>
                          </a:solidFill>
                          <a:effectLst/>
                          <a:latin typeface="+mn-lt"/>
                          <a:ea typeface="+mn-ea"/>
                          <a:cs typeface="+mn-cs"/>
                        </a:rPr>
                        <a:t>)</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Does not support direct indexed access</a:t>
                      </a:r>
                      <a:endParaRPr lang="en-IN" sz="1800" dirty="0"/>
                    </a:p>
                  </a:txBody>
                  <a:tcPr marL="180000" marR="540000" marT="108000" marB="108000" anchor="ctr"/>
                </a:tc>
                <a:extLst>
                  <a:ext uri="{0D108BD9-81ED-4DB2-BD59-A6C34878D82A}">
                    <a16:rowId xmlns:a16="http://schemas.microsoft.com/office/drawing/2014/main" val="536598921"/>
                  </a:ext>
                </a:extLst>
              </a:tr>
              <a:tr h="665527">
                <a:tc>
                  <a:txBody>
                    <a:bodyPr/>
                    <a:lstStyle/>
                    <a:p>
                      <a:r>
                        <a:rPr lang="en-US" sz="1800" b="0" i="0" kern="1200" dirty="0">
                          <a:solidFill>
                            <a:schemeClr val="tx1"/>
                          </a:solidFill>
                          <a:effectLst/>
                          <a:latin typeface="+mn-lt"/>
                          <a:ea typeface="+mn-ea"/>
                          <a:cs typeface="+mn-cs"/>
                        </a:rPr>
                        <a:t>5. Ordered iteration based on insertion sequence</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Unordered iteration; iteration order not guaranteed</a:t>
                      </a:r>
                      <a:endParaRPr lang="en-IN" sz="1800" dirty="0"/>
                    </a:p>
                  </a:txBody>
                  <a:tcPr marL="180000" marR="540000" marT="108000" marB="108000" anchor="ctr"/>
                </a:tc>
                <a:extLst>
                  <a:ext uri="{0D108BD9-81ED-4DB2-BD59-A6C34878D82A}">
                    <a16:rowId xmlns:a16="http://schemas.microsoft.com/office/drawing/2014/main" val="768285145"/>
                  </a:ext>
                </a:extLst>
              </a:tr>
            </a:tbl>
          </a:graphicData>
        </a:graphic>
      </p:graphicFrame>
      <p:pic>
        <p:nvPicPr>
          <p:cNvPr id="7" name="Picture 6">
            <a:extLst>
              <a:ext uri="{FF2B5EF4-FFF2-40B4-BE49-F238E27FC236}">
                <a16:creationId xmlns:a16="http://schemas.microsoft.com/office/drawing/2014/main" id="{909EE806-EB44-E99B-E9E1-9F2A1645992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192247" y="292014"/>
            <a:ext cx="935568" cy="372215"/>
          </a:xfrm>
          <a:prstGeom prst="rect">
            <a:avLst/>
          </a:prstGeom>
        </p:spPr>
      </p:pic>
      <p:sp>
        <p:nvSpPr>
          <p:cNvPr id="5" name="TextBox 4">
            <a:extLst>
              <a:ext uri="{FF2B5EF4-FFF2-40B4-BE49-F238E27FC236}">
                <a16:creationId xmlns:a16="http://schemas.microsoft.com/office/drawing/2014/main" id="{D30B9133-2721-C43D-1376-ECCE03CA2EC7}"/>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4128122823"/>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Map</a:t>
            </a:r>
            <a:r>
              <a:rPr lang="en-US" sz="2400" b="1" dirty="0">
                <a:solidFill>
                  <a:schemeClr val="bg1"/>
                </a:solidFill>
                <a:ea typeface="+mn-ea"/>
                <a:cs typeface="+mn-cs"/>
              </a:rPr>
              <a:t> In Java? Which classes implements </a:t>
            </a:r>
            <a:r>
              <a:rPr lang="en-US" sz="2400" b="1" dirty="0">
                <a:solidFill>
                  <a:srgbClr val="FFFF00"/>
                </a:solidFill>
                <a:ea typeface="+mn-ea"/>
                <a:cs typeface="+mn-cs"/>
              </a:rPr>
              <a:t>Map</a:t>
            </a:r>
            <a:r>
              <a:rPr lang="en-US" sz="2400" b="1" dirty="0">
                <a:solidFill>
                  <a:schemeClr val="bg1"/>
                </a:solidFill>
                <a:ea typeface="+mn-ea"/>
                <a:cs typeface="+mn-cs"/>
              </a:rPr>
              <a:t> interface?</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93AB5550-7E97-6E91-C233-039EB67ACC23}"/>
              </a:ext>
            </a:extLst>
          </p:cNvPr>
          <p:cNvSpPr/>
          <p:nvPr/>
        </p:nvSpPr>
        <p:spPr>
          <a:xfrm>
            <a:off x="10209867" y="1473524"/>
            <a:ext cx="433106" cy="18472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Rectangle 20">
            <a:extLst>
              <a:ext uri="{FF2B5EF4-FFF2-40B4-BE49-F238E27FC236}">
                <a16:creationId xmlns:a16="http://schemas.microsoft.com/office/drawing/2014/main" id="{C277DE4A-A5FA-2BEF-BCD9-DEB8DAD41FDC}"/>
              </a:ext>
            </a:extLst>
          </p:cNvPr>
          <p:cNvSpPr/>
          <p:nvPr/>
        </p:nvSpPr>
        <p:spPr>
          <a:xfrm>
            <a:off x="10209867" y="1175903"/>
            <a:ext cx="433106" cy="184729"/>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4" name="Straight Arrow Connector 33">
            <a:extLst>
              <a:ext uri="{FF2B5EF4-FFF2-40B4-BE49-F238E27FC236}">
                <a16:creationId xmlns:a16="http://schemas.microsoft.com/office/drawing/2014/main" id="{0213E953-AA0F-A9BF-D866-AEC090C8D3CE}"/>
              </a:ext>
            </a:extLst>
          </p:cNvPr>
          <p:cNvCxnSpPr>
            <a:cxnSpLocks/>
          </p:cNvCxnSpPr>
          <p:nvPr/>
        </p:nvCxnSpPr>
        <p:spPr>
          <a:xfrm flipV="1">
            <a:off x="10467718" y="1751816"/>
            <a:ext cx="0" cy="18833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5069EAB3-9F36-BE53-A207-98314B9480B3}"/>
              </a:ext>
            </a:extLst>
          </p:cNvPr>
          <p:cNvCxnSpPr>
            <a:cxnSpLocks/>
          </p:cNvCxnSpPr>
          <p:nvPr/>
        </p:nvCxnSpPr>
        <p:spPr>
          <a:xfrm>
            <a:off x="10467718" y="2058082"/>
            <a:ext cx="0" cy="288096"/>
          </a:xfrm>
          <a:prstGeom prst="line">
            <a:avLst/>
          </a:prstGeom>
          <a:ln w="9525" cap="flat" cmpd="sng" algn="ctr">
            <a:solidFill>
              <a:schemeClr val="dk1"/>
            </a:solidFill>
            <a:prstDash val="dash"/>
            <a:round/>
            <a:headEnd type="triangle" w="sm" len="med"/>
            <a:tailEnd type="none" w="med" len="med"/>
          </a:ln>
        </p:spPr>
        <p:style>
          <a:lnRef idx="0">
            <a:scrgbClr r="0" g="0" b="0"/>
          </a:lnRef>
          <a:fillRef idx="0">
            <a:scrgbClr r="0" g="0" b="0"/>
          </a:fillRef>
          <a:effectRef idx="0">
            <a:scrgbClr r="0" g="0" b="0"/>
          </a:effectRef>
          <a:fontRef idx="minor">
            <a:schemeClr val="tx1"/>
          </a:fontRef>
        </p:style>
      </p:cxnSp>
      <p:sp>
        <p:nvSpPr>
          <p:cNvPr id="49" name="TextBox 48">
            <a:extLst>
              <a:ext uri="{FF2B5EF4-FFF2-40B4-BE49-F238E27FC236}">
                <a16:creationId xmlns:a16="http://schemas.microsoft.com/office/drawing/2014/main" id="{B9491E0F-A67A-9C5D-9EB1-A15FBD0AF200}"/>
              </a:ext>
            </a:extLst>
          </p:cNvPr>
          <p:cNvSpPr txBox="1"/>
          <p:nvPr/>
        </p:nvSpPr>
        <p:spPr>
          <a:xfrm>
            <a:off x="10856646" y="1098990"/>
            <a:ext cx="660835"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class</a:t>
            </a:r>
          </a:p>
        </p:txBody>
      </p:sp>
      <p:sp>
        <p:nvSpPr>
          <p:cNvPr id="50" name="TextBox 49">
            <a:extLst>
              <a:ext uri="{FF2B5EF4-FFF2-40B4-BE49-F238E27FC236}">
                <a16:creationId xmlns:a16="http://schemas.microsoft.com/office/drawing/2014/main" id="{45AF791A-12EC-E80E-E961-B070E375270C}"/>
              </a:ext>
            </a:extLst>
          </p:cNvPr>
          <p:cNvSpPr txBox="1"/>
          <p:nvPr/>
        </p:nvSpPr>
        <p:spPr>
          <a:xfrm>
            <a:off x="10836509" y="1387160"/>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interface</a:t>
            </a:r>
          </a:p>
        </p:txBody>
      </p:sp>
      <p:sp>
        <p:nvSpPr>
          <p:cNvPr id="51" name="TextBox 50">
            <a:extLst>
              <a:ext uri="{FF2B5EF4-FFF2-40B4-BE49-F238E27FC236}">
                <a16:creationId xmlns:a16="http://schemas.microsoft.com/office/drawing/2014/main" id="{4A4127D2-8D76-5434-853C-6A72C78C6ECC}"/>
              </a:ext>
            </a:extLst>
          </p:cNvPr>
          <p:cNvSpPr txBox="1"/>
          <p:nvPr/>
        </p:nvSpPr>
        <p:spPr>
          <a:xfrm>
            <a:off x="10856646" y="1672718"/>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extends</a:t>
            </a:r>
          </a:p>
        </p:txBody>
      </p:sp>
      <p:sp>
        <p:nvSpPr>
          <p:cNvPr id="52" name="TextBox 51">
            <a:extLst>
              <a:ext uri="{FF2B5EF4-FFF2-40B4-BE49-F238E27FC236}">
                <a16:creationId xmlns:a16="http://schemas.microsoft.com/office/drawing/2014/main" id="{39D960FD-7C9B-CEB7-06A8-6680F54220B4}"/>
              </a:ext>
            </a:extLst>
          </p:cNvPr>
          <p:cNvSpPr txBox="1"/>
          <p:nvPr/>
        </p:nvSpPr>
        <p:spPr>
          <a:xfrm>
            <a:off x="10836354" y="2040897"/>
            <a:ext cx="139175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p>
        </p:txBody>
      </p:sp>
      <p:sp>
        <p:nvSpPr>
          <p:cNvPr id="68" name="Rectangle 67">
            <a:extLst>
              <a:ext uri="{FF2B5EF4-FFF2-40B4-BE49-F238E27FC236}">
                <a16:creationId xmlns:a16="http://schemas.microsoft.com/office/drawing/2014/main" id="{6FBD343B-836A-E88C-E3B3-680AE869D178}"/>
              </a:ext>
            </a:extLst>
          </p:cNvPr>
          <p:cNvSpPr/>
          <p:nvPr/>
        </p:nvSpPr>
        <p:spPr>
          <a:xfrm>
            <a:off x="7670083" y="1904551"/>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HashMap</a:t>
            </a:r>
          </a:p>
        </p:txBody>
      </p:sp>
      <p:sp>
        <p:nvSpPr>
          <p:cNvPr id="69" name="Rectangle 68">
            <a:extLst>
              <a:ext uri="{FF2B5EF4-FFF2-40B4-BE49-F238E27FC236}">
                <a16:creationId xmlns:a16="http://schemas.microsoft.com/office/drawing/2014/main" id="{3ADCA23B-3556-A365-F677-4818226D5862}"/>
              </a:ext>
            </a:extLst>
          </p:cNvPr>
          <p:cNvSpPr/>
          <p:nvPr/>
        </p:nvSpPr>
        <p:spPr>
          <a:xfrm>
            <a:off x="7674424" y="2484042"/>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LinkedHashMap</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 name="Rectangle 69">
            <a:extLst>
              <a:ext uri="{FF2B5EF4-FFF2-40B4-BE49-F238E27FC236}">
                <a16:creationId xmlns:a16="http://schemas.microsoft.com/office/drawing/2014/main" id="{09109BA4-08AD-D59A-8FEB-E19ACC8E569B}"/>
              </a:ext>
            </a:extLst>
          </p:cNvPr>
          <p:cNvSpPr/>
          <p:nvPr/>
        </p:nvSpPr>
        <p:spPr>
          <a:xfrm>
            <a:off x="7690917" y="3063533"/>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Hashtable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 name="Rectangle 70">
            <a:extLst>
              <a:ext uri="{FF2B5EF4-FFF2-40B4-BE49-F238E27FC236}">
                <a16:creationId xmlns:a16="http://schemas.microsoft.com/office/drawing/2014/main" id="{A1BCE6D2-90BD-A348-5510-9B23E1D89139}"/>
              </a:ext>
            </a:extLst>
          </p:cNvPr>
          <p:cNvSpPr/>
          <p:nvPr/>
        </p:nvSpPr>
        <p:spPr>
          <a:xfrm>
            <a:off x="6853862" y="1134971"/>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Map (key, value)</a:t>
            </a:r>
          </a:p>
        </p:txBody>
      </p:sp>
      <p:cxnSp>
        <p:nvCxnSpPr>
          <p:cNvPr id="72" name="Straight Connector 71">
            <a:extLst>
              <a:ext uri="{FF2B5EF4-FFF2-40B4-BE49-F238E27FC236}">
                <a16:creationId xmlns:a16="http://schemas.microsoft.com/office/drawing/2014/main" id="{75E17105-EC0D-F4A1-F8C0-0195B87C9B17}"/>
              </a:ext>
            </a:extLst>
          </p:cNvPr>
          <p:cNvCxnSpPr>
            <a:cxnSpLocks/>
          </p:cNvCxnSpPr>
          <p:nvPr/>
        </p:nvCxnSpPr>
        <p:spPr>
          <a:xfrm>
            <a:off x="7348273" y="1535123"/>
            <a:ext cx="0" cy="1704066"/>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73" name="Straight Connector 72">
            <a:extLst>
              <a:ext uri="{FF2B5EF4-FFF2-40B4-BE49-F238E27FC236}">
                <a16:creationId xmlns:a16="http://schemas.microsoft.com/office/drawing/2014/main" id="{71A59197-209D-FB41-6656-CF2B5FECC99C}"/>
              </a:ext>
            </a:extLst>
          </p:cNvPr>
          <p:cNvCxnSpPr>
            <a:cxnSpLocks/>
          </p:cNvCxnSpPr>
          <p:nvPr/>
        </p:nvCxnSpPr>
        <p:spPr>
          <a:xfrm>
            <a:off x="7386466" y="2712714"/>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74" name="Straight Connector 73">
            <a:extLst>
              <a:ext uri="{FF2B5EF4-FFF2-40B4-BE49-F238E27FC236}">
                <a16:creationId xmlns:a16="http://schemas.microsoft.com/office/drawing/2014/main" id="{8EC01CC7-C2DA-2C64-D381-CA60BAB9C89E}"/>
              </a:ext>
            </a:extLst>
          </p:cNvPr>
          <p:cNvCxnSpPr>
            <a:cxnSpLocks/>
          </p:cNvCxnSpPr>
          <p:nvPr/>
        </p:nvCxnSpPr>
        <p:spPr>
          <a:xfrm>
            <a:off x="7386466" y="2142227"/>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75" name="Straight Connector 74">
            <a:extLst>
              <a:ext uri="{FF2B5EF4-FFF2-40B4-BE49-F238E27FC236}">
                <a16:creationId xmlns:a16="http://schemas.microsoft.com/office/drawing/2014/main" id="{90D102F5-3B7A-BE14-CFD1-7859D3B00F57}"/>
              </a:ext>
            </a:extLst>
          </p:cNvPr>
          <p:cNvCxnSpPr>
            <a:cxnSpLocks/>
          </p:cNvCxnSpPr>
          <p:nvPr/>
        </p:nvCxnSpPr>
        <p:spPr>
          <a:xfrm>
            <a:off x="7400318" y="3239189"/>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76" name="Rectangle 75">
            <a:extLst>
              <a:ext uri="{FF2B5EF4-FFF2-40B4-BE49-F238E27FC236}">
                <a16:creationId xmlns:a16="http://schemas.microsoft.com/office/drawing/2014/main" id="{4E8D69AB-3C0B-4A32-6B3A-3FA02A666D41}"/>
              </a:ext>
            </a:extLst>
          </p:cNvPr>
          <p:cNvSpPr/>
          <p:nvPr/>
        </p:nvSpPr>
        <p:spPr>
          <a:xfrm>
            <a:off x="6853862" y="3563771"/>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SortedMap</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 name="Rectangle 76">
            <a:extLst>
              <a:ext uri="{FF2B5EF4-FFF2-40B4-BE49-F238E27FC236}">
                <a16:creationId xmlns:a16="http://schemas.microsoft.com/office/drawing/2014/main" id="{2DAAD5D1-F330-E2AB-A243-14EB99AADE3F}"/>
              </a:ext>
            </a:extLst>
          </p:cNvPr>
          <p:cNvSpPr/>
          <p:nvPr/>
        </p:nvSpPr>
        <p:spPr>
          <a:xfrm>
            <a:off x="6853862" y="4239273"/>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TreeMap</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8" name="Straight Arrow Connector 77">
            <a:extLst>
              <a:ext uri="{FF2B5EF4-FFF2-40B4-BE49-F238E27FC236}">
                <a16:creationId xmlns:a16="http://schemas.microsoft.com/office/drawing/2014/main" id="{8E0E0182-EE9A-E4DF-49CF-371E260D48BB}"/>
              </a:ext>
            </a:extLst>
          </p:cNvPr>
          <p:cNvCxnSpPr>
            <a:cxnSpLocks/>
          </p:cNvCxnSpPr>
          <p:nvPr/>
        </p:nvCxnSpPr>
        <p:spPr>
          <a:xfrm flipV="1">
            <a:off x="6956168" y="1528035"/>
            <a:ext cx="0" cy="20357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B909C8BB-7771-C6F8-1983-CFC1B1C68C05}"/>
              </a:ext>
            </a:extLst>
          </p:cNvPr>
          <p:cNvCxnSpPr>
            <a:cxnSpLocks/>
          </p:cNvCxnSpPr>
          <p:nvPr/>
        </p:nvCxnSpPr>
        <p:spPr>
          <a:xfrm>
            <a:off x="7258333" y="3940395"/>
            <a:ext cx="0" cy="29887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sp>
        <p:nvSpPr>
          <p:cNvPr id="87" name="TextBox 86">
            <a:extLst>
              <a:ext uri="{FF2B5EF4-FFF2-40B4-BE49-F238E27FC236}">
                <a16:creationId xmlns:a16="http://schemas.microsoft.com/office/drawing/2014/main" id="{206FE5D6-D998-6FEF-61C4-FCB6142D52D2}"/>
              </a:ext>
            </a:extLst>
          </p:cNvPr>
          <p:cNvSpPr txBox="1"/>
          <p:nvPr/>
        </p:nvSpPr>
        <p:spPr>
          <a:xfrm>
            <a:off x="355694" y="1106296"/>
            <a:ext cx="4848607"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Map is an interface that represents a collection of </a:t>
            </a: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key-value pairs</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where each key is unique.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Rounded Corners 87">
            <a:extLst>
              <a:ext uri="{FF2B5EF4-FFF2-40B4-BE49-F238E27FC236}">
                <a16:creationId xmlns:a16="http://schemas.microsoft.com/office/drawing/2014/main" id="{5B866D39-7E2C-29BE-C0FE-E0E9219AD585}"/>
              </a:ext>
            </a:extLst>
          </p:cNvPr>
          <p:cNvSpPr/>
          <p:nvPr/>
        </p:nvSpPr>
        <p:spPr>
          <a:xfrm>
            <a:off x="555244" y="2787690"/>
            <a:ext cx="1387737" cy="451499"/>
          </a:xfrm>
          <a:prstGeom prst="roundRect">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DECA8EB4-6C82-C55D-F476-7B94D51CCCF0}"/>
              </a:ext>
            </a:extLst>
          </p:cNvPr>
          <p:cNvSpPr txBox="1"/>
          <p:nvPr/>
        </p:nvSpPr>
        <p:spPr>
          <a:xfrm>
            <a:off x="882530" y="2387156"/>
            <a:ext cx="121574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Key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Rounded Corners 90">
            <a:extLst>
              <a:ext uri="{FF2B5EF4-FFF2-40B4-BE49-F238E27FC236}">
                <a16:creationId xmlns:a16="http://schemas.microsoft.com/office/drawing/2014/main" id="{604AF644-61D6-461A-446E-FA35ED8D6075}"/>
              </a:ext>
            </a:extLst>
          </p:cNvPr>
          <p:cNvSpPr/>
          <p:nvPr/>
        </p:nvSpPr>
        <p:spPr>
          <a:xfrm>
            <a:off x="3493825" y="2787690"/>
            <a:ext cx="1821559" cy="451499"/>
          </a:xfrm>
          <a:prstGeom prst="roundRect">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United States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TextBox 91">
            <a:extLst>
              <a:ext uri="{FF2B5EF4-FFF2-40B4-BE49-F238E27FC236}">
                <a16:creationId xmlns:a16="http://schemas.microsoft.com/office/drawing/2014/main" id="{83496FC2-D6E7-5BBA-8557-80B4D39395BD}"/>
              </a:ext>
            </a:extLst>
          </p:cNvPr>
          <p:cNvSpPr txBox="1"/>
          <p:nvPr/>
        </p:nvSpPr>
        <p:spPr>
          <a:xfrm>
            <a:off x="4103070" y="2383671"/>
            <a:ext cx="134107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Value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Rounded Corners 92">
            <a:extLst>
              <a:ext uri="{FF2B5EF4-FFF2-40B4-BE49-F238E27FC236}">
                <a16:creationId xmlns:a16="http://schemas.microsoft.com/office/drawing/2014/main" id="{B6DB73F3-4149-075D-164D-CC21F5A1DCC4}"/>
              </a:ext>
            </a:extLst>
          </p:cNvPr>
          <p:cNvSpPr/>
          <p:nvPr/>
        </p:nvSpPr>
        <p:spPr>
          <a:xfrm>
            <a:off x="555244" y="3438395"/>
            <a:ext cx="1387737" cy="451499"/>
          </a:xfrm>
          <a:prstGeom prst="roundRect">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UK</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Rounded Corners 93">
            <a:extLst>
              <a:ext uri="{FF2B5EF4-FFF2-40B4-BE49-F238E27FC236}">
                <a16:creationId xmlns:a16="http://schemas.microsoft.com/office/drawing/2014/main" id="{15016A66-FBF9-BDE2-7F53-E9D7F8BFC498}"/>
              </a:ext>
            </a:extLst>
          </p:cNvPr>
          <p:cNvSpPr/>
          <p:nvPr/>
        </p:nvSpPr>
        <p:spPr>
          <a:xfrm>
            <a:off x="3493825" y="3438395"/>
            <a:ext cx="1821559" cy="451499"/>
          </a:xfrm>
          <a:prstGeom prst="roundRect">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United Kingdom</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Rounded Corners 94">
            <a:extLst>
              <a:ext uri="{FF2B5EF4-FFF2-40B4-BE49-F238E27FC236}">
                <a16:creationId xmlns:a16="http://schemas.microsoft.com/office/drawing/2014/main" id="{E9580B77-62EB-A53A-913F-A5F128B1C716}"/>
              </a:ext>
            </a:extLst>
          </p:cNvPr>
          <p:cNvSpPr/>
          <p:nvPr/>
        </p:nvSpPr>
        <p:spPr>
          <a:xfrm>
            <a:off x="555244" y="4133860"/>
            <a:ext cx="1387737" cy="451499"/>
          </a:xfrm>
          <a:prstGeom prst="roundRect">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Rounded Corners 95">
            <a:extLst>
              <a:ext uri="{FF2B5EF4-FFF2-40B4-BE49-F238E27FC236}">
                <a16:creationId xmlns:a16="http://schemas.microsoft.com/office/drawing/2014/main" id="{AFF2B5B3-DB09-5945-9E6D-79A484304AE3}"/>
              </a:ext>
            </a:extLst>
          </p:cNvPr>
          <p:cNvSpPr/>
          <p:nvPr/>
        </p:nvSpPr>
        <p:spPr>
          <a:xfrm>
            <a:off x="3493825" y="4133860"/>
            <a:ext cx="1821559" cy="451499"/>
          </a:xfrm>
          <a:prstGeom prst="roundRect">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India</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98" name="Straight Arrow Connector 97">
            <a:extLst>
              <a:ext uri="{FF2B5EF4-FFF2-40B4-BE49-F238E27FC236}">
                <a16:creationId xmlns:a16="http://schemas.microsoft.com/office/drawing/2014/main" id="{8D09B6D6-3D1D-4974-F8C1-A42463DF9BF3}"/>
              </a:ext>
            </a:extLst>
          </p:cNvPr>
          <p:cNvCxnSpPr>
            <a:cxnSpLocks/>
            <a:stCxn id="88" idx="3"/>
            <a:endCxn id="91" idx="1"/>
          </p:cNvCxnSpPr>
          <p:nvPr/>
        </p:nvCxnSpPr>
        <p:spPr>
          <a:xfrm>
            <a:off x="1942981" y="3013440"/>
            <a:ext cx="1550844" cy="0"/>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056DADB8-BDC0-C6A2-0793-C6DBD361D44E}"/>
              </a:ext>
            </a:extLst>
          </p:cNvPr>
          <p:cNvCxnSpPr/>
          <p:nvPr/>
        </p:nvCxnSpPr>
        <p:spPr>
          <a:xfrm>
            <a:off x="1942981" y="3679407"/>
            <a:ext cx="1550846" cy="0"/>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C139E735-1590-5892-EC4C-E4A8E7A504CB}"/>
              </a:ext>
            </a:extLst>
          </p:cNvPr>
          <p:cNvCxnSpPr/>
          <p:nvPr/>
        </p:nvCxnSpPr>
        <p:spPr>
          <a:xfrm>
            <a:off x="1942981" y="4380864"/>
            <a:ext cx="1550846" cy="0"/>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62B2CEBC-54FD-E8D3-02EB-7A3F8163E552}"/>
              </a:ext>
            </a:extLst>
          </p:cNvPr>
          <p:cNvSpPr txBox="1"/>
          <p:nvPr/>
        </p:nvSpPr>
        <p:spPr>
          <a:xfrm>
            <a:off x="2219679" y="2603024"/>
            <a:ext cx="113861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Mapping</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TextBox 102">
            <a:extLst>
              <a:ext uri="{FF2B5EF4-FFF2-40B4-BE49-F238E27FC236}">
                <a16:creationId xmlns:a16="http://schemas.microsoft.com/office/drawing/2014/main" id="{6084BF54-CF61-197F-0FBF-3D05CF17849F}"/>
              </a:ext>
            </a:extLst>
          </p:cNvPr>
          <p:cNvSpPr txBox="1"/>
          <p:nvPr/>
        </p:nvSpPr>
        <p:spPr>
          <a:xfrm>
            <a:off x="2219679" y="3339304"/>
            <a:ext cx="113861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Mapping</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TextBox 103">
            <a:extLst>
              <a:ext uri="{FF2B5EF4-FFF2-40B4-BE49-F238E27FC236}">
                <a16:creationId xmlns:a16="http://schemas.microsoft.com/office/drawing/2014/main" id="{AB862F71-F335-CDB2-9CDC-779C9D5C9400}"/>
              </a:ext>
            </a:extLst>
          </p:cNvPr>
          <p:cNvSpPr txBox="1"/>
          <p:nvPr/>
        </p:nvSpPr>
        <p:spPr>
          <a:xfrm>
            <a:off x="2219679" y="4005270"/>
            <a:ext cx="113861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Mapping</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 name="Picture 3">
            <a:extLst>
              <a:ext uri="{FF2B5EF4-FFF2-40B4-BE49-F238E27FC236}">
                <a16:creationId xmlns:a16="http://schemas.microsoft.com/office/drawing/2014/main" id="{2813A366-23E5-45CE-82AE-F4AA858F081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535429" y="300327"/>
            <a:ext cx="914784" cy="363946"/>
          </a:xfrm>
          <a:prstGeom prst="rect">
            <a:avLst/>
          </a:prstGeom>
        </p:spPr>
      </p:pic>
      <p:sp>
        <p:nvSpPr>
          <p:cNvPr id="5" name="TextBox 4">
            <a:extLst>
              <a:ext uri="{FF2B5EF4-FFF2-40B4-BE49-F238E27FC236}">
                <a16:creationId xmlns:a16="http://schemas.microsoft.com/office/drawing/2014/main" id="{5F63B6A4-EC16-98C1-C1CB-4C21C9700A20}"/>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1885486814"/>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HashMap</a:t>
            </a:r>
            <a:r>
              <a:rPr lang="en-US" sz="2400" b="1" dirty="0">
                <a:solidFill>
                  <a:schemeClr val="bg1"/>
                </a:solidFill>
                <a:ea typeface="+mn-ea"/>
                <a:cs typeface="+mn-cs"/>
              </a:rPr>
              <a:t> In Java? How to </a:t>
            </a:r>
            <a:r>
              <a:rPr lang="en-US" sz="2400" b="1" dirty="0">
                <a:solidFill>
                  <a:srgbClr val="FFFF00"/>
                </a:solidFill>
                <a:ea typeface="+mn-ea"/>
                <a:cs typeface="+mn-cs"/>
              </a:rPr>
              <a:t>implement</a:t>
            </a:r>
            <a:r>
              <a:rPr lang="en-US" sz="2400" b="1" dirty="0">
                <a:solidFill>
                  <a:schemeClr val="bg1"/>
                </a:solidFill>
                <a:ea typeface="+mn-ea"/>
                <a:cs typeface="+mn-cs"/>
              </a:rPr>
              <a:t> it and when to </a:t>
            </a:r>
            <a:r>
              <a:rPr lang="en-US" sz="2400" b="1" dirty="0">
                <a:solidFill>
                  <a:srgbClr val="FFFF00"/>
                </a:solidFill>
                <a:ea typeface="+mn-ea"/>
                <a:cs typeface="+mn-cs"/>
              </a:rPr>
              <a:t>use</a:t>
            </a:r>
            <a:r>
              <a:rPr lang="en-US" sz="2400" b="1" dirty="0">
                <a:solidFill>
                  <a:schemeClr val="bg1"/>
                </a:solidFill>
                <a:ea typeface="+mn-ea"/>
                <a:cs typeface="+mn-cs"/>
              </a:rPr>
              <a:t> it?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93AB5550-7E97-6E91-C233-039EB67ACC23}"/>
              </a:ext>
            </a:extLst>
          </p:cNvPr>
          <p:cNvSpPr/>
          <p:nvPr/>
        </p:nvSpPr>
        <p:spPr>
          <a:xfrm>
            <a:off x="3711698" y="2776668"/>
            <a:ext cx="433106" cy="18472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Rectangle 20">
            <a:extLst>
              <a:ext uri="{FF2B5EF4-FFF2-40B4-BE49-F238E27FC236}">
                <a16:creationId xmlns:a16="http://schemas.microsoft.com/office/drawing/2014/main" id="{C277DE4A-A5FA-2BEF-BCD9-DEB8DAD41FDC}"/>
              </a:ext>
            </a:extLst>
          </p:cNvPr>
          <p:cNvSpPr/>
          <p:nvPr/>
        </p:nvSpPr>
        <p:spPr>
          <a:xfrm>
            <a:off x="3711698" y="2479047"/>
            <a:ext cx="433106" cy="184729"/>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4" name="Straight Arrow Connector 33">
            <a:extLst>
              <a:ext uri="{FF2B5EF4-FFF2-40B4-BE49-F238E27FC236}">
                <a16:creationId xmlns:a16="http://schemas.microsoft.com/office/drawing/2014/main" id="{0213E953-AA0F-A9BF-D866-AEC090C8D3CE}"/>
              </a:ext>
            </a:extLst>
          </p:cNvPr>
          <p:cNvCxnSpPr>
            <a:cxnSpLocks/>
          </p:cNvCxnSpPr>
          <p:nvPr/>
        </p:nvCxnSpPr>
        <p:spPr>
          <a:xfrm flipV="1">
            <a:off x="3969549" y="3054960"/>
            <a:ext cx="0" cy="18833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5069EAB3-9F36-BE53-A207-98314B9480B3}"/>
              </a:ext>
            </a:extLst>
          </p:cNvPr>
          <p:cNvCxnSpPr>
            <a:cxnSpLocks/>
          </p:cNvCxnSpPr>
          <p:nvPr/>
        </p:nvCxnSpPr>
        <p:spPr>
          <a:xfrm>
            <a:off x="3969549" y="3361226"/>
            <a:ext cx="0" cy="288096"/>
          </a:xfrm>
          <a:prstGeom prst="line">
            <a:avLst/>
          </a:prstGeom>
          <a:ln w="9525" cap="flat" cmpd="sng" algn="ctr">
            <a:solidFill>
              <a:schemeClr val="dk1"/>
            </a:solidFill>
            <a:prstDash val="dash"/>
            <a:round/>
            <a:headEnd type="triangle" w="sm" len="med"/>
            <a:tailEnd type="none" w="med" len="med"/>
          </a:ln>
        </p:spPr>
        <p:style>
          <a:lnRef idx="0">
            <a:scrgbClr r="0" g="0" b="0"/>
          </a:lnRef>
          <a:fillRef idx="0">
            <a:scrgbClr r="0" g="0" b="0"/>
          </a:fillRef>
          <a:effectRef idx="0">
            <a:scrgbClr r="0" g="0" b="0"/>
          </a:effectRef>
          <a:fontRef idx="minor">
            <a:schemeClr val="tx1"/>
          </a:fontRef>
        </p:style>
      </p:cxnSp>
      <p:sp>
        <p:nvSpPr>
          <p:cNvPr id="49" name="TextBox 48">
            <a:extLst>
              <a:ext uri="{FF2B5EF4-FFF2-40B4-BE49-F238E27FC236}">
                <a16:creationId xmlns:a16="http://schemas.microsoft.com/office/drawing/2014/main" id="{B9491E0F-A67A-9C5D-9EB1-A15FBD0AF200}"/>
              </a:ext>
            </a:extLst>
          </p:cNvPr>
          <p:cNvSpPr txBox="1"/>
          <p:nvPr/>
        </p:nvSpPr>
        <p:spPr>
          <a:xfrm>
            <a:off x="4358477" y="2402134"/>
            <a:ext cx="660835"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class</a:t>
            </a:r>
          </a:p>
        </p:txBody>
      </p:sp>
      <p:sp>
        <p:nvSpPr>
          <p:cNvPr id="50" name="TextBox 49">
            <a:extLst>
              <a:ext uri="{FF2B5EF4-FFF2-40B4-BE49-F238E27FC236}">
                <a16:creationId xmlns:a16="http://schemas.microsoft.com/office/drawing/2014/main" id="{45AF791A-12EC-E80E-E961-B070E375270C}"/>
              </a:ext>
            </a:extLst>
          </p:cNvPr>
          <p:cNvSpPr txBox="1"/>
          <p:nvPr/>
        </p:nvSpPr>
        <p:spPr>
          <a:xfrm>
            <a:off x="4338340" y="2690304"/>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interface</a:t>
            </a:r>
          </a:p>
        </p:txBody>
      </p:sp>
      <p:sp>
        <p:nvSpPr>
          <p:cNvPr id="51" name="TextBox 50">
            <a:extLst>
              <a:ext uri="{FF2B5EF4-FFF2-40B4-BE49-F238E27FC236}">
                <a16:creationId xmlns:a16="http://schemas.microsoft.com/office/drawing/2014/main" id="{4A4127D2-8D76-5434-853C-6A72C78C6ECC}"/>
              </a:ext>
            </a:extLst>
          </p:cNvPr>
          <p:cNvSpPr txBox="1"/>
          <p:nvPr/>
        </p:nvSpPr>
        <p:spPr>
          <a:xfrm>
            <a:off x="4358477" y="2975862"/>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extends</a:t>
            </a:r>
          </a:p>
        </p:txBody>
      </p:sp>
      <p:sp>
        <p:nvSpPr>
          <p:cNvPr id="52" name="TextBox 51">
            <a:extLst>
              <a:ext uri="{FF2B5EF4-FFF2-40B4-BE49-F238E27FC236}">
                <a16:creationId xmlns:a16="http://schemas.microsoft.com/office/drawing/2014/main" id="{39D960FD-7C9B-CEB7-06A8-6680F54220B4}"/>
              </a:ext>
            </a:extLst>
          </p:cNvPr>
          <p:cNvSpPr txBox="1"/>
          <p:nvPr/>
        </p:nvSpPr>
        <p:spPr>
          <a:xfrm>
            <a:off x="4338185" y="3344041"/>
            <a:ext cx="139175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p>
        </p:txBody>
      </p:sp>
      <p:sp>
        <p:nvSpPr>
          <p:cNvPr id="68" name="Rectangle 67">
            <a:extLst>
              <a:ext uri="{FF2B5EF4-FFF2-40B4-BE49-F238E27FC236}">
                <a16:creationId xmlns:a16="http://schemas.microsoft.com/office/drawing/2014/main" id="{6FBD343B-836A-E88C-E3B3-680AE869D178}"/>
              </a:ext>
            </a:extLst>
          </p:cNvPr>
          <p:cNvSpPr/>
          <p:nvPr/>
        </p:nvSpPr>
        <p:spPr>
          <a:xfrm>
            <a:off x="1597798" y="3207695"/>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HashMap</a:t>
            </a:r>
          </a:p>
        </p:txBody>
      </p:sp>
      <p:sp>
        <p:nvSpPr>
          <p:cNvPr id="69" name="Rectangle 68">
            <a:extLst>
              <a:ext uri="{FF2B5EF4-FFF2-40B4-BE49-F238E27FC236}">
                <a16:creationId xmlns:a16="http://schemas.microsoft.com/office/drawing/2014/main" id="{3ADCA23B-3556-A365-F677-4818226D5862}"/>
              </a:ext>
            </a:extLst>
          </p:cNvPr>
          <p:cNvSpPr/>
          <p:nvPr/>
        </p:nvSpPr>
        <p:spPr>
          <a:xfrm>
            <a:off x="1602139" y="3787186"/>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LinkedHashMap</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 name="Rectangle 69">
            <a:extLst>
              <a:ext uri="{FF2B5EF4-FFF2-40B4-BE49-F238E27FC236}">
                <a16:creationId xmlns:a16="http://schemas.microsoft.com/office/drawing/2014/main" id="{09109BA4-08AD-D59A-8FEB-E19ACC8E569B}"/>
              </a:ext>
            </a:extLst>
          </p:cNvPr>
          <p:cNvSpPr/>
          <p:nvPr/>
        </p:nvSpPr>
        <p:spPr>
          <a:xfrm>
            <a:off x="1618632" y="4366677"/>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HashTable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 name="Rectangle 70">
            <a:extLst>
              <a:ext uri="{FF2B5EF4-FFF2-40B4-BE49-F238E27FC236}">
                <a16:creationId xmlns:a16="http://schemas.microsoft.com/office/drawing/2014/main" id="{A1BCE6D2-90BD-A348-5510-9B23E1D89139}"/>
              </a:ext>
            </a:extLst>
          </p:cNvPr>
          <p:cNvSpPr/>
          <p:nvPr/>
        </p:nvSpPr>
        <p:spPr>
          <a:xfrm>
            <a:off x="781577" y="2438115"/>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Map (key, value)</a:t>
            </a:r>
          </a:p>
        </p:txBody>
      </p:sp>
      <p:cxnSp>
        <p:nvCxnSpPr>
          <p:cNvPr id="72" name="Straight Connector 71">
            <a:extLst>
              <a:ext uri="{FF2B5EF4-FFF2-40B4-BE49-F238E27FC236}">
                <a16:creationId xmlns:a16="http://schemas.microsoft.com/office/drawing/2014/main" id="{75E17105-EC0D-F4A1-F8C0-0195B87C9B17}"/>
              </a:ext>
            </a:extLst>
          </p:cNvPr>
          <p:cNvCxnSpPr>
            <a:cxnSpLocks/>
          </p:cNvCxnSpPr>
          <p:nvPr/>
        </p:nvCxnSpPr>
        <p:spPr>
          <a:xfrm>
            <a:off x="1275988" y="2838267"/>
            <a:ext cx="0" cy="1704066"/>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73" name="Straight Connector 72">
            <a:extLst>
              <a:ext uri="{FF2B5EF4-FFF2-40B4-BE49-F238E27FC236}">
                <a16:creationId xmlns:a16="http://schemas.microsoft.com/office/drawing/2014/main" id="{71A59197-209D-FB41-6656-CF2B5FECC99C}"/>
              </a:ext>
            </a:extLst>
          </p:cNvPr>
          <p:cNvCxnSpPr>
            <a:cxnSpLocks/>
          </p:cNvCxnSpPr>
          <p:nvPr/>
        </p:nvCxnSpPr>
        <p:spPr>
          <a:xfrm>
            <a:off x="1314181" y="4015858"/>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74" name="Straight Connector 73">
            <a:extLst>
              <a:ext uri="{FF2B5EF4-FFF2-40B4-BE49-F238E27FC236}">
                <a16:creationId xmlns:a16="http://schemas.microsoft.com/office/drawing/2014/main" id="{8EC01CC7-C2DA-2C64-D381-CA60BAB9C89E}"/>
              </a:ext>
            </a:extLst>
          </p:cNvPr>
          <p:cNvCxnSpPr>
            <a:cxnSpLocks/>
          </p:cNvCxnSpPr>
          <p:nvPr/>
        </p:nvCxnSpPr>
        <p:spPr>
          <a:xfrm>
            <a:off x="1314181" y="3445371"/>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75" name="Straight Connector 74">
            <a:extLst>
              <a:ext uri="{FF2B5EF4-FFF2-40B4-BE49-F238E27FC236}">
                <a16:creationId xmlns:a16="http://schemas.microsoft.com/office/drawing/2014/main" id="{90D102F5-3B7A-BE14-CFD1-7859D3B00F57}"/>
              </a:ext>
            </a:extLst>
          </p:cNvPr>
          <p:cNvCxnSpPr>
            <a:cxnSpLocks/>
          </p:cNvCxnSpPr>
          <p:nvPr/>
        </p:nvCxnSpPr>
        <p:spPr>
          <a:xfrm>
            <a:off x="1328033" y="4542333"/>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76" name="Rectangle 75">
            <a:extLst>
              <a:ext uri="{FF2B5EF4-FFF2-40B4-BE49-F238E27FC236}">
                <a16:creationId xmlns:a16="http://schemas.microsoft.com/office/drawing/2014/main" id="{4E8D69AB-3C0B-4A32-6B3A-3FA02A666D41}"/>
              </a:ext>
            </a:extLst>
          </p:cNvPr>
          <p:cNvSpPr/>
          <p:nvPr/>
        </p:nvSpPr>
        <p:spPr>
          <a:xfrm>
            <a:off x="781577" y="4866915"/>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Sorted Map</a:t>
            </a:r>
          </a:p>
        </p:txBody>
      </p:sp>
      <p:sp>
        <p:nvSpPr>
          <p:cNvPr id="77" name="Rectangle 76">
            <a:extLst>
              <a:ext uri="{FF2B5EF4-FFF2-40B4-BE49-F238E27FC236}">
                <a16:creationId xmlns:a16="http://schemas.microsoft.com/office/drawing/2014/main" id="{2DAAD5D1-F330-E2AB-A243-14EB99AADE3F}"/>
              </a:ext>
            </a:extLst>
          </p:cNvPr>
          <p:cNvSpPr/>
          <p:nvPr/>
        </p:nvSpPr>
        <p:spPr>
          <a:xfrm>
            <a:off x="781577" y="5542417"/>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TreeMap</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8" name="Straight Arrow Connector 77">
            <a:extLst>
              <a:ext uri="{FF2B5EF4-FFF2-40B4-BE49-F238E27FC236}">
                <a16:creationId xmlns:a16="http://schemas.microsoft.com/office/drawing/2014/main" id="{8E0E0182-EE9A-E4DF-49CF-371E260D48BB}"/>
              </a:ext>
            </a:extLst>
          </p:cNvPr>
          <p:cNvCxnSpPr>
            <a:cxnSpLocks/>
          </p:cNvCxnSpPr>
          <p:nvPr/>
        </p:nvCxnSpPr>
        <p:spPr>
          <a:xfrm flipV="1">
            <a:off x="883883" y="2831179"/>
            <a:ext cx="0" cy="20357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B909C8BB-7771-C6F8-1983-CFC1B1C68C05}"/>
              </a:ext>
            </a:extLst>
          </p:cNvPr>
          <p:cNvCxnSpPr>
            <a:cxnSpLocks/>
          </p:cNvCxnSpPr>
          <p:nvPr/>
        </p:nvCxnSpPr>
        <p:spPr>
          <a:xfrm>
            <a:off x="1186048" y="5243539"/>
            <a:ext cx="0" cy="29887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sp>
        <p:nvSpPr>
          <p:cNvPr id="87" name="TextBox 86">
            <a:extLst>
              <a:ext uri="{FF2B5EF4-FFF2-40B4-BE49-F238E27FC236}">
                <a16:creationId xmlns:a16="http://schemas.microsoft.com/office/drawing/2014/main" id="{206FE5D6-D998-6FEF-61C4-FCB6142D52D2}"/>
              </a:ext>
            </a:extLst>
          </p:cNvPr>
          <p:cNvSpPr txBox="1"/>
          <p:nvPr/>
        </p:nvSpPr>
        <p:spPr>
          <a:xfrm>
            <a:off x="355694" y="1106296"/>
            <a:ext cx="5519812"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HashMap is a class that implements the Map interface and represents a collection of </a:t>
            </a: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key-value pairs</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BEACA828-A47B-27C5-AACC-95C452ABF189}"/>
              </a:ext>
            </a:extLst>
          </p:cNvPr>
          <p:cNvSpPr/>
          <p:nvPr/>
        </p:nvSpPr>
        <p:spPr>
          <a:xfrm>
            <a:off x="6218149" y="1106296"/>
            <a:ext cx="5776944" cy="567947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HashMap Example</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HashMap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HashMapEx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 HashMap to store key-value pairs </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HashMap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HashMap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key-value pairs to the HashMap</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33</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"Anurag"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34</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"Rawat"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and printing HashMap elements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(value associated with key "Anurag")</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"Anurag"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34</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Removing an element from the HashMap</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"Rawat"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TextBox 4">
            <a:extLst>
              <a:ext uri="{FF2B5EF4-FFF2-40B4-BE49-F238E27FC236}">
                <a16:creationId xmlns:a16="http://schemas.microsoft.com/office/drawing/2014/main" id="{3AB924CF-3610-347F-0A7D-E00FF257E7CA}"/>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934816812"/>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the differences btw </a:t>
            </a:r>
            <a:r>
              <a:rPr lang="en-US" sz="2400" b="1" dirty="0">
                <a:solidFill>
                  <a:srgbClr val="FFFF00"/>
                </a:solidFill>
                <a:ea typeface="+mn-ea"/>
                <a:cs typeface="+mn-cs"/>
              </a:rPr>
              <a:t>HashSet(Set) </a:t>
            </a:r>
            <a:r>
              <a:rPr lang="en-US" sz="2400" b="1" dirty="0">
                <a:solidFill>
                  <a:schemeClr val="bg1"/>
                </a:solidFill>
                <a:ea typeface="+mn-ea"/>
                <a:cs typeface="+mn-cs"/>
              </a:rPr>
              <a:t>and</a:t>
            </a:r>
            <a:r>
              <a:rPr lang="en-US" sz="2400" b="1" dirty="0">
                <a:solidFill>
                  <a:srgbClr val="FFFF00"/>
                </a:solidFill>
                <a:ea typeface="+mn-ea"/>
                <a:cs typeface="+mn-cs"/>
              </a:rPr>
              <a:t> HashMap(Map)</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93AB5550-7E97-6E91-C233-039EB67ACC23}"/>
              </a:ext>
            </a:extLst>
          </p:cNvPr>
          <p:cNvSpPr/>
          <p:nvPr/>
        </p:nvSpPr>
        <p:spPr>
          <a:xfrm>
            <a:off x="10209867" y="1473524"/>
            <a:ext cx="433106" cy="18472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65BDC7BC-CB1E-A1C9-061B-7FB6036F6385}"/>
              </a:ext>
            </a:extLst>
          </p:cNvPr>
          <p:cNvSpPr/>
          <p:nvPr/>
        </p:nvSpPr>
        <p:spPr>
          <a:xfrm>
            <a:off x="6278977" y="4437702"/>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LinkedHashSet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AE84117A-243B-7996-DFE4-6FB3B5F52962}"/>
              </a:ext>
            </a:extLst>
          </p:cNvPr>
          <p:cNvSpPr/>
          <p:nvPr/>
        </p:nvSpPr>
        <p:spPr>
          <a:xfrm>
            <a:off x="5788014" y="5426652"/>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SortedSet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A593C9E-1BEB-0FF6-0223-878A18CC2BD4}"/>
              </a:ext>
            </a:extLst>
          </p:cNvPr>
          <p:cNvSpPr/>
          <p:nvPr/>
        </p:nvSpPr>
        <p:spPr>
          <a:xfrm>
            <a:off x="3109203" y="2145945"/>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Collection</a:t>
            </a:r>
          </a:p>
        </p:txBody>
      </p:sp>
      <p:sp>
        <p:nvSpPr>
          <p:cNvPr id="16" name="Rectangle 15">
            <a:extLst>
              <a:ext uri="{FF2B5EF4-FFF2-40B4-BE49-F238E27FC236}">
                <a16:creationId xmlns:a16="http://schemas.microsoft.com/office/drawing/2014/main" id="{45456376-1D32-122C-D581-1E535255C5AB}"/>
              </a:ext>
            </a:extLst>
          </p:cNvPr>
          <p:cNvSpPr/>
          <p:nvPr/>
        </p:nvSpPr>
        <p:spPr>
          <a:xfrm>
            <a:off x="3658891" y="3810289"/>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PriorityQueue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0C16C557-C1CC-92D4-63F6-178615E45282}"/>
              </a:ext>
            </a:extLst>
          </p:cNvPr>
          <p:cNvSpPr/>
          <p:nvPr/>
        </p:nvSpPr>
        <p:spPr>
          <a:xfrm>
            <a:off x="839394" y="421924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ArrayList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6B65166A-DD01-84DC-5A5D-DF097E608342}"/>
              </a:ext>
            </a:extLst>
          </p:cNvPr>
          <p:cNvSpPr/>
          <p:nvPr/>
        </p:nvSpPr>
        <p:spPr>
          <a:xfrm>
            <a:off x="843735" y="4798735"/>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LinkedList</a:t>
            </a:r>
          </a:p>
        </p:txBody>
      </p:sp>
      <p:sp>
        <p:nvSpPr>
          <p:cNvPr id="19" name="Rectangle 18">
            <a:extLst>
              <a:ext uri="{FF2B5EF4-FFF2-40B4-BE49-F238E27FC236}">
                <a16:creationId xmlns:a16="http://schemas.microsoft.com/office/drawing/2014/main" id="{57D5C05C-7E25-C803-1C62-228FE00BB968}"/>
              </a:ext>
            </a:extLst>
          </p:cNvPr>
          <p:cNvSpPr/>
          <p:nvPr/>
        </p:nvSpPr>
        <p:spPr>
          <a:xfrm>
            <a:off x="860228" y="5378226"/>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Vector</a:t>
            </a:r>
          </a:p>
        </p:txBody>
      </p:sp>
      <p:sp>
        <p:nvSpPr>
          <p:cNvPr id="20" name="Rectangle 19">
            <a:extLst>
              <a:ext uri="{FF2B5EF4-FFF2-40B4-BE49-F238E27FC236}">
                <a16:creationId xmlns:a16="http://schemas.microsoft.com/office/drawing/2014/main" id="{22E927A6-D892-28A8-6960-A0BFBCC8DDAB}"/>
              </a:ext>
            </a:extLst>
          </p:cNvPr>
          <p:cNvSpPr/>
          <p:nvPr/>
        </p:nvSpPr>
        <p:spPr>
          <a:xfrm>
            <a:off x="860228" y="610215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Stack</a:t>
            </a:r>
          </a:p>
        </p:txBody>
      </p:sp>
      <p:sp>
        <p:nvSpPr>
          <p:cNvPr id="21" name="Rectangle 20">
            <a:extLst>
              <a:ext uri="{FF2B5EF4-FFF2-40B4-BE49-F238E27FC236}">
                <a16:creationId xmlns:a16="http://schemas.microsoft.com/office/drawing/2014/main" id="{C277DE4A-A5FA-2BEF-BCD9-DEB8DAD41FDC}"/>
              </a:ext>
            </a:extLst>
          </p:cNvPr>
          <p:cNvSpPr/>
          <p:nvPr/>
        </p:nvSpPr>
        <p:spPr>
          <a:xfrm>
            <a:off x="10209867" y="1175903"/>
            <a:ext cx="433106" cy="184729"/>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Rectangle 21">
            <a:extLst>
              <a:ext uri="{FF2B5EF4-FFF2-40B4-BE49-F238E27FC236}">
                <a16:creationId xmlns:a16="http://schemas.microsoft.com/office/drawing/2014/main" id="{8822B3B8-C1E4-5FAE-0AEE-30C87C678763}"/>
              </a:ext>
            </a:extLst>
          </p:cNvPr>
          <p:cNvSpPr/>
          <p:nvPr/>
        </p:nvSpPr>
        <p:spPr>
          <a:xfrm>
            <a:off x="6266620" y="3757339"/>
            <a:ext cx="1443834" cy="338553"/>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HashSet</a:t>
            </a:r>
          </a:p>
        </p:txBody>
      </p:sp>
      <p:sp>
        <p:nvSpPr>
          <p:cNvPr id="23" name="Rectangle 22">
            <a:extLst>
              <a:ext uri="{FF2B5EF4-FFF2-40B4-BE49-F238E27FC236}">
                <a16:creationId xmlns:a16="http://schemas.microsoft.com/office/drawing/2014/main" id="{FB38A96F-748B-14D3-ACCE-FA546364AE82}"/>
              </a:ext>
            </a:extLst>
          </p:cNvPr>
          <p:cNvSpPr/>
          <p:nvPr/>
        </p:nvSpPr>
        <p:spPr>
          <a:xfrm>
            <a:off x="5788014" y="610215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TreeSet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221D7D89-D4E6-E08B-ECEA-6E70ACD0C46E}"/>
              </a:ext>
            </a:extLst>
          </p:cNvPr>
          <p:cNvSpPr/>
          <p:nvPr/>
        </p:nvSpPr>
        <p:spPr>
          <a:xfrm>
            <a:off x="3096941" y="1437544"/>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Iterable</a:t>
            </a:r>
          </a:p>
        </p:txBody>
      </p:sp>
      <p:sp>
        <p:nvSpPr>
          <p:cNvPr id="25" name="Rectangle 24">
            <a:extLst>
              <a:ext uri="{FF2B5EF4-FFF2-40B4-BE49-F238E27FC236}">
                <a16:creationId xmlns:a16="http://schemas.microsoft.com/office/drawing/2014/main" id="{81429225-A085-CF33-B8D4-A7125BE707CB}"/>
              </a:ext>
            </a:extLst>
          </p:cNvPr>
          <p:cNvSpPr/>
          <p:nvPr/>
        </p:nvSpPr>
        <p:spPr>
          <a:xfrm>
            <a:off x="5788014" y="3017996"/>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Set (Unique)</a:t>
            </a:r>
          </a:p>
        </p:txBody>
      </p:sp>
      <p:sp>
        <p:nvSpPr>
          <p:cNvPr id="26" name="Rectangle 25">
            <a:extLst>
              <a:ext uri="{FF2B5EF4-FFF2-40B4-BE49-F238E27FC236}">
                <a16:creationId xmlns:a16="http://schemas.microsoft.com/office/drawing/2014/main" id="{6E4B321E-98F9-AB61-143D-C0862C6F527D}"/>
              </a:ext>
            </a:extLst>
          </p:cNvPr>
          <p:cNvSpPr/>
          <p:nvPr/>
        </p:nvSpPr>
        <p:spPr>
          <a:xfrm>
            <a:off x="3102436" y="3089434"/>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Queue (FIFO)</a:t>
            </a:r>
          </a:p>
        </p:txBody>
      </p:sp>
      <p:sp>
        <p:nvSpPr>
          <p:cNvPr id="27" name="Rectangle 26">
            <a:extLst>
              <a:ext uri="{FF2B5EF4-FFF2-40B4-BE49-F238E27FC236}">
                <a16:creationId xmlns:a16="http://schemas.microsoft.com/office/drawing/2014/main" id="{D39808F0-0084-B9C3-D674-0E48249A62C2}"/>
              </a:ext>
            </a:extLst>
          </p:cNvPr>
          <p:cNvSpPr/>
          <p:nvPr/>
        </p:nvSpPr>
        <p:spPr>
          <a:xfrm>
            <a:off x="3104222" y="5378226"/>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ArrayDeque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10C988DF-40C8-E40F-5D93-DF1121325A31}"/>
              </a:ext>
            </a:extLst>
          </p:cNvPr>
          <p:cNvSpPr/>
          <p:nvPr/>
        </p:nvSpPr>
        <p:spPr>
          <a:xfrm>
            <a:off x="3102436" y="4452612"/>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Deque</a:t>
            </a:r>
          </a:p>
        </p:txBody>
      </p:sp>
      <p:sp>
        <p:nvSpPr>
          <p:cNvPr id="29" name="Rectangle 28">
            <a:extLst>
              <a:ext uri="{FF2B5EF4-FFF2-40B4-BE49-F238E27FC236}">
                <a16:creationId xmlns:a16="http://schemas.microsoft.com/office/drawing/2014/main" id="{265DF3F3-2718-7392-9566-588A06FC4986}"/>
              </a:ext>
            </a:extLst>
          </p:cNvPr>
          <p:cNvSpPr/>
          <p:nvPr/>
        </p:nvSpPr>
        <p:spPr>
          <a:xfrm>
            <a:off x="355693" y="3089434"/>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List (Ordered)</a:t>
            </a:r>
          </a:p>
        </p:txBody>
      </p:sp>
      <p:cxnSp>
        <p:nvCxnSpPr>
          <p:cNvPr id="30" name="Straight Arrow Connector 29">
            <a:extLst>
              <a:ext uri="{FF2B5EF4-FFF2-40B4-BE49-F238E27FC236}">
                <a16:creationId xmlns:a16="http://schemas.microsoft.com/office/drawing/2014/main" id="{92F69849-F55E-ACA7-61A9-ADE24E1D0BDD}"/>
              </a:ext>
            </a:extLst>
          </p:cNvPr>
          <p:cNvCxnSpPr>
            <a:cxnSpLocks/>
            <a:stCxn id="12" idx="0"/>
          </p:cNvCxnSpPr>
          <p:nvPr/>
        </p:nvCxnSpPr>
        <p:spPr>
          <a:xfrm flipV="1">
            <a:off x="3962426" y="1777093"/>
            <a:ext cx="0" cy="36885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ED371152-9F06-FCF6-7080-F80B4E2B118B}"/>
              </a:ext>
            </a:extLst>
          </p:cNvPr>
          <p:cNvCxnSpPr>
            <a:cxnSpLocks/>
            <a:endCxn id="12" idx="2"/>
          </p:cNvCxnSpPr>
          <p:nvPr/>
        </p:nvCxnSpPr>
        <p:spPr>
          <a:xfrm flipV="1">
            <a:off x="3959232" y="2484498"/>
            <a:ext cx="3194" cy="5810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Straight Arrow Connector 31">
            <a:extLst>
              <a:ext uri="{FF2B5EF4-FFF2-40B4-BE49-F238E27FC236}">
                <a16:creationId xmlns:a16="http://schemas.microsoft.com/office/drawing/2014/main" id="{342AF5A1-2A18-E523-CDD5-50975895A71C}"/>
              </a:ext>
            </a:extLst>
          </p:cNvPr>
          <p:cNvCxnSpPr>
            <a:cxnSpLocks/>
          </p:cNvCxnSpPr>
          <p:nvPr/>
        </p:nvCxnSpPr>
        <p:spPr>
          <a:xfrm flipV="1">
            <a:off x="5890320" y="3390916"/>
            <a:ext cx="0" cy="20357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68A634E6-E593-87D1-D77F-93568188C6E0}"/>
              </a:ext>
            </a:extLst>
          </p:cNvPr>
          <p:cNvCxnSpPr>
            <a:cxnSpLocks/>
          </p:cNvCxnSpPr>
          <p:nvPr/>
        </p:nvCxnSpPr>
        <p:spPr>
          <a:xfrm flipV="1">
            <a:off x="3346790" y="3467384"/>
            <a:ext cx="0" cy="97031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 name="Straight Arrow Connector 33">
            <a:extLst>
              <a:ext uri="{FF2B5EF4-FFF2-40B4-BE49-F238E27FC236}">
                <a16:creationId xmlns:a16="http://schemas.microsoft.com/office/drawing/2014/main" id="{0213E953-AA0F-A9BF-D866-AEC090C8D3CE}"/>
              </a:ext>
            </a:extLst>
          </p:cNvPr>
          <p:cNvCxnSpPr>
            <a:cxnSpLocks/>
          </p:cNvCxnSpPr>
          <p:nvPr/>
        </p:nvCxnSpPr>
        <p:spPr>
          <a:xfrm flipV="1">
            <a:off x="10467718" y="1751816"/>
            <a:ext cx="0" cy="18833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20DDA31B-22AB-CBC4-C1EA-1E35EB1DE2B4}"/>
              </a:ext>
            </a:extLst>
          </p:cNvPr>
          <p:cNvCxnSpPr>
            <a:cxnSpLocks/>
          </p:cNvCxnSpPr>
          <p:nvPr/>
        </p:nvCxnSpPr>
        <p:spPr>
          <a:xfrm>
            <a:off x="6090470" y="3368528"/>
            <a:ext cx="0" cy="126571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6" name="Straight Connector 35">
            <a:extLst>
              <a:ext uri="{FF2B5EF4-FFF2-40B4-BE49-F238E27FC236}">
                <a16:creationId xmlns:a16="http://schemas.microsoft.com/office/drawing/2014/main" id="{BC34AA51-91FF-B0BB-77A2-4F1C18CA553C}"/>
              </a:ext>
            </a:extLst>
          </p:cNvPr>
          <p:cNvCxnSpPr>
            <a:cxnSpLocks/>
          </p:cNvCxnSpPr>
          <p:nvPr/>
        </p:nvCxnSpPr>
        <p:spPr>
          <a:xfrm>
            <a:off x="6192485" y="5803276"/>
            <a:ext cx="0" cy="29887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7" name="Straight Connector 36">
            <a:extLst>
              <a:ext uri="{FF2B5EF4-FFF2-40B4-BE49-F238E27FC236}">
                <a16:creationId xmlns:a16="http://schemas.microsoft.com/office/drawing/2014/main" id="{C033E699-C0C4-37C4-F197-8246F342245B}"/>
              </a:ext>
            </a:extLst>
          </p:cNvPr>
          <p:cNvCxnSpPr>
            <a:cxnSpLocks/>
          </p:cNvCxnSpPr>
          <p:nvPr/>
        </p:nvCxnSpPr>
        <p:spPr>
          <a:xfrm>
            <a:off x="6106572" y="4621889"/>
            <a:ext cx="184048" cy="1"/>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8" name="Straight Connector 37">
            <a:extLst>
              <a:ext uri="{FF2B5EF4-FFF2-40B4-BE49-F238E27FC236}">
                <a16:creationId xmlns:a16="http://schemas.microsoft.com/office/drawing/2014/main" id="{DF2D8853-AB4F-8A39-948B-13C32AEF7323}"/>
              </a:ext>
            </a:extLst>
          </p:cNvPr>
          <p:cNvCxnSpPr>
            <a:cxnSpLocks/>
            <a:endCxn id="22" idx="1"/>
          </p:cNvCxnSpPr>
          <p:nvPr/>
        </p:nvCxnSpPr>
        <p:spPr>
          <a:xfrm>
            <a:off x="6090470" y="3926616"/>
            <a:ext cx="176150"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9" name="Straight Connector 38">
            <a:extLst>
              <a:ext uri="{FF2B5EF4-FFF2-40B4-BE49-F238E27FC236}">
                <a16:creationId xmlns:a16="http://schemas.microsoft.com/office/drawing/2014/main" id="{5069EAB3-9F36-BE53-A207-98314B9480B3}"/>
              </a:ext>
            </a:extLst>
          </p:cNvPr>
          <p:cNvCxnSpPr>
            <a:cxnSpLocks/>
          </p:cNvCxnSpPr>
          <p:nvPr/>
        </p:nvCxnSpPr>
        <p:spPr>
          <a:xfrm>
            <a:off x="10467718" y="2058082"/>
            <a:ext cx="0" cy="288096"/>
          </a:xfrm>
          <a:prstGeom prst="line">
            <a:avLst/>
          </a:prstGeom>
          <a:ln w="9525" cap="flat" cmpd="sng" algn="ctr">
            <a:solidFill>
              <a:schemeClr val="dk1"/>
            </a:solidFill>
            <a:prstDash val="dash"/>
            <a:round/>
            <a:headEnd type="triangle" w="sm" len="med"/>
            <a:tailEnd type="none" w="med" len="med"/>
          </a:ln>
        </p:spPr>
        <p:style>
          <a:lnRef idx="0">
            <a:scrgbClr r="0" g="0" b="0"/>
          </a:lnRef>
          <a:fillRef idx="0">
            <a:scrgbClr r="0" g="0" b="0"/>
          </a:fillRef>
          <a:effectRef idx="0">
            <a:scrgbClr r="0" g="0" b="0"/>
          </a:effectRef>
          <a:fontRef idx="minor">
            <a:schemeClr val="tx1"/>
          </a:fontRef>
        </p:style>
      </p:cxnSp>
      <p:cxnSp>
        <p:nvCxnSpPr>
          <p:cNvPr id="40" name="Straight Connector 39">
            <a:extLst>
              <a:ext uri="{FF2B5EF4-FFF2-40B4-BE49-F238E27FC236}">
                <a16:creationId xmlns:a16="http://schemas.microsoft.com/office/drawing/2014/main" id="{9EF7ACC3-3B3A-F067-C2F0-8F7D0E9E3522}"/>
              </a:ext>
            </a:extLst>
          </p:cNvPr>
          <p:cNvCxnSpPr>
            <a:cxnSpLocks/>
          </p:cNvCxnSpPr>
          <p:nvPr/>
        </p:nvCxnSpPr>
        <p:spPr>
          <a:xfrm>
            <a:off x="3346790" y="4791165"/>
            <a:ext cx="0" cy="58706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41" name="Straight Connector 40">
            <a:extLst>
              <a:ext uri="{FF2B5EF4-FFF2-40B4-BE49-F238E27FC236}">
                <a16:creationId xmlns:a16="http://schemas.microsoft.com/office/drawing/2014/main" id="{948D3A20-69AF-B1B1-DFF1-B4320D7FD2F8}"/>
              </a:ext>
            </a:extLst>
          </p:cNvPr>
          <p:cNvCxnSpPr>
            <a:cxnSpLocks/>
            <a:stCxn id="26" idx="2"/>
          </p:cNvCxnSpPr>
          <p:nvPr/>
        </p:nvCxnSpPr>
        <p:spPr>
          <a:xfrm>
            <a:off x="3955659" y="3427987"/>
            <a:ext cx="3573" cy="396469"/>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42" name="Straight Connector 41">
            <a:extLst>
              <a:ext uri="{FF2B5EF4-FFF2-40B4-BE49-F238E27FC236}">
                <a16:creationId xmlns:a16="http://schemas.microsoft.com/office/drawing/2014/main" id="{CE8752E4-56A2-42D3-CF0E-B645A078249D}"/>
              </a:ext>
            </a:extLst>
          </p:cNvPr>
          <p:cNvCxnSpPr>
            <a:cxnSpLocks/>
            <a:stCxn id="18" idx="3"/>
          </p:cNvCxnSpPr>
          <p:nvPr/>
        </p:nvCxnSpPr>
        <p:spPr>
          <a:xfrm>
            <a:off x="2550180" y="4968012"/>
            <a:ext cx="7966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480EC6C-F0CA-3AD6-1374-54D0AA411858}"/>
              </a:ext>
            </a:extLst>
          </p:cNvPr>
          <p:cNvCxnSpPr>
            <a:cxnSpLocks/>
          </p:cNvCxnSpPr>
          <p:nvPr/>
        </p:nvCxnSpPr>
        <p:spPr>
          <a:xfrm>
            <a:off x="517584" y="3489586"/>
            <a:ext cx="0" cy="216201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44" name="Straight Connector 43">
            <a:extLst>
              <a:ext uri="{FF2B5EF4-FFF2-40B4-BE49-F238E27FC236}">
                <a16:creationId xmlns:a16="http://schemas.microsoft.com/office/drawing/2014/main" id="{7DDD71B1-1424-6368-77C5-0F19763A814F}"/>
              </a:ext>
            </a:extLst>
          </p:cNvPr>
          <p:cNvCxnSpPr>
            <a:cxnSpLocks/>
          </p:cNvCxnSpPr>
          <p:nvPr/>
        </p:nvCxnSpPr>
        <p:spPr>
          <a:xfrm>
            <a:off x="555777" y="5027407"/>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5" name="Straight Connector 44">
            <a:extLst>
              <a:ext uri="{FF2B5EF4-FFF2-40B4-BE49-F238E27FC236}">
                <a16:creationId xmlns:a16="http://schemas.microsoft.com/office/drawing/2014/main" id="{7EA1DD48-FE9B-196A-FF3F-EE56678A977E}"/>
              </a:ext>
            </a:extLst>
          </p:cNvPr>
          <p:cNvCxnSpPr>
            <a:cxnSpLocks/>
          </p:cNvCxnSpPr>
          <p:nvPr/>
        </p:nvCxnSpPr>
        <p:spPr>
          <a:xfrm>
            <a:off x="555777" y="4456920"/>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6" name="Straight Connector 45">
            <a:extLst>
              <a:ext uri="{FF2B5EF4-FFF2-40B4-BE49-F238E27FC236}">
                <a16:creationId xmlns:a16="http://schemas.microsoft.com/office/drawing/2014/main" id="{473C2C50-1159-3F8F-4E7C-E2C939AC9CB4}"/>
              </a:ext>
            </a:extLst>
          </p:cNvPr>
          <p:cNvCxnSpPr>
            <a:cxnSpLocks/>
          </p:cNvCxnSpPr>
          <p:nvPr/>
        </p:nvCxnSpPr>
        <p:spPr>
          <a:xfrm>
            <a:off x="575529" y="5651597"/>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7" name="Straight Arrow Connector 46">
            <a:extLst>
              <a:ext uri="{FF2B5EF4-FFF2-40B4-BE49-F238E27FC236}">
                <a16:creationId xmlns:a16="http://schemas.microsoft.com/office/drawing/2014/main" id="{070FE674-C45D-92A2-5DF8-533C2D21C17C}"/>
              </a:ext>
            </a:extLst>
          </p:cNvPr>
          <p:cNvCxnSpPr>
            <a:cxnSpLocks/>
            <a:stCxn id="20" idx="0"/>
            <a:endCxn id="19" idx="2"/>
          </p:cNvCxnSpPr>
          <p:nvPr/>
        </p:nvCxnSpPr>
        <p:spPr>
          <a:xfrm flipV="1">
            <a:off x="1713451" y="5716779"/>
            <a:ext cx="0" cy="3853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8" name="Connector: Elbow 47">
            <a:extLst>
              <a:ext uri="{FF2B5EF4-FFF2-40B4-BE49-F238E27FC236}">
                <a16:creationId xmlns:a16="http://schemas.microsoft.com/office/drawing/2014/main" id="{D6950D19-C596-A5AD-405F-4152EC8E66A5}"/>
              </a:ext>
            </a:extLst>
          </p:cNvPr>
          <p:cNvCxnSpPr>
            <a:cxnSpLocks/>
            <a:stCxn id="29" idx="0"/>
            <a:endCxn id="25" idx="0"/>
          </p:cNvCxnSpPr>
          <p:nvPr/>
        </p:nvCxnSpPr>
        <p:spPr>
          <a:xfrm rot="5400000" flipH="1" flipV="1">
            <a:off x="3889357" y="337555"/>
            <a:ext cx="71438" cy="5432321"/>
          </a:xfrm>
          <a:prstGeom prst="bentConnector3">
            <a:avLst>
              <a:gd name="adj1" fmla="val 264320"/>
            </a:avLst>
          </a:prstGeom>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B9491E0F-A67A-9C5D-9EB1-A15FBD0AF200}"/>
              </a:ext>
            </a:extLst>
          </p:cNvPr>
          <p:cNvSpPr txBox="1"/>
          <p:nvPr/>
        </p:nvSpPr>
        <p:spPr>
          <a:xfrm>
            <a:off x="10856646" y="1098990"/>
            <a:ext cx="660835"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class</a:t>
            </a:r>
          </a:p>
        </p:txBody>
      </p:sp>
      <p:sp>
        <p:nvSpPr>
          <p:cNvPr id="50" name="TextBox 49">
            <a:extLst>
              <a:ext uri="{FF2B5EF4-FFF2-40B4-BE49-F238E27FC236}">
                <a16:creationId xmlns:a16="http://schemas.microsoft.com/office/drawing/2014/main" id="{45AF791A-12EC-E80E-E961-B070E375270C}"/>
              </a:ext>
            </a:extLst>
          </p:cNvPr>
          <p:cNvSpPr txBox="1"/>
          <p:nvPr/>
        </p:nvSpPr>
        <p:spPr>
          <a:xfrm>
            <a:off x="10836509" y="1387160"/>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interface</a:t>
            </a:r>
          </a:p>
        </p:txBody>
      </p:sp>
      <p:sp>
        <p:nvSpPr>
          <p:cNvPr id="51" name="TextBox 50">
            <a:extLst>
              <a:ext uri="{FF2B5EF4-FFF2-40B4-BE49-F238E27FC236}">
                <a16:creationId xmlns:a16="http://schemas.microsoft.com/office/drawing/2014/main" id="{4A4127D2-8D76-5434-853C-6A72C78C6ECC}"/>
              </a:ext>
            </a:extLst>
          </p:cNvPr>
          <p:cNvSpPr txBox="1"/>
          <p:nvPr/>
        </p:nvSpPr>
        <p:spPr>
          <a:xfrm>
            <a:off x="10856646" y="1672718"/>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extends</a:t>
            </a:r>
          </a:p>
        </p:txBody>
      </p:sp>
      <p:sp>
        <p:nvSpPr>
          <p:cNvPr id="52" name="TextBox 51">
            <a:extLst>
              <a:ext uri="{FF2B5EF4-FFF2-40B4-BE49-F238E27FC236}">
                <a16:creationId xmlns:a16="http://schemas.microsoft.com/office/drawing/2014/main" id="{39D960FD-7C9B-CEB7-06A8-6680F54220B4}"/>
              </a:ext>
            </a:extLst>
          </p:cNvPr>
          <p:cNvSpPr txBox="1"/>
          <p:nvPr/>
        </p:nvSpPr>
        <p:spPr>
          <a:xfrm>
            <a:off x="10836354" y="2040897"/>
            <a:ext cx="139175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p>
        </p:txBody>
      </p:sp>
      <p:sp>
        <p:nvSpPr>
          <p:cNvPr id="68" name="Rectangle 67">
            <a:extLst>
              <a:ext uri="{FF2B5EF4-FFF2-40B4-BE49-F238E27FC236}">
                <a16:creationId xmlns:a16="http://schemas.microsoft.com/office/drawing/2014/main" id="{6FBD343B-836A-E88C-E3B3-680AE869D178}"/>
              </a:ext>
            </a:extLst>
          </p:cNvPr>
          <p:cNvSpPr/>
          <p:nvPr/>
        </p:nvSpPr>
        <p:spPr>
          <a:xfrm>
            <a:off x="9859294" y="3820312"/>
            <a:ext cx="1706445" cy="338553"/>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HashMap</a:t>
            </a:r>
          </a:p>
        </p:txBody>
      </p:sp>
      <p:sp>
        <p:nvSpPr>
          <p:cNvPr id="69" name="Rectangle 68">
            <a:extLst>
              <a:ext uri="{FF2B5EF4-FFF2-40B4-BE49-F238E27FC236}">
                <a16:creationId xmlns:a16="http://schemas.microsoft.com/office/drawing/2014/main" id="{3ADCA23B-3556-A365-F677-4818226D5862}"/>
              </a:ext>
            </a:extLst>
          </p:cNvPr>
          <p:cNvSpPr/>
          <p:nvPr/>
        </p:nvSpPr>
        <p:spPr>
          <a:xfrm>
            <a:off x="9863635" y="4399803"/>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LinkedHashMap</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 name="Rectangle 69">
            <a:extLst>
              <a:ext uri="{FF2B5EF4-FFF2-40B4-BE49-F238E27FC236}">
                <a16:creationId xmlns:a16="http://schemas.microsoft.com/office/drawing/2014/main" id="{09109BA4-08AD-D59A-8FEB-E19ACC8E569B}"/>
              </a:ext>
            </a:extLst>
          </p:cNvPr>
          <p:cNvSpPr/>
          <p:nvPr/>
        </p:nvSpPr>
        <p:spPr>
          <a:xfrm>
            <a:off x="9880128" y="497929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Hashtable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 name="Rectangle 70">
            <a:extLst>
              <a:ext uri="{FF2B5EF4-FFF2-40B4-BE49-F238E27FC236}">
                <a16:creationId xmlns:a16="http://schemas.microsoft.com/office/drawing/2014/main" id="{A1BCE6D2-90BD-A348-5510-9B23E1D89139}"/>
              </a:ext>
            </a:extLst>
          </p:cNvPr>
          <p:cNvSpPr/>
          <p:nvPr/>
        </p:nvSpPr>
        <p:spPr>
          <a:xfrm>
            <a:off x="9043073" y="3050732"/>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Map (key, value)</a:t>
            </a:r>
          </a:p>
        </p:txBody>
      </p:sp>
      <p:cxnSp>
        <p:nvCxnSpPr>
          <p:cNvPr id="72" name="Straight Connector 71">
            <a:extLst>
              <a:ext uri="{FF2B5EF4-FFF2-40B4-BE49-F238E27FC236}">
                <a16:creationId xmlns:a16="http://schemas.microsoft.com/office/drawing/2014/main" id="{75E17105-EC0D-F4A1-F8C0-0195B87C9B17}"/>
              </a:ext>
            </a:extLst>
          </p:cNvPr>
          <p:cNvCxnSpPr>
            <a:cxnSpLocks/>
          </p:cNvCxnSpPr>
          <p:nvPr/>
        </p:nvCxnSpPr>
        <p:spPr>
          <a:xfrm>
            <a:off x="9537484" y="3450884"/>
            <a:ext cx="0" cy="1704066"/>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73" name="Straight Connector 72">
            <a:extLst>
              <a:ext uri="{FF2B5EF4-FFF2-40B4-BE49-F238E27FC236}">
                <a16:creationId xmlns:a16="http://schemas.microsoft.com/office/drawing/2014/main" id="{71A59197-209D-FB41-6656-CF2B5FECC99C}"/>
              </a:ext>
            </a:extLst>
          </p:cNvPr>
          <p:cNvCxnSpPr>
            <a:cxnSpLocks/>
          </p:cNvCxnSpPr>
          <p:nvPr/>
        </p:nvCxnSpPr>
        <p:spPr>
          <a:xfrm>
            <a:off x="9575677" y="4628475"/>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74" name="Straight Connector 73">
            <a:extLst>
              <a:ext uri="{FF2B5EF4-FFF2-40B4-BE49-F238E27FC236}">
                <a16:creationId xmlns:a16="http://schemas.microsoft.com/office/drawing/2014/main" id="{8EC01CC7-C2DA-2C64-D381-CA60BAB9C89E}"/>
              </a:ext>
            </a:extLst>
          </p:cNvPr>
          <p:cNvCxnSpPr>
            <a:cxnSpLocks/>
          </p:cNvCxnSpPr>
          <p:nvPr/>
        </p:nvCxnSpPr>
        <p:spPr>
          <a:xfrm>
            <a:off x="9575677" y="4057988"/>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75" name="Straight Connector 74">
            <a:extLst>
              <a:ext uri="{FF2B5EF4-FFF2-40B4-BE49-F238E27FC236}">
                <a16:creationId xmlns:a16="http://schemas.microsoft.com/office/drawing/2014/main" id="{90D102F5-3B7A-BE14-CFD1-7859D3B00F57}"/>
              </a:ext>
            </a:extLst>
          </p:cNvPr>
          <p:cNvCxnSpPr>
            <a:cxnSpLocks/>
          </p:cNvCxnSpPr>
          <p:nvPr/>
        </p:nvCxnSpPr>
        <p:spPr>
          <a:xfrm>
            <a:off x="9589529" y="5154950"/>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76" name="Rectangle 75">
            <a:extLst>
              <a:ext uri="{FF2B5EF4-FFF2-40B4-BE49-F238E27FC236}">
                <a16:creationId xmlns:a16="http://schemas.microsoft.com/office/drawing/2014/main" id="{4E8D69AB-3C0B-4A32-6B3A-3FA02A666D41}"/>
              </a:ext>
            </a:extLst>
          </p:cNvPr>
          <p:cNvSpPr/>
          <p:nvPr/>
        </p:nvSpPr>
        <p:spPr>
          <a:xfrm>
            <a:off x="9043073" y="5479532"/>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SortedMap</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 name="Rectangle 76">
            <a:extLst>
              <a:ext uri="{FF2B5EF4-FFF2-40B4-BE49-F238E27FC236}">
                <a16:creationId xmlns:a16="http://schemas.microsoft.com/office/drawing/2014/main" id="{2DAAD5D1-F330-E2AB-A243-14EB99AADE3F}"/>
              </a:ext>
            </a:extLst>
          </p:cNvPr>
          <p:cNvSpPr/>
          <p:nvPr/>
        </p:nvSpPr>
        <p:spPr>
          <a:xfrm>
            <a:off x="9043073" y="615503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TreeMap</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8" name="Straight Arrow Connector 77">
            <a:extLst>
              <a:ext uri="{FF2B5EF4-FFF2-40B4-BE49-F238E27FC236}">
                <a16:creationId xmlns:a16="http://schemas.microsoft.com/office/drawing/2014/main" id="{8E0E0182-EE9A-E4DF-49CF-371E260D48BB}"/>
              </a:ext>
            </a:extLst>
          </p:cNvPr>
          <p:cNvCxnSpPr>
            <a:cxnSpLocks/>
          </p:cNvCxnSpPr>
          <p:nvPr/>
        </p:nvCxnSpPr>
        <p:spPr>
          <a:xfrm flipV="1">
            <a:off x="9145379" y="3443796"/>
            <a:ext cx="0" cy="20357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B909C8BB-7771-C6F8-1983-CFC1B1C68C05}"/>
              </a:ext>
            </a:extLst>
          </p:cNvPr>
          <p:cNvCxnSpPr>
            <a:cxnSpLocks/>
          </p:cNvCxnSpPr>
          <p:nvPr/>
        </p:nvCxnSpPr>
        <p:spPr>
          <a:xfrm>
            <a:off x="9447544" y="5856156"/>
            <a:ext cx="0" cy="29887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5" name="Straight Connector 4">
            <a:extLst>
              <a:ext uri="{FF2B5EF4-FFF2-40B4-BE49-F238E27FC236}">
                <a16:creationId xmlns:a16="http://schemas.microsoft.com/office/drawing/2014/main" id="{DB182B92-EE13-787B-135B-EE969C62BAB8}"/>
              </a:ext>
            </a:extLst>
          </p:cNvPr>
          <p:cNvCxnSpPr/>
          <p:nvPr/>
        </p:nvCxnSpPr>
        <p:spPr>
          <a:xfrm>
            <a:off x="8129392" y="1175903"/>
            <a:ext cx="87682" cy="5682096"/>
          </a:xfrm>
          <a:prstGeom prst="line">
            <a:avLst/>
          </a:prstGeom>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BFB95B04-28F5-4E61-E7E4-E909E5E50E13}"/>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737932129"/>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rPr>
              <a:t>Q. What are the differences btw </a:t>
            </a:r>
            <a:r>
              <a:rPr lang="en-US" sz="2400" b="1" dirty="0">
                <a:solidFill>
                  <a:srgbClr val="FFFF00"/>
                </a:solidFill>
              </a:rPr>
              <a:t>HashSet(Set) </a:t>
            </a:r>
            <a:r>
              <a:rPr lang="en-US" sz="2400" b="1" dirty="0">
                <a:solidFill>
                  <a:schemeClr val="bg1"/>
                </a:solidFill>
              </a:rPr>
              <a:t>and</a:t>
            </a:r>
            <a:r>
              <a:rPr lang="en-US" sz="2400" b="1" dirty="0">
                <a:solidFill>
                  <a:srgbClr val="FFFF00"/>
                </a:solidFill>
              </a:rPr>
              <a:t> HashMap(Map)</a:t>
            </a:r>
            <a:r>
              <a:rPr lang="en-US" sz="2400" b="1" dirty="0">
                <a:solidFill>
                  <a:schemeClr val="bg1"/>
                </a:solidFill>
              </a:rPr>
              <a:t>?</a:t>
            </a:r>
            <a:endParaRPr lang="en-US" sz="2400" b="1" dirty="0">
              <a:solidFill>
                <a:schemeClr val="bg1"/>
              </a:solidFill>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4">
            <a:extLst>
              <a:ext uri="{FF2B5EF4-FFF2-40B4-BE49-F238E27FC236}">
                <a16:creationId xmlns:a16="http://schemas.microsoft.com/office/drawing/2014/main" id="{09B37950-0FD8-B6CA-8D83-4C138A132A54}"/>
              </a:ext>
            </a:extLst>
          </p:cNvPr>
          <p:cNvSpPr/>
          <p:nvPr/>
        </p:nvSpPr>
        <p:spPr>
          <a:xfrm>
            <a:off x="6153150" y="1064229"/>
            <a:ext cx="5776944" cy="567947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HashMap Example</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HashMap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HashMapEx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 HashMap to store key-value pairs </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HashMap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HashMap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key-value pairs to the HashMap</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33</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"Anurag"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34</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"Rawat"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and printing HashMap elements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(value associated with key "Anurag")</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"Anurag"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34</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Removing an element from the HashMap</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"Rawat"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cxnSp>
        <p:nvCxnSpPr>
          <p:cNvPr id="6" name="Straight Connector 5">
            <a:extLst>
              <a:ext uri="{FF2B5EF4-FFF2-40B4-BE49-F238E27FC236}">
                <a16:creationId xmlns:a16="http://schemas.microsoft.com/office/drawing/2014/main" id="{C77C7D68-8C05-ECD7-90C0-9D388D9DB1CF}"/>
              </a:ext>
            </a:extLst>
          </p:cNvPr>
          <p:cNvCxnSpPr/>
          <p:nvPr/>
        </p:nvCxnSpPr>
        <p:spPr>
          <a:xfrm>
            <a:off x="5940802" y="1050543"/>
            <a:ext cx="0" cy="5721179"/>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C526487D-A628-266A-5EB8-A75F99D8F034}"/>
              </a:ext>
            </a:extLst>
          </p:cNvPr>
          <p:cNvSpPr/>
          <p:nvPr/>
        </p:nvSpPr>
        <p:spPr>
          <a:xfrm>
            <a:off x="132980" y="1064229"/>
            <a:ext cx="5670747" cy="569380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HashSet Example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HashSetEx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 HashSet of integers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HashSet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HashSet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elements to the HashSet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duplicate not allowed</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[20, 10, 30]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 a specific element not supported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Removing an element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[20, 10]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TextBox 3">
            <a:extLst>
              <a:ext uri="{FF2B5EF4-FFF2-40B4-BE49-F238E27FC236}">
                <a16:creationId xmlns:a16="http://schemas.microsoft.com/office/drawing/2014/main" id="{9F513133-3DB3-88EE-3C08-3EB0EE9FA2E1}"/>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115476208"/>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rPr>
              <a:t>Q. What are the differences btw </a:t>
            </a:r>
            <a:r>
              <a:rPr lang="en-US" sz="2400" b="1" dirty="0">
                <a:solidFill>
                  <a:srgbClr val="FFFF00"/>
                </a:solidFill>
              </a:rPr>
              <a:t>HashSet(Set) </a:t>
            </a:r>
            <a:r>
              <a:rPr lang="en-US" sz="2400" b="1" dirty="0">
                <a:solidFill>
                  <a:schemeClr val="bg1"/>
                </a:solidFill>
              </a:rPr>
              <a:t>and</a:t>
            </a:r>
            <a:r>
              <a:rPr lang="en-US" sz="2400" b="1" dirty="0">
                <a:solidFill>
                  <a:srgbClr val="FFFF00"/>
                </a:solidFill>
              </a:rPr>
              <a:t> HashMap(Map)</a:t>
            </a:r>
            <a:r>
              <a:rPr lang="en-US" sz="2400" b="1" dirty="0">
                <a:solidFill>
                  <a:schemeClr val="bg1"/>
                </a:solidFill>
              </a:rPr>
              <a:t>?</a:t>
            </a:r>
            <a:endParaRPr lang="en-US" sz="2400" b="1" dirty="0">
              <a:solidFill>
                <a:schemeClr val="bg1"/>
              </a:solidFill>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6" name="Table 4">
            <a:extLst>
              <a:ext uri="{FF2B5EF4-FFF2-40B4-BE49-F238E27FC236}">
                <a16:creationId xmlns:a16="http://schemas.microsoft.com/office/drawing/2014/main" id="{64499199-FB35-2409-4599-C9984AFB2820}"/>
              </a:ext>
            </a:extLst>
          </p:cNvPr>
          <p:cNvGraphicFramePr>
            <a:graphicFrameLocks noGrp="1"/>
          </p:cNvGraphicFramePr>
          <p:nvPr>
            <p:ph idx="1"/>
          </p:nvPr>
        </p:nvGraphicFramePr>
        <p:xfrm>
          <a:off x="506005" y="1288052"/>
          <a:ext cx="10147168" cy="3986290"/>
        </p:xfrm>
        <a:graphic>
          <a:graphicData uri="http://schemas.openxmlformats.org/drawingml/2006/table">
            <a:tbl>
              <a:tblPr firstRow="1" bandRow="1">
                <a:tableStyleId>{E8B1032C-EA38-4F05-BA0D-38AFFFC7BED3}</a:tableStyleId>
              </a:tblPr>
              <a:tblGrid>
                <a:gridCol w="4915008">
                  <a:extLst>
                    <a:ext uri="{9D8B030D-6E8A-4147-A177-3AD203B41FA5}">
                      <a16:colId xmlns:a16="http://schemas.microsoft.com/office/drawing/2014/main" val="312534454"/>
                    </a:ext>
                  </a:extLst>
                </a:gridCol>
                <a:gridCol w="5232160">
                  <a:extLst>
                    <a:ext uri="{9D8B030D-6E8A-4147-A177-3AD203B41FA5}">
                      <a16:colId xmlns:a16="http://schemas.microsoft.com/office/drawing/2014/main" val="3786215524"/>
                    </a:ext>
                  </a:extLst>
                </a:gridCol>
              </a:tblGrid>
              <a:tr h="570523">
                <a:tc>
                  <a:txBody>
                    <a:bodyPr/>
                    <a:lstStyle/>
                    <a:p>
                      <a:pPr algn="ctr"/>
                      <a:r>
                        <a:rPr lang="en-IN" sz="2400" b="1" i="0" kern="1200" dirty="0">
                          <a:solidFill>
                            <a:schemeClr val="tx1"/>
                          </a:solidFill>
                          <a:effectLst/>
                          <a:latin typeface="+mn-lt"/>
                          <a:ea typeface="+mn-ea"/>
                          <a:cs typeface="+mn-cs"/>
                        </a:rPr>
                        <a:t>HashSet</a:t>
                      </a:r>
                      <a:endParaRPr lang="en-IN" sz="2400" dirty="0"/>
                    </a:p>
                  </a:txBody>
                  <a:tcPr marL="180000" marR="540000" marT="108000" marB="108000" anchor="ctr"/>
                </a:tc>
                <a:tc>
                  <a:txBody>
                    <a:bodyPr/>
                    <a:lstStyle/>
                    <a:p>
                      <a:pPr algn="ctr"/>
                      <a:r>
                        <a:rPr lang="en-IN" sz="2400" b="1" i="0" kern="1200" dirty="0">
                          <a:solidFill>
                            <a:schemeClr val="tx1"/>
                          </a:solidFill>
                          <a:effectLst/>
                          <a:latin typeface="+mn-lt"/>
                          <a:ea typeface="+mn-ea"/>
                          <a:cs typeface="+mn-cs"/>
                        </a:rPr>
                        <a:t>HashMap</a:t>
                      </a:r>
                      <a:endParaRPr lang="en-IN" sz="2400" dirty="0"/>
                    </a:p>
                  </a:txBody>
                  <a:tcPr marL="180000" marR="540000" marT="108000" marB="108000" anchor="ctr"/>
                </a:tc>
                <a:extLst>
                  <a:ext uri="{0D108BD9-81ED-4DB2-BD59-A6C34878D82A}">
                    <a16:rowId xmlns:a16="http://schemas.microsoft.com/office/drawing/2014/main" val="2733934505"/>
                  </a:ext>
                </a:extLst>
              </a:tr>
              <a:tr h="669917">
                <a:tc gridSpan="2">
                  <a:txBody>
                    <a:bodyPr/>
                    <a:lstStyle/>
                    <a:p>
                      <a:pPr algn="ctr"/>
                      <a:r>
                        <a:rPr lang="en-US" sz="1800" b="0" i="0" kern="1200" dirty="0">
                          <a:solidFill>
                            <a:schemeClr val="tx1"/>
                          </a:solidFill>
                          <a:effectLst/>
                          <a:latin typeface="+mn-lt"/>
                          <a:ea typeface="+mn-ea"/>
                          <a:cs typeface="+mn-cs"/>
                        </a:rPr>
                        <a:t>Does not allow duplicates</a:t>
                      </a:r>
                      <a:endParaRPr lang="en-IN" sz="1800" dirty="0"/>
                    </a:p>
                  </a:txBody>
                  <a:tcPr marL="180000" marR="540000" marT="108000" marB="108000" anchor="ctr"/>
                </a:tc>
                <a:tc hMerge="1">
                  <a:txBody>
                    <a:bodyPr/>
                    <a:lstStyle/>
                    <a:p>
                      <a:endParaRPr lang="en-IN"/>
                    </a:p>
                  </a:txBody>
                  <a:tcPr/>
                </a:tc>
                <a:extLst>
                  <a:ext uri="{0D108BD9-81ED-4DB2-BD59-A6C34878D82A}">
                    <a16:rowId xmlns:a16="http://schemas.microsoft.com/office/drawing/2014/main" val="2977249443"/>
                  </a:ext>
                </a:extLst>
              </a:tr>
              <a:tr h="669917">
                <a:tc gridSpan="2">
                  <a:txBody>
                    <a:bodyPr/>
                    <a:lstStyle/>
                    <a:p>
                      <a:pPr algn="ctr"/>
                      <a:r>
                        <a:rPr lang="en-US" sz="1800" b="0" i="0" kern="1200" dirty="0">
                          <a:solidFill>
                            <a:schemeClr val="tx1"/>
                          </a:solidFill>
                          <a:effectLst/>
                          <a:latin typeface="+mn-lt"/>
                          <a:ea typeface="+mn-ea"/>
                          <a:cs typeface="+mn-cs"/>
                        </a:rPr>
                        <a:t>Does not maintain insertion order</a:t>
                      </a:r>
                      <a:endParaRPr lang="en-IN" sz="1800" dirty="0"/>
                    </a:p>
                  </a:txBody>
                  <a:tcPr marL="180000" marR="540000" marT="108000" marB="108000" anchor="ctr"/>
                </a:tc>
                <a:tc hMerge="1">
                  <a:txBody>
                    <a:bodyPr/>
                    <a:lstStyle/>
                    <a:p>
                      <a:endParaRPr lang="en-IN"/>
                    </a:p>
                  </a:txBody>
                  <a:tcPr/>
                </a:tc>
                <a:extLst>
                  <a:ext uri="{0D108BD9-81ED-4DB2-BD59-A6C34878D82A}">
                    <a16:rowId xmlns:a16="http://schemas.microsoft.com/office/drawing/2014/main" val="1067390432"/>
                  </a:ext>
                </a:extLst>
              </a:tr>
              <a:tr h="669917">
                <a:tc gridSpan="2">
                  <a:txBody>
                    <a:bodyPr/>
                    <a:lstStyle/>
                    <a:p>
                      <a:pPr algn="ctr"/>
                      <a:r>
                        <a:rPr lang="en-US" sz="1800" dirty="0"/>
                        <a:t>Uses hashing mechanism to store elements</a:t>
                      </a:r>
                      <a:endParaRPr lang="en-IN" sz="1800" dirty="0"/>
                    </a:p>
                  </a:txBody>
                  <a:tcPr marL="180000" marR="540000" marT="108000" marB="108000" anchor="ctr"/>
                </a:tc>
                <a:tc hMerge="1">
                  <a:txBody>
                    <a:bodyPr/>
                    <a:lstStyle/>
                    <a:p>
                      <a:endParaRPr lang="en-IN" sz="1800" dirty="0"/>
                    </a:p>
                  </a:txBody>
                  <a:tcPr marL="180000" marR="540000" marT="108000" marB="108000" anchor="ctr"/>
                </a:tc>
                <a:extLst>
                  <a:ext uri="{0D108BD9-81ED-4DB2-BD59-A6C34878D82A}">
                    <a16:rowId xmlns:a16="http://schemas.microsoft.com/office/drawing/2014/main" val="3473720815"/>
                  </a:ext>
                </a:extLst>
              </a:tr>
              <a:tr h="669917">
                <a:tc>
                  <a:txBody>
                    <a:bodyPr/>
                    <a:lstStyle/>
                    <a:p>
                      <a:r>
                        <a:rPr lang="en-IN" sz="1800" dirty="0"/>
                        <a:t>1. </a:t>
                      </a:r>
                      <a:r>
                        <a:rPr lang="en-US" sz="1800" b="0" i="0" kern="1200" dirty="0">
                          <a:solidFill>
                            <a:schemeClr val="tx1"/>
                          </a:solidFill>
                          <a:effectLst/>
                          <a:latin typeface="+mn-lt"/>
                          <a:ea typeface="+mn-ea"/>
                          <a:cs typeface="+mn-cs"/>
                        </a:rPr>
                        <a:t>HashSet is used to store a collection of individual elements.</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HashMap is used to store key-value pairs.</a:t>
                      </a:r>
                      <a:endParaRPr lang="en-IN" sz="1800" dirty="0"/>
                    </a:p>
                  </a:txBody>
                  <a:tcPr marL="180000" marR="540000" marT="108000" marB="108000" anchor="ctr"/>
                </a:tc>
                <a:extLst>
                  <a:ext uri="{0D108BD9-81ED-4DB2-BD59-A6C34878D82A}">
                    <a16:rowId xmlns:a16="http://schemas.microsoft.com/office/drawing/2014/main" val="2040826760"/>
                  </a:ext>
                </a:extLst>
              </a:tr>
              <a:tr h="630139">
                <a:tc>
                  <a:txBody>
                    <a:bodyPr/>
                    <a:lstStyle/>
                    <a:p>
                      <a:r>
                        <a:rPr lang="en-IN" sz="1800" dirty="0"/>
                        <a:t>2. HashSet </a:t>
                      </a:r>
                      <a:r>
                        <a:rPr lang="en-US" sz="1800" b="0" i="0" kern="1200" dirty="0">
                          <a:solidFill>
                            <a:schemeClr val="tx1"/>
                          </a:solidFill>
                          <a:effectLst/>
                          <a:latin typeface="+mn-lt"/>
                          <a:ea typeface="+mn-ea"/>
                          <a:cs typeface="+mn-cs"/>
                        </a:rPr>
                        <a:t>Implements Set interface</a:t>
                      </a:r>
                      <a:endParaRPr lang="en-IN" sz="1800" dirty="0"/>
                    </a:p>
                  </a:txBody>
                  <a:tcPr marL="180000" marR="540000" marT="108000" marB="108000" anchor="ctr"/>
                </a:tc>
                <a:tc>
                  <a:txBody>
                    <a:bodyPr/>
                    <a:lstStyle/>
                    <a:p>
                      <a:r>
                        <a:rPr lang="en-IN" sz="1800" dirty="0"/>
                        <a:t>HashMap </a:t>
                      </a:r>
                      <a:r>
                        <a:rPr lang="en-US" sz="1800" b="0" i="0" kern="1200" dirty="0">
                          <a:solidFill>
                            <a:schemeClr val="tx1"/>
                          </a:solidFill>
                          <a:effectLst/>
                          <a:latin typeface="+mn-lt"/>
                          <a:ea typeface="+mn-ea"/>
                          <a:cs typeface="+mn-cs"/>
                        </a:rPr>
                        <a:t>Implements Map interface</a:t>
                      </a:r>
                      <a:endParaRPr lang="en-IN" sz="1800" dirty="0"/>
                    </a:p>
                  </a:txBody>
                  <a:tcPr marL="180000" marR="540000" marT="108000" marB="108000" anchor="ctr"/>
                </a:tc>
                <a:extLst>
                  <a:ext uri="{0D108BD9-81ED-4DB2-BD59-A6C34878D82A}">
                    <a16:rowId xmlns:a16="http://schemas.microsoft.com/office/drawing/2014/main" val="546381452"/>
                  </a:ext>
                </a:extLst>
              </a:tr>
            </a:tbl>
          </a:graphicData>
        </a:graphic>
      </p:graphicFrame>
      <p:sp>
        <p:nvSpPr>
          <p:cNvPr id="4" name="TextBox 3">
            <a:extLst>
              <a:ext uri="{FF2B5EF4-FFF2-40B4-BE49-F238E27FC236}">
                <a16:creationId xmlns:a16="http://schemas.microsoft.com/office/drawing/2014/main" id="{161BCDF7-35E9-7271-DFB2-D658D0DB6DB9}"/>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4290647374"/>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3163943"/>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LinkedList</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in Java? What are Singly and Doubly linked list?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How to implement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LinkedList</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Difference between </a:t>
            </a:r>
            <a:r>
              <a:rPr kumimoji="0" lang="en-US" sz="1800" b="0" i="0" u="none" strike="noStrike" kern="1200" cap="none" spc="0" normalizeH="0" baseline="0" noProof="0" dirty="0" err="1">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Arraylist</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&amp; LinkedList?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Arraylist</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&amp;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LinkedList</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When to use what?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Collections</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What is the difference between Collection and Collections?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TreeSet</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in Java? What is the difference between HashSet and </a:t>
            </a:r>
            <a:r>
              <a:rPr kumimoji="0" lang="en-US" sz="1800" b="0" i="0" u="none" strike="noStrike" kern="1200" cap="none" spc="0" normalizeH="0" baseline="0" noProof="0" dirty="0" err="1">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TreeSet</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HashSet</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TreeSet</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HashMap</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HashTable</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advantages</a:t>
            </a: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 of using collections?</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18. Collections - Advanced</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29A2DA7B-675B-8445-A6A8-C096A56C720C}"/>
              </a:ext>
            </a:extLst>
          </p:cNvPr>
          <p:cNvPicPr>
            <a:picLocks noChangeAspect="1" noChangeArrowheads="1"/>
          </p:cNvPicPr>
          <p:nvPr/>
        </p:nvPicPr>
        <p:blipFill rotWithShape="1">
          <a:blip r:embed="rId11">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29A5FAD1-5285-B9B5-B510-BBFAD1856137}"/>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6769582" y="1532869"/>
            <a:ext cx="636255" cy="253133"/>
          </a:xfrm>
          <a:prstGeom prst="rect">
            <a:avLst/>
          </a:prstGeom>
        </p:spPr>
      </p:pic>
      <p:pic>
        <p:nvPicPr>
          <p:cNvPr id="5" name="Picture 4">
            <a:extLst>
              <a:ext uri="{FF2B5EF4-FFF2-40B4-BE49-F238E27FC236}">
                <a16:creationId xmlns:a16="http://schemas.microsoft.com/office/drawing/2014/main" id="{E00119AA-82BD-3972-C312-456D151F1B19}"/>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8245613" y="2720528"/>
            <a:ext cx="636255" cy="253133"/>
          </a:xfrm>
          <a:prstGeom prst="rect">
            <a:avLst/>
          </a:prstGeom>
        </p:spPr>
      </p:pic>
      <p:pic>
        <p:nvPicPr>
          <p:cNvPr id="6" name="Picture 5">
            <a:extLst>
              <a:ext uri="{FF2B5EF4-FFF2-40B4-BE49-F238E27FC236}">
                <a16:creationId xmlns:a16="http://schemas.microsoft.com/office/drawing/2014/main" id="{5C8687F1-2025-1032-4B19-76B280AC6DCC}"/>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6075317" y="3920472"/>
            <a:ext cx="636255" cy="253133"/>
          </a:xfrm>
          <a:prstGeom prst="rect">
            <a:avLst/>
          </a:prstGeom>
        </p:spPr>
      </p:pic>
      <p:sp>
        <p:nvSpPr>
          <p:cNvPr id="10" name="TextBox 9">
            <a:extLst>
              <a:ext uri="{FF2B5EF4-FFF2-40B4-BE49-F238E27FC236}">
                <a16:creationId xmlns:a16="http://schemas.microsoft.com/office/drawing/2014/main" id="{01D5797B-73AA-F5ED-2A42-D72C58512F40}"/>
              </a:ext>
            </a:extLst>
          </p:cNvPr>
          <p:cNvSpPr txBox="1"/>
          <p:nvPr/>
        </p:nvSpPr>
        <p:spPr>
          <a:xfrm>
            <a:off x="10342731" y="6373174"/>
            <a:ext cx="1972639" cy="307777"/>
          </a:xfrm>
          <a:prstGeom prst="rect">
            <a:avLst/>
          </a:prstGeom>
          <a:noFill/>
        </p:spPr>
        <p:txBody>
          <a:bodyPr wrap="square">
            <a:spAutoFit/>
          </a:bodyPr>
          <a:lstStyle/>
          <a:p>
            <a:r>
              <a:rPr lang="en-US" sz="1400" dirty="0">
                <a:hlinkClick r:id="rId13" action="ppaction://hlinksldjump"/>
              </a:rPr>
              <a:t>Back to main index</a:t>
            </a:r>
            <a:endParaRPr lang="en-IN" sz="1400" dirty="0"/>
          </a:p>
        </p:txBody>
      </p:sp>
    </p:spTree>
    <p:extLst>
      <p:ext uri="{BB962C8B-B14F-4D97-AF65-F5344CB8AC3E}">
        <p14:creationId xmlns:p14="http://schemas.microsoft.com/office/powerpoint/2010/main" val="2342218634"/>
      </p:ext>
    </p:extLst>
  </p:cSld>
  <p:clrMapOvr>
    <a:overrideClrMapping bg1="dk1" tx1="lt1" bg2="dk2" tx2="lt2" accent1="accent1" accent2="accent2" accent3="accent3" accent4="accent4" accent5="accent5" accent6="accent6" hlink="hlink" folHlink="folHlink"/>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LinkedList</a:t>
            </a:r>
            <a:r>
              <a:rPr lang="en-US" sz="2400" b="1" dirty="0">
                <a:solidFill>
                  <a:schemeClr val="bg1"/>
                </a:solidFill>
                <a:ea typeface="+mn-ea"/>
                <a:cs typeface="+mn-cs"/>
              </a:rPr>
              <a:t> in Java? What are Singly and Doubly linked list?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cxnSp>
        <p:nvCxnSpPr>
          <p:cNvPr id="4" name="Straight Arrow Connector 3">
            <a:extLst>
              <a:ext uri="{FF2B5EF4-FFF2-40B4-BE49-F238E27FC236}">
                <a16:creationId xmlns:a16="http://schemas.microsoft.com/office/drawing/2014/main" id="{7031C62E-FCDE-9E25-F20D-F52C2D52146B}"/>
              </a:ext>
            </a:extLst>
          </p:cNvPr>
          <p:cNvCxnSpPr>
            <a:cxnSpLocks/>
            <a:stCxn id="14" idx="0"/>
            <a:endCxn id="51" idx="1"/>
          </p:cNvCxnSpPr>
          <p:nvPr/>
        </p:nvCxnSpPr>
        <p:spPr>
          <a:xfrm flipV="1">
            <a:off x="1696958" y="2161427"/>
            <a:ext cx="6438791" cy="263730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DD5D235F-5B78-67D6-4F38-BA5394180D7A}"/>
              </a:ext>
            </a:extLst>
          </p:cNvPr>
          <p:cNvSpPr/>
          <p:nvPr/>
        </p:nvSpPr>
        <p:spPr>
          <a:xfrm>
            <a:off x="355928" y="1528476"/>
            <a:ext cx="433106" cy="18472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DC865372-B742-2F46-B117-7DBFB80E7179}"/>
              </a:ext>
            </a:extLst>
          </p:cNvPr>
          <p:cNvSpPr/>
          <p:nvPr/>
        </p:nvSpPr>
        <p:spPr>
          <a:xfrm>
            <a:off x="6278977" y="4437702"/>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a:ln>
                  <a:noFill/>
                </a:ln>
                <a:solidFill>
                  <a:prstClr val="white"/>
                </a:solidFill>
                <a:effectLst/>
                <a:uLnTx/>
                <a:uFillTx/>
                <a:latin typeface="Calibri" panose="020F0502020204030204"/>
                <a:ea typeface="+mn-ea"/>
                <a:cs typeface="+mn-cs"/>
              </a:rPr>
              <a:t>LinkedHashSet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8EE7567E-2B90-4B45-A506-1E920D6C73D7}"/>
              </a:ext>
            </a:extLst>
          </p:cNvPr>
          <p:cNvSpPr/>
          <p:nvPr/>
        </p:nvSpPr>
        <p:spPr>
          <a:xfrm>
            <a:off x="5788014" y="5426652"/>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SortedSet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841EE093-A085-47F0-96CA-9D43E497B962}"/>
              </a:ext>
            </a:extLst>
          </p:cNvPr>
          <p:cNvSpPr/>
          <p:nvPr/>
        </p:nvSpPr>
        <p:spPr>
          <a:xfrm>
            <a:off x="3109203" y="2145945"/>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Collection</a:t>
            </a:r>
          </a:p>
        </p:txBody>
      </p:sp>
      <p:sp>
        <p:nvSpPr>
          <p:cNvPr id="12" name="Rectangle 11">
            <a:extLst>
              <a:ext uri="{FF2B5EF4-FFF2-40B4-BE49-F238E27FC236}">
                <a16:creationId xmlns:a16="http://schemas.microsoft.com/office/drawing/2014/main" id="{6BC65BD7-D7FF-DE0C-635F-498F4E2F4617}"/>
              </a:ext>
            </a:extLst>
          </p:cNvPr>
          <p:cNvSpPr/>
          <p:nvPr/>
        </p:nvSpPr>
        <p:spPr>
          <a:xfrm>
            <a:off x="3658891" y="3810289"/>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PriorityQueue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E88A6C41-1231-6AA6-63C5-FEC373B2888F}"/>
              </a:ext>
            </a:extLst>
          </p:cNvPr>
          <p:cNvSpPr/>
          <p:nvPr/>
        </p:nvSpPr>
        <p:spPr>
          <a:xfrm>
            <a:off x="839394" y="421924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ArrayList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103239BA-9117-974F-5964-78FC7FBF2B7F}"/>
              </a:ext>
            </a:extLst>
          </p:cNvPr>
          <p:cNvSpPr/>
          <p:nvPr/>
        </p:nvSpPr>
        <p:spPr>
          <a:xfrm>
            <a:off x="843735" y="4798735"/>
            <a:ext cx="1706445" cy="338553"/>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LinkedList</a:t>
            </a:r>
          </a:p>
        </p:txBody>
      </p:sp>
      <p:sp>
        <p:nvSpPr>
          <p:cNvPr id="15" name="Rectangle 14">
            <a:extLst>
              <a:ext uri="{FF2B5EF4-FFF2-40B4-BE49-F238E27FC236}">
                <a16:creationId xmlns:a16="http://schemas.microsoft.com/office/drawing/2014/main" id="{D0419FC3-652F-3E20-30D9-CD637D519572}"/>
              </a:ext>
            </a:extLst>
          </p:cNvPr>
          <p:cNvSpPr/>
          <p:nvPr/>
        </p:nvSpPr>
        <p:spPr>
          <a:xfrm>
            <a:off x="860228" y="5378226"/>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Vector</a:t>
            </a:r>
          </a:p>
        </p:txBody>
      </p:sp>
      <p:sp>
        <p:nvSpPr>
          <p:cNvPr id="16" name="Rectangle 15">
            <a:extLst>
              <a:ext uri="{FF2B5EF4-FFF2-40B4-BE49-F238E27FC236}">
                <a16:creationId xmlns:a16="http://schemas.microsoft.com/office/drawing/2014/main" id="{B7CE126A-ED8D-03AF-87B4-D97556F21982}"/>
              </a:ext>
            </a:extLst>
          </p:cNvPr>
          <p:cNvSpPr/>
          <p:nvPr/>
        </p:nvSpPr>
        <p:spPr>
          <a:xfrm>
            <a:off x="860228" y="610215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Stack</a:t>
            </a:r>
          </a:p>
        </p:txBody>
      </p:sp>
      <p:sp>
        <p:nvSpPr>
          <p:cNvPr id="17" name="Rectangle 16">
            <a:extLst>
              <a:ext uri="{FF2B5EF4-FFF2-40B4-BE49-F238E27FC236}">
                <a16:creationId xmlns:a16="http://schemas.microsoft.com/office/drawing/2014/main" id="{C3EEEDFC-1FD9-4E36-E772-0EA7E853E87C}"/>
              </a:ext>
            </a:extLst>
          </p:cNvPr>
          <p:cNvSpPr/>
          <p:nvPr/>
        </p:nvSpPr>
        <p:spPr>
          <a:xfrm>
            <a:off x="355928" y="1230855"/>
            <a:ext cx="433106" cy="184729"/>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86F3D5B9-83AE-2BFA-0A1B-E066DE398EE4}"/>
              </a:ext>
            </a:extLst>
          </p:cNvPr>
          <p:cNvSpPr/>
          <p:nvPr/>
        </p:nvSpPr>
        <p:spPr>
          <a:xfrm>
            <a:off x="6266620" y="3757339"/>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HashSet</a:t>
            </a:r>
          </a:p>
        </p:txBody>
      </p:sp>
      <p:sp>
        <p:nvSpPr>
          <p:cNvPr id="19" name="Rectangle 18">
            <a:extLst>
              <a:ext uri="{FF2B5EF4-FFF2-40B4-BE49-F238E27FC236}">
                <a16:creationId xmlns:a16="http://schemas.microsoft.com/office/drawing/2014/main" id="{505B135F-4242-FB64-D06D-ADB84AD046A7}"/>
              </a:ext>
            </a:extLst>
          </p:cNvPr>
          <p:cNvSpPr/>
          <p:nvPr/>
        </p:nvSpPr>
        <p:spPr>
          <a:xfrm>
            <a:off x="5788014" y="610215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Tree Set</a:t>
            </a:r>
          </a:p>
        </p:txBody>
      </p:sp>
      <p:sp>
        <p:nvSpPr>
          <p:cNvPr id="20" name="Rectangle 19">
            <a:extLst>
              <a:ext uri="{FF2B5EF4-FFF2-40B4-BE49-F238E27FC236}">
                <a16:creationId xmlns:a16="http://schemas.microsoft.com/office/drawing/2014/main" id="{15519184-39B3-3C21-954B-913C6025C1B6}"/>
              </a:ext>
            </a:extLst>
          </p:cNvPr>
          <p:cNvSpPr/>
          <p:nvPr/>
        </p:nvSpPr>
        <p:spPr>
          <a:xfrm>
            <a:off x="3096941" y="1437544"/>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Iterable</a:t>
            </a:r>
          </a:p>
        </p:txBody>
      </p:sp>
      <p:sp>
        <p:nvSpPr>
          <p:cNvPr id="21" name="Rectangle 20">
            <a:extLst>
              <a:ext uri="{FF2B5EF4-FFF2-40B4-BE49-F238E27FC236}">
                <a16:creationId xmlns:a16="http://schemas.microsoft.com/office/drawing/2014/main" id="{F22DFFB9-4A50-1FA5-078E-1DE7A4560473}"/>
              </a:ext>
            </a:extLst>
          </p:cNvPr>
          <p:cNvSpPr/>
          <p:nvPr/>
        </p:nvSpPr>
        <p:spPr>
          <a:xfrm>
            <a:off x="5788014" y="3017996"/>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Set (Unique)</a:t>
            </a:r>
          </a:p>
        </p:txBody>
      </p:sp>
      <p:sp>
        <p:nvSpPr>
          <p:cNvPr id="22" name="Rectangle 21">
            <a:extLst>
              <a:ext uri="{FF2B5EF4-FFF2-40B4-BE49-F238E27FC236}">
                <a16:creationId xmlns:a16="http://schemas.microsoft.com/office/drawing/2014/main" id="{B85F145A-4F71-0C62-1765-6850318EC0A1}"/>
              </a:ext>
            </a:extLst>
          </p:cNvPr>
          <p:cNvSpPr/>
          <p:nvPr/>
        </p:nvSpPr>
        <p:spPr>
          <a:xfrm>
            <a:off x="3102436" y="3089434"/>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Queue (FIFO)</a:t>
            </a:r>
          </a:p>
        </p:txBody>
      </p:sp>
      <p:sp>
        <p:nvSpPr>
          <p:cNvPr id="23" name="Rectangle 22">
            <a:extLst>
              <a:ext uri="{FF2B5EF4-FFF2-40B4-BE49-F238E27FC236}">
                <a16:creationId xmlns:a16="http://schemas.microsoft.com/office/drawing/2014/main" id="{73FAC017-C52B-97E3-6DED-4410A5653947}"/>
              </a:ext>
            </a:extLst>
          </p:cNvPr>
          <p:cNvSpPr/>
          <p:nvPr/>
        </p:nvSpPr>
        <p:spPr>
          <a:xfrm>
            <a:off x="3104222" y="5378226"/>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ArrayDeque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CABD5D2C-9F06-25E2-943A-560F7B56B606}"/>
              </a:ext>
            </a:extLst>
          </p:cNvPr>
          <p:cNvSpPr/>
          <p:nvPr/>
        </p:nvSpPr>
        <p:spPr>
          <a:xfrm>
            <a:off x="3102436" y="4452612"/>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Deque</a:t>
            </a:r>
          </a:p>
        </p:txBody>
      </p:sp>
      <p:sp>
        <p:nvSpPr>
          <p:cNvPr id="25" name="Rectangle 24">
            <a:extLst>
              <a:ext uri="{FF2B5EF4-FFF2-40B4-BE49-F238E27FC236}">
                <a16:creationId xmlns:a16="http://schemas.microsoft.com/office/drawing/2014/main" id="{04A82432-307E-7B8E-69B5-C485EC52196C}"/>
              </a:ext>
            </a:extLst>
          </p:cNvPr>
          <p:cNvSpPr/>
          <p:nvPr/>
        </p:nvSpPr>
        <p:spPr>
          <a:xfrm>
            <a:off x="355693" y="3089434"/>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List (Ordered)</a:t>
            </a:r>
          </a:p>
        </p:txBody>
      </p:sp>
      <p:cxnSp>
        <p:nvCxnSpPr>
          <p:cNvPr id="26" name="Straight Arrow Connector 25">
            <a:extLst>
              <a:ext uri="{FF2B5EF4-FFF2-40B4-BE49-F238E27FC236}">
                <a16:creationId xmlns:a16="http://schemas.microsoft.com/office/drawing/2014/main" id="{214BF42F-7196-939F-BCA8-B15ECEAFDF9F}"/>
              </a:ext>
            </a:extLst>
          </p:cNvPr>
          <p:cNvCxnSpPr>
            <a:cxnSpLocks/>
            <a:stCxn id="11" idx="0"/>
          </p:cNvCxnSpPr>
          <p:nvPr/>
        </p:nvCxnSpPr>
        <p:spPr>
          <a:xfrm flipV="1">
            <a:off x="3962426" y="1777093"/>
            <a:ext cx="0" cy="36885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a:extLst>
              <a:ext uri="{FF2B5EF4-FFF2-40B4-BE49-F238E27FC236}">
                <a16:creationId xmlns:a16="http://schemas.microsoft.com/office/drawing/2014/main" id="{7E7EA1E1-1CC4-4B9E-057B-6911B5CA2ECB}"/>
              </a:ext>
            </a:extLst>
          </p:cNvPr>
          <p:cNvCxnSpPr>
            <a:cxnSpLocks/>
            <a:endCxn id="11" idx="2"/>
          </p:cNvCxnSpPr>
          <p:nvPr/>
        </p:nvCxnSpPr>
        <p:spPr>
          <a:xfrm flipV="1">
            <a:off x="3959232" y="2484498"/>
            <a:ext cx="3194" cy="5810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a:extLst>
              <a:ext uri="{FF2B5EF4-FFF2-40B4-BE49-F238E27FC236}">
                <a16:creationId xmlns:a16="http://schemas.microsoft.com/office/drawing/2014/main" id="{DEDD64D3-FBE9-F1FA-F65A-F1186F65090C}"/>
              </a:ext>
            </a:extLst>
          </p:cNvPr>
          <p:cNvCxnSpPr>
            <a:cxnSpLocks/>
          </p:cNvCxnSpPr>
          <p:nvPr/>
        </p:nvCxnSpPr>
        <p:spPr>
          <a:xfrm flipV="1">
            <a:off x="5890320" y="3390916"/>
            <a:ext cx="0" cy="20357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B6EFACC1-F1CB-ECA8-F5E9-DAAD4B190189}"/>
              </a:ext>
            </a:extLst>
          </p:cNvPr>
          <p:cNvCxnSpPr>
            <a:cxnSpLocks/>
          </p:cNvCxnSpPr>
          <p:nvPr/>
        </p:nvCxnSpPr>
        <p:spPr>
          <a:xfrm flipV="1">
            <a:off x="3346790" y="3467384"/>
            <a:ext cx="0" cy="97031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770E3F17-C55F-5179-904F-4751C1095FD7}"/>
              </a:ext>
            </a:extLst>
          </p:cNvPr>
          <p:cNvCxnSpPr>
            <a:cxnSpLocks/>
          </p:cNvCxnSpPr>
          <p:nvPr/>
        </p:nvCxnSpPr>
        <p:spPr>
          <a:xfrm flipV="1">
            <a:off x="613779" y="1806768"/>
            <a:ext cx="0" cy="18833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2704C1D4-D037-62C9-8BEF-9F601EFADE9D}"/>
              </a:ext>
            </a:extLst>
          </p:cNvPr>
          <p:cNvCxnSpPr>
            <a:cxnSpLocks/>
          </p:cNvCxnSpPr>
          <p:nvPr/>
        </p:nvCxnSpPr>
        <p:spPr>
          <a:xfrm>
            <a:off x="6090470" y="3368528"/>
            <a:ext cx="0" cy="126571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2" name="Straight Connector 31">
            <a:extLst>
              <a:ext uri="{FF2B5EF4-FFF2-40B4-BE49-F238E27FC236}">
                <a16:creationId xmlns:a16="http://schemas.microsoft.com/office/drawing/2014/main" id="{B1547A65-7BDE-B311-06DC-F152EFA3FFC0}"/>
              </a:ext>
            </a:extLst>
          </p:cNvPr>
          <p:cNvCxnSpPr>
            <a:cxnSpLocks/>
          </p:cNvCxnSpPr>
          <p:nvPr/>
        </p:nvCxnSpPr>
        <p:spPr>
          <a:xfrm>
            <a:off x="6192485" y="5803276"/>
            <a:ext cx="0" cy="29887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3" name="Straight Connector 32">
            <a:extLst>
              <a:ext uri="{FF2B5EF4-FFF2-40B4-BE49-F238E27FC236}">
                <a16:creationId xmlns:a16="http://schemas.microsoft.com/office/drawing/2014/main" id="{876DBF68-A038-3C69-0D12-D4D7EA23742A}"/>
              </a:ext>
            </a:extLst>
          </p:cNvPr>
          <p:cNvCxnSpPr>
            <a:cxnSpLocks/>
          </p:cNvCxnSpPr>
          <p:nvPr/>
        </p:nvCxnSpPr>
        <p:spPr>
          <a:xfrm>
            <a:off x="6106572" y="4621889"/>
            <a:ext cx="184048" cy="1"/>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4" name="Straight Connector 33">
            <a:extLst>
              <a:ext uri="{FF2B5EF4-FFF2-40B4-BE49-F238E27FC236}">
                <a16:creationId xmlns:a16="http://schemas.microsoft.com/office/drawing/2014/main" id="{D52EF4CA-CC07-ED78-8A03-9B56891B8ED0}"/>
              </a:ext>
            </a:extLst>
          </p:cNvPr>
          <p:cNvCxnSpPr>
            <a:cxnSpLocks/>
            <a:endCxn id="18" idx="1"/>
          </p:cNvCxnSpPr>
          <p:nvPr/>
        </p:nvCxnSpPr>
        <p:spPr>
          <a:xfrm>
            <a:off x="6090470" y="3926616"/>
            <a:ext cx="176150"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5" name="Straight Connector 34">
            <a:extLst>
              <a:ext uri="{FF2B5EF4-FFF2-40B4-BE49-F238E27FC236}">
                <a16:creationId xmlns:a16="http://schemas.microsoft.com/office/drawing/2014/main" id="{91F37FD2-A7B3-70AE-7826-F4DFE565E4FF}"/>
              </a:ext>
            </a:extLst>
          </p:cNvPr>
          <p:cNvCxnSpPr>
            <a:cxnSpLocks/>
          </p:cNvCxnSpPr>
          <p:nvPr/>
        </p:nvCxnSpPr>
        <p:spPr>
          <a:xfrm>
            <a:off x="613779" y="2113034"/>
            <a:ext cx="0" cy="288096"/>
          </a:xfrm>
          <a:prstGeom prst="line">
            <a:avLst/>
          </a:prstGeom>
          <a:ln w="9525" cap="flat" cmpd="sng" algn="ctr">
            <a:solidFill>
              <a:schemeClr val="dk1"/>
            </a:solidFill>
            <a:prstDash val="dash"/>
            <a:round/>
            <a:headEnd type="triangle" w="sm" len="med"/>
            <a:tailEnd type="none" w="med" len="med"/>
          </a:ln>
        </p:spPr>
        <p:style>
          <a:lnRef idx="0">
            <a:scrgbClr r="0" g="0" b="0"/>
          </a:lnRef>
          <a:fillRef idx="0">
            <a:scrgbClr r="0" g="0" b="0"/>
          </a:fillRef>
          <a:effectRef idx="0">
            <a:scrgbClr r="0" g="0" b="0"/>
          </a:effectRef>
          <a:fontRef idx="minor">
            <a:schemeClr val="tx1"/>
          </a:fontRef>
        </p:style>
      </p:cxnSp>
      <p:cxnSp>
        <p:nvCxnSpPr>
          <p:cNvPr id="36" name="Straight Connector 35">
            <a:extLst>
              <a:ext uri="{FF2B5EF4-FFF2-40B4-BE49-F238E27FC236}">
                <a16:creationId xmlns:a16="http://schemas.microsoft.com/office/drawing/2014/main" id="{6F784104-D87C-EC77-D1FC-19AE6E609DF4}"/>
              </a:ext>
            </a:extLst>
          </p:cNvPr>
          <p:cNvCxnSpPr>
            <a:cxnSpLocks/>
          </p:cNvCxnSpPr>
          <p:nvPr/>
        </p:nvCxnSpPr>
        <p:spPr>
          <a:xfrm>
            <a:off x="3346790" y="4791165"/>
            <a:ext cx="0" cy="58706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7" name="Straight Connector 36">
            <a:extLst>
              <a:ext uri="{FF2B5EF4-FFF2-40B4-BE49-F238E27FC236}">
                <a16:creationId xmlns:a16="http://schemas.microsoft.com/office/drawing/2014/main" id="{24D35CCE-2889-4CCA-BFD7-1DF57B4F7FB3}"/>
              </a:ext>
            </a:extLst>
          </p:cNvPr>
          <p:cNvCxnSpPr>
            <a:cxnSpLocks/>
            <a:stCxn id="22" idx="2"/>
          </p:cNvCxnSpPr>
          <p:nvPr/>
        </p:nvCxnSpPr>
        <p:spPr>
          <a:xfrm>
            <a:off x="3955659" y="3427987"/>
            <a:ext cx="3573" cy="396469"/>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8" name="Straight Connector 37">
            <a:extLst>
              <a:ext uri="{FF2B5EF4-FFF2-40B4-BE49-F238E27FC236}">
                <a16:creationId xmlns:a16="http://schemas.microsoft.com/office/drawing/2014/main" id="{74BA27B5-0A46-D7C4-A01A-6C721DF8B0A3}"/>
              </a:ext>
            </a:extLst>
          </p:cNvPr>
          <p:cNvCxnSpPr>
            <a:cxnSpLocks/>
            <a:stCxn id="14" idx="3"/>
          </p:cNvCxnSpPr>
          <p:nvPr/>
        </p:nvCxnSpPr>
        <p:spPr>
          <a:xfrm>
            <a:off x="2550180" y="4968012"/>
            <a:ext cx="7966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57C326D9-DB96-58CC-7FA4-95CE587A585F}"/>
              </a:ext>
            </a:extLst>
          </p:cNvPr>
          <p:cNvCxnSpPr>
            <a:cxnSpLocks/>
          </p:cNvCxnSpPr>
          <p:nvPr/>
        </p:nvCxnSpPr>
        <p:spPr>
          <a:xfrm>
            <a:off x="517584" y="3489586"/>
            <a:ext cx="0" cy="216201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40" name="Straight Connector 39">
            <a:extLst>
              <a:ext uri="{FF2B5EF4-FFF2-40B4-BE49-F238E27FC236}">
                <a16:creationId xmlns:a16="http://schemas.microsoft.com/office/drawing/2014/main" id="{3FBF3555-7864-06F7-3AD4-8AB60DA4BE53}"/>
              </a:ext>
            </a:extLst>
          </p:cNvPr>
          <p:cNvCxnSpPr>
            <a:cxnSpLocks/>
          </p:cNvCxnSpPr>
          <p:nvPr/>
        </p:nvCxnSpPr>
        <p:spPr>
          <a:xfrm>
            <a:off x="555777" y="5027407"/>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1" name="Straight Connector 40">
            <a:extLst>
              <a:ext uri="{FF2B5EF4-FFF2-40B4-BE49-F238E27FC236}">
                <a16:creationId xmlns:a16="http://schemas.microsoft.com/office/drawing/2014/main" id="{59CB5399-2D2F-68E9-F15E-BC709C2E8BDC}"/>
              </a:ext>
            </a:extLst>
          </p:cNvPr>
          <p:cNvCxnSpPr>
            <a:cxnSpLocks/>
          </p:cNvCxnSpPr>
          <p:nvPr/>
        </p:nvCxnSpPr>
        <p:spPr>
          <a:xfrm>
            <a:off x="555777" y="4456920"/>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2" name="Straight Connector 41">
            <a:extLst>
              <a:ext uri="{FF2B5EF4-FFF2-40B4-BE49-F238E27FC236}">
                <a16:creationId xmlns:a16="http://schemas.microsoft.com/office/drawing/2014/main" id="{07E0DD6E-B99B-CC3B-F1A8-3B50D174D56A}"/>
              </a:ext>
            </a:extLst>
          </p:cNvPr>
          <p:cNvCxnSpPr>
            <a:cxnSpLocks/>
          </p:cNvCxnSpPr>
          <p:nvPr/>
        </p:nvCxnSpPr>
        <p:spPr>
          <a:xfrm>
            <a:off x="575529" y="5651597"/>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3" name="Straight Arrow Connector 42">
            <a:extLst>
              <a:ext uri="{FF2B5EF4-FFF2-40B4-BE49-F238E27FC236}">
                <a16:creationId xmlns:a16="http://schemas.microsoft.com/office/drawing/2014/main" id="{DD58CD09-AAA0-5768-AA3E-6EF4574C790E}"/>
              </a:ext>
            </a:extLst>
          </p:cNvPr>
          <p:cNvCxnSpPr>
            <a:cxnSpLocks/>
            <a:stCxn id="16" idx="0"/>
            <a:endCxn id="15" idx="2"/>
          </p:cNvCxnSpPr>
          <p:nvPr/>
        </p:nvCxnSpPr>
        <p:spPr>
          <a:xfrm flipV="1">
            <a:off x="1713451" y="5716779"/>
            <a:ext cx="0" cy="3853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4" name="Connector: Elbow 43">
            <a:extLst>
              <a:ext uri="{FF2B5EF4-FFF2-40B4-BE49-F238E27FC236}">
                <a16:creationId xmlns:a16="http://schemas.microsoft.com/office/drawing/2014/main" id="{66A030AE-FEA9-3BFA-B93E-9DAC4C0E0791}"/>
              </a:ext>
            </a:extLst>
          </p:cNvPr>
          <p:cNvCxnSpPr>
            <a:cxnSpLocks/>
            <a:stCxn id="25" idx="0"/>
            <a:endCxn id="21" idx="0"/>
          </p:cNvCxnSpPr>
          <p:nvPr/>
        </p:nvCxnSpPr>
        <p:spPr>
          <a:xfrm rot="5400000" flipH="1" flipV="1">
            <a:off x="3889357" y="337555"/>
            <a:ext cx="71438" cy="5432321"/>
          </a:xfrm>
          <a:prstGeom prst="bentConnector3">
            <a:avLst>
              <a:gd name="adj1" fmla="val 264320"/>
            </a:avLst>
          </a:prstGeom>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AFB6DADB-52DF-67C2-0CD0-F4CE7A51B974}"/>
              </a:ext>
            </a:extLst>
          </p:cNvPr>
          <p:cNvSpPr txBox="1"/>
          <p:nvPr/>
        </p:nvSpPr>
        <p:spPr>
          <a:xfrm>
            <a:off x="1002707" y="1153942"/>
            <a:ext cx="660835"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class</a:t>
            </a:r>
          </a:p>
        </p:txBody>
      </p:sp>
      <p:sp>
        <p:nvSpPr>
          <p:cNvPr id="46" name="TextBox 45">
            <a:extLst>
              <a:ext uri="{FF2B5EF4-FFF2-40B4-BE49-F238E27FC236}">
                <a16:creationId xmlns:a16="http://schemas.microsoft.com/office/drawing/2014/main" id="{F8A1EEFD-A882-3724-A466-8922EA8C2447}"/>
              </a:ext>
            </a:extLst>
          </p:cNvPr>
          <p:cNvSpPr txBox="1"/>
          <p:nvPr/>
        </p:nvSpPr>
        <p:spPr>
          <a:xfrm>
            <a:off x="982570" y="1442112"/>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interface</a:t>
            </a:r>
          </a:p>
        </p:txBody>
      </p:sp>
      <p:sp>
        <p:nvSpPr>
          <p:cNvPr id="47" name="TextBox 46">
            <a:extLst>
              <a:ext uri="{FF2B5EF4-FFF2-40B4-BE49-F238E27FC236}">
                <a16:creationId xmlns:a16="http://schemas.microsoft.com/office/drawing/2014/main" id="{C9223CEF-7A5A-6C14-574C-BEB4D69156D4}"/>
              </a:ext>
            </a:extLst>
          </p:cNvPr>
          <p:cNvSpPr txBox="1"/>
          <p:nvPr/>
        </p:nvSpPr>
        <p:spPr>
          <a:xfrm>
            <a:off x="1002707" y="1727670"/>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extends</a:t>
            </a:r>
          </a:p>
        </p:txBody>
      </p:sp>
      <p:sp>
        <p:nvSpPr>
          <p:cNvPr id="48" name="TextBox 47">
            <a:extLst>
              <a:ext uri="{FF2B5EF4-FFF2-40B4-BE49-F238E27FC236}">
                <a16:creationId xmlns:a16="http://schemas.microsoft.com/office/drawing/2014/main" id="{1D3DB4E8-44EE-97A6-14BC-8FC8BD1194B4}"/>
              </a:ext>
            </a:extLst>
          </p:cNvPr>
          <p:cNvSpPr txBox="1"/>
          <p:nvPr/>
        </p:nvSpPr>
        <p:spPr>
          <a:xfrm>
            <a:off x="1002707" y="2083232"/>
            <a:ext cx="139175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p>
        </p:txBody>
      </p:sp>
      <p:sp>
        <p:nvSpPr>
          <p:cNvPr id="51" name="Rectangle 50">
            <a:extLst>
              <a:ext uri="{FF2B5EF4-FFF2-40B4-BE49-F238E27FC236}">
                <a16:creationId xmlns:a16="http://schemas.microsoft.com/office/drawing/2014/main" id="{C4769EA3-38F9-1661-1A8E-84EB55FAED0C}"/>
              </a:ext>
            </a:extLst>
          </p:cNvPr>
          <p:cNvSpPr/>
          <p:nvPr/>
        </p:nvSpPr>
        <p:spPr>
          <a:xfrm>
            <a:off x="8135749" y="1304857"/>
            <a:ext cx="3700323" cy="171313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LinkedList in Java is a doubly linked list implementation of the List interface. It consists of nodes where each node contains a reference to the next and previous node.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3" name="Picture 52">
            <a:extLst>
              <a:ext uri="{FF2B5EF4-FFF2-40B4-BE49-F238E27FC236}">
                <a16:creationId xmlns:a16="http://schemas.microsoft.com/office/drawing/2014/main" id="{6C7BF2B6-720F-2F1D-5E23-45BB90F9711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98104" y="290000"/>
            <a:ext cx="927279" cy="368917"/>
          </a:xfrm>
          <a:prstGeom prst="rect">
            <a:avLst/>
          </a:prstGeom>
        </p:spPr>
      </p:pic>
      <p:sp>
        <p:nvSpPr>
          <p:cNvPr id="7" name="TextBox 6">
            <a:extLst>
              <a:ext uri="{FF2B5EF4-FFF2-40B4-BE49-F238E27FC236}">
                <a16:creationId xmlns:a16="http://schemas.microsoft.com/office/drawing/2014/main" id="{02BD463C-0F9B-1C87-5946-CF760906D502}"/>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299756961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LinkedList</a:t>
            </a:r>
            <a:r>
              <a:rPr lang="en-US" sz="2400" b="1" dirty="0">
                <a:solidFill>
                  <a:schemeClr val="bg1"/>
                </a:solidFill>
                <a:ea typeface="+mn-ea"/>
                <a:cs typeface="+mn-cs"/>
              </a:rPr>
              <a:t> in Java? What are Singly and Doubly linked list?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24" name="TextBox 23">
            <a:extLst>
              <a:ext uri="{FF2B5EF4-FFF2-40B4-BE49-F238E27FC236}">
                <a16:creationId xmlns:a16="http://schemas.microsoft.com/office/drawing/2014/main" id="{4D998FDB-89E1-D280-5EBE-22E520287E69}"/>
              </a:ext>
            </a:extLst>
          </p:cNvPr>
          <p:cNvSpPr txBox="1"/>
          <p:nvPr/>
        </p:nvSpPr>
        <p:spPr>
          <a:xfrm>
            <a:off x="3035336" y="1270170"/>
            <a:ext cx="1058066"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Element</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8B55093E-128D-F31E-C5B7-EB0AC2CE3934}"/>
              </a:ext>
            </a:extLst>
          </p:cNvPr>
          <p:cNvSpPr txBox="1"/>
          <p:nvPr/>
        </p:nvSpPr>
        <p:spPr>
          <a:xfrm>
            <a:off x="4055175" y="1283198"/>
            <a:ext cx="1165860"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Index</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A4E4E5F6-59C4-6532-99BC-8B549BEB5601}"/>
              </a:ext>
            </a:extLst>
          </p:cNvPr>
          <p:cNvSpPr txBox="1"/>
          <p:nvPr/>
        </p:nvSpPr>
        <p:spPr>
          <a:xfrm>
            <a:off x="2106504" y="1256362"/>
            <a:ext cx="994410"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Address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44">
            <a:extLst>
              <a:ext uri="{FF2B5EF4-FFF2-40B4-BE49-F238E27FC236}">
                <a16:creationId xmlns:a16="http://schemas.microsoft.com/office/drawing/2014/main" id="{638077EE-CA4B-1841-60F5-DEF94456D21A}"/>
              </a:ext>
            </a:extLst>
          </p:cNvPr>
          <p:cNvSpPr/>
          <p:nvPr/>
        </p:nvSpPr>
        <p:spPr>
          <a:xfrm>
            <a:off x="2078324" y="1613850"/>
            <a:ext cx="950272" cy="369332"/>
          </a:xfrm>
          <a:prstGeom prst="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8888</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Rectangle 45">
            <a:extLst>
              <a:ext uri="{FF2B5EF4-FFF2-40B4-BE49-F238E27FC236}">
                <a16:creationId xmlns:a16="http://schemas.microsoft.com/office/drawing/2014/main" id="{095CF055-4901-D4D1-F2C3-F433FAC4048E}"/>
              </a:ext>
            </a:extLst>
          </p:cNvPr>
          <p:cNvSpPr/>
          <p:nvPr/>
        </p:nvSpPr>
        <p:spPr>
          <a:xfrm>
            <a:off x="3065042" y="1613850"/>
            <a:ext cx="950272" cy="369332"/>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Rectangle 46">
            <a:extLst>
              <a:ext uri="{FF2B5EF4-FFF2-40B4-BE49-F238E27FC236}">
                <a16:creationId xmlns:a16="http://schemas.microsoft.com/office/drawing/2014/main" id="{C5278078-4DC7-FDF5-A843-625423F59FBB}"/>
              </a:ext>
            </a:extLst>
          </p:cNvPr>
          <p:cNvSpPr/>
          <p:nvPr/>
        </p:nvSpPr>
        <p:spPr>
          <a:xfrm>
            <a:off x="4055175" y="1613850"/>
            <a:ext cx="629189" cy="369332"/>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Rectangle 50">
            <a:extLst>
              <a:ext uri="{FF2B5EF4-FFF2-40B4-BE49-F238E27FC236}">
                <a16:creationId xmlns:a16="http://schemas.microsoft.com/office/drawing/2014/main" id="{F7D66623-8CED-8114-0093-1DEA00DCB6AF}"/>
              </a:ext>
            </a:extLst>
          </p:cNvPr>
          <p:cNvSpPr/>
          <p:nvPr/>
        </p:nvSpPr>
        <p:spPr>
          <a:xfrm>
            <a:off x="6237407" y="1606979"/>
            <a:ext cx="688028" cy="369332"/>
          </a:xfrm>
          <a:prstGeom prst="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6666</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Rectangle 51">
            <a:extLst>
              <a:ext uri="{FF2B5EF4-FFF2-40B4-BE49-F238E27FC236}">
                <a16:creationId xmlns:a16="http://schemas.microsoft.com/office/drawing/2014/main" id="{529495A8-E4F9-B135-0AA5-694AE6D515F3}"/>
              </a:ext>
            </a:extLst>
          </p:cNvPr>
          <p:cNvSpPr/>
          <p:nvPr/>
        </p:nvSpPr>
        <p:spPr>
          <a:xfrm>
            <a:off x="6959079" y="1602387"/>
            <a:ext cx="688028" cy="369332"/>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Rectangle 52">
            <a:extLst>
              <a:ext uri="{FF2B5EF4-FFF2-40B4-BE49-F238E27FC236}">
                <a16:creationId xmlns:a16="http://schemas.microsoft.com/office/drawing/2014/main" id="{FDDB27FD-C9CA-126E-B524-9C852EA1F0EB}"/>
              </a:ext>
            </a:extLst>
          </p:cNvPr>
          <p:cNvSpPr/>
          <p:nvPr/>
        </p:nvSpPr>
        <p:spPr>
          <a:xfrm>
            <a:off x="7688226" y="1605212"/>
            <a:ext cx="688028" cy="369332"/>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Rectangle 59">
            <a:extLst>
              <a:ext uri="{FF2B5EF4-FFF2-40B4-BE49-F238E27FC236}">
                <a16:creationId xmlns:a16="http://schemas.microsoft.com/office/drawing/2014/main" id="{25A91D8A-416C-69AA-DC29-BA2D2B509795}"/>
              </a:ext>
            </a:extLst>
          </p:cNvPr>
          <p:cNvSpPr/>
          <p:nvPr/>
        </p:nvSpPr>
        <p:spPr>
          <a:xfrm>
            <a:off x="9568382" y="1601400"/>
            <a:ext cx="688028" cy="369332"/>
          </a:xfrm>
          <a:prstGeom prst="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9999</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Rectangle 60">
            <a:extLst>
              <a:ext uri="{FF2B5EF4-FFF2-40B4-BE49-F238E27FC236}">
                <a16:creationId xmlns:a16="http://schemas.microsoft.com/office/drawing/2014/main" id="{B4D291B6-0E98-41D0-F63A-D963EF80080C}"/>
              </a:ext>
            </a:extLst>
          </p:cNvPr>
          <p:cNvSpPr/>
          <p:nvPr/>
        </p:nvSpPr>
        <p:spPr>
          <a:xfrm>
            <a:off x="10285003" y="1585378"/>
            <a:ext cx="688028" cy="369332"/>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Rectangle 61">
            <a:extLst>
              <a:ext uri="{FF2B5EF4-FFF2-40B4-BE49-F238E27FC236}">
                <a16:creationId xmlns:a16="http://schemas.microsoft.com/office/drawing/2014/main" id="{6667BA74-4064-597D-4E42-6E2C3F6C0C41}"/>
              </a:ext>
            </a:extLst>
          </p:cNvPr>
          <p:cNvSpPr/>
          <p:nvPr/>
        </p:nvSpPr>
        <p:spPr>
          <a:xfrm>
            <a:off x="10994149" y="1589970"/>
            <a:ext cx="688028" cy="369332"/>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TextBox 62">
            <a:extLst>
              <a:ext uri="{FF2B5EF4-FFF2-40B4-BE49-F238E27FC236}">
                <a16:creationId xmlns:a16="http://schemas.microsoft.com/office/drawing/2014/main" id="{E5C5A3CD-9E42-9877-7105-4D9E91907BC8}"/>
              </a:ext>
            </a:extLst>
          </p:cNvPr>
          <p:cNvSpPr txBox="1"/>
          <p:nvPr/>
        </p:nvSpPr>
        <p:spPr>
          <a:xfrm>
            <a:off x="241209" y="1262331"/>
            <a:ext cx="1438894"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Söhne"/>
                <a:ea typeface="+mn-ea"/>
                <a:cs typeface="+mn-cs"/>
              </a:rPr>
              <a:t>ArrayList</a:t>
            </a:r>
            <a:endParaRPr kumimoji="0" lang="en-US" sz="1800" b="0" i="0" u="none" strike="noStrike" kern="1200" cap="none" spc="0" normalizeH="0" baseline="0" noProof="0" dirty="0">
              <a:ln>
                <a:noFill/>
              </a:ln>
              <a:solidFill>
                <a:prstClr val="black"/>
              </a:solidFill>
              <a:effectLst/>
              <a:uLnTx/>
              <a:uFillTx/>
              <a:latin typeface="Söhne"/>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[10, 20, 30]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TextBox 69">
            <a:extLst>
              <a:ext uri="{FF2B5EF4-FFF2-40B4-BE49-F238E27FC236}">
                <a16:creationId xmlns:a16="http://schemas.microsoft.com/office/drawing/2014/main" id="{E8682896-54D0-E5DE-D146-E6B45F1985FF}"/>
              </a:ext>
            </a:extLst>
          </p:cNvPr>
          <p:cNvSpPr txBox="1"/>
          <p:nvPr/>
        </p:nvSpPr>
        <p:spPr>
          <a:xfrm>
            <a:off x="73889" y="2354637"/>
            <a:ext cx="1714514" cy="92333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Singly LinkedList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[10, 20, 30]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(Not in Java)</a:t>
            </a:r>
          </a:p>
        </p:txBody>
      </p:sp>
      <p:sp>
        <p:nvSpPr>
          <p:cNvPr id="73" name="TextBox 72">
            <a:extLst>
              <a:ext uri="{FF2B5EF4-FFF2-40B4-BE49-F238E27FC236}">
                <a16:creationId xmlns:a16="http://schemas.microsoft.com/office/drawing/2014/main" id="{926F897F-451F-1688-74C9-07F9404E65AA}"/>
              </a:ext>
            </a:extLst>
          </p:cNvPr>
          <p:cNvSpPr txBox="1"/>
          <p:nvPr/>
        </p:nvSpPr>
        <p:spPr>
          <a:xfrm>
            <a:off x="2978007" y="2526988"/>
            <a:ext cx="1058066"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Element</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TextBox 73">
            <a:extLst>
              <a:ext uri="{FF2B5EF4-FFF2-40B4-BE49-F238E27FC236}">
                <a16:creationId xmlns:a16="http://schemas.microsoft.com/office/drawing/2014/main" id="{C840C01B-2E12-3143-FEEF-C8B556A10B22}"/>
              </a:ext>
            </a:extLst>
          </p:cNvPr>
          <p:cNvSpPr txBox="1"/>
          <p:nvPr/>
        </p:nvSpPr>
        <p:spPr>
          <a:xfrm>
            <a:off x="3952885" y="2537932"/>
            <a:ext cx="1165860"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Index</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TextBox 74">
            <a:extLst>
              <a:ext uri="{FF2B5EF4-FFF2-40B4-BE49-F238E27FC236}">
                <a16:creationId xmlns:a16="http://schemas.microsoft.com/office/drawing/2014/main" id="{86A4F52C-A507-3F34-FDEA-57F327514B35}"/>
              </a:ext>
            </a:extLst>
          </p:cNvPr>
          <p:cNvSpPr txBox="1"/>
          <p:nvPr/>
        </p:nvSpPr>
        <p:spPr>
          <a:xfrm>
            <a:off x="2049175" y="2513180"/>
            <a:ext cx="994410"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Address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75">
            <a:extLst>
              <a:ext uri="{FF2B5EF4-FFF2-40B4-BE49-F238E27FC236}">
                <a16:creationId xmlns:a16="http://schemas.microsoft.com/office/drawing/2014/main" id="{D48B6524-F951-08CF-BED7-729ADCD2E889}"/>
              </a:ext>
            </a:extLst>
          </p:cNvPr>
          <p:cNvSpPr/>
          <p:nvPr/>
        </p:nvSpPr>
        <p:spPr>
          <a:xfrm>
            <a:off x="2075599" y="2836378"/>
            <a:ext cx="895668" cy="369332"/>
          </a:xfrm>
          <a:prstGeom prst="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8888</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Rectangle 76">
            <a:extLst>
              <a:ext uri="{FF2B5EF4-FFF2-40B4-BE49-F238E27FC236}">
                <a16:creationId xmlns:a16="http://schemas.microsoft.com/office/drawing/2014/main" id="{70F16738-04F2-D8A1-CD6F-C74AADE679E1}"/>
              </a:ext>
            </a:extLst>
          </p:cNvPr>
          <p:cNvSpPr/>
          <p:nvPr/>
        </p:nvSpPr>
        <p:spPr>
          <a:xfrm>
            <a:off x="3007713" y="2836378"/>
            <a:ext cx="950272" cy="369332"/>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77">
            <a:extLst>
              <a:ext uri="{FF2B5EF4-FFF2-40B4-BE49-F238E27FC236}">
                <a16:creationId xmlns:a16="http://schemas.microsoft.com/office/drawing/2014/main" id="{B221A7EC-0D55-8D52-5233-45F50083E3E2}"/>
              </a:ext>
            </a:extLst>
          </p:cNvPr>
          <p:cNvSpPr/>
          <p:nvPr/>
        </p:nvSpPr>
        <p:spPr>
          <a:xfrm>
            <a:off x="3997846" y="2836378"/>
            <a:ext cx="644029" cy="369332"/>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AEEF24A3-7E78-0F59-49B1-1EED12ED7250}"/>
              </a:ext>
            </a:extLst>
          </p:cNvPr>
          <p:cNvSpPr txBox="1"/>
          <p:nvPr/>
        </p:nvSpPr>
        <p:spPr>
          <a:xfrm>
            <a:off x="4798169" y="2540962"/>
            <a:ext cx="68461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Next</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79">
            <a:extLst>
              <a:ext uri="{FF2B5EF4-FFF2-40B4-BE49-F238E27FC236}">
                <a16:creationId xmlns:a16="http://schemas.microsoft.com/office/drawing/2014/main" id="{F7F34471-5316-422B-3C6D-08F05A2DE2B4}"/>
              </a:ext>
            </a:extLst>
          </p:cNvPr>
          <p:cNvSpPr/>
          <p:nvPr/>
        </p:nvSpPr>
        <p:spPr>
          <a:xfrm>
            <a:off x="4677506" y="2826608"/>
            <a:ext cx="787329" cy="379101"/>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6666</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51D8797D-7F55-0318-08CA-5F8F60EDDE1B}"/>
              </a:ext>
            </a:extLst>
          </p:cNvPr>
          <p:cNvSpPr/>
          <p:nvPr/>
        </p:nvSpPr>
        <p:spPr>
          <a:xfrm>
            <a:off x="5887176" y="2841288"/>
            <a:ext cx="654044" cy="369332"/>
          </a:xfrm>
          <a:prstGeom prst="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6666</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81">
            <a:extLst>
              <a:ext uri="{FF2B5EF4-FFF2-40B4-BE49-F238E27FC236}">
                <a16:creationId xmlns:a16="http://schemas.microsoft.com/office/drawing/2014/main" id="{8CC37B1D-7FCC-9808-D39D-656B4ED7164C}"/>
              </a:ext>
            </a:extLst>
          </p:cNvPr>
          <p:cNvSpPr/>
          <p:nvPr/>
        </p:nvSpPr>
        <p:spPr>
          <a:xfrm>
            <a:off x="6563128" y="2836696"/>
            <a:ext cx="654044" cy="369332"/>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Rectangle 82">
            <a:extLst>
              <a:ext uri="{FF2B5EF4-FFF2-40B4-BE49-F238E27FC236}">
                <a16:creationId xmlns:a16="http://schemas.microsoft.com/office/drawing/2014/main" id="{601E153D-45FE-DE45-C01A-6B574392BBA3}"/>
              </a:ext>
            </a:extLst>
          </p:cNvPr>
          <p:cNvSpPr/>
          <p:nvPr/>
        </p:nvSpPr>
        <p:spPr>
          <a:xfrm>
            <a:off x="7235125" y="2839521"/>
            <a:ext cx="654044" cy="369332"/>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Rectangle 83">
            <a:extLst>
              <a:ext uri="{FF2B5EF4-FFF2-40B4-BE49-F238E27FC236}">
                <a16:creationId xmlns:a16="http://schemas.microsoft.com/office/drawing/2014/main" id="{63095B12-FDB0-FF8E-351F-1BCAEC6B9016}"/>
              </a:ext>
            </a:extLst>
          </p:cNvPr>
          <p:cNvSpPr/>
          <p:nvPr/>
        </p:nvSpPr>
        <p:spPr>
          <a:xfrm>
            <a:off x="7922508" y="2836378"/>
            <a:ext cx="748440" cy="379101"/>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9999</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84">
            <a:extLst>
              <a:ext uri="{FF2B5EF4-FFF2-40B4-BE49-F238E27FC236}">
                <a16:creationId xmlns:a16="http://schemas.microsoft.com/office/drawing/2014/main" id="{8D4A53BA-A02F-8EF1-4292-2B9E1A120DA2}"/>
              </a:ext>
            </a:extLst>
          </p:cNvPr>
          <p:cNvSpPr/>
          <p:nvPr/>
        </p:nvSpPr>
        <p:spPr>
          <a:xfrm>
            <a:off x="9165638" y="2838038"/>
            <a:ext cx="654044" cy="369332"/>
          </a:xfrm>
          <a:prstGeom prst="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9999</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Rectangle 85">
            <a:extLst>
              <a:ext uri="{FF2B5EF4-FFF2-40B4-BE49-F238E27FC236}">
                <a16:creationId xmlns:a16="http://schemas.microsoft.com/office/drawing/2014/main" id="{B8DDC619-700A-E3BF-476B-551031E04E56}"/>
              </a:ext>
            </a:extLst>
          </p:cNvPr>
          <p:cNvSpPr/>
          <p:nvPr/>
        </p:nvSpPr>
        <p:spPr>
          <a:xfrm>
            <a:off x="9837635" y="2833446"/>
            <a:ext cx="654044" cy="369332"/>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Rectangle 86">
            <a:extLst>
              <a:ext uri="{FF2B5EF4-FFF2-40B4-BE49-F238E27FC236}">
                <a16:creationId xmlns:a16="http://schemas.microsoft.com/office/drawing/2014/main" id="{62437634-5B1F-B75E-5FA8-A6CACD52513F}"/>
              </a:ext>
            </a:extLst>
          </p:cNvPr>
          <p:cNvSpPr/>
          <p:nvPr/>
        </p:nvSpPr>
        <p:spPr>
          <a:xfrm>
            <a:off x="10513587" y="2826608"/>
            <a:ext cx="654044" cy="369332"/>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87">
            <a:extLst>
              <a:ext uri="{FF2B5EF4-FFF2-40B4-BE49-F238E27FC236}">
                <a16:creationId xmlns:a16="http://schemas.microsoft.com/office/drawing/2014/main" id="{00A06A40-C9AE-72F8-4462-30C559A8901C}"/>
              </a:ext>
            </a:extLst>
          </p:cNvPr>
          <p:cNvSpPr/>
          <p:nvPr/>
        </p:nvSpPr>
        <p:spPr>
          <a:xfrm>
            <a:off x="11202914" y="2816839"/>
            <a:ext cx="546001" cy="379101"/>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null</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TextBox 91">
            <a:extLst>
              <a:ext uri="{FF2B5EF4-FFF2-40B4-BE49-F238E27FC236}">
                <a16:creationId xmlns:a16="http://schemas.microsoft.com/office/drawing/2014/main" id="{60742A02-428A-EE06-8779-147E37540C3B}"/>
              </a:ext>
            </a:extLst>
          </p:cNvPr>
          <p:cNvSpPr txBox="1"/>
          <p:nvPr/>
        </p:nvSpPr>
        <p:spPr>
          <a:xfrm>
            <a:off x="-85914" y="3917981"/>
            <a:ext cx="2023844" cy="92333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Doubly LinkedList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[10, 20, 30]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(Linked List in Java)</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TextBox 92">
            <a:extLst>
              <a:ext uri="{FF2B5EF4-FFF2-40B4-BE49-F238E27FC236}">
                <a16:creationId xmlns:a16="http://schemas.microsoft.com/office/drawing/2014/main" id="{B05E7C36-D5B0-D685-7AE0-088E3E696E08}"/>
              </a:ext>
            </a:extLst>
          </p:cNvPr>
          <p:cNvSpPr txBox="1"/>
          <p:nvPr/>
        </p:nvSpPr>
        <p:spPr>
          <a:xfrm>
            <a:off x="3513825" y="3992149"/>
            <a:ext cx="1058066"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Element</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TextBox 93">
            <a:extLst>
              <a:ext uri="{FF2B5EF4-FFF2-40B4-BE49-F238E27FC236}">
                <a16:creationId xmlns:a16="http://schemas.microsoft.com/office/drawing/2014/main" id="{A542AAA2-E30F-FEE9-BDA2-B4E5E39F66F7}"/>
              </a:ext>
            </a:extLst>
          </p:cNvPr>
          <p:cNvSpPr txBox="1"/>
          <p:nvPr/>
        </p:nvSpPr>
        <p:spPr>
          <a:xfrm>
            <a:off x="4296382" y="3970735"/>
            <a:ext cx="654044"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Index</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TextBox 94">
            <a:extLst>
              <a:ext uri="{FF2B5EF4-FFF2-40B4-BE49-F238E27FC236}">
                <a16:creationId xmlns:a16="http://schemas.microsoft.com/office/drawing/2014/main" id="{94D73511-DA72-BD48-9963-C751DAFC5BF7}"/>
              </a:ext>
            </a:extLst>
          </p:cNvPr>
          <p:cNvSpPr txBox="1"/>
          <p:nvPr/>
        </p:nvSpPr>
        <p:spPr>
          <a:xfrm>
            <a:off x="2721422" y="3979023"/>
            <a:ext cx="866672"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Address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95">
            <a:extLst>
              <a:ext uri="{FF2B5EF4-FFF2-40B4-BE49-F238E27FC236}">
                <a16:creationId xmlns:a16="http://schemas.microsoft.com/office/drawing/2014/main" id="{20A69E64-BDF2-5AC0-AF96-AC887D19ED6C}"/>
              </a:ext>
            </a:extLst>
          </p:cNvPr>
          <p:cNvSpPr/>
          <p:nvPr/>
        </p:nvSpPr>
        <p:spPr>
          <a:xfrm>
            <a:off x="2736016" y="4302221"/>
            <a:ext cx="816359" cy="369332"/>
          </a:xfrm>
          <a:prstGeom prst="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8888</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96">
            <a:extLst>
              <a:ext uri="{FF2B5EF4-FFF2-40B4-BE49-F238E27FC236}">
                <a16:creationId xmlns:a16="http://schemas.microsoft.com/office/drawing/2014/main" id="{87EB8C26-9DA8-FD08-84FD-A4E77555DCAA}"/>
              </a:ext>
            </a:extLst>
          </p:cNvPr>
          <p:cNvSpPr/>
          <p:nvPr/>
        </p:nvSpPr>
        <p:spPr>
          <a:xfrm>
            <a:off x="3573933" y="4302221"/>
            <a:ext cx="755690" cy="369332"/>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9558CFE2-DD34-FD14-6E54-CD5251EFC2E4}"/>
              </a:ext>
            </a:extLst>
          </p:cNvPr>
          <p:cNvSpPr/>
          <p:nvPr/>
        </p:nvSpPr>
        <p:spPr>
          <a:xfrm>
            <a:off x="4343773" y="4287803"/>
            <a:ext cx="561877" cy="385410"/>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631A9EC4-E1DD-5ADA-3D0A-5A177A10B71D}"/>
              </a:ext>
            </a:extLst>
          </p:cNvPr>
          <p:cNvSpPr txBox="1"/>
          <p:nvPr/>
        </p:nvSpPr>
        <p:spPr>
          <a:xfrm>
            <a:off x="5073298" y="3977868"/>
            <a:ext cx="84965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Next</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99">
            <a:extLst>
              <a:ext uri="{FF2B5EF4-FFF2-40B4-BE49-F238E27FC236}">
                <a16:creationId xmlns:a16="http://schemas.microsoft.com/office/drawing/2014/main" id="{6829B9EF-3329-CE73-402A-F63DD61F8D23}"/>
              </a:ext>
            </a:extLst>
          </p:cNvPr>
          <p:cNvSpPr/>
          <p:nvPr/>
        </p:nvSpPr>
        <p:spPr>
          <a:xfrm>
            <a:off x="4903767" y="4289653"/>
            <a:ext cx="654079" cy="379101"/>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6666</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Box 110">
            <a:extLst>
              <a:ext uri="{FF2B5EF4-FFF2-40B4-BE49-F238E27FC236}">
                <a16:creationId xmlns:a16="http://schemas.microsoft.com/office/drawing/2014/main" id="{6D157F51-BE8C-B742-D252-5F554DECFAE5}"/>
              </a:ext>
            </a:extLst>
          </p:cNvPr>
          <p:cNvSpPr txBox="1"/>
          <p:nvPr/>
        </p:nvSpPr>
        <p:spPr>
          <a:xfrm>
            <a:off x="1945644" y="3967758"/>
            <a:ext cx="95027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Previous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111">
            <a:extLst>
              <a:ext uri="{FF2B5EF4-FFF2-40B4-BE49-F238E27FC236}">
                <a16:creationId xmlns:a16="http://schemas.microsoft.com/office/drawing/2014/main" id="{E3C1CD1B-33A7-B6FA-1631-C2871D1600FA}"/>
              </a:ext>
            </a:extLst>
          </p:cNvPr>
          <p:cNvSpPr/>
          <p:nvPr/>
        </p:nvSpPr>
        <p:spPr>
          <a:xfrm>
            <a:off x="2034703" y="4289601"/>
            <a:ext cx="683100" cy="379101"/>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null</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118">
            <a:extLst>
              <a:ext uri="{FF2B5EF4-FFF2-40B4-BE49-F238E27FC236}">
                <a16:creationId xmlns:a16="http://schemas.microsoft.com/office/drawing/2014/main" id="{83F80DF7-7ECD-D8F5-3C24-720F721A8485}"/>
              </a:ext>
            </a:extLst>
          </p:cNvPr>
          <p:cNvSpPr/>
          <p:nvPr/>
        </p:nvSpPr>
        <p:spPr>
          <a:xfrm>
            <a:off x="6548702" y="4322058"/>
            <a:ext cx="654045" cy="379101"/>
          </a:xfrm>
          <a:prstGeom prst="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6666</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119">
            <a:extLst>
              <a:ext uri="{FF2B5EF4-FFF2-40B4-BE49-F238E27FC236}">
                <a16:creationId xmlns:a16="http://schemas.microsoft.com/office/drawing/2014/main" id="{6D7141F4-B8D7-B230-0BCD-CEF9DD02E86C}"/>
              </a:ext>
            </a:extLst>
          </p:cNvPr>
          <p:cNvSpPr/>
          <p:nvPr/>
        </p:nvSpPr>
        <p:spPr>
          <a:xfrm>
            <a:off x="7220716" y="4322058"/>
            <a:ext cx="454308" cy="379101"/>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AC2CF8B7-C8EB-8E13-1D0F-A541F8A56DBE}"/>
              </a:ext>
            </a:extLst>
          </p:cNvPr>
          <p:cNvSpPr/>
          <p:nvPr/>
        </p:nvSpPr>
        <p:spPr>
          <a:xfrm>
            <a:off x="7701700" y="4323718"/>
            <a:ext cx="451452" cy="379101"/>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121">
            <a:extLst>
              <a:ext uri="{FF2B5EF4-FFF2-40B4-BE49-F238E27FC236}">
                <a16:creationId xmlns:a16="http://schemas.microsoft.com/office/drawing/2014/main" id="{2CA95671-8310-273F-11D6-8AD41ED10C4F}"/>
              </a:ext>
            </a:extLst>
          </p:cNvPr>
          <p:cNvSpPr/>
          <p:nvPr/>
        </p:nvSpPr>
        <p:spPr>
          <a:xfrm>
            <a:off x="8164952" y="4308926"/>
            <a:ext cx="654044" cy="379101"/>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9999</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0BD7C65B-F97A-5DC7-C73F-8558194712E4}"/>
              </a:ext>
            </a:extLst>
          </p:cNvPr>
          <p:cNvSpPr/>
          <p:nvPr/>
        </p:nvSpPr>
        <p:spPr>
          <a:xfrm>
            <a:off x="5894871" y="4313452"/>
            <a:ext cx="654079" cy="379101"/>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8888</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DCAF771D-F64C-D1B7-FB73-C2B6A6124BB5}"/>
              </a:ext>
            </a:extLst>
          </p:cNvPr>
          <p:cNvSpPr/>
          <p:nvPr/>
        </p:nvSpPr>
        <p:spPr>
          <a:xfrm>
            <a:off x="9712143" y="4309497"/>
            <a:ext cx="654045" cy="369332"/>
          </a:xfrm>
          <a:prstGeom prst="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9999</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124">
            <a:extLst>
              <a:ext uri="{FF2B5EF4-FFF2-40B4-BE49-F238E27FC236}">
                <a16:creationId xmlns:a16="http://schemas.microsoft.com/office/drawing/2014/main" id="{59F02FFB-F7EB-3E9E-BF67-218AF4E3BF8C}"/>
              </a:ext>
            </a:extLst>
          </p:cNvPr>
          <p:cNvSpPr/>
          <p:nvPr/>
        </p:nvSpPr>
        <p:spPr>
          <a:xfrm>
            <a:off x="10384157" y="4309497"/>
            <a:ext cx="454308" cy="369332"/>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C02017AF-F39E-34D2-60DC-28D9DDFD6E88}"/>
              </a:ext>
            </a:extLst>
          </p:cNvPr>
          <p:cNvSpPr/>
          <p:nvPr/>
        </p:nvSpPr>
        <p:spPr>
          <a:xfrm>
            <a:off x="10865141" y="4311157"/>
            <a:ext cx="451452" cy="369332"/>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B5F4FD45-C0CA-9231-580F-94D7FF1E0118}"/>
              </a:ext>
            </a:extLst>
          </p:cNvPr>
          <p:cNvSpPr/>
          <p:nvPr/>
        </p:nvSpPr>
        <p:spPr>
          <a:xfrm>
            <a:off x="11323815" y="4301858"/>
            <a:ext cx="654044" cy="379101"/>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null</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Rectangle 127">
            <a:extLst>
              <a:ext uri="{FF2B5EF4-FFF2-40B4-BE49-F238E27FC236}">
                <a16:creationId xmlns:a16="http://schemas.microsoft.com/office/drawing/2014/main" id="{51EFCFF6-B92D-46D4-AB97-B0A74C837E80}"/>
              </a:ext>
            </a:extLst>
          </p:cNvPr>
          <p:cNvSpPr/>
          <p:nvPr/>
        </p:nvSpPr>
        <p:spPr>
          <a:xfrm>
            <a:off x="9038902" y="4306514"/>
            <a:ext cx="654079" cy="379101"/>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6666</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Box 133">
            <a:extLst>
              <a:ext uri="{FF2B5EF4-FFF2-40B4-BE49-F238E27FC236}">
                <a16:creationId xmlns:a16="http://schemas.microsoft.com/office/drawing/2014/main" id="{9E987EE7-EC04-AB0C-90F8-510D2DFC50C8}"/>
              </a:ext>
            </a:extLst>
          </p:cNvPr>
          <p:cNvSpPr txBox="1"/>
          <p:nvPr/>
        </p:nvSpPr>
        <p:spPr>
          <a:xfrm>
            <a:off x="168885" y="5189574"/>
            <a:ext cx="8502063" cy="1631216"/>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An </a:t>
            </a:r>
            <a:r>
              <a:rPr kumimoji="0" lang="en-US" sz="1800" b="0" i="0" u="none" strike="noStrike" kern="1200" cap="none" spc="0" normalizeH="0" baseline="0" noProof="0" dirty="0" err="1">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ArrayList</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is a contiguous block of memory that directly contains the data elements.</a:t>
            </a:r>
          </a:p>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singly linked list consists of list of nodes, each containing a data element and a reference to the next node. </a:t>
            </a:r>
          </a:p>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doubly linked list consists of list of nodes, each containing a data element &amp; a reference to the next &amp; previous node.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5" name="Straight Connector 14">
            <a:extLst>
              <a:ext uri="{FF2B5EF4-FFF2-40B4-BE49-F238E27FC236}">
                <a16:creationId xmlns:a16="http://schemas.microsoft.com/office/drawing/2014/main" id="{C68BD58B-D236-ADA3-8994-7339DC3F64FF}"/>
              </a:ext>
            </a:extLst>
          </p:cNvPr>
          <p:cNvCxnSpPr>
            <a:stCxn id="47" idx="3"/>
            <a:endCxn id="51" idx="1"/>
          </p:cNvCxnSpPr>
          <p:nvPr/>
        </p:nvCxnSpPr>
        <p:spPr>
          <a:xfrm flipV="1">
            <a:off x="4684364" y="1791645"/>
            <a:ext cx="1553043" cy="6871"/>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AC785802-8D52-9367-561E-F54E3A3381DF}"/>
              </a:ext>
            </a:extLst>
          </p:cNvPr>
          <p:cNvCxnSpPr>
            <a:cxnSpLocks/>
            <a:stCxn id="53" idx="3"/>
            <a:endCxn id="60" idx="1"/>
          </p:cNvCxnSpPr>
          <p:nvPr/>
        </p:nvCxnSpPr>
        <p:spPr>
          <a:xfrm flipV="1">
            <a:off x="8376254" y="1786066"/>
            <a:ext cx="1192128" cy="381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pic>
        <p:nvPicPr>
          <p:cNvPr id="19" name="Graphic 18" descr="Close outline">
            <a:extLst>
              <a:ext uri="{FF2B5EF4-FFF2-40B4-BE49-F238E27FC236}">
                <a16:creationId xmlns:a16="http://schemas.microsoft.com/office/drawing/2014/main" id="{1AB9D807-D13F-C2E0-EF5D-DE07591685B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212695" y="1533754"/>
            <a:ext cx="537426" cy="537426"/>
          </a:xfrm>
          <a:prstGeom prst="rect">
            <a:avLst/>
          </a:prstGeom>
        </p:spPr>
      </p:pic>
      <p:pic>
        <p:nvPicPr>
          <p:cNvPr id="20" name="Graphic 19" descr="Close outline">
            <a:extLst>
              <a:ext uri="{FF2B5EF4-FFF2-40B4-BE49-F238E27FC236}">
                <a16:creationId xmlns:a16="http://schemas.microsoft.com/office/drawing/2014/main" id="{E34B0029-3E27-6932-5E9D-0F3CCA8DE48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731280" y="1526367"/>
            <a:ext cx="537426" cy="537426"/>
          </a:xfrm>
          <a:prstGeom prst="rect">
            <a:avLst/>
          </a:prstGeom>
        </p:spPr>
      </p:pic>
      <p:sp>
        <p:nvSpPr>
          <p:cNvPr id="22" name="TextBox 21">
            <a:extLst>
              <a:ext uri="{FF2B5EF4-FFF2-40B4-BE49-F238E27FC236}">
                <a16:creationId xmlns:a16="http://schemas.microsoft.com/office/drawing/2014/main" id="{2CC8A7D2-A81D-50FF-9F94-0EC6FFFE5A74}"/>
              </a:ext>
            </a:extLst>
          </p:cNvPr>
          <p:cNvSpPr txBox="1"/>
          <p:nvPr/>
        </p:nvSpPr>
        <p:spPr>
          <a:xfrm>
            <a:off x="4920959" y="1293144"/>
            <a:ext cx="178020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Not linked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9537EED3-EDFC-F7C2-3E77-E649F1DE68E7}"/>
              </a:ext>
            </a:extLst>
          </p:cNvPr>
          <p:cNvSpPr txBox="1"/>
          <p:nvPr/>
        </p:nvSpPr>
        <p:spPr>
          <a:xfrm>
            <a:off x="8448057" y="1296524"/>
            <a:ext cx="104898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Not linked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A6FFB6B2-2566-2FE4-5247-E75F8722F25F}"/>
              </a:ext>
            </a:extLst>
          </p:cNvPr>
          <p:cNvSpPr txBox="1"/>
          <p:nvPr/>
        </p:nvSpPr>
        <p:spPr>
          <a:xfrm>
            <a:off x="7208282" y="4030946"/>
            <a:ext cx="451452"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Ele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CD24EE5D-F2D0-C72B-D119-0ED92A962F3D}"/>
              </a:ext>
            </a:extLst>
          </p:cNvPr>
          <p:cNvSpPr txBox="1"/>
          <p:nvPr/>
        </p:nvSpPr>
        <p:spPr>
          <a:xfrm>
            <a:off x="7684298" y="4017138"/>
            <a:ext cx="450920"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Ind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TextBox 30">
            <a:extLst>
              <a:ext uri="{FF2B5EF4-FFF2-40B4-BE49-F238E27FC236}">
                <a16:creationId xmlns:a16="http://schemas.microsoft.com/office/drawing/2014/main" id="{9A19B49A-7E95-B865-FD5C-DA277A56F641}"/>
              </a:ext>
            </a:extLst>
          </p:cNvPr>
          <p:cNvSpPr txBox="1"/>
          <p:nvPr/>
        </p:nvSpPr>
        <p:spPr>
          <a:xfrm>
            <a:off x="6560372" y="4017138"/>
            <a:ext cx="521857"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8EDD1A9A-D102-7D5D-1D7B-1C2F0E76E8BE}"/>
              </a:ext>
            </a:extLst>
          </p:cNvPr>
          <p:cNvSpPr txBox="1"/>
          <p:nvPr/>
        </p:nvSpPr>
        <p:spPr>
          <a:xfrm>
            <a:off x="8212894" y="4005894"/>
            <a:ext cx="537426"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Nex</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TextBox 32">
            <a:extLst>
              <a:ext uri="{FF2B5EF4-FFF2-40B4-BE49-F238E27FC236}">
                <a16:creationId xmlns:a16="http://schemas.microsoft.com/office/drawing/2014/main" id="{3C370A56-7AF3-37F7-9D24-95985BF4DD53}"/>
              </a:ext>
            </a:extLst>
          </p:cNvPr>
          <p:cNvSpPr txBox="1"/>
          <p:nvPr/>
        </p:nvSpPr>
        <p:spPr>
          <a:xfrm>
            <a:off x="6019730" y="4013147"/>
            <a:ext cx="506558"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Pre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5044A663-2948-22A4-3B1B-8DB3E60CA911}"/>
              </a:ext>
            </a:extLst>
          </p:cNvPr>
          <p:cNvSpPr txBox="1"/>
          <p:nvPr/>
        </p:nvSpPr>
        <p:spPr>
          <a:xfrm>
            <a:off x="10305630" y="4033230"/>
            <a:ext cx="451452"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Ele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9CD4251E-5FDF-654A-6486-F25F5D9A44BF}"/>
              </a:ext>
            </a:extLst>
          </p:cNvPr>
          <p:cNvSpPr txBox="1"/>
          <p:nvPr/>
        </p:nvSpPr>
        <p:spPr>
          <a:xfrm>
            <a:off x="10781646" y="4019422"/>
            <a:ext cx="450920"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Ind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9486A37A-60E3-8EFD-56DD-07D365406C0B}"/>
              </a:ext>
            </a:extLst>
          </p:cNvPr>
          <p:cNvSpPr txBox="1"/>
          <p:nvPr/>
        </p:nvSpPr>
        <p:spPr>
          <a:xfrm>
            <a:off x="9657720" y="4019422"/>
            <a:ext cx="521857"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C3F55EB2-C04A-1CC1-FBE4-59F210EE9FCA}"/>
              </a:ext>
            </a:extLst>
          </p:cNvPr>
          <p:cNvSpPr txBox="1"/>
          <p:nvPr/>
        </p:nvSpPr>
        <p:spPr>
          <a:xfrm>
            <a:off x="11305664" y="4008649"/>
            <a:ext cx="537426"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Nex</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DED80C50-27B2-71D5-BA4D-7029AF753683}"/>
              </a:ext>
            </a:extLst>
          </p:cNvPr>
          <p:cNvSpPr txBox="1"/>
          <p:nvPr/>
        </p:nvSpPr>
        <p:spPr>
          <a:xfrm>
            <a:off x="9160298" y="4016032"/>
            <a:ext cx="506558"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Pre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0AE7B17-4B04-8D91-6673-E796F80DD27F}"/>
              </a:ext>
            </a:extLst>
          </p:cNvPr>
          <p:cNvSpPr txBox="1"/>
          <p:nvPr/>
        </p:nvSpPr>
        <p:spPr>
          <a:xfrm>
            <a:off x="6629679" y="2540662"/>
            <a:ext cx="451452"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Ele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2605601A-D928-C5D5-287A-EE773E79E7AC}"/>
              </a:ext>
            </a:extLst>
          </p:cNvPr>
          <p:cNvSpPr txBox="1"/>
          <p:nvPr/>
        </p:nvSpPr>
        <p:spPr>
          <a:xfrm>
            <a:off x="7317550" y="2526854"/>
            <a:ext cx="450920"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Ind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Box 12">
            <a:extLst>
              <a:ext uri="{FF2B5EF4-FFF2-40B4-BE49-F238E27FC236}">
                <a16:creationId xmlns:a16="http://schemas.microsoft.com/office/drawing/2014/main" id="{D3C09C64-C76D-D117-A79B-550308DB7DA9}"/>
              </a:ext>
            </a:extLst>
          </p:cNvPr>
          <p:cNvSpPr txBox="1"/>
          <p:nvPr/>
        </p:nvSpPr>
        <p:spPr>
          <a:xfrm>
            <a:off x="5981769" y="2526854"/>
            <a:ext cx="521857"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6D4D1D8D-932A-EC10-8988-B6C403952D7E}"/>
              </a:ext>
            </a:extLst>
          </p:cNvPr>
          <p:cNvSpPr txBox="1"/>
          <p:nvPr/>
        </p:nvSpPr>
        <p:spPr>
          <a:xfrm>
            <a:off x="7963752" y="2516113"/>
            <a:ext cx="537426"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Nex</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C745F7CF-962E-99D8-E041-D4C4AFE3EC46}"/>
              </a:ext>
            </a:extLst>
          </p:cNvPr>
          <p:cNvSpPr txBox="1"/>
          <p:nvPr/>
        </p:nvSpPr>
        <p:spPr>
          <a:xfrm>
            <a:off x="9889675" y="2555542"/>
            <a:ext cx="451452"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Ele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949C18CF-D9C0-F59E-39E7-C155A8CFCC24}"/>
              </a:ext>
            </a:extLst>
          </p:cNvPr>
          <p:cNvSpPr txBox="1"/>
          <p:nvPr/>
        </p:nvSpPr>
        <p:spPr>
          <a:xfrm>
            <a:off x="10577546" y="2541734"/>
            <a:ext cx="450920"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Ind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DB0AD312-5D2D-74D1-64B2-E77E495D268A}"/>
              </a:ext>
            </a:extLst>
          </p:cNvPr>
          <p:cNvSpPr txBox="1"/>
          <p:nvPr/>
        </p:nvSpPr>
        <p:spPr>
          <a:xfrm>
            <a:off x="9241765" y="2541734"/>
            <a:ext cx="521857"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486310F4-A3B2-3A40-DA2B-4D8F48675835}"/>
              </a:ext>
            </a:extLst>
          </p:cNvPr>
          <p:cNvSpPr txBox="1"/>
          <p:nvPr/>
        </p:nvSpPr>
        <p:spPr>
          <a:xfrm>
            <a:off x="11223748" y="2530993"/>
            <a:ext cx="537426"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Nex</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E416AB1B-4C3B-BDD7-41BD-411BECA83027}"/>
              </a:ext>
            </a:extLst>
          </p:cNvPr>
          <p:cNvSpPr txBox="1"/>
          <p:nvPr/>
        </p:nvSpPr>
        <p:spPr>
          <a:xfrm>
            <a:off x="7023607" y="1290065"/>
            <a:ext cx="451452"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Ele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D7DE0DC9-ED20-B5A5-C23A-08C9367D957D}"/>
              </a:ext>
            </a:extLst>
          </p:cNvPr>
          <p:cNvSpPr txBox="1"/>
          <p:nvPr/>
        </p:nvSpPr>
        <p:spPr>
          <a:xfrm>
            <a:off x="7736127" y="1275641"/>
            <a:ext cx="450920"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Ind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03329DE9-D437-6724-EC9D-ADF5353AB395}"/>
              </a:ext>
            </a:extLst>
          </p:cNvPr>
          <p:cNvSpPr txBox="1"/>
          <p:nvPr/>
        </p:nvSpPr>
        <p:spPr>
          <a:xfrm>
            <a:off x="6337964" y="1275641"/>
            <a:ext cx="521857"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7D5B9CF2-9990-1B4B-17C4-B7D0C34A1B67}"/>
              </a:ext>
            </a:extLst>
          </p:cNvPr>
          <p:cNvSpPr txBox="1"/>
          <p:nvPr/>
        </p:nvSpPr>
        <p:spPr>
          <a:xfrm>
            <a:off x="10318563" y="1280986"/>
            <a:ext cx="451452"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Ele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31DE776B-78C2-C059-A83A-68174D16BDA2}"/>
              </a:ext>
            </a:extLst>
          </p:cNvPr>
          <p:cNvSpPr txBox="1"/>
          <p:nvPr/>
        </p:nvSpPr>
        <p:spPr>
          <a:xfrm>
            <a:off x="11031083" y="1266562"/>
            <a:ext cx="450920"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Ind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9B0A8CF-15A6-6686-211F-C877901626FB}"/>
              </a:ext>
            </a:extLst>
          </p:cNvPr>
          <p:cNvSpPr txBox="1"/>
          <p:nvPr/>
        </p:nvSpPr>
        <p:spPr>
          <a:xfrm>
            <a:off x="9632920" y="1266562"/>
            <a:ext cx="521857"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3" name="Connector: Curved 42">
            <a:extLst>
              <a:ext uri="{FF2B5EF4-FFF2-40B4-BE49-F238E27FC236}">
                <a16:creationId xmlns:a16="http://schemas.microsoft.com/office/drawing/2014/main" id="{588C48EC-798B-4764-6553-156E47FC97B1}"/>
              </a:ext>
            </a:extLst>
          </p:cNvPr>
          <p:cNvCxnSpPr>
            <a:stCxn id="80" idx="2"/>
            <a:endCxn id="81" idx="2"/>
          </p:cNvCxnSpPr>
          <p:nvPr/>
        </p:nvCxnSpPr>
        <p:spPr>
          <a:xfrm rot="16200000" flipH="1">
            <a:off x="5640229" y="2636650"/>
            <a:ext cx="4911" cy="1143027"/>
          </a:xfrm>
          <a:prstGeom prst="curvedConnector3">
            <a:avLst>
              <a:gd name="adj1" fmla="val 4754856"/>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4" name="Connector: Curved 43">
            <a:extLst>
              <a:ext uri="{FF2B5EF4-FFF2-40B4-BE49-F238E27FC236}">
                <a16:creationId xmlns:a16="http://schemas.microsoft.com/office/drawing/2014/main" id="{F71E43F2-A6CB-8B4E-DB08-39838BC80781}"/>
              </a:ext>
            </a:extLst>
          </p:cNvPr>
          <p:cNvCxnSpPr/>
          <p:nvPr/>
        </p:nvCxnSpPr>
        <p:spPr>
          <a:xfrm rot="16200000" flipH="1">
            <a:off x="8918691" y="2664529"/>
            <a:ext cx="4911" cy="1143027"/>
          </a:xfrm>
          <a:prstGeom prst="curvedConnector3">
            <a:avLst>
              <a:gd name="adj1" fmla="val 4754856"/>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Connector: Curved 53">
            <a:extLst>
              <a:ext uri="{FF2B5EF4-FFF2-40B4-BE49-F238E27FC236}">
                <a16:creationId xmlns:a16="http://schemas.microsoft.com/office/drawing/2014/main" id="{67A3B0A2-9D0E-E51D-5B6C-337E761EFDE4}"/>
              </a:ext>
            </a:extLst>
          </p:cNvPr>
          <p:cNvCxnSpPr>
            <a:cxnSpLocks/>
            <a:stCxn id="100" idx="2"/>
            <a:endCxn id="119" idx="2"/>
          </p:cNvCxnSpPr>
          <p:nvPr/>
        </p:nvCxnSpPr>
        <p:spPr>
          <a:xfrm rot="16200000" flipH="1">
            <a:off x="6037064" y="3862497"/>
            <a:ext cx="32405" cy="1644918"/>
          </a:xfrm>
          <a:prstGeom prst="curvedConnector3">
            <a:avLst>
              <a:gd name="adj1" fmla="val 805447"/>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Connector: Curved 54">
            <a:extLst>
              <a:ext uri="{FF2B5EF4-FFF2-40B4-BE49-F238E27FC236}">
                <a16:creationId xmlns:a16="http://schemas.microsoft.com/office/drawing/2014/main" id="{283C9027-7C02-B761-A8AB-D6935753826B}"/>
              </a:ext>
            </a:extLst>
          </p:cNvPr>
          <p:cNvCxnSpPr>
            <a:cxnSpLocks/>
          </p:cNvCxnSpPr>
          <p:nvPr/>
        </p:nvCxnSpPr>
        <p:spPr>
          <a:xfrm rot="16200000" flipH="1">
            <a:off x="9196832" y="3871958"/>
            <a:ext cx="19677" cy="1678080"/>
          </a:xfrm>
          <a:prstGeom prst="curvedConnector3">
            <a:avLst>
              <a:gd name="adj1" fmla="val 1261762"/>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7" name="Connector: Curved 56">
            <a:extLst>
              <a:ext uri="{FF2B5EF4-FFF2-40B4-BE49-F238E27FC236}">
                <a16:creationId xmlns:a16="http://schemas.microsoft.com/office/drawing/2014/main" id="{83564B4E-60FA-3E2B-7049-2835B03B559A}"/>
              </a:ext>
            </a:extLst>
          </p:cNvPr>
          <p:cNvCxnSpPr>
            <a:cxnSpLocks/>
          </p:cNvCxnSpPr>
          <p:nvPr/>
        </p:nvCxnSpPr>
        <p:spPr>
          <a:xfrm rot="16200000" flipH="1">
            <a:off x="4567599" y="2445523"/>
            <a:ext cx="21396" cy="3214060"/>
          </a:xfrm>
          <a:prstGeom prst="curvedConnector3">
            <a:avLst>
              <a:gd name="adj1" fmla="val -1302599"/>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9" name="Connector: Curved 68">
            <a:extLst>
              <a:ext uri="{FF2B5EF4-FFF2-40B4-BE49-F238E27FC236}">
                <a16:creationId xmlns:a16="http://schemas.microsoft.com/office/drawing/2014/main" id="{046E2FD9-3D33-145D-6FBB-91DE7EAA0F52}"/>
              </a:ext>
            </a:extLst>
          </p:cNvPr>
          <p:cNvCxnSpPr>
            <a:cxnSpLocks/>
            <a:stCxn id="31" idx="0"/>
          </p:cNvCxnSpPr>
          <p:nvPr/>
        </p:nvCxnSpPr>
        <p:spPr>
          <a:xfrm rot="5400000" flipH="1" flipV="1">
            <a:off x="8098097" y="2739236"/>
            <a:ext cx="1106" cy="2554698"/>
          </a:xfrm>
          <a:prstGeom prst="curvedConnector3">
            <a:avLst>
              <a:gd name="adj1" fmla="val 20769078"/>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41" name="Picture 40">
            <a:extLst>
              <a:ext uri="{FF2B5EF4-FFF2-40B4-BE49-F238E27FC236}">
                <a16:creationId xmlns:a16="http://schemas.microsoft.com/office/drawing/2014/main" id="{A0069A20-4EB1-E8E9-FA4F-A918D515224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98104" y="290000"/>
            <a:ext cx="927279" cy="368917"/>
          </a:xfrm>
          <a:prstGeom prst="rect">
            <a:avLst/>
          </a:prstGeom>
        </p:spPr>
      </p:pic>
      <p:sp>
        <p:nvSpPr>
          <p:cNvPr id="42" name="Left Brace 41">
            <a:extLst>
              <a:ext uri="{FF2B5EF4-FFF2-40B4-BE49-F238E27FC236}">
                <a16:creationId xmlns:a16="http://schemas.microsoft.com/office/drawing/2014/main" id="{29E6C224-B010-8D5D-3BE9-7655B2C375AB}"/>
              </a:ext>
            </a:extLst>
          </p:cNvPr>
          <p:cNvSpPr/>
          <p:nvPr/>
        </p:nvSpPr>
        <p:spPr>
          <a:xfrm rot="16200000" flipH="1">
            <a:off x="3673908" y="805866"/>
            <a:ext cx="216311" cy="3443208"/>
          </a:xfrm>
          <a:prstGeom prst="leftBrace">
            <a:avLst/>
          </a:prstGeom>
          <a:ln w="127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TextBox 47">
            <a:extLst>
              <a:ext uri="{FF2B5EF4-FFF2-40B4-BE49-F238E27FC236}">
                <a16:creationId xmlns:a16="http://schemas.microsoft.com/office/drawing/2014/main" id="{81CCF3F4-20F6-1DB7-3463-FB1C4062DE5C}"/>
              </a:ext>
            </a:extLst>
          </p:cNvPr>
          <p:cNvSpPr txBox="1"/>
          <p:nvPr/>
        </p:nvSpPr>
        <p:spPr>
          <a:xfrm>
            <a:off x="3294840" y="2180039"/>
            <a:ext cx="1422810"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First Node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12B5B498-B1F4-04A1-8543-67E351E274BA}"/>
              </a:ext>
            </a:extLst>
          </p:cNvPr>
          <p:cNvSpPr txBox="1"/>
          <p:nvPr/>
        </p:nvSpPr>
        <p:spPr>
          <a:xfrm>
            <a:off x="10405730" y="6485478"/>
            <a:ext cx="1786270" cy="307777"/>
          </a:xfrm>
          <a:prstGeom prst="rect">
            <a:avLst/>
          </a:prstGeom>
          <a:noFill/>
        </p:spPr>
        <p:txBody>
          <a:bodyPr wrap="square">
            <a:spAutoFit/>
          </a:bodyPr>
          <a:lstStyle/>
          <a:p>
            <a:r>
              <a:rPr lang="en-US" sz="1400" dirty="0">
                <a:hlinkClick r:id="rId7" action="ppaction://hlinksldjump"/>
              </a:rPr>
              <a:t>back to chapter index</a:t>
            </a:r>
            <a:endParaRPr lang="en-IN" sz="1400" dirty="0"/>
          </a:p>
        </p:txBody>
      </p:sp>
    </p:spTree>
    <p:extLst>
      <p:ext uri="{BB962C8B-B14F-4D97-AF65-F5344CB8AC3E}">
        <p14:creationId xmlns:p14="http://schemas.microsoft.com/office/powerpoint/2010/main" val="605751294"/>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How to implement </a:t>
            </a:r>
            <a:r>
              <a:rPr lang="en-US" sz="2400" b="1" dirty="0">
                <a:solidFill>
                  <a:srgbClr val="FFFF00"/>
                </a:solidFill>
                <a:ea typeface="+mn-ea"/>
                <a:cs typeface="+mn-cs"/>
              </a:rPr>
              <a:t>LinkedList</a:t>
            </a:r>
            <a:r>
              <a:rPr lang="en-US" sz="2400" b="1" dirty="0">
                <a:solidFill>
                  <a:schemeClr val="bg1"/>
                </a:solidFill>
                <a:ea typeface="+mn-ea"/>
                <a:cs typeface="+mn-cs"/>
              </a:rPr>
              <a:t>? Difference between </a:t>
            </a:r>
            <a:r>
              <a:rPr lang="en-US" sz="2400" b="1" dirty="0" err="1">
                <a:solidFill>
                  <a:schemeClr val="bg1"/>
                </a:solidFill>
                <a:ea typeface="+mn-ea"/>
                <a:cs typeface="+mn-cs"/>
              </a:rPr>
              <a:t>Arraylist</a:t>
            </a:r>
            <a:r>
              <a:rPr lang="en-US" sz="2400" b="1" dirty="0">
                <a:solidFill>
                  <a:schemeClr val="bg1"/>
                </a:solidFill>
                <a:ea typeface="+mn-ea"/>
                <a:cs typeface="+mn-cs"/>
              </a:rPr>
              <a:t> &amp; LinkedList?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FCC59A65-27BF-4744-A306-25862515A0B3}"/>
              </a:ext>
            </a:extLst>
          </p:cNvPr>
          <p:cNvSpPr/>
          <p:nvPr/>
        </p:nvSpPr>
        <p:spPr>
          <a:xfrm>
            <a:off x="262892" y="1064229"/>
            <a:ext cx="5269228" cy="567947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Example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an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of integers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ArrayList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elements to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dynamically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and printing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elements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30</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Removing an element from the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Remove element at index 2</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8" name="Rectangle 7">
            <a:extLst>
              <a:ext uri="{FF2B5EF4-FFF2-40B4-BE49-F238E27FC236}">
                <a16:creationId xmlns:a16="http://schemas.microsoft.com/office/drawing/2014/main" id="{7F26EF55-E28B-54DA-E1C0-4337C65BB89C}"/>
              </a:ext>
            </a:extLst>
          </p:cNvPr>
          <p:cNvSpPr/>
          <p:nvPr/>
        </p:nvSpPr>
        <p:spPr>
          <a:xfrm>
            <a:off x="6240780" y="1064228"/>
            <a:ext cx="5688328" cy="567947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LinkedList Example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LinkedList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LinkedListEx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 LinkedList of integers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LinkedList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LinkedList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elements to LinkedList dynamically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and printing LinkedList elements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30</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Removing an element from the LinkedList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Remove element at index 2</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cxnSp>
        <p:nvCxnSpPr>
          <p:cNvPr id="5" name="Straight Connector 4">
            <a:extLst>
              <a:ext uri="{FF2B5EF4-FFF2-40B4-BE49-F238E27FC236}">
                <a16:creationId xmlns:a16="http://schemas.microsoft.com/office/drawing/2014/main" id="{D424C48F-9FE7-F658-93CF-907C49AB10F9}"/>
              </a:ext>
            </a:extLst>
          </p:cNvPr>
          <p:cNvCxnSpPr/>
          <p:nvPr/>
        </p:nvCxnSpPr>
        <p:spPr>
          <a:xfrm>
            <a:off x="5874707" y="1064228"/>
            <a:ext cx="0" cy="5679471"/>
          </a:xfrm>
          <a:prstGeom prst="line">
            <a:avLst/>
          </a:prstGeom>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A402B6FE-CE35-2F4F-BA34-0AF17D8BD3AA}"/>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3051580280"/>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difference between </a:t>
            </a:r>
            <a:r>
              <a:rPr lang="en-US" sz="2400" b="1" dirty="0" err="1">
                <a:solidFill>
                  <a:srgbClr val="FFFF00"/>
                </a:solidFill>
                <a:ea typeface="+mn-ea"/>
                <a:cs typeface="+mn-cs"/>
              </a:rPr>
              <a:t>Arraylist</a:t>
            </a:r>
            <a:r>
              <a:rPr lang="en-US" sz="2400" b="1" dirty="0">
                <a:solidFill>
                  <a:schemeClr val="bg1"/>
                </a:solidFill>
                <a:ea typeface="+mn-ea"/>
                <a:cs typeface="+mn-cs"/>
              </a:rPr>
              <a:t> &amp; </a:t>
            </a:r>
            <a:r>
              <a:rPr lang="en-US" sz="2400" b="1" dirty="0">
                <a:solidFill>
                  <a:srgbClr val="FFFF00"/>
                </a:solidFill>
                <a:ea typeface="+mn-ea"/>
                <a:cs typeface="+mn-cs"/>
              </a:rPr>
              <a:t>LinkedList</a:t>
            </a:r>
            <a:r>
              <a:rPr lang="en-US" sz="2400" b="1" dirty="0">
                <a:solidFill>
                  <a:schemeClr val="bg1"/>
                </a:solidFill>
                <a:ea typeface="+mn-ea"/>
                <a:cs typeface="+mn-cs"/>
              </a:rPr>
              <a:t>? When to use what?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Table 4">
            <a:extLst>
              <a:ext uri="{FF2B5EF4-FFF2-40B4-BE49-F238E27FC236}">
                <a16:creationId xmlns:a16="http://schemas.microsoft.com/office/drawing/2014/main" id="{C875C4DF-E40E-0A9E-0472-07709C60652E}"/>
              </a:ext>
            </a:extLst>
          </p:cNvPr>
          <p:cNvGraphicFramePr>
            <a:graphicFrameLocks noGrp="1"/>
          </p:cNvGraphicFramePr>
          <p:nvPr>
            <p:ph idx="1"/>
          </p:nvPr>
        </p:nvGraphicFramePr>
        <p:xfrm>
          <a:off x="355693" y="1333708"/>
          <a:ext cx="10285637" cy="4285306"/>
        </p:xfrm>
        <a:graphic>
          <a:graphicData uri="http://schemas.openxmlformats.org/drawingml/2006/table">
            <a:tbl>
              <a:tblPr firstRow="1" bandRow="1">
                <a:tableStyleId>{E8B1032C-EA38-4F05-BA0D-38AFFFC7BED3}</a:tableStyleId>
              </a:tblPr>
              <a:tblGrid>
                <a:gridCol w="5362122">
                  <a:extLst>
                    <a:ext uri="{9D8B030D-6E8A-4147-A177-3AD203B41FA5}">
                      <a16:colId xmlns:a16="http://schemas.microsoft.com/office/drawing/2014/main" val="312534454"/>
                    </a:ext>
                  </a:extLst>
                </a:gridCol>
                <a:gridCol w="4923515">
                  <a:extLst>
                    <a:ext uri="{9D8B030D-6E8A-4147-A177-3AD203B41FA5}">
                      <a16:colId xmlns:a16="http://schemas.microsoft.com/office/drawing/2014/main" val="3786215524"/>
                    </a:ext>
                  </a:extLst>
                </a:gridCol>
              </a:tblGrid>
              <a:tr h="570523">
                <a:tc>
                  <a:txBody>
                    <a:bodyPr/>
                    <a:lstStyle/>
                    <a:p>
                      <a:pPr algn="ctr"/>
                      <a:r>
                        <a:rPr lang="en-IN" sz="2400" b="1" i="0" kern="1200" dirty="0" err="1">
                          <a:solidFill>
                            <a:schemeClr val="tx1"/>
                          </a:solidFill>
                          <a:effectLst/>
                          <a:latin typeface="+mn-lt"/>
                          <a:ea typeface="+mn-ea"/>
                          <a:cs typeface="+mn-cs"/>
                        </a:rPr>
                        <a:t>ArrayList</a:t>
                      </a:r>
                      <a:endParaRPr lang="en-IN" sz="2400" dirty="0"/>
                    </a:p>
                  </a:txBody>
                  <a:tcPr marL="180000" marR="540000" marT="108000" marB="108000" anchor="ctr"/>
                </a:tc>
                <a:tc>
                  <a:txBody>
                    <a:bodyPr/>
                    <a:lstStyle/>
                    <a:p>
                      <a:pPr algn="ctr"/>
                      <a:r>
                        <a:rPr lang="en-IN" sz="2400" b="1" i="0" kern="1200" dirty="0">
                          <a:solidFill>
                            <a:schemeClr val="tx1"/>
                          </a:solidFill>
                          <a:effectLst/>
                          <a:latin typeface="+mn-lt"/>
                          <a:ea typeface="+mn-ea"/>
                          <a:cs typeface="+mn-cs"/>
                        </a:rPr>
                        <a:t>LinkedList</a:t>
                      </a:r>
                      <a:endParaRPr lang="en-IN" sz="2400" dirty="0"/>
                    </a:p>
                  </a:txBody>
                  <a:tcPr marL="180000" marR="540000" marT="108000" marB="108000" anchor="ctr"/>
                </a:tc>
                <a:extLst>
                  <a:ext uri="{0D108BD9-81ED-4DB2-BD59-A6C34878D82A}">
                    <a16:rowId xmlns:a16="http://schemas.microsoft.com/office/drawing/2014/main" val="2733934505"/>
                  </a:ext>
                </a:extLst>
              </a:tr>
              <a:tr h="669917">
                <a:tc>
                  <a:txBody>
                    <a:bodyPr/>
                    <a:lstStyle/>
                    <a:p>
                      <a:r>
                        <a:rPr lang="en-IN" sz="1800" dirty="0"/>
                        <a:t>1. </a:t>
                      </a:r>
                      <a:r>
                        <a:rPr lang="en-IN" sz="1800" b="0" i="0" kern="1200" dirty="0">
                          <a:solidFill>
                            <a:schemeClr val="tx1"/>
                          </a:solidFill>
                          <a:effectLst/>
                          <a:latin typeface="+mn-lt"/>
                          <a:ea typeface="+mn-ea"/>
                          <a:cs typeface="+mn-cs"/>
                        </a:rPr>
                        <a:t>Resizable array</a:t>
                      </a:r>
                      <a:endParaRPr lang="en-IN" sz="1800" dirty="0"/>
                    </a:p>
                  </a:txBody>
                  <a:tcPr marL="180000" marR="540000" marT="108000" marB="108000" anchor="ctr"/>
                </a:tc>
                <a:tc>
                  <a:txBody>
                    <a:bodyPr/>
                    <a:lstStyle/>
                    <a:p>
                      <a:r>
                        <a:rPr lang="en-IN" sz="1800" b="0" i="0" kern="1200" dirty="0">
                          <a:solidFill>
                            <a:schemeClr val="tx1"/>
                          </a:solidFill>
                          <a:effectLst/>
                          <a:latin typeface="+mn-lt"/>
                          <a:ea typeface="+mn-ea"/>
                          <a:cs typeface="+mn-cs"/>
                        </a:rPr>
                        <a:t>Doubly linked list with previous and next node references.</a:t>
                      </a:r>
                      <a:endParaRPr lang="en-IN" sz="1800" dirty="0"/>
                    </a:p>
                  </a:txBody>
                  <a:tcPr marL="180000" marR="540000" marT="108000" marB="108000" anchor="ctr"/>
                </a:tc>
                <a:extLst>
                  <a:ext uri="{0D108BD9-81ED-4DB2-BD59-A6C34878D82A}">
                    <a16:rowId xmlns:a16="http://schemas.microsoft.com/office/drawing/2014/main" val="2040826760"/>
                  </a:ext>
                </a:extLst>
              </a:tr>
              <a:tr h="630139">
                <a:tc>
                  <a:txBody>
                    <a:bodyPr/>
                    <a:lstStyle/>
                    <a:p>
                      <a:r>
                        <a:rPr lang="en-IN" sz="1800" dirty="0"/>
                        <a:t>2. </a:t>
                      </a:r>
                      <a:r>
                        <a:rPr lang="en-US" sz="1800" b="0" i="0" kern="1200" dirty="0">
                          <a:solidFill>
                            <a:schemeClr val="tx1"/>
                          </a:solidFill>
                          <a:effectLst/>
                          <a:latin typeface="+mn-lt"/>
                          <a:ea typeface="+mn-ea"/>
                          <a:cs typeface="+mn-cs"/>
                        </a:rPr>
                        <a:t>Efficient using index-based retrieval</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Inefficient for random access</a:t>
                      </a:r>
                      <a:endParaRPr lang="en-IN" sz="1800" dirty="0"/>
                    </a:p>
                  </a:txBody>
                  <a:tcPr marL="180000" marR="540000" marT="108000" marB="108000" anchor="ctr"/>
                </a:tc>
                <a:extLst>
                  <a:ext uri="{0D108BD9-81ED-4DB2-BD59-A6C34878D82A}">
                    <a16:rowId xmlns:a16="http://schemas.microsoft.com/office/drawing/2014/main" val="546381452"/>
                  </a:ext>
                </a:extLst>
              </a:tr>
              <a:tr h="642648">
                <a:tc>
                  <a:txBody>
                    <a:bodyPr/>
                    <a:lstStyle/>
                    <a:p>
                      <a:r>
                        <a:rPr lang="en-US" sz="1800" dirty="0"/>
                        <a:t>3. </a:t>
                      </a:r>
                      <a:r>
                        <a:rPr lang="en-US" sz="1800" b="0" i="0" kern="1200" dirty="0">
                          <a:solidFill>
                            <a:schemeClr val="tx1"/>
                          </a:solidFill>
                          <a:effectLst/>
                          <a:latin typeface="+mn-lt"/>
                          <a:ea typeface="+mn-ea"/>
                          <a:cs typeface="+mn-cs"/>
                        </a:rPr>
                        <a:t>Slower for insertions/removals in the middle (shifts elements)</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Faster (</a:t>
                      </a:r>
                      <a:r>
                        <a:rPr lang="en-US" dirty="0"/>
                        <a:t>O(1)</a:t>
                      </a:r>
                      <a:r>
                        <a:rPr lang="en-US" sz="1800" b="0" i="0" kern="1200" dirty="0">
                          <a:solidFill>
                            <a:schemeClr val="tx1"/>
                          </a:solidFill>
                          <a:effectLst/>
                          <a:latin typeface="+mn-lt"/>
                          <a:ea typeface="+mn-ea"/>
                          <a:cs typeface="+mn-cs"/>
                        </a:rPr>
                        <a:t>) for insertions/removals in the middle (adjusts links)</a:t>
                      </a:r>
                      <a:endParaRPr lang="en-IN" sz="1800" dirty="0"/>
                    </a:p>
                  </a:txBody>
                  <a:tcPr marL="180000" marR="540000" marT="108000" marB="108000" anchor="ctr"/>
                </a:tc>
                <a:extLst>
                  <a:ext uri="{0D108BD9-81ED-4DB2-BD59-A6C34878D82A}">
                    <a16:rowId xmlns:a16="http://schemas.microsoft.com/office/drawing/2014/main" val="763325998"/>
                  </a:ext>
                </a:extLst>
              </a:tr>
              <a:tr h="779487">
                <a:tc>
                  <a:txBody>
                    <a:bodyPr/>
                    <a:lstStyle/>
                    <a:p>
                      <a:r>
                        <a:rPr lang="en-IN" sz="1800" b="0" i="0" kern="1200" dirty="0">
                          <a:solidFill>
                            <a:schemeClr val="tx1"/>
                          </a:solidFill>
                          <a:effectLst/>
                          <a:latin typeface="+mn-lt"/>
                          <a:ea typeface="+mn-ea"/>
                          <a:cs typeface="+mn-cs"/>
                        </a:rPr>
                        <a:t>4. </a:t>
                      </a:r>
                      <a:r>
                        <a:rPr lang="en-US" sz="1800" b="0" i="0" kern="1200" dirty="0">
                          <a:solidFill>
                            <a:schemeClr val="tx1"/>
                          </a:solidFill>
                          <a:effectLst/>
                          <a:latin typeface="+mn-lt"/>
                          <a:ea typeface="+mn-ea"/>
                          <a:cs typeface="+mn-cs"/>
                        </a:rPr>
                        <a:t>More memory efficient for storing large lists.</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Less memory efficient due to node overhead</a:t>
                      </a:r>
                      <a:endParaRPr lang="en-IN" sz="1800" dirty="0"/>
                    </a:p>
                  </a:txBody>
                  <a:tcPr marL="180000" marR="540000" marT="108000" marB="108000" anchor="ctr"/>
                </a:tc>
                <a:extLst>
                  <a:ext uri="{0D108BD9-81ED-4DB2-BD59-A6C34878D82A}">
                    <a16:rowId xmlns:a16="http://schemas.microsoft.com/office/drawing/2014/main" val="536598921"/>
                  </a:ext>
                </a:extLst>
              </a:tr>
              <a:tr h="665527">
                <a:tc>
                  <a:txBody>
                    <a:bodyPr/>
                    <a:lstStyle/>
                    <a:p>
                      <a:r>
                        <a:rPr lang="en-US" sz="1800" b="0" i="0" kern="1200" dirty="0">
                          <a:solidFill>
                            <a:schemeClr val="tx1"/>
                          </a:solidFill>
                          <a:effectLst/>
                          <a:latin typeface="+mn-lt"/>
                          <a:ea typeface="+mn-ea"/>
                          <a:cs typeface="+mn-cs"/>
                        </a:rPr>
                        <a:t>5. Faster iteration due to contiguous memory layout</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Slower iteration due to node traversal</a:t>
                      </a:r>
                      <a:endParaRPr lang="en-IN" sz="1800" dirty="0"/>
                    </a:p>
                  </a:txBody>
                  <a:tcPr marL="180000" marR="540000" marT="108000" marB="108000" anchor="ctr"/>
                </a:tc>
                <a:extLst>
                  <a:ext uri="{0D108BD9-81ED-4DB2-BD59-A6C34878D82A}">
                    <a16:rowId xmlns:a16="http://schemas.microsoft.com/office/drawing/2014/main" val="768285145"/>
                  </a:ext>
                </a:extLst>
              </a:tr>
            </a:tbl>
          </a:graphicData>
        </a:graphic>
      </p:graphicFrame>
      <p:pic>
        <p:nvPicPr>
          <p:cNvPr id="5" name="Graphic 4" descr="Trophy with solid fill">
            <a:extLst>
              <a:ext uri="{FF2B5EF4-FFF2-40B4-BE49-F238E27FC236}">
                <a16:creationId xmlns:a16="http://schemas.microsoft.com/office/drawing/2014/main" id="{1B1F03DA-0FA6-F4CB-1971-50844328450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046752" y="2742941"/>
            <a:ext cx="451757" cy="451757"/>
          </a:xfrm>
          <a:prstGeom prst="rect">
            <a:avLst/>
          </a:prstGeom>
        </p:spPr>
      </p:pic>
      <p:pic>
        <p:nvPicPr>
          <p:cNvPr id="6" name="Graphic 5" descr="Trophy with solid fill">
            <a:extLst>
              <a:ext uri="{FF2B5EF4-FFF2-40B4-BE49-F238E27FC236}">
                <a16:creationId xmlns:a16="http://schemas.microsoft.com/office/drawing/2014/main" id="{BF34CDB9-479F-37BA-DF93-8049FE4FD72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069802" y="3428999"/>
            <a:ext cx="451757" cy="451757"/>
          </a:xfrm>
          <a:prstGeom prst="rect">
            <a:avLst/>
          </a:prstGeom>
        </p:spPr>
      </p:pic>
      <p:pic>
        <p:nvPicPr>
          <p:cNvPr id="7" name="Graphic 6" descr="Trophy with solid fill">
            <a:extLst>
              <a:ext uri="{FF2B5EF4-FFF2-40B4-BE49-F238E27FC236}">
                <a16:creationId xmlns:a16="http://schemas.microsoft.com/office/drawing/2014/main" id="{506C80B4-FCCE-FEE0-5C37-EB56D2B4784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046754" y="4152899"/>
            <a:ext cx="451757" cy="451757"/>
          </a:xfrm>
          <a:prstGeom prst="rect">
            <a:avLst/>
          </a:prstGeom>
        </p:spPr>
      </p:pic>
      <p:pic>
        <p:nvPicPr>
          <p:cNvPr id="8" name="Graphic 7" descr="Trophy with solid fill">
            <a:extLst>
              <a:ext uri="{FF2B5EF4-FFF2-40B4-BE49-F238E27FC236}">
                <a16:creationId xmlns:a16="http://schemas.microsoft.com/office/drawing/2014/main" id="{2D9BE55B-5BA4-74B2-B2BE-8C66857EBBF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046753" y="4880325"/>
            <a:ext cx="451757" cy="451757"/>
          </a:xfrm>
          <a:prstGeom prst="rect">
            <a:avLst/>
          </a:prstGeom>
        </p:spPr>
      </p:pic>
      <p:sp>
        <p:nvSpPr>
          <p:cNvPr id="10" name="TextBox 9">
            <a:extLst>
              <a:ext uri="{FF2B5EF4-FFF2-40B4-BE49-F238E27FC236}">
                <a16:creationId xmlns:a16="http://schemas.microsoft.com/office/drawing/2014/main" id="{F172D300-952F-6213-2162-8533E51F6558}"/>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1295810843"/>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a:t>
            </a:r>
            <a:r>
              <a:rPr lang="en-US" sz="2400" b="1" dirty="0">
                <a:solidFill>
                  <a:srgbClr val="FFFF00"/>
                </a:solidFill>
                <a:ea typeface="+mn-ea"/>
                <a:cs typeface="+mn-cs"/>
              </a:rPr>
              <a:t>Collections</a:t>
            </a:r>
            <a:r>
              <a:rPr lang="en-US" sz="2400" b="1" dirty="0">
                <a:solidFill>
                  <a:schemeClr val="bg1"/>
                </a:solidFill>
                <a:ea typeface="+mn-ea"/>
                <a:cs typeface="+mn-cs"/>
              </a:rPr>
              <a:t>? What is the difference between Collection and Collections?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5" name="Rectangle 14">
            <a:extLst>
              <a:ext uri="{FF2B5EF4-FFF2-40B4-BE49-F238E27FC236}">
                <a16:creationId xmlns:a16="http://schemas.microsoft.com/office/drawing/2014/main" id="{362ED30F-550D-3E79-5F37-B82694FFB6F5}"/>
              </a:ext>
            </a:extLst>
          </p:cNvPr>
          <p:cNvSpPr/>
          <p:nvPr/>
        </p:nvSpPr>
        <p:spPr>
          <a:xfrm>
            <a:off x="7919051" y="1282737"/>
            <a:ext cx="3968149" cy="135232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Collection interface provide common operations like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adding, removing, and accessing elements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collection.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6" name="Straight Arrow Connector 15">
            <a:extLst>
              <a:ext uri="{FF2B5EF4-FFF2-40B4-BE49-F238E27FC236}">
                <a16:creationId xmlns:a16="http://schemas.microsoft.com/office/drawing/2014/main" id="{0FE7C665-3BCD-C486-AB04-72E1B1F36518}"/>
              </a:ext>
            </a:extLst>
          </p:cNvPr>
          <p:cNvCxnSpPr>
            <a:cxnSpLocks/>
            <a:stCxn id="7" idx="3"/>
            <a:endCxn id="15" idx="1"/>
          </p:cNvCxnSpPr>
          <p:nvPr/>
        </p:nvCxnSpPr>
        <p:spPr>
          <a:xfrm flipV="1">
            <a:off x="4815647" y="1958902"/>
            <a:ext cx="3103404" cy="35632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1F82F950-3FE6-F67E-A21D-C6A4CB6D5167}"/>
              </a:ext>
            </a:extLst>
          </p:cNvPr>
          <p:cNvSpPr/>
          <p:nvPr/>
        </p:nvSpPr>
        <p:spPr>
          <a:xfrm>
            <a:off x="423541" y="1534001"/>
            <a:ext cx="433106" cy="18472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25534A9A-774B-E88C-9EA7-83EC8CC6635F}"/>
              </a:ext>
            </a:extLst>
          </p:cNvPr>
          <p:cNvSpPr/>
          <p:nvPr/>
        </p:nvSpPr>
        <p:spPr>
          <a:xfrm>
            <a:off x="6278976" y="4437702"/>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LinkedHashSet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85B9502D-E58B-0ACF-F6A6-36ABA70DF985}"/>
              </a:ext>
            </a:extLst>
          </p:cNvPr>
          <p:cNvSpPr/>
          <p:nvPr/>
        </p:nvSpPr>
        <p:spPr>
          <a:xfrm>
            <a:off x="5788013" y="5426652"/>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SortedSet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B2207456-37EC-F079-CDFC-056CAE8692A6}"/>
              </a:ext>
            </a:extLst>
          </p:cNvPr>
          <p:cNvSpPr/>
          <p:nvPr/>
        </p:nvSpPr>
        <p:spPr>
          <a:xfrm>
            <a:off x="3109202" y="2145945"/>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Collection</a:t>
            </a:r>
          </a:p>
        </p:txBody>
      </p:sp>
      <p:sp>
        <p:nvSpPr>
          <p:cNvPr id="8" name="Rectangle 7">
            <a:extLst>
              <a:ext uri="{FF2B5EF4-FFF2-40B4-BE49-F238E27FC236}">
                <a16:creationId xmlns:a16="http://schemas.microsoft.com/office/drawing/2014/main" id="{C40FB8A6-3EB6-2C81-AE75-B75A815A0A10}"/>
              </a:ext>
            </a:extLst>
          </p:cNvPr>
          <p:cNvSpPr/>
          <p:nvPr/>
        </p:nvSpPr>
        <p:spPr>
          <a:xfrm>
            <a:off x="3658890" y="3810289"/>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PriorityQueue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1A38E5A-0941-3765-36C9-9C4982EE9F0A}"/>
              </a:ext>
            </a:extLst>
          </p:cNvPr>
          <p:cNvSpPr/>
          <p:nvPr/>
        </p:nvSpPr>
        <p:spPr>
          <a:xfrm>
            <a:off x="839393" y="421924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ArrayList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4F4A957B-8034-D460-4938-DEE7B23ECEC1}"/>
              </a:ext>
            </a:extLst>
          </p:cNvPr>
          <p:cNvSpPr/>
          <p:nvPr/>
        </p:nvSpPr>
        <p:spPr>
          <a:xfrm>
            <a:off x="843734" y="4798735"/>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LinkedList</a:t>
            </a:r>
          </a:p>
        </p:txBody>
      </p:sp>
      <p:sp>
        <p:nvSpPr>
          <p:cNvPr id="12" name="Rectangle 11">
            <a:extLst>
              <a:ext uri="{FF2B5EF4-FFF2-40B4-BE49-F238E27FC236}">
                <a16:creationId xmlns:a16="http://schemas.microsoft.com/office/drawing/2014/main" id="{41467273-36F3-9935-8DF1-56BAA4123584}"/>
              </a:ext>
            </a:extLst>
          </p:cNvPr>
          <p:cNvSpPr/>
          <p:nvPr/>
        </p:nvSpPr>
        <p:spPr>
          <a:xfrm>
            <a:off x="860227" y="5378226"/>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Vector</a:t>
            </a:r>
          </a:p>
        </p:txBody>
      </p:sp>
      <p:sp>
        <p:nvSpPr>
          <p:cNvPr id="13" name="Rectangle 12">
            <a:extLst>
              <a:ext uri="{FF2B5EF4-FFF2-40B4-BE49-F238E27FC236}">
                <a16:creationId xmlns:a16="http://schemas.microsoft.com/office/drawing/2014/main" id="{D1353DCC-CBB2-8441-C950-CBE976871969}"/>
              </a:ext>
            </a:extLst>
          </p:cNvPr>
          <p:cNvSpPr/>
          <p:nvPr/>
        </p:nvSpPr>
        <p:spPr>
          <a:xfrm>
            <a:off x="860227" y="610215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Stack</a:t>
            </a:r>
          </a:p>
        </p:txBody>
      </p:sp>
      <p:sp>
        <p:nvSpPr>
          <p:cNvPr id="14" name="Rectangle 13">
            <a:extLst>
              <a:ext uri="{FF2B5EF4-FFF2-40B4-BE49-F238E27FC236}">
                <a16:creationId xmlns:a16="http://schemas.microsoft.com/office/drawing/2014/main" id="{89968680-A4FF-F5BB-A10E-A4379647200F}"/>
              </a:ext>
            </a:extLst>
          </p:cNvPr>
          <p:cNvSpPr/>
          <p:nvPr/>
        </p:nvSpPr>
        <p:spPr>
          <a:xfrm>
            <a:off x="423541" y="1236380"/>
            <a:ext cx="433106" cy="184729"/>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486C00F5-10F1-10CA-3046-883A8CC02C56}"/>
              </a:ext>
            </a:extLst>
          </p:cNvPr>
          <p:cNvSpPr/>
          <p:nvPr/>
        </p:nvSpPr>
        <p:spPr>
          <a:xfrm>
            <a:off x="6266619" y="3757339"/>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HashSet</a:t>
            </a:r>
          </a:p>
        </p:txBody>
      </p:sp>
      <p:sp>
        <p:nvSpPr>
          <p:cNvPr id="18" name="Rectangle 17">
            <a:extLst>
              <a:ext uri="{FF2B5EF4-FFF2-40B4-BE49-F238E27FC236}">
                <a16:creationId xmlns:a16="http://schemas.microsoft.com/office/drawing/2014/main" id="{84E9BFAA-378A-1AD7-1BA0-362AF04647CD}"/>
              </a:ext>
            </a:extLst>
          </p:cNvPr>
          <p:cNvSpPr/>
          <p:nvPr/>
        </p:nvSpPr>
        <p:spPr>
          <a:xfrm>
            <a:off x="5788013" y="6102154"/>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TreeSet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10DC7859-9A4F-289D-A2DA-3936BCCA4B45}"/>
              </a:ext>
            </a:extLst>
          </p:cNvPr>
          <p:cNvSpPr/>
          <p:nvPr/>
        </p:nvSpPr>
        <p:spPr>
          <a:xfrm>
            <a:off x="3096940" y="1437544"/>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Iterable</a:t>
            </a:r>
          </a:p>
        </p:txBody>
      </p:sp>
      <p:sp>
        <p:nvSpPr>
          <p:cNvPr id="20" name="Rectangle 19">
            <a:extLst>
              <a:ext uri="{FF2B5EF4-FFF2-40B4-BE49-F238E27FC236}">
                <a16:creationId xmlns:a16="http://schemas.microsoft.com/office/drawing/2014/main" id="{4733ED49-CF00-A795-472D-33561E2EAC81}"/>
              </a:ext>
            </a:extLst>
          </p:cNvPr>
          <p:cNvSpPr/>
          <p:nvPr/>
        </p:nvSpPr>
        <p:spPr>
          <a:xfrm>
            <a:off x="5788013" y="3017996"/>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Set (Unique)</a:t>
            </a:r>
          </a:p>
        </p:txBody>
      </p:sp>
      <p:sp>
        <p:nvSpPr>
          <p:cNvPr id="21" name="Rectangle 20">
            <a:extLst>
              <a:ext uri="{FF2B5EF4-FFF2-40B4-BE49-F238E27FC236}">
                <a16:creationId xmlns:a16="http://schemas.microsoft.com/office/drawing/2014/main" id="{D2F4ECA6-1940-18A1-360F-01D12B288FB5}"/>
              </a:ext>
            </a:extLst>
          </p:cNvPr>
          <p:cNvSpPr/>
          <p:nvPr/>
        </p:nvSpPr>
        <p:spPr>
          <a:xfrm>
            <a:off x="3102435" y="3089434"/>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Queue (FIFO)</a:t>
            </a:r>
          </a:p>
        </p:txBody>
      </p:sp>
      <p:sp>
        <p:nvSpPr>
          <p:cNvPr id="22" name="Rectangle 21">
            <a:extLst>
              <a:ext uri="{FF2B5EF4-FFF2-40B4-BE49-F238E27FC236}">
                <a16:creationId xmlns:a16="http://schemas.microsoft.com/office/drawing/2014/main" id="{0070CFC7-7128-31FF-4AC8-CEA72819CCA4}"/>
              </a:ext>
            </a:extLst>
          </p:cNvPr>
          <p:cNvSpPr/>
          <p:nvPr/>
        </p:nvSpPr>
        <p:spPr>
          <a:xfrm>
            <a:off x="3104221" y="5378226"/>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Array Deque</a:t>
            </a:r>
          </a:p>
        </p:txBody>
      </p:sp>
      <p:sp>
        <p:nvSpPr>
          <p:cNvPr id="23" name="Rectangle 22">
            <a:extLst>
              <a:ext uri="{FF2B5EF4-FFF2-40B4-BE49-F238E27FC236}">
                <a16:creationId xmlns:a16="http://schemas.microsoft.com/office/drawing/2014/main" id="{70200F2F-1E7E-7C04-517F-E525DB2D115C}"/>
              </a:ext>
            </a:extLst>
          </p:cNvPr>
          <p:cNvSpPr/>
          <p:nvPr/>
        </p:nvSpPr>
        <p:spPr>
          <a:xfrm>
            <a:off x="3102435" y="4452612"/>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Deque</a:t>
            </a:r>
          </a:p>
        </p:txBody>
      </p:sp>
      <p:sp>
        <p:nvSpPr>
          <p:cNvPr id="24" name="Rectangle 23">
            <a:extLst>
              <a:ext uri="{FF2B5EF4-FFF2-40B4-BE49-F238E27FC236}">
                <a16:creationId xmlns:a16="http://schemas.microsoft.com/office/drawing/2014/main" id="{B3CC2A62-D229-3EA5-530C-7CC97B88EAAB}"/>
              </a:ext>
            </a:extLst>
          </p:cNvPr>
          <p:cNvSpPr/>
          <p:nvPr/>
        </p:nvSpPr>
        <p:spPr>
          <a:xfrm>
            <a:off x="355692" y="3089434"/>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List (Ordered)</a:t>
            </a:r>
          </a:p>
        </p:txBody>
      </p:sp>
      <p:cxnSp>
        <p:nvCxnSpPr>
          <p:cNvPr id="26" name="Straight Arrow Connector 25">
            <a:extLst>
              <a:ext uri="{FF2B5EF4-FFF2-40B4-BE49-F238E27FC236}">
                <a16:creationId xmlns:a16="http://schemas.microsoft.com/office/drawing/2014/main" id="{89CB22B4-613E-267F-C845-979CE47BAEC4}"/>
              </a:ext>
            </a:extLst>
          </p:cNvPr>
          <p:cNvCxnSpPr>
            <a:cxnSpLocks/>
            <a:stCxn id="7" idx="0"/>
          </p:cNvCxnSpPr>
          <p:nvPr/>
        </p:nvCxnSpPr>
        <p:spPr>
          <a:xfrm flipV="1">
            <a:off x="3962425" y="1777093"/>
            <a:ext cx="0" cy="36885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a:extLst>
              <a:ext uri="{FF2B5EF4-FFF2-40B4-BE49-F238E27FC236}">
                <a16:creationId xmlns:a16="http://schemas.microsoft.com/office/drawing/2014/main" id="{3B5192A0-4290-EE5A-D5BF-5314A0A7A9E0}"/>
              </a:ext>
            </a:extLst>
          </p:cNvPr>
          <p:cNvCxnSpPr>
            <a:cxnSpLocks/>
            <a:endCxn id="7" idx="2"/>
          </p:cNvCxnSpPr>
          <p:nvPr/>
        </p:nvCxnSpPr>
        <p:spPr>
          <a:xfrm flipV="1">
            <a:off x="3959231" y="2484498"/>
            <a:ext cx="3194" cy="5810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a:extLst>
              <a:ext uri="{FF2B5EF4-FFF2-40B4-BE49-F238E27FC236}">
                <a16:creationId xmlns:a16="http://schemas.microsoft.com/office/drawing/2014/main" id="{66CC319F-9C18-733D-71AC-3F1AB17BF5AC}"/>
              </a:ext>
            </a:extLst>
          </p:cNvPr>
          <p:cNvCxnSpPr>
            <a:cxnSpLocks/>
          </p:cNvCxnSpPr>
          <p:nvPr/>
        </p:nvCxnSpPr>
        <p:spPr>
          <a:xfrm flipV="1">
            <a:off x="5890319" y="3390916"/>
            <a:ext cx="0" cy="20357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635AFDCB-01B2-06C2-D4DD-35694FA4E774}"/>
              </a:ext>
            </a:extLst>
          </p:cNvPr>
          <p:cNvCxnSpPr>
            <a:cxnSpLocks/>
          </p:cNvCxnSpPr>
          <p:nvPr/>
        </p:nvCxnSpPr>
        <p:spPr>
          <a:xfrm flipV="1">
            <a:off x="3346789" y="3467384"/>
            <a:ext cx="0" cy="97031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7B7C1E1D-1552-A6C6-CF2C-4B435C263947}"/>
              </a:ext>
            </a:extLst>
          </p:cNvPr>
          <p:cNvCxnSpPr>
            <a:cxnSpLocks/>
          </p:cNvCxnSpPr>
          <p:nvPr/>
        </p:nvCxnSpPr>
        <p:spPr>
          <a:xfrm flipV="1">
            <a:off x="681392" y="1812293"/>
            <a:ext cx="0" cy="18833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9C68FF2-8C90-ABF1-A528-6A2B02D0FDEA}"/>
              </a:ext>
            </a:extLst>
          </p:cNvPr>
          <p:cNvCxnSpPr>
            <a:cxnSpLocks/>
          </p:cNvCxnSpPr>
          <p:nvPr/>
        </p:nvCxnSpPr>
        <p:spPr>
          <a:xfrm>
            <a:off x="6090469" y="3368528"/>
            <a:ext cx="0" cy="126571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2" name="Straight Connector 31">
            <a:extLst>
              <a:ext uri="{FF2B5EF4-FFF2-40B4-BE49-F238E27FC236}">
                <a16:creationId xmlns:a16="http://schemas.microsoft.com/office/drawing/2014/main" id="{99189967-82D2-0DC1-ACD8-69F4C657ED40}"/>
              </a:ext>
            </a:extLst>
          </p:cNvPr>
          <p:cNvCxnSpPr>
            <a:cxnSpLocks/>
          </p:cNvCxnSpPr>
          <p:nvPr/>
        </p:nvCxnSpPr>
        <p:spPr>
          <a:xfrm>
            <a:off x="6192484" y="5803276"/>
            <a:ext cx="0" cy="29887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3" name="Straight Connector 32">
            <a:extLst>
              <a:ext uri="{FF2B5EF4-FFF2-40B4-BE49-F238E27FC236}">
                <a16:creationId xmlns:a16="http://schemas.microsoft.com/office/drawing/2014/main" id="{9C287141-9649-6C04-9F6E-B63AC6EE02CA}"/>
              </a:ext>
            </a:extLst>
          </p:cNvPr>
          <p:cNvCxnSpPr>
            <a:cxnSpLocks/>
          </p:cNvCxnSpPr>
          <p:nvPr/>
        </p:nvCxnSpPr>
        <p:spPr>
          <a:xfrm>
            <a:off x="6106571" y="4621889"/>
            <a:ext cx="184048" cy="1"/>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4" name="Straight Connector 33">
            <a:extLst>
              <a:ext uri="{FF2B5EF4-FFF2-40B4-BE49-F238E27FC236}">
                <a16:creationId xmlns:a16="http://schemas.microsoft.com/office/drawing/2014/main" id="{4D035256-75F4-DC20-479B-8B5E9BE4E426}"/>
              </a:ext>
            </a:extLst>
          </p:cNvPr>
          <p:cNvCxnSpPr>
            <a:cxnSpLocks/>
            <a:endCxn id="17" idx="1"/>
          </p:cNvCxnSpPr>
          <p:nvPr/>
        </p:nvCxnSpPr>
        <p:spPr>
          <a:xfrm>
            <a:off x="6090469" y="3926616"/>
            <a:ext cx="176150"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5" name="Straight Connector 34">
            <a:extLst>
              <a:ext uri="{FF2B5EF4-FFF2-40B4-BE49-F238E27FC236}">
                <a16:creationId xmlns:a16="http://schemas.microsoft.com/office/drawing/2014/main" id="{D5BCAB5F-07D0-2200-8180-CB3DEFDF2C26}"/>
              </a:ext>
            </a:extLst>
          </p:cNvPr>
          <p:cNvCxnSpPr>
            <a:cxnSpLocks/>
          </p:cNvCxnSpPr>
          <p:nvPr/>
        </p:nvCxnSpPr>
        <p:spPr>
          <a:xfrm>
            <a:off x="681392" y="2118559"/>
            <a:ext cx="16192" cy="321369"/>
          </a:xfrm>
          <a:prstGeom prst="line">
            <a:avLst/>
          </a:prstGeom>
          <a:ln w="9525" cap="flat" cmpd="sng" algn="ctr">
            <a:solidFill>
              <a:schemeClr val="dk1"/>
            </a:solidFill>
            <a:prstDash val="dash"/>
            <a:round/>
            <a:headEnd type="triangle" w="sm" len="med"/>
            <a:tailEnd type="none" w="med" len="med"/>
          </a:ln>
        </p:spPr>
        <p:style>
          <a:lnRef idx="0">
            <a:scrgbClr r="0" g="0" b="0"/>
          </a:lnRef>
          <a:fillRef idx="0">
            <a:scrgbClr r="0" g="0" b="0"/>
          </a:fillRef>
          <a:effectRef idx="0">
            <a:scrgbClr r="0" g="0" b="0"/>
          </a:effectRef>
          <a:fontRef idx="minor">
            <a:schemeClr val="tx1"/>
          </a:fontRef>
        </p:style>
      </p:cxnSp>
      <p:cxnSp>
        <p:nvCxnSpPr>
          <p:cNvPr id="36" name="Straight Connector 35">
            <a:extLst>
              <a:ext uri="{FF2B5EF4-FFF2-40B4-BE49-F238E27FC236}">
                <a16:creationId xmlns:a16="http://schemas.microsoft.com/office/drawing/2014/main" id="{5BD96086-EB4D-706E-1756-39C34950BA08}"/>
              </a:ext>
            </a:extLst>
          </p:cNvPr>
          <p:cNvCxnSpPr>
            <a:cxnSpLocks/>
          </p:cNvCxnSpPr>
          <p:nvPr/>
        </p:nvCxnSpPr>
        <p:spPr>
          <a:xfrm>
            <a:off x="3346789" y="4791165"/>
            <a:ext cx="0" cy="58706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7" name="Straight Connector 36">
            <a:extLst>
              <a:ext uri="{FF2B5EF4-FFF2-40B4-BE49-F238E27FC236}">
                <a16:creationId xmlns:a16="http://schemas.microsoft.com/office/drawing/2014/main" id="{B90061DE-DB49-6AE2-2C88-0CD63F58B3EF}"/>
              </a:ext>
            </a:extLst>
          </p:cNvPr>
          <p:cNvCxnSpPr>
            <a:cxnSpLocks/>
            <a:stCxn id="21" idx="2"/>
          </p:cNvCxnSpPr>
          <p:nvPr/>
        </p:nvCxnSpPr>
        <p:spPr>
          <a:xfrm>
            <a:off x="3955658" y="3427987"/>
            <a:ext cx="3573" cy="396469"/>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8" name="Straight Connector 37">
            <a:extLst>
              <a:ext uri="{FF2B5EF4-FFF2-40B4-BE49-F238E27FC236}">
                <a16:creationId xmlns:a16="http://schemas.microsoft.com/office/drawing/2014/main" id="{3967A1D7-6DFC-EF0F-3226-7C3E15478F08}"/>
              </a:ext>
            </a:extLst>
          </p:cNvPr>
          <p:cNvCxnSpPr>
            <a:cxnSpLocks/>
            <a:stCxn id="11" idx="3"/>
          </p:cNvCxnSpPr>
          <p:nvPr/>
        </p:nvCxnSpPr>
        <p:spPr>
          <a:xfrm>
            <a:off x="2550179" y="4968012"/>
            <a:ext cx="7966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6708345C-E1C7-F0F8-71C0-3234172F6E6B}"/>
              </a:ext>
            </a:extLst>
          </p:cNvPr>
          <p:cNvCxnSpPr>
            <a:cxnSpLocks/>
          </p:cNvCxnSpPr>
          <p:nvPr/>
        </p:nvCxnSpPr>
        <p:spPr>
          <a:xfrm>
            <a:off x="517583" y="3489586"/>
            <a:ext cx="0" cy="216201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40" name="Straight Connector 39">
            <a:extLst>
              <a:ext uri="{FF2B5EF4-FFF2-40B4-BE49-F238E27FC236}">
                <a16:creationId xmlns:a16="http://schemas.microsoft.com/office/drawing/2014/main" id="{A74C8497-2674-310D-0561-06E961AD9425}"/>
              </a:ext>
            </a:extLst>
          </p:cNvPr>
          <p:cNvCxnSpPr>
            <a:cxnSpLocks/>
          </p:cNvCxnSpPr>
          <p:nvPr/>
        </p:nvCxnSpPr>
        <p:spPr>
          <a:xfrm>
            <a:off x="555776" y="5027407"/>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1" name="Straight Connector 40">
            <a:extLst>
              <a:ext uri="{FF2B5EF4-FFF2-40B4-BE49-F238E27FC236}">
                <a16:creationId xmlns:a16="http://schemas.microsoft.com/office/drawing/2014/main" id="{6D6D02C7-FD43-A041-E60B-85B0DBEE8089}"/>
              </a:ext>
            </a:extLst>
          </p:cNvPr>
          <p:cNvCxnSpPr>
            <a:cxnSpLocks/>
          </p:cNvCxnSpPr>
          <p:nvPr/>
        </p:nvCxnSpPr>
        <p:spPr>
          <a:xfrm>
            <a:off x="555776" y="4456920"/>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2" name="Straight Connector 41">
            <a:extLst>
              <a:ext uri="{FF2B5EF4-FFF2-40B4-BE49-F238E27FC236}">
                <a16:creationId xmlns:a16="http://schemas.microsoft.com/office/drawing/2014/main" id="{FE540B0C-FCB2-FED7-E566-EBD61866256A}"/>
              </a:ext>
            </a:extLst>
          </p:cNvPr>
          <p:cNvCxnSpPr>
            <a:cxnSpLocks/>
          </p:cNvCxnSpPr>
          <p:nvPr/>
        </p:nvCxnSpPr>
        <p:spPr>
          <a:xfrm>
            <a:off x="575528" y="5651597"/>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3" name="Straight Arrow Connector 42">
            <a:extLst>
              <a:ext uri="{FF2B5EF4-FFF2-40B4-BE49-F238E27FC236}">
                <a16:creationId xmlns:a16="http://schemas.microsoft.com/office/drawing/2014/main" id="{83BD0C5A-4973-B7E1-E62C-4857D50F39A5}"/>
              </a:ext>
            </a:extLst>
          </p:cNvPr>
          <p:cNvCxnSpPr>
            <a:cxnSpLocks/>
            <a:stCxn id="13" idx="0"/>
            <a:endCxn id="12" idx="2"/>
          </p:cNvCxnSpPr>
          <p:nvPr/>
        </p:nvCxnSpPr>
        <p:spPr>
          <a:xfrm flipV="1">
            <a:off x="1713450" y="5716779"/>
            <a:ext cx="0" cy="3853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4" name="Connector: Elbow 43">
            <a:extLst>
              <a:ext uri="{FF2B5EF4-FFF2-40B4-BE49-F238E27FC236}">
                <a16:creationId xmlns:a16="http://schemas.microsoft.com/office/drawing/2014/main" id="{7101DD70-5A2F-0DA6-D257-E4F6CBDC9998}"/>
              </a:ext>
            </a:extLst>
          </p:cNvPr>
          <p:cNvCxnSpPr>
            <a:cxnSpLocks/>
            <a:stCxn id="24" idx="0"/>
            <a:endCxn id="20" idx="0"/>
          </p:cNvCxnSpPr>
          <p:nvPr/>
        </p:nvCxnSpPr>
        <p:spPr>
          <a:xfrm rot="5400000" flipH="1" flipV="1">
            <a:off x="3889356" y="337555"/>
            <a:ext cx="71438" cy="5432321"/>
          </a:xfrm>
          <a:prstGeom prst="bentConnector3">
            <a:avLst>
              <a:gd name="adj1" fmla="val 264320"/>
            </a:avLst>
          </a:prstGeom>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EA1DBC44-B536-0F19-2C9B-688A9D71A9EE}"/>
              </a:ext>
            </a:extLst>
          </p:cNvPr>
          <p:cNvSpPr txBox="1"/>
          <p:nvPr/>
        </p:nvSpPr>
        <p:spPr>
          <a:xfrm>
            <a:off x="1070320" y="1159467"/>
            <a:ext cx="660835"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class</a:t>
            </a:r>
          </a:p>
        </p:txBody>
      </p:sp>
      <p:sp>
        <p:nvSpPr>
          <p:cNvPr id="46" name="TextBox 45">
            <a:extLst>
              <a:ext uri="{FF2B5EF4-FFF2-40B4-BE49-F238E27FC236}">
                <a16:creationId xmlns:a16="http://schemas.microsoft.com/office/drawing/2014/main" id="{AF847743-0254-E3FE-BE6C-5CA3B3EA11A3}"/>
              </a:ext>
            </a:extLst>
          </p:cNvPr>
          <p:cNvSpPr txBox="1"/>
          <p:nvPr/>
        </p:nvSpPr>
        <p:spPr>
          <a:xfrm>
            <a:off x="1070320" y="1481666"/>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interface</a:t>
            </a:r>
          </a:p>
        </p:txBody>
      </p:sp>
      <p:sp>
        <p:nvSpPr>
          <p:cNvPr id="47" name="TextBox 46">
            <a:extLst>
              <a:ext uri="{FF2B5EF4-FFF2-40B4-BE49-F238E27FC236}">
                <a16:creationId xmlns:a16="http://schemas.microsoft.com/office/drawing/2014/main" id="{6E070D7D-A446-4747-E15F-9FD02DB01F67}"/>
              </a:ext>
            </a:extLst>
          </p:cNvPr>
          <p:cNvSpPr txBox="1"/>
          <p:nvPr/>
        </p:nvSpPr>
        <p:spPr>
          <a:xfrm>
            <a:off x="1070320" y="1767701"/>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extends</a:t>
            </a:r>
          </a:p>
        </p:txBody>
      </p:sp>
      <p:sp>
        <p:nvSpPr>
          <p:cNvPr id="48" name="TextBox 47">
            <a:extLst>
              <a:ext uri="{FF2B5EF4-FFF2-40B4-BE49-F238E27FC236}">
                <a16:creationId xmlns:a16="http://schemas.microsoft.com/office/drawing/2014/main" id="{9D0D66B4-A896-CA54-6C1E-2FC731385747}"/>
              </a:ext>
            </a:extLst>
          </p:cNvPr>
          <p:cNvSpPr txBox="1"/>
          <p:nvPr/>
        </p:nvSpPr>
        <p:spPr>
          <a:xfrm>
            <a:off x="1050028" y="2101374"/>
            <a:ext cx="139175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p>
        </p:txBody>
      </p:sp>
      <p:sp>
        <p:nvSpPr>
          <p:cNvPr id="25" name="TextBox 24">
            <a:extLst>
              <a:ext uri="{FF2B5EF4-FFF2-40B4-BE49-F238E27FC236}">
                <a16:creationId xmlns:a16="http://schemas.microsoft.com/office/drawing/2014/main" id="{6ABD8E46-5A79-73B3-5527-D9C782602DC9}"/>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719888171"/>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a:t>
            </a:r>
            <a:r>
              <a:rPr lang="en-US" sz="2400" b="1" dirty="0">
                <a:solidFill>
                  <a:srgbClr val="FFFF00"/>
                </a:solidFill>
                <a:ea typeface="+mn-ea"/>
                <a:cs typeface="+mn-cs"/>
              </a:rPr>
              <a:t>Collections</a:t>
            </a:r>
            <a:r>
              <a:rPr lang="en-US" sz="2400" b="1" dirty="0">
                <a:solidFill>
                  <a:schemeClr val="bg1"/>
                </a:solidFill>
                <a:ea typeface="+mn-ea"/>
                <a:cs typeface="+mn-cs"/>
              </a:rPr>
              <a:t>? What is the difference between Collection and Collections?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25" name="Rectangle 24">
            <a:extLst>
              <a:ext uri="{FF2B5EF4-FFF2-40B4-BE49-F238E27FC236}">
                <a16:creationId xmlns:a16="http://schemas.microsoft.com/office/drawing/2014/main" id="{1FD9DE05-B913-CB57-06F6-B284E0E7E1F5}"/>
              </a:ext>
            </a:extLst>
          </p:cNvPr>
          <p:cNvSpPr/>
          <p:nvPr/>
        </p:nvSpPr>
        <p:spPr>
          <a:xfrm>
            <a:off x="5736765" y="914495"/>
            <a:ext cx="6238118" cy="589340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Collections Example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Collections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CollectionsEx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8</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Sorts the list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Collections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sort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[2, 5, 8]</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Reversing the order of elements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Collections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reverse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[8, 5, 2]</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Search for an element in the list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index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Collections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binarySearch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index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9" name="TextBox 48">
            <a:extLst>
              <a:ext uri="{FF2B5EF4-FFF2-40B4-BE49-F238E27FC236}">
                <a16:creationId xmlns:a16="http://schemas.microsoft.com/office/drawing/2014/main" id="{0A3CE347-4F91-3909-0C94-BA6F67AA8980}"/>
              </a:ext>
            </a:extLst>
          </p:cNvPr>
          <p:cNvSpPr txBox="1"/>
          <p:nvPr/>
        </p:nvSpPr>
        <p:spPr>
          <a:xfrm>
            <a:off x="355693" y="1131781"/>
            <a:ext cx="4725213"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Collections is a utility class in Java that contains static methods for working with collections. For example,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Collections.sort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objectArrayList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 name="TextBox 3">
            <a:extLst>
              <a:ext uri="{FF2B5EF4-FFF2-40B4-BE49-F238E27FC236}">
                <a16:creationId xmlns:a16="http://schemas.microsoft.com/office/drawing/2014/main" id="{BFD600C1-D70C-25C4-F731-572382638DA7}"/>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382480455"/>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err="1">
                <a:solidFill>
                  <a:srgbClr val="FFFF00"/>
                </a:solidFill>
                <a:ea typeface="+mn-ea"/>
                <a:cs typeface="+mn-cs"/>
              </a:rPr>
              <a:t>TreeSet</a:t>
            </a:r>
            <a:r>
              <a:rPr lang="en-US" sz="2400" b="1" dirty="0">
                <a:solidFill>
                  <a:schemeClr val="bg1"/>
                </a:solidFill>
                <a:ea typeface="+mn-ea"/>
                <a:cs typeface="+mn-cs"/>
              </a:rPr>
              <a:t> in Java? </a:t>
            </a:r>
            <a:r>
              <a:rPr lang="en-US" sz="2400" b="1" dirty="0">
                <a:solidFill>
                  <a:schemeClr val="bg1"/>
                </a:solidFill>
              </a:rPr>
              <a:t>What is the difference between HashSet and </a:t>
            </a:r>
            <a:r>
              <a:rPr lang="en-US" sz="2400" b="1" dirty="0" err="1">
                <a:solidFill>
                  <a:schemeClr val="bg1"/>
                </a:solidFill>
              </a:rPr>
              <a:t>TreeSet</a:t>
            </a:r>
            <a:r>
              <a:rPr lang="en-US" sz="2400" b="1" dirty="0">
                <a:solidFill>
                  <a:schemeClr val="bg1"/>
                </a:solidFill>
              </a:rPr>
              <a:t>?</a:t>
            </a:r>
            <a:endParaRPr lang="en-US" sz="2400" b="1" dirty="0">
              <a:solidFill>
                <a:schemeClr val="bg1"/>
              </a:solidFill>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92" name="Rectangle 91">
            <a:extLst>
              <a:ext uri="{FF2B5EF4-FFF2-40B4-BE49-F238E27FC236}">
                <a16:creationId xmlns:a16="http://schemas.microsoft.com/office/drawing/2014/main" id="{1C92DC8F-BEA9-3FB0-86D2-2551546861F3}"/>
              </a:ext>
            </a:extLst>
          </p:cNvPr>
          <p:cNvSpPr/>
          <p:nvPr/>
        </p:nvSpPr>
        <p:spPr>
          <a:xfrm>
            <a:off x="354843" y="1410529"/>
            <a:ext cx="433106" cy="18472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 name="Rectangle 92">
            <a:extLst>
              <a:ext uri="{FF2B5EF4-FFF2-40B4-BE49-F238E27FC236}">
                <a16:creationId xmlns:a16="http://schemas.microsoft.com/office/drawing/2014/main" id="{AF42A209-27E4-9D79-2BF1-0ABB7C3FB548}"/>
              </a:ext>
            </a:extLst>
          </p:cNvPr>
          <p:cNvSpPr/>
          <p:nvPr/>
        </p:nvSpPr>
        <p:spPr>
          <a:xfrm>
            <a:off x="6133374" y="4282425"/>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LinkedHashSet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Rectangle 93">
            <a:extLst>
              <a:ext uri="{FF2B5EF4-FFF2-40B4-BE49-F238E27FC236}">
                <a16:creationId xmlns:a16="http://schemas.microsoft.com/office/drawing/2014/main" id="{81C33BFF-A5D5-5077-D732-CC7C377B9FE2}"/>
              </a:ext>
            </a:extLst>
          </p:cNvPr>
          <p:cNvSpPr/>
          <p:nvPr/>
        </p:nvSpPr>
        <p:spPr>
          <a:xfrm>
            <a:off x="5642411" y="5271375"/>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SortedSet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 name="Rectangle 94">
            <a:extLst>
              <a:ext uri="{FF2B5EF4-FFF2-40B4-BE49-F238E27FC236}">
                <a16:creationId xmlns:a16="http://schemas.microsoft.com/office/drawing/2014/main" id="{FD6C9594-8746-BDA5-F697-D4645B6D5FB3}"/>
              </a:ext>
            </a:extLst>
          </p:cNvPr>
          <p:cNvSpPr/>
          <p:nvPr/>
        </p:nvSpPr>
        <p:spPr>
          <a:xfrm>
            <a:off x="2963600" y="1990668"/>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Collection</a:t>
            </a:r>
          </a:p>
        </p:txBody>
      </p:sp>
      <p:sp>
        <p:nvSpPr>
          <p:cNvPr id="96" name="Rectangle 95">
            <a:extLst>
              <a:ext uri="{FF2B5EF4-FFF2-40B4-BE49-F238E27FC236}">
                <a16:creationId xmlns:a16="http://schemas.microsoft.com/office/drawing/2014/main" id="{79C3E7CB-3902-D890-F910-6D68B501479F}"/>
              </a:ext>
            </a:extLst>
          </p:cNvPr>
          <p:cNvSpPr/>
          <p:nvPr/>
        </p:nvSpPr>
        <p:spPr>
          <a:xfrm>
            <a:off x="3513288" y="3655012"/>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PriorityQueue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Rectangle 96">
            <a:extLst>
              <a:ext uri="{FF2B5EF4-FFF2-40B4-BE49-F238E27FC236}">
                <a16:creationId xmlns:a16="http://schemas.microsoft.com/office/drawing/2014/main" id="{D110457A-05C5-C3B0-D0C5-05EA13FE3A57}"/>
              </a:ext>
            </a:extLst>
          </p:cNvPr>
          <p:cNvSpPr/>
          <p:nvPr/>
        </p:nvSpPr>
        <p:spPr>
          <a:xfrm>
            <a:off x="693791" y="4063967"/>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ArrayList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6BF11965-3737-F9C9-0087-208EB3601F25}"/>
              </a:ext>
            </a:extLst>
          </p:cNvPr>
          <p:cNvSpPr/>
          <p:nvPr/>
        </p:nvSpPr>
        <p:spPr>
          <a:xfrm>
            <a:off x="698132" y="4643458"/>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LinkedList</a:t>
            </a:r>
          </a:p>
        </p:txBody>
      </p:sp>
      <p:sp>
        <p:nvSpPr>
          <p:cNvPr id="99" name="Rectangle 98">
            <a:extLst>
              <a:ext uri="{FF2B5EF4-FFF2-40B4-BE49-F238E27FC236}">
                <a16:creationId xmlns:a16="http://schemas.microsoft.com/office/drawing/2014/main" id="{7C193F0B-16FB-7972-3966-B14701D1A90F}"/>
              </a:ext>
            </a:extLst>
          </p:cNvPr>
          <p:cNvSpPr/>
          <p:nvPr/>
        </p:nvSpPr>
        <p:spPr>
          <a:xfrm>
            <a:off x="714625" y="5222949"/>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Vector</a:t>
            </a:r>
          </a:p>
        </p:txBody>
      </p:sp>
      <p:sp>
        <p:nvSpPr>
          <p:cNvPr id="100" name="Rectangle 99">
            <a:extLst>
              <a:ext uri="{FF2B5EF4-FFF2-40B4-BE49-F238E27FC236}">
                <a16:creationId xmlns:a16="http://schemas.microsoft.com/office/drawing/2014/main" id="{45E0FFF6-3102-C0F3-B312-E03CC6C44EFA}"/>
              </a:ext>
            </a:extLst>
          </p:cNvPr>
          <p:cNvSpPr/>
          <p:nvPr/>
        </p:nvSpPr>
        <p:spPr>
          <a:xfrm>
            <a:off x="714625" y="5946877"/>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Stack</a:t>
            </a:r>
          </a:p>
        </p:txBody>
      </p:sp>
      <p:sp>
        <p:nvSpPr>
          <p:cNvPr id="101" name="Rectangle 100">
            <a:extLst>
              <a:ext uri="{FF2B5EF4-FFF2-40B4-BE49-F238E27FC236}">
                <a16:creationId xmlns:a16="http://schemas.microsoft.com/office/drawing/2014/main" id="{15A3D620-8B70-03B8-74EA-391ECF18A27A}"/>
              </a:ext>
            </a:extLst>
          </p:cNvPr>
          <p:cNvSpPr/>
          <p:nvPr/>
        </p:nvSpPr>
        <p:spPr>
          <a:xfrm>
            <a:off x="354843" y="1112908"/>
            <a:ext cx="433106" cy="184729"/>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Rectangle 101">
            <a:extLst>
              <a:ext uri="{FF2B5EF4-FFF2-40B4-BE49-F238E27FC236}">
                <a16:creationId xmlns:a16="http://schemas.microsoft.com/office/drawing/2014/main" id="{AB6863B6-91AF-EC22-12D7-B58889F6B7D1}"/>
              </a:ext>
            </a:extLst>
          </p:cNvPr>
          <p:cNvSpPr/>
          <p:nvPr/>
        </p:nvSpPr>
        <p:spPr>
          <a:xfrm>
            <a:off x="6121017" y="3602062"/>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HashSet</a:t>
            </a:r>
          </a:p>
        </p:txBody>
      </p:sp>
      <p:sp>
        <p:nvSpPr>
          <p:cNvPr id="103" name="Rectangle 102">
            <a:extLst>
              <a:ext uri="{FF2B5EF4-FFF2-40B4-BE49-F238E27FC236}">
                <a16:creationId xmlns:a16="http://schemas.microsoft.com/office/drawing/2014/main" id="{66723FBF-BCD6-80C6-7E6C-4D0B17AC40C5}"/>
              </a:ext>
            </a:extLst>
          </p:cNvPr>
          <p:cNvSpPr/>
          <p:nvPr/>
        </p:nvSpPr>
        <p:spPr>
          <a:xfrm>
            <a:off x="5642411" y="5946877"/>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TreeSet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Rectangle 103">
            <a:extLst>
              <a:ext uri="{FF2B5EF4-FFF2-40B4-BE49-F238E27FC236}">
                <a16:creationId xmlns:a16="http://schemas.microsoft.com/office/drawing/2014/main" id="{F4A35889-A91B-C64C-27B4-E7366E97D7E2}"/>
              </a:ext>
            </a:extLst>
          </p:cNvPr>
          <p:cNvSpPr/>
          <p:nvPr/>
        </p:nvSpPr>
        <p:spPr>
          <a:xfrm>
            <a:off x="2951338" y="1282267"/>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Iterable</a:t>
            </a:r>
          </a:p>
        </p:txBody>
      </p:sp>
      <p:sp>
        <p:nvSpPr>
          <p:cNvPr id="105" name="Rectangle 104">
            <a:extLst>
              <a:ext uri="{FF2B5EF4-FFF2-40B4-BE49-F238E27FC236}">
                <a16:creationId xmlns:a16="http://schemas.microsoft.com/office/drawing/2014/main" id="{ED334ECF-33C1-03EC-26D9-04D674A68E66}"/>
              </a:ext>
            </a:extLst>
          </p:cNvPr>
          <p:cNvSpPr/>
          <p:nvPr/>
        </p:nvSpPr>
        <p:spPr>
          <a:xfrm>
            <a:off x="5642411" y="2862719"/>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Set (Unique)</a:t>
            </a:r>
          </a:p>
        </p:txBody>
      </p:sp>
      <p:sp>
        <p:nvSpPr>
          <p:cNvPr id="106" name="Rectangle 105">
            <a:extLst>
              <a:ext uri="{FF2B5EF4-FFF2-40B4-BE49-F238E27FC236}">
                <a16:creationId xmlns:a16="http://schemas.microsoft.com/office/drawing/2014/main" id="{D5DD1915-4910-F6A6-9337-85A8ED291288}"/>
              </a:ext>
            </a:extLst>
          </p:cNvPr>
          <p:cNvSpPr/>
          <p:nvPr/>
        </p:nvSpPr>
        <p:spPr>
          <a:xfrm>
            <a:off x="2956833" y="2934157"/>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Queue (FIFO)</a:t>
            </a:r>
          </a:p>
        </p:txBody>
      </p:sp>
      <p:sp>
        <p:nvSpPr>
          <p:cNvPr id="107" name="Rectangle 106">
            <a:extLst>
              <a:ext uri="{FF2B5EF4-FFF2-40B4-BE49-F238E27FC236}">
                <a16:creationId xmlns:a16="http://schemas.microsoft.com/office/drawing/2014/main" id="{FF7BA2BF-1FA8-7565-11D3-029C0EBCADBA}"/>
              </a:ext>
            </a:extLst>
          </p:cNvPr>
          <p:cNvSpPr/>
          <p:nvPr/>
        </p:nvSpPr>
        <p:spPr>
          <a:xfrm>
            <a:off x="2958619" y="5222949"/>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Array Deque</a:t>
            </a:r>
          </a:p>
        </p:txBody>
      </p:sp>
      <p:sp>
        <p:nvSpPr>
          <p:cNvPr id="108" name="Rectangle 107">
            <a:extLst>
              <a:ext uri="{FF2B5EF4-FFF2-40B4-BE49-F238E27FC236}">
                <a16:creationId xmlns:a16="http://schemas.microsoft.com/office/drawing/2014/main" id="{F2EE7B92-382F-7B7C-2BEC-0E9923412826}"/>
              </a:ext>
            </a:extLst>
          </p:cNvPr>
          <p:cNvSpPr/>
          <p:nvPr/>
        </p:nvSpPr>
        <p:spPr>
          <a:xfrm>
            <a:off x="2956833" y="4297335"/>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Deque</a:t>
            </a:r>
          </a:p>
        </p:txBody>
      </p:sp>
      <p:sp>
        <p:nvSpPr>
          <p:cNvPr id="109" name="Rectangle 108">
            <a:extLst>
              <a:ext uri="{FF2B5EF4-FFF2-40B4-BE49-F238E27FC236}">
                <a16:creationId xmlns:a16="http://schemas.microsoft.com/office/drawing/2014/main" id="{78E3B6F9-3C79-4DD5-3DB1-CB09A5D89378}"/>
              </a:ext>
            </a:extLst>
          </p:cNvPr>
          <p:cNvSpPr/>
          <p:nvPr/>
        </p:nvSpPr>
        <p:spPr>
          <a:xfrm>
            <a:off x="210090" y="2934157"/>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List (Ordered)</a:t>
            </a:r>
          </a:p>
        </p:txBody>
      </p:sp>
      <p:cxnSp>
        <p:nvCxnSpPr>
          <p:cNvPr id="110" name="Straight Arrow Connector 109">
            <a:extLst>
              <a:ext uri="{FF2B5EF4-FFF2-40B4-BE49-F238E27FC236}">
                <a16:creationId xmlns:a16="http://schemas.microsoft.com/office/drawing/2014/main" id="{0E188F36-84F0-3A80-AC14-0C4586A73363}"/>
              </a:ext>
            </a:extLst>
          </p:cNvPr>
          <p:cNvCxnSpPr>
            <a:cxnSpLocks/>
            <a:stCxn id="95" idx="0"/>
          </p:cNvCxnSpPr>
          <p:nvPr/>
        </p:nvCxnSpPr>
        <p:spPr>
          <a:xfrm flipV="1">
            <a:off x="3816823" y="1621816"/>
            <a:ext cx="0" cy="36885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Straight Arrow Connector 110">
            <a:extLst>
              <a:ext uri="{FF2B5EF4-FFF2-40B4-BE49-F238E27FC236}">
                <a16:creationId xmlns:a16="http://schemas.microsoft.com/office/drawing/2014/main" id="{9F6DE0AF-67CA-CA8B-D737-CE0F86E49DEB}"/>
              </a:ext>
            </a:extLst>
          </p:cNvPr>
          <p:cNvCxnSpPr>
            <a:cxnSpLocks/>
            <a:endCxn id="95" idx="2"/>
          </p:cNvCxnSpPr>
          <p:nvPr/>
        </p:nvCxnSpPr>
        <p:spPr>
          <a:xfrm flipV="1">
            <a:off x="3813629" y="2329221"/>
            <a:ext cx="3194" cy="5810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Straight Arrow Connector 111">
            <a:extLst>
              <a:ext uri="{FF2B5EF4-FFF2-40B4-BE49-F238E27FC236}">
                <a16:creationId xmlns:a16="http://schemas.microsoft.com/office/drawing/2014/main" id="{5F19A1AA-BF66-E676-9E44-BAB49FCD70F3}"/>
              </a:ext>
            </a:extLst>
          </p:cNvPr>
          <p:cNvCxnSpPr>
            <a:cxnSpLocks/>
          </p:cNvCxnSpPr>
          <p:nvPr/>
        </p:nvCxnSpPr>
        <p:spPr>
          <a:xfrm flipV="1">
            <a:off x="5744717" y="3235639"/>
            <a:ext cx="0" cy="20357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3" name="Straight Arrow Connector 112">
            <a:extLst>
              <a:ext uri="{FF2B5EF4-FFF2-40B4-BE49-F238E27FC236}">
                <a16:creationId xmlns:a16="http://schemas.microsoft.com/office/drawing/2014/main" id="{3A793FE4-C2D8-9864-3767-70D896606124}"/>
              </a:ext>
            </a:extLst>
          </p:cNvPr>
          <p:cNvCxnSpPr>
            <a:cxnSpLocks/>
          </p:cNvCxnSpPr>
          <p:nvPr/>
        </p:nvCxnSpPr>
        <p:spPr>
          <a:xfrm flipV="1">
            <a:off x="3201187" y="3312107"/>
            <a:ext cx="0" cy="97031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EF10D976-3B4A-1DB9-97A9-EEA56A06ED94}"/>
              </a:ext>
            </a:extLst>
          </p:cNvPr>
          <p:cNvCxnSpPr>
            <a:cxnSpLocks/>
          </p:cNvCxnSpPr>
          <p:nvPr/>
        </p:nvCxnSpPr>
        <p:spPr>
          <a:xfrm flipV="1">
            <a:off x="612694" y="1688821"/>
            <a:ext cx="0" cy="18833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9ED9BEEF-57D1-264D-E21D-1427BE3389D8}"/>
              </a:ext>
            </a:extLst>
          </p:cNvPr>
          <p:cNvCxnSpPr>
            <a:cxnSpLocks/>
          </p:cNvCxnSpPr>
          <p:nvPr/>
        </p:nvCxnSpPr>
        <p:spPr>
          <a:xfrm>
            <a:off x="5944867" y="3213251"/>
            <a:ext cx="0" cy="126571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116" name="Straight Connector 115">
            <a:extLst>
              <a:ext uri="{FF2B5EF4-FFF2-40B4-BE49-F238E27FC236}">
                <a16:creationId xmlns:a16="http://schemas.microsoft.com/office/drawing/2014/main" id="{D699CE70-1EB9-AF73-5C9E-331234DB54C0}"/>
              </a:ext>
            </a:extLst>
          </p:cNvPr>
          <p:cNvCxnSpPr>
            <a:cxnSpLocks/>
          </p:cNvCxnSpPr>
          <p:nvPr/>
        </p:nvCxnSpPr>
        <p:spPr>
          <a:xfrm>
            <a:off x="6046882" y="5647999"/>
            <a:ext cx="0" cy="29887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117" name="Straight Connector 116">
            <a:extLst>
              <a:ext uri="{FF2B5EF4-FFF2-40B4-BE49-F238E27FC236}">
                <a16:creationId xmlns:a16="http://schemas.microsoft.com/office/drawing/2014/main" id="{F249EB84-AD82-AEF3-7A16-F6D8EE2AD6B2}"/>
              </a:ext>
            </a:extLst>
          </p:cNvPr>
          <p:cNvCxnSpPr>
            <a:cxnSpLocks/>
          </p:cNvCxnSpPr>
          <p:nvPr/>
        </p:nvCxnSpPr>
        <p:spPr>
          <a:xfrm>
            <a:off x="5960969" y="4466612"/>
            <a:ext cx="184048" cy="1"/>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18" name="Straight Connector 117">
            <a:extLst>
              <a:ext uri="{FF2B5EF4-FFF2-40B4-BE49-F238E27FC236}">
                <a16:creationId xmlns:a16="http://schemas.microsoft.com/office/drawing/2014/main" id="{0D464563-FEDC-1F19-0137-20BDB362EB5B}"/>
              </a:ext>
            </a:extLst>
          </p:cNvPr>
          <p:cNvCxnSpPr>
            <a:cxnSpLocks/>
            <a:endCxn id="102" idx="1"/>
          </p:cNvCxnSpPr>
          <p:nvPr/>
        </p:nvCxnSpPr>
        <p:spPr>
          <a:xfrm>
            <a:off x="5944867" y="3771339"/>
            <a:ext cx="176150"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19" name="Straight Connector 118">
            <a:extLst>
              <a:ext uri="{FF2B5EF4-FFF2-40B4-BE49-F238E27FC236}">
                <a16:creationId xmlns:a16="http://schemas.microsoft.com/office/drawing/2014/main" id="{AFA4AEC7-D67B-441B-4E28-810BA043BDB5}"/>
              </a:ext>
            </a:extLst>
          </p:cNvPr>
          <p:cNvCxnSpPr>
            <a:cxnSpLocks/>
          </p:cNvCxnSpPr>
          <p:nvPr/>
        </p:nvCxnSpPr>
        <p:spPr>
          <a:xfrm>
            <a:off x="612694" y="1995087"/>
            <a:ext cx="0" cy="288096"/>
          </a:xfrm>
          <a:prstGeom prst="line">
            <a:avLst/>
          </a:prstGeom>
          <a:ln w="9525" cap="flat" cmpd="sng" algn="ctr">
            <a:solidFill>
              <a:schemeClr val="dk1"/>
            </a:solidFill>
            <a:prstDash val="dash"/>
            <a:round/>
            <a:headEnd type="triangle" w="sm" len="med"/>
            <a:tailEnd type="none" w="med" len="med"/>
          </a:ln>
        </p:spPr>
        <p:style>
          <a:lnRef idx="0">
            <a:scrgbClr r="0" g="0" b="0"/>
          </a:lnRef>
          <a:fillRef idx="0">
            <a:scrgbClr r="0" g="0" b="0"/>
          </a:fillRef>
          <a:effectRef idx="0">
            <a:scrgbClr r="0" g="0" b="0"/>
          </a:effectRef>
          <a:fontRef idx="minor">
            <a:schemeClr val="tx1"/>
          </a:fontRef>
        </p:style>
      </p:cxnSp>
      <p:cxnSp>
        <p:nvCxnSpPr>
          <p:cNvPr id="120" name="Straight Connector 119">
            <a:extLst>
              <a:ext uri="{FF2B5EF4-FFF2-40B4-BE49-F238E27FC236}">
                <a16:creationId xmlns:a16="http://schemas.microsoft.com/office/drawing/2014/main" id="{F7BDE824-1AA4-F9F3-15D7-433263140170}"/>
              </a:ext>
            </a:extLst>
          </p:cNvPr>
          <p:cNvCxnSpPr>
            <a:cxnSpLocks/>
          </p:cNvCxnSpPr>
          <p:nvPr/>
        </p:nvCxnSpPr>
        <p:spPr>
          <a:xfrm>
            <a:off x="3201187" y="4635888"/>
            <a:ext cx="0" cy="58706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121" name="Straight Connector 120">
            <a:extLst>
              <a:ext uri="{FF2B5EF4-FFF2-40B4-BE49-F238E27FC236}">
                <a16:creationId xmlns:a16="http://schemas.microsoft.com/office/drawing/2014/main" id="{AF0F26D2-C194-28A4-388B-16E1CA777F4B}"/>
              </a:ext>
            </a:extLst>
          </p:cNvPr>
          <p:cNvCxnSpPr>
            <a:cxnSpLocks/>
            <a:stCxn id="106" idx="2"/>
          </p:cNvCxnSpPr>
          <p:nvPr/>
        </p:nvCxnSpPr>
        <p:spPr>
          <a:xfrm>
            <a:off x="3810056" y="3272710"/>
            <a:ext cx="3573" cy="396469"/>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122" name="Straight Connector 121">
            <a:extLst>
              <a:ext uri="{FF2B5EF4-FFF2-40B4-BE49-F238E27FC236}">
                <a16:creationId xmlns:a16="http://schemas.microsoft.com/office/drawing/2014/main" id="{6A3ABE30-2086-F5AD-79CC-6D0FD6EB268F}"/>
              </a:ext>
            </a:extLst>
          </p:cNvPr>
          <p:cNvCxnSpPr>
            <a:cxnSpLocks/>
            <a:stCxn id="98" idx="3"/>
          </p:cNvCxnSpPr>
          <p:nvPr/>
        </p:nvCxnSpPr>
        <p:spPr>
          <a:xfrm>
            <a:off x="2404577" y="4812735"/>
            <a:ext cx="7966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0276C998-CF0A-02DF-FBBB-DC89CB14D628}"/>
              </a:ext>
            </a:extLst>
          </p:cNvPr>
          <p:cNvCxnSpPr>
            <a:cxnSpLocks/>
          </p:cNvCxnSpPr>
          <p:nvPr/>
        </p:nvCxnSpPr>
        <p:spPr>
          <a:xfrm>
            <a:off x="371981" y="3334309"/>
            <a:ext cx="0" cy="216201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124" name="Straight Connector 123">
            <a:extLst>
              <a:ext uri="{FF2B5EF4-FFF2-40B4-BE49-F238E27FC236}">
                <a16:creationId xmlns:a16="http://schemas.microsoft.com/office/drawing/2014/main" id="{E420ECB6-FBF9-A1D9-A2BA-185DAE365058}"/>
              </a:ext>
            </a:extLst>
          </p:cNvPr>
          <p:cNvCxnSpPr>
            <a:cxnSpLocks/>
          </p:cNvCxnSpPr>
          <p:nvPr/>
        </p:nvCxnSpPr>
        <p:spPr>
          <a:xfrm>
            <a:off x="410174" y="4872130"/>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25" name="Straight Connector 124">
            <a:extLst>
              <a:ext uri="{FF2B5EF4-FFF2-40B4-BE49-F238E27FC236}">
                <a16:creationId xmlns:a16="http://schemas.microsoft.com/office/drawing/2014/main" id="{CBB4B82A-0926-9140-CFB5-E4001B6F9EDB}"/>
              </a:ext>
            </a:extLst>
          </p:cNvPr>
          <p:cNvCxnSpPr>
            <a:cxnSpLocks/>
          </p:cNvCxnSpPr>
          <p:nvPr/>
        </p:nvCxnSpPr>
        <p:spPr>
          <a:xfrm>
            <a:off x="410174" y="4301643"/>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26" name="Straight Connector 125">
            <a:extLst>
              <a:ext uri="{FF2B5EF4-FFF2-40B4-BE49-F238E27FC236}">
                <a16:creationId xmlns:a16="http://schemas.microsoft.com/office/drawing/2014/main" id="{DC7DD79B-243D-C620-9CDC-87C5621443F5}"/>
              </a:ext>
            </a:extLst>
          </p:cNvPr>
          <p:cNvCxnSpPr>
            <a:cxnSpLocks/>
          </p:cNvCxnSpPr>
          <p:nvPr/>
        </p:nvCxnSpPr>
        <p:spPr>
          <a:xfrm>
            <a:off x="429926" y="5496320"/>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27" name="Straight Arrow Connector 126">
            <a:extLst>
              <a:ext uri="{FF2B5EF4-FFF2-40B4-BE49-F238E27FC236}">
                <a16:creationId xmlns:a16="http://schemas.microsoft.com/office/drawing/2014/main" id="{B842F6BB-0BE5-C5EF-F9F1-3A146DB5E89C}"/>
              </a:ext>
            </a:extLst>
          </p:cNvPr>
          <p:cNvCxnSpPr>
            <a:cxnSpLocks/>
            <a:stCxn id="100" idx="0"/>
            <a:endCxn id="99" idx="2"/>
          </p:cNvCxnSpPr>
          <p:nvPr/>
        </p:nvCxnSpPr>
        <p:spPr>
          <a:xfrm flipV="1">
            <a:off x="1567848" y="5561502"/>
            <a:ext cx="0" cy="3853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Connector: Elbow 127">
            <a:extLst>
              <a:ext uri="{FF2B5EF4-FFF2-40B4-BE49-F238E27FC236}">
                <a16:creationId xmlns:a16="http://schemas.microsoft.com/office/drawing/2014/main" id="{FAD5683A-F29D-10FA-8108-4D4DE75ED518}"/>
              </a:ext>
            </a:extLst>
          </p:cNvPr>
          <p:cNvCxnSpPr>
            <a:cxnSpLocks/>
            <a:stCxn id="109" idx="0"/>
            <a:endCxn id="105" idx="0"/>
          </p:cNvCxnSpPr>
          <p:nvPr/>
        </p:nvCxnSpPr>
        <p:spPr>
          <a:xfrm rot="5400000" flipH="1" flipV="1">
            <a:off x="3743754" y="182278"/>
            <a:ext cx="71438" cy="5432321"/>
          </a:xfrm>
          <a:prstGeom prst="bentConnector3">
            <a:avLst>
              <a:gd name="adj1" fmla="val 264320"/>
            </a:avLst>
          </a:prstGeom>
        </p:spPr>
        <p:style>
          <a:lnRef idx="1">
            <a:schemeClr val="accent1"/>
          </a:lnRef>
          <a:fillRef idx="0">
            <a:schemeClr val="accent1"/>
          </a:fillRef>
          <a:effectRef idx="0">
            <a:schemeClr val="accent1"/>
          </a:effectRef>
          <a:fontRef idx="minor">
            <a:schemeClr val="tx1"/>
          </a:fontRef>
        </p:style>
      </p:cxnSp>
      <p:sp>
        <p:nvSpPr>
          <p:cNvPr id="129" name="TextBox 128">
            <a:extLst>
              <a:ext uri="{FF2B5EF4-FFF2-40B4-BE49-F238E27FC236}">
                <a16:creationId xmlns:a16="http://schemas.microsoft.com/office/drawing/2014/main" id="{AAAA60A9-1BF1-7996-941B-F5EC84126FD3}"/>
              </a:ext>
            </a:extLst>
          </p:cNvPr>
          <p:cNvSpPr txBox="1"/>
          <p:nvPr/>
        </p:nvSpPr>
        <p:spPr>
          <a:xfrm>
            <a:off x="1001622" y="1035995"/>
            <a:ext cx="660835"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class</a:t>
            </a:r>
          </a:p>
        </p:txBody>
      </p:sp>
      <p:sp>
        <p:nvSpPr>
          <p:cNvPr id="130" name="TextBox 129">
            <a:extLst>
              <a:ext uri="{FF2B5EF4-FFF2-40B4-BE49-F238E27FC236}">
                <a16:creationId xmlns:a16="http://schemas.microsoft.com/office/drawing/2014/main" id="{2D74C62A-16F4-6952-3A1F-2D0600E04207}"/>
              </a:ext>
            </a:extLst>
          </p:cNvPr>
          <p:cNvSpPr txBox="1"/>
          <p:nvPr/>
        </p:nvSpPr>
        <p:spPr>
          <a:xfrm>
            <a:off x="981485" y="1324165"/>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interface</a:t>
            </a:r>
          </a:p>
        </p:txBody>
      </p:sp>
      <p:sp>
        <p:nvSpPr>
          <p:cNvPr id="131" name="TextBox 130">
            <a:extLst>
              <a:ext uri="{FF2B5EF4-FFF2-40B4-BE49-F238E27FC236}">
                <a16:creationId xmlns:a16="http://schemas.microsoft.com/office/drawing/2014/main" id="{C4CDBDAC-C2FC-D667-EAE6-E1307AB00D30}"/>
              </a:ext>
            </a:extLst>
          </p:cNvPr>
          <p:cNvSpPr txBox="1"/>
          <p:nvPr/>
        </p:nvSpPr>
        <p:spPr>
          <a:xfrm>
            <a:off x="1001622" y="1609723"/>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extends</a:t>
            </a:r>
          </a:p>
        </p:txBody>
      </p:sp>
      <p:sp>
        <p:nvSpPr>
          <p:cNvPr id="132" name="TextBox 131">
            <a:extLst>
              <a:ext uri="{FF2B5EF4-FFF2-40B4-BE49-F238E27FC236}">
                <a16:creationId xmlns:a16="http://schemas.microsoft.com/office/drawing/2014/main" id="{F4817812-D41B-2347-9182-238D9A4BB9BD}"/>
              </a:ext>
            </a:extLst>
          </p:cNvPr>
          <p:cNvSpPr txBox="1"/>
          <p:nvPr/>
        </p:nvSpPr>
        <p:spPr>
          <a:xfrm>
            <a:off x="981330" y="1977902"/>
            <a:ext cx="139175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p>
        </p:txBody>
      </p:sp>
      <p:sp>
        <p:nvSpPr>
          <p:cNvPr id="133" name="Rectangle 132">
            <a:extLst>
              <a:ext uri="{FF2B5EF4-FFF2-40B4-BE49-F238E27FC236}">
                <a16:creationId xmlns:a16="http://schemas.microsoft.com/office/drawing/2014/main" id="{796E9BE6-FE59-88F1-5487-39FBA95A5727}"/>
              </a:ext>
            </a:extLst>
          </p:cNvPr>
          <p:cNvSpPr/>
          <p:nvPr/>
        </p:nvSpPr>
        <p:spPr>
          <a:xfrm>
            <a:off x="7993145" y="3463245"/>
            <a:ext cx="3941483" cy="918043"/>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TreeSet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is a collection that stores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unique elements in sorted order</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34" name="Straight Arrow Connector 133">
            <a:extLst>
              <a:ext uri="{FF2B5EF4-FFF2-40B4-BE49-F238E27FC236}">
                <a16:creationId xmlns:a16="http://schemas.microsoft.com/office/drawing/2014/main" id="{06B986AB-A98A-0127-3D2B-C34EE92789F3}"/>
              </a:ext>
            </a:extLst>
          </p:cNvPr>
          <p:cNvCxnSpPr>
            <a:cxnSpLocks/>
            <a:stCxn id="103" idx="3"/>
            <a:endCxn id="133" idx="1"/>
          </p:cNvCxnSpPr>
          <p:nvPr/>
        </p:nvCxnSpPr>
        <p:spPr>
          <a:xfrm flipV="1">
            <a:off x="7348856" y="3922267"/>
            <a:ext cx="644289" cy="2193887"/>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38" name="Rectangle 137">
            <a:extLst>
              <a:ext uri="{FF2B5EF4-FFF2-40B4-BE49-F238E27FC236}">
                <a16:creationId xmlns:a16="http://schemas.microsoft.com/office/drawing/2014/main" id="{DE9BECEF-1723-AD7E-2E7F-13F86B71A9FB}"/>
              </a:ext>
            </a:extLst>
          </p:cNvPr>
          <p:cNvSpPr/>
          <p:nvPr/>
        </p:nvSpPr>
        <p:spPr>
          <a:xfrm>
            <a:off x="7993145" y="2019035"/>
            <a:ext cx="3941483" cy="83215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HashSet is a collection that stores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unique elements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39" name="Straight Arrow Connector 138">
            <a:extLst>
              <a:ext uri="{FF2B5EF4-FFF2-40B4-BE49-F238E27FC236}">
                <a16:creationId xmlns:a16="http://schemas.microsoft.com/office/drawing/2014/main" id="{782FB8F4-08CD-8C52-0718-4A7EC68D636B}"/>
              </a:ext>
            </a:extLst>
          </p:cNvPr>
          <p:cNvCxnSpPr>
            <a:cxnSpLocks/>
            <a:stCxn id="102" idx="3"/>
            <a:endCxn id="138" idx="1"/>
          </p:cNvCxnSpPr>
          <p:nvPr/>
        </p:nvCxnSpPr>
        <p:spPr>
          <a:xfrm flipV="1">
            <a:off x="7564851" y="2435115"/>
            <a:ext cx="428294" cy="133622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FED37194-586A-BE25-8DF1-4A2FACF89B92}"/>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346049336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err="1">
                <a:solidFill>
                  <a:srgbClr val="FFFF00"/>
                </a:solidFill>
                <a:ea typeface="+mn-ea"/>
                <a:cs typeface="+mn-cs"/>
              </a:rPr>
              <a:t>TreeSet</a:t>
            </a:r>
            <a:r>
              <a:rPr lang="en-US" sz="2400" b="1" dirty="0">
                <a:solidFill>
                  <a:schemeClr val="bg1"/>
                </a:solidFill>
                <a:ea typeface="+mn-ea"/>
                <a:cs typeface="+mn-cs"/>
              </a:rPr>
              <a:t> in Java? </a:t>
            </a:r>
            <a:r>
              <a:rPr lang="en-US" sz="2400" b="1" dirty="0">
                <a:solidFill>
                  <a:schemeClr val="bg1"/>
                </a:solidFill>
              </a:rPr>
              <a:t>What is the difference between HashSet and </a:t>
            </a:r>
            <a:r>
              <a:rPr lang="en-US" sz="2400" b="1" dirty="0" err="1">
                <a:solidFill>
                  <a:schemeClr val="bg1"/>
                </a:solidFill>
              </a:rPr>
              <a:t>TreeSet</a:t>
            </a:r>
            <a:r>
              <a:rPr lang="en-US" sz="2400" b="1" dirty="0">
                <a:solidFill>
                  <a:schemeClr val="bg1"/>
                </a:solidFill>
              </a:rPr>
              <a:t>?</a:t>
            </a:r>
            <a:endParaRPr lang="en-US" sz="2400" b="1" dirty="0">
              <a:solidFill>
                <a:schemeClr val="bg1"/>
              </a:solidFill>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8" name="Rectangle 7">
            <a:extLst>
              <a:ext uri="{FF2B5EF4-FFF2-40B4-BE49-F238E27FC236}">
                <a16:creationId xmlns:a16="http://schemas.microsoft.com/office/drawing/2014/main" id="{7F26EF55-E28B-54DA-E1C0-4337C65BB89C}"/>
              </a:ext>
            </a:extLst>
          </p:cNvPr>
          <p:cNvSpPr/>
          <p:nvPr/>
        </p:nvSpPr>
        <p:spPr>
          <a:xfrm>
            <a:off x="6551197" y="1049890"/>
            <a:ext cx="5252936" cy="572042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TreeSet</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Example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TreeSet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TreeSetEx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TreeSet</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of integers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TreeSet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TreeSet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elements to the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TreeSet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elements in the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TreeSet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[10, 20, 30]</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a specific element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(not supported by Set directly)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Removing an element from the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TreeSet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Rectangle 3">
            <a:extLst>
              <a:ext uri="{FF2B5EF4-FFF2-40B4-BE49-F238E27FC236}">
                <a16:creationId xmlns:a16="http://schemas.microsoft.com/office/drawing/2014/main" id="{3EB2360C-F86E-9A03-B337-B326374EE44C}"/>
              </a:ext>
            </a:extLst>
          </p:cNvPr>
          <p:cNvSpPr/>
          <p:nvPr/>
        </p:nvSpPr>
        <p:spPr>
          <a:xfrm>
            <a:off x="408829" y="1049891"/>
            <a:ext cx="5252936" cy="569380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HashSet Example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HashSet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HashSetEx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 HashSet of integers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HashSet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HashSet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elements to the HashSet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elements in the HashSet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[20, 10, 30]</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a specific element </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(not supported by Set directly)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Removing an element from the HashSet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numsSet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cxnSp>
        <p:nvCxnSpPr>
          <p:cNvPr id="5" name="Straight Connector 4">
            <a:extLst>
              <a:ext uri="{FF2B5EF4-FFF2-40B4-BE49-F238E27FC236}">
                <a16:creationId xmlns:a16="http://schemas.microsoft.com/office/drawing/2014/main" id="{1727B3A5-FB0B-421F-C495-F4E1F962E386}"/>
              </a:ext>
            </a:extLst>
          </p:cNvPr>
          <p:cNvCxnSpPr/>
          <p:nvPr/>
        </p:nvCxnSpPr>
        <p:spPr>
          <a:xfrm>
            <a:off x="6096000" y="1090847"/>
            <a:ext cx="0" cy="5679471"/>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CF572847-C223-F03F-8600-0D91BDA19FB4}"/>
              </a:ext>
            </a:extLst>
          </p:cNvPr>
          <p:cNvSpPr/>
          <p:nvPr/>
        </p:nvSpPr>
        <p:spPr>
          <a:xfrm>
            <a:off x="3958225" y="4572000"/>
            <a:ext cx="1578279" cy="338203"/>
          </a:xfrm>
          <a:prstGeom prst="rect">
            <a:avLst/>
          </a:prstGeom>
          <a:noFill/>
          <a:ln w="127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027569AF-0E95-3E23-0D48-FCD82673CB6A}"/>
              </a:ext>
            </a:extLst>
          </p:cNvPr>
          <p:cNvSpPr/>
          <p:nvPr/>
        </p:nvSpPr>
        <p:spPr>
          <a:xfrm>
            <a:off x="10099588" y="4580350"/>
            <a:ext cx="1578279" cy="338203"/>
          </a:xfrm>
          <a:prstGeom prst="rect">
            <a:avLst/>
          </a:prstGeom>
          <a:noFill/>
          <a:ln w="127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EB41015B-891D-27E4-7207-A3496BAE037F}"/>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926287194"/>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difference between </a:t>
            </a:r>
            <a:r>
              <a:rPr lang="en-US" sz="2400" b="1" dirty="0">
                <a:solidFill>
                  <a:srgbClr val="FFFF00"/>
                </a:solidFill>
                <a:ea typeface="+mn-ea"/>
                <a:cs typeface="+mn-cs"/>
              </a:rPr>
              <a:t>HashSet</a:t>
            </a:r>
            <a:r>
              <a:rPr lang="en-US" sz="2400" b="1" dirty="0">
                <a:solidFill>
                  <a:schemeClr val="bg1"/>
                </a:solidFill>
                <a:ea typeface="+mn-ea"/>
                <a:cs typeface="+mn-cs"/>
              </a:rPr>
              <a:t> and </a:t>
            </a:r>
            <a:r>
              <a:rPr lang="en-US" sz="2400" b="1" dirty="0" err="1">
                <a:solidFill>
                  <a:srgbClr val="FFFF00"/>
                </a:solidFill>
                <a:ea typeface="+mn-ea"/>
                <a:cs typeface="+mn-cs"/>
              </a:rPr>
              <a:t>TreeSet</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5" name="Content Placeholder 4">
            <a:extLst>
              <a:ext uri="{FF2B5EF4-FFF2-40B4-BE49-F238E27FC236}">
                <a16:creationId xmlns:a16="http://schemas.microsoft.com/office/drawing/2014/main" id="{C949880E-4A2C-336D-DA77-12046AD3854E}"/>
              </a:ext>
            </a:extLst>
          </p:cNvPr>
          <p:cNvGraphicFramePr>
            <a:graphicFrameLocks noGrp="1"/>
          </p:cNvGraphicFramePr>
          <p:nvPr>
            <p:ph idx="1"/>
          </p:nvPr>
        </p:nvGraphicFramePr>
        <p:xfrm>
          <a:off x="481422" y="1436579"/>
          <a:ext cx="9554119" cy="4392721"/>
        </p:xfrm>
        <a:graphic>
          <a:graphicData uri="http://schemas.openxmlformats.org/drawingml/2006/table">
            <a:tbl>
              <a:tblPr firstRow="1" bandRow="1">
                <a:tableStyleId>{E8B1032C-EA38-4F05-BA0D-38AFFFC7BED3}</a:tableStyleId>
              </a:tblPr>
              <a:tblGrid>
                <a:gridCol w="4485877">
                  <a:extLst>
                    <a:ext uri="{9D8B030D-6E8A-4147-A177-3AD203B41FA5}">
                      <a16:colId xmlns:a16="http://schemas.microsoft.com/office/drawing/2014/main" val="312534454"/>
                    </a:ext>
                  </a:extLst>
                </a:gridCol>
                <a:gridCol w="645277">
                  <a:extLst>
                    <a:ext uri="{9D8B030D-6E8A-4147-A177-3AD203B41FA5}">
                      <a16:colId xmlns:a16="http://schemas.microsoft.com/office/drawing/2014/main" val="1268233247"/>
                    </a:ext>
                  </a:extLst>
                </a:gridCol>
                <a:gridCol w="4422965">
                  <a:extLst>
                    <a:ext uri="{9D8B030D-6E8A-4147-A177-3AD203B41FA5}">
                      <a16:colId xmlns:a16="http://schemas.microsoft.com/office/drawing/2014/main" val="3786215524"/>
                    </a:ext>
                  </a:extLst>
                </a:gridCol>
              </a:tblGrid>
              <a:tr h="610326">
                <a:tc gridSpan="2">
                  <a:txBody>
                    <a:bodyPr/>
                    <a:lstStyle/>
                    <a:p>
                      <a:pPr algn="ctr"/>
                      <a:r>
                        <a:rPr lang="en-IN" sz="2400" b="1" i="0" kern="1200" dirty="0">
                          <a:solidFill>
                            <a:schemeClr val="tx1"/>
                          </a:solidFill>
                          <a:effectLst/>
                          <a:latin typeface="+mn-lt"/>
                          <a:ea typeface="+mn-ea"/>
                          <a:cs typeface="+mn-cs"/>
                        </a:rPr>
                        <a:t>HashSet</a:t>
                      </a:r>
                      <a:endParaRPr lang="en-IN" sz="2400" dirty="0"/>
                    </a:p>
                  </a:txBody>
                  <a:tcPr marL="180000" marR="540000" marT="108000" marB="108000" anchor="ctr"/>
                </a:tc>
                <a:tc hMerge="1">
                  <a:txBody>
                    <a:bodyPr/>
                    <a:lstStyle/>
                    <a:p>
                      <a:pPr algn="ctr"/>
                      <a:endParaRPr lang="en-IN" sz="2400" dirty="0"/>
                    </a:p>
                  </a:txBody>
                  <a:tcPr marL="180000" marR="540000" marT="108000" marB="108000" anchor="ctr"/>
                </a:tc>
                <a:tc>
                  <a:txBody>
                    <a:bodyPr/>
                    <a:lstStyle/>
                    <a:p>
                      <a:pPr algn="ctr"/>
                      <a:r>
                        <a:rPr lang="en-IN" sz="2400" b="1" i="0" kern="1200" dirty="0" err="1">
                          <a:solidFill>
                            <a:schemeClr val="tx1"/>
                          </a:solidFill>
                          <a:effectLst/>
                          <a:latin typeface="+mn-lt"/>
                          <a:ea typeface="+mn-ea"/>
                          <a:cs typeface="+mn-cs"/>
                        </a:rPr>
                        <a:t>TreeSet</a:t>
                      </a:r>
                      <a:endParaRPr lang="en-IN" sz="2400" dirty="0"/>
                    </a:p>
                  </a:txBody>
                  <a:tcPr marL="180000" marR="540000" marT="108000" marB="108000" anchor="ctr"/>
                </a:tc>
                <a:extLst>
                  <a:ext uri="{0D108BD9-81ED-4DB2-BD59-A6C34878D82A}">
                    <a16:rowId xmlns:a16="http://schemas.microsoft.com/office/drawing/2014/main" val="2733934505"/>
                  </a:ext>
                </a:extLst>
              </a:tr>
              <a:tr h="523116">
                <a:tc gridSpan="3">
                  <a:txBody>
                    <a:bodyPr/>
                    <a:lstStyle/>
                    <a:p>
                      <a:pPr algn="ctr"/>
                      <a:r>
                        <a:rPr lang="en-US" sz="1800" b="0" i="0" kern="1200" dirty="0">
                          <a:solidFill>
                            <a:schemeClr val="tx1"/>
                          </a:solidFill>
                          <a:effectLst/>
                          <a:latin typeface="+mn-lt"/>
                          <a:ea typeface="+mn-ea"/>
                          <a:cs typeface="+mn-cs"/>
                        </a:rPr>
                        <a:t>Does not allow duplicate elements</a:t>
                      </a:r>
                      <a:endParaRPr lang="en-IN" sz="1800" dirty="0"/>
                    </a:p>
                  </a:txBody>
                  <a:tcPr marL="180000" marR="540000" marT="108000" marB="108000" anchor="ctr"/>
                </a:tc>
                <a:tc hMerge="1">
                  <a:txBody>
                    <a:bodyPr/>
                    <a:lstStyle/>
                    <a:p>
                      <a:endParaRPr lang="en-IN"/>
                    </a:p>
                  </a:txBody>
                  <a:tcPr/>
                </a:tc>
                <a:tc hMerge="1">
                  <a:txBody>
                    <a:bodyPr/>
                    <a:lstStyle/>
                    <a:p>
                      <a:endParaRPr lang="en-IN" sz="1800" dirty="0"/>
                    </a:p>
                  </a:txBody>
                  <a:tcPr marL="180000" marR="540000" marT="108000" marB="108000" anchor="ctr"/>
                </a:tc>
                <a:extLst>
                  <a:ext uri="{0D108BD9-81ED-4DB2-BD59-A6C34878D82A}">
                    <a16:rowId xmlns:a16="http://schemas.microsoft.com/office/drawing/2014/main" val="1987201209"/>
                  </a:ext>
                </a:extLst>
              </a:tr>
              <a:tr h="523116">
                <a:tc gridSpan="3">
                  <a:txBody>
                    <a:bodyPr/>
                    <a:lstStyle/>
                    <a:p>
                      <a:pPr algn="ctr"/>
                      <a:r>
                        <a:rPr lang="en-US" sz="1800" b="0" i="0" kern="1200" dirty="0">
                          <a:solidFill>
                            <a:schemeClr val="tx1"/>
                          </a:solidFill>
                          <a:effectLst/>
                          <a:latin typeface="+mn-lt"/>
                          <a:ea typeface="+mn-ea"/>
                          <a:cs typeface="+mn-cs"/>
                        </a:rPr>
                        <a:t>No direct support for accessing by index</a:t>
                      </a:r>
                      <a:endParaRPr lang="en-IN" sz="1800" dirty="0"/>
                    </a:p>
                  </a:txBody>
                  <a:tcPr marL="180000" marR="540000" marT="108000" marB="108000" anchor="ct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1261468410"/>
                  </a:ext>
                </a:extLst>
              </a:tr>
              <a:tr h="523116">
                <a:tc>
                  <a:txBody>
                    <a:bodyPr/>
                    <a:lstStyle/>
                    <a:p>
                      <a:r>
                        <a:rPr lang="en-IN" sz="1800" dirty="0"/>
                        <a:t>1. </a:t>
                      </a:r>
                      <a:r>
                        <a:rPr lang="en-US" sz="1800" b="0" i="0" kern="1200" dirty="0">
                          <a:solidFill>
                            <a:schemeClr val="tx1"/>
                          </a:solidFill>
                          <a:effectLst/>
                          <a:latin typeface="+mn-lt"/>
                          <a:ea typeface="+mn-ea"/>
                          <a:cs typeface="+mn-cs"/>
                        </a:rPr>
                        <a:t>Does not maintain any specific order</a:t>
                      </a:r>
                      <a:endParaRPr lang="en-IN" sz="1800" dirty="0"/>
                    </a:p>
                  </a:txBody>
                  <a:tcPr marL="180000" marR="540000" marT="108000" marB="108000" anchor="ctr"/>
                </a:tc>
                <a:tc gridSpan="2">
                  <a:txBody>
                    <a:bodyPr/>
                    <a:lstStyle/>
                    <a:p>
                      <a:r>
                        <a:rPr lang="en-US" sz="1800" b="0" i="0" kern="1200" dirty="0">
                          <a:solidFill>
                            <a:schemeClr val="tx1"/>
                          </a:solidFill>
                          <a:effectLst/>
                          <a:latin typeface="+mn-lt"/>
                          <a:ea typeface="+mn-ea"/>
                          <a:cs typeface="+mn-cs"/>
                        </a:rPr>
                        <a:t>Maintains elements in sorted (natural) order</a:t>
                      </a:r>
                      <a:endParaRPr lang="en-IN" sz="1800" dirty="0"/>
                    </a:p>
                  </a:txBody>
                  <a:tcPr marL="180000" marR="540000" marT="108000" marB="108000" anchor="ctr"/>
                </a:tc>
                <a:tc hMerge="1">
                  <a:txBody>
                    <a:bodyPr/>
                    <a:lstStyle/>
                    <a:p>
                      <a:r>
                        <a:rPr lang="en-US" sz="1800" b="0" i="0" kern="1200" dirty="0">
                          <a:solidFill>
                            <a:schemeClr val="tx1"/>
                          </a:solidFill>
                          <a:effectLst/>
                          <a:latin typeface="+mn-lt"/>
                          <a:ea typeface="+mn-ea"/>
                          <a:cs typeface="+mn-cs"/>
                        </a:rPr>
                        <a:t>Maintains elements in sorted (natural) order</a:t>
                      </a:r>
                      <a:endParaRPr lang="en-IN" sz="1800" dirty="0"/>
                    </a:p>
                  </a:txBody>
                  <a:tcPr marL="180000" marR="540000" marT="108000" marB="108000" anchor="ctr"/>
                </a:tc>
                <a:extLst>
                  <a:ext uri="{0D108BD9-81ED-4DB2-BD59-A6C34878D82A}">
                    <a16:rowId xmlns:a16="http://schemas.microsoft.com/office/drawing/2014/main" val="2040826760"/>
                  </a:ext>
                </a:extLst>
              </a:tr>
              <a:tr h="802186">
                <a:tc>
                  <a:txBody>
                    <a:bodyPr/>
                    <a:lstStyle/>
                    <a:p>
                      <a:r>
                        <a:rPr lang="en-IN" sz="1800" dirty="0"/>
                        <a:t>2. </a:t>
                      </a:r>
                      <a:r>
                        <a:rPr lang="en-US" sz="1800" b="0" i="0" kern="1200" dirty="0">
                          <a:solidFill>
                            <a:schemeClr val="tx1"/>
                          </a:solidFill>
                          <a:effectLst/>
                          <a:latin typeface="+mn-lt"/>
                          <a:ea typeface="+mn-ea"/>
                          <a:cs typeface="+mn-cs"/>
                        </a:rPr>
                        <a:t>Unpredictable order (based on hash codes)</a:t>
                      </a:r>
                      <a:endParaRPr lang="en-IN" sz="1800" dirty="0"/>
                    </a:p>
                  </a:txBody>
                  <a:tcPr marL="180000" marR="540000" marT="108000" marB="108000" anchor="ctr"/>
                </a:tc>
                <a:tc gridSpan="2">
                  <a:txBody>
                    <a:bodyPr/>
                    <a:lstStyle/>
                    <a:p>
                      <a:r>
                        <a:rPr lang="en-US" sz="1800" b="0" i="0" kern="1200">
                          <a:solidFill>
                            <a:schemeClr val="tx1"/>
                          </a:solidFill>
                          <a:effectLst/>
                          <a:latin typeface="+mn-lt"/>
                          <a:ea typeface="+mn-ea"/>
                          <a:cs typeface="+mn-cs"/>
                        </a:rPr>
                        <a:t>Iterates in sorted (ascending) order</a:t>
                      </a:r>
                      <a:endParaRPr lang="en-IN" sz="1800" dirty="0"/>
                    </a:p>
                  </a:txBody>
                  <a:tcPr marL="180000" marR="540000" marT="108000" marB="108000" anchor="ctr"/>
                </a:tc>
                <a:tc hMerge="1">
                  <a:txBody>
                    <a:bodyPr/>
                    <a:lstStyle/>
                    <a:p>
                      <a:r>
                        <a:rPr lang="en-US" sz="1800" b="0" i="0" kern="1200" dirty="0">
                          <a:solidFill>
                            <a:schemeClr val="tx1"/>
                          </a:solidFill>
                          <a:effectLst/>
                          <a:latin typeface="+mn-lt"/>
                          <a:ea typeface="+mn-ea"/>
                          <a:cs typeface="+mn-cs"/>
                        </a:rPr>
                        <a:t>Iterates in sorted (ascending) order</a:t>
                      </a:r>
                      <a:endParaRPr lang="en-IN" sz="1800" dirty="0"/>
                    </a:p>
                  </a:txBody>
                  <a:tcPr marL="180000" marR="540000" marT="108000" marB="108000" anchor="ctr"/>
                </a:tc>
                <a:extLst>
                  <a:ext uri="{0D108BD9-81ED-4DB2-BD59-A6C34878D82A}">
                    <a16:rowId xmlns:a16="http://schemas.microsoft.com/office/drawing/2014/main" val="546381452"/>
                  </a:ext>
                </a:extLst>
              </a:tr>
              <a:tr h="802186">
                <a:tc>
                  <a:txBody>
                    <a:bodyPr/>
                    <a:lstStyle/>
                    <a:p>
                      <a:r>
                        <a:rPr lang="en-US" sz="1800" dirty="0"/>
                        <a:t>3. Used when </a:t>
                      </a:r>
                      <a:r>
                        <a:rPr lang="en-US" sz="1800" b="0" i="0" kern="1200" dirty="0">
                          <a:solidFill>
                            <a:schemeClr val="tx1"/>
                          </a:solidFill>
                          <a:effectLst/>
                          <a:latin typeface="+mn-lt"/>
                          <a:ea typeface="+mn-ea"/>
                          <a:cs typeface="+mn-cs"/>
                        </a:rPr>
                        <a:t>uniqueness of elements are required</a:t>
                      </a:r>
                      <a:endParaRPr lang="en-IN" sz="1800" dirty="0"/>
                    </a:p>
                  </a:txBody>
                  <a:tcPr marL="180000" marR="540000" marT="108000" marB="108000" anchor="ctr"/>
                </a:tc>
                <a:tc gridSpan="2">
                  <a:txBody>
                    <a:bodyPr/>
                    <a:lstStyle/>
                    <a:p>
                      <a:r>
                        <a:rPr lang="en-US" sz="1800"/>
                        <a:t>Used when </a:t>
                      </a:r>
                      <a:r>
                        <a:rPr lang="en-US" sz="1800" b="0" i="0" kern="1200">
                          <a:solidFill>
                            <a:schemeClr val="tx1"/>
                          </a:solidFill>
                          <a:effectLst/>
                          <a:latin typeface="+mn-lt"/>
                          <a:ea typeface="+mn-ea"/>
                          <a:cs typeface="+mn-cs"/>
                        </a:rPr>
                        <a:t>uniqueness of elements in sorted order is required</a:t>
                      </a:r>
                      <a:endParaRPr lang="en-IN" sz="1800" dirty="0"/>
                    </a:p>
                  </a:txBody>
                  <a:tcPr marL="180000" marR="540000" marT="108000" marB="108000" anchor="ctr"/>
                </a:tc>
                <a:tc hMerge="1">
                  <a:txBody>
                    <a:bodyPr/>
                    <a:lstStyle/>
                    <a:p>
                      <a:r>
                        <a:rPr lang="en-US" sz="1800" dirty="0"/>
                        <a:t>Used when </a:t>
                      </a:r>
                      <a:r>
                        <a:rPr lang="en-US" sz="1800" b="0" i="0" kern="1200" dirty="0">
                          <a:solidFill>
                            <a:schemeClr val="tx1"/>
                          </a:solidFill>
                          <a:effectLst/>
                          <a:latin typeface="+mn-lt"/>
                          <a:ea typeface="+mn-ea"/>
                          <a:cs typeface="+mn-cs"/>
                        </a:rPr>
                        <a:t>uniqueness of elements in sorted order is required</a:t>
                      </a:r>
                      <a:endParaRPr lang="en-IN" sz="1800" dirty="0"/>
                    </a:p>
                  </a:txBody>
                  <a:tcPr marL="180000" marR="540000" marT="108000" marB="108000" anchor="ctr"/>
                </a:tc>
                <a:extLst>
                  <a:ext uri="{0D108BD9-81ED-4DB2-BD59-A6C34878D82A}">
                    <a16:rowId xmlns:a16="http://schemas.microsoft.com/office/drawing/2014/main" val="763325998"/>
                  </a:ext>
                </a:extLst>
              </a:tr>
              <a:tr h="608675">
                <a:tc>
                  <a:txBody>
                    <a:bodyPr/>
                    <a:lstStyle/>
                    <a:p>
                      <a:r>
                        <a:rPr lang="en-IN" sz="1800" b="0" i="0" kern="1200" dirty="0">
                          <a:solidFill>
                            <a:schemeClr val="tx1"/>
                          </a:solidFill>
                          <a:effectLst/>
                          <a:latin typeface="+mn-lt"/>
                          <a:ea typeface="+mn-ea"/>
                          <a:cs typeface="+mn-cs"/>
                        </a:rPr>
                        <a:t>4. Generally lower memory overhead</a:t>
                      </a:r>
                      <a:endParaRPr lang="en-IN" sz="1800" dirty="0"/>
                    </a:p>
                  </a:txBody>
                  <a:tcPr marL="180000" marR="540000" marT="108000" marB="108000" anchor="ctr"/>
                </a:tc>
                <a:tc gridSpan="2">
                  <a:txBody>
                    <a:bodyPr/>
                    <a:lstStyle/>
                    <a:p>
                      <a:r>
                        <a:rPr lang="en-IN" sz="1800" b="0" i="0" kern="1200" dirty="0">
                          <a:solidFill>
                            <a:schemeClr val="tx1"/>
                          </a:solidFill>
                          <a:effectLst/>
                          <a:latin typeface="+mn-lt"/>
                          <a:ea typeface="+mn-ea"/>
                          <a:cs typeface="+mn-cs"/>
                        </a:rPr>
                        <a:t>Potentially higher memory overhead</a:t>
                      </a:r>
                      <a:endParaRPr lang="en-IN" sz="1800" dirty="0"/>
                    </a:p>
                  </a:txBody>
                  <a:tcPr marL="180000" marR="540000" marT="108000" marB="108000" anchor="ctr"/>
                </a:tc>
                <a:tc hMerge="1">
                  <a:txBody>
                    <a:bodyPr/>
                    <a:lstStyle/>
                    <a:p>
                      <a:r>
                        <a:rPr lang="en-IN" sz="1800" b="0" i="0" kern="1200" dirty="0">
                          <a:solidFill>
                            <a:schemeClr val="tx1"/>
                          </a:solidFill>
                          <a:effectLst/>
                          <a:latin typeface="+mn-lt"/>
                          <a:ea typeface="+mn-ea"/>
                          <a:cs typeface="+mn-cs"/>
                        </a:rPr>
                        <a:t>Potentially higher memory overhead</a:t>
                      </a:r>
                      <a:endParaRPr lang="en-IN" sz="1800" dirty="0"/>
                    </a:p>
                  </a:txBody>
                  <a:tcPr marL="180000" marR="540000" marT="108000" marB="108000" anchor="ctr"/>
                </a:tc>
                <a:extLst>
                  <a:ext uri="{0D108BD9-81ED-4DB2-BD59-A6C34878D82A}">
                    <a16:rowId xmlns:a16="http://schemas.microsoft.com/office/drawing/2014/main" val="536598921"/>
                  </a:ext>
                </a:extLst>
              </a:tr>
            </a:tbl>
          </a:graphicData>
        </a:graphic>
      </p:graphicFrame>
      <p:sp>
        <p:nvSpPr>
          <p:cNvPr id="4" name="TextBox 3">
            <a:extLst>
              <a:ext uri="{FF2B5EF4-FFF2-40B4-BE49-F238E27FC236}">
                <a16:creationId xmlns:a16="http://schemas.microsoft.com/office/drawing/2014/main" id="{784DC31A-6054-BA2D-F36F-761D599722CA}"/>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056298823"/>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difference between </a:t>
            </a:r>
            <a:r>
              <a:rPr lang="en-US" sz="2400" b="1" dirty="0">
                <a:solidFill>
                  <a:srgbClr val="FFFF00"/>
                </a:solidFill>
                <a:ea typeface="+mn-ea"/>
                <a:cs typeface="+mn-cs"/>
              </a:rPr>
              <a:t>HashMap</a:t>
            </a:r>
            <a:r>
              <a:rPr lang="en-US" sz="2400" b="1" dirty="0">
                <a:solidFill>
                  <a:schemeClr val="bg1"/>
                </a:solidFill>
                <a:ea typeface="+mn-ea"/>
                <a:cs typeface="+mn-cs"/>
              </a:rPr>
              <a:t> and </a:t>
            </a:r>
            <a:r>
              <a:rPr lang="en-US" sz="2400" b="1" dirty="0" err="1">
                <a:solidFill>
                  <a:srgbClr val="FFFF00"/>
                </a:solidFill>
                <a:ea typeface="+mn-ea"/>
                <a:cs typeface="+mn-cs"/>
              </a:rPr>
              <a:t>HashTable</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6DE10935-8C36-1C10-D6E8-D88F16BC2BE0}"/>
              </a:ext>
            </a:extLst>
          </p:cNvPr>
          <p:cNvSpPr/>
          <p:nvPr/>
        </p:nvSpPr>
        <p:spPr>
          <a:xfrm>
            <a:off x="3546020" y="1339133"/>
            <a:ext cx="433106" cy="18472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D659F0E9-232A-E97D-CAE7-FC285B6293A6}"/>
              </a:ext>
            </a:extLst>
          </p:cNvPr>
          <p:cNvSpPr/>
          <p:nvPr/>
        </p:nvSpPr>
        <p:spPr>
          <a:xfrm>
            <a:off x="3546020" y="1041512"/>
            <a:ext cx="433106" cy="184729"/>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 name="Straight Arrow Connector 28">
            <a:extLst>
              <a:ext uri="{FF2B5EF4-FFF2-40B4-BE49-F238E27FC236}">
                <a16:creationId xmlns:a16="http://schemas.microsoft.com/office/drawing/2014/main" id="{75E7A289-A167-C664-88A8-12A3684D5166}"/>
              </a:ext>
            </a:extLst>
          </p:cNvPr>
          <p:cNvCxnSpPr>
            <a:cxnSpLocks/>
          </p:cNvCxnSpPr>
          <p:nvPr/>
        </p:nvCxnSpPr>
        <p:spPr>
          <a:xfrm flipV="1">
            <a:off x="3803871" y="1617425"/>
            <a:ext cx="0" cy="18833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E039CFD1-02BE-1197-C0E3-57FE270C1312}"/>
              </a:ext>
            </a:extLst>
          </p:cNvPr>
          <p:cNvCxnSpPr>
            <a:cxnSpLocks/>
          </p:cNvCxnSpPr>
          <p:nvPr/>
        </p:nvCxnSpPr>
        <p:spPr>
          <a:xfrm>
            <a:off x="3803871" y="1923691"/>
            <a:ext cx="0" cy="288096"/>
          </a:xfrm>
          <a:prstGeom prst="line">
            <a:avLst/>
          </a:prstGeom>
          <a:ln w="9525" cap="flat" cmpd="sng" algn="ctr">
            <a:solidFill>
              <a:schemeClr val="dk1"/>
            </a:solidFill>
            <a:prstDash val="dash"/>
            <a:round/>
            <a:headEnd type="triangle" w="sm" len="med"/>
            <a:tailEnd type="none" w="med" len="med"/>
          </a:ln>
        </p:spPr>
        <p:style>
          <a:lnRef idx="0">
            <a:scrgbClr r="0" g="0" b="0"/>
          </a:lnRef>
          <a:fillRef idx="0">
            <a:scrgbClr r="0" g="0" b="0"/>
          </a:fillRef>
          <a:effectRef idx="0">
            <a:scrgbClr r="0" g="0" b="0"/>
          </a:effectRef>
          <a:fontRef idx="minor">
            <a:schemeClr val="tx1"/>
          </a:fontRef>
        </p:style>
      </p:cxnSp>
      <p:sp>
        <p:nvSpPr>
          <p:cNvPr id="44" name="TextBox 43">
            <a:extLst>
              <a:ext uri="{FF2B5EF4-FFF2-40B4-BE49-F238E27FC236}">
                <a16:creationId xmlns:a16="http://schemas.microsoft.com/office/drawing/2014/main" id="{40CF491C-5A2D-89B6-3082-EC4E2A7BFCD0}"/>
              </a:ext>
            </a:extLst>
          </p:cNvPr>
          <p:cNvSpPr txBox="1"/>
          <p:nvPr/>
        </p:nvSpPr>
        <p:spPr>
          <a:xfrm>
            <a:off x="4192799" y="964599"/>
            <a:ext cx="660835"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class</a:t>
            </a:r>
          </a:p>
        </p:txBody>
      </p:sp>
      <p:sp>
        <p:nvSpPr>
          <p:cNvPr id="45" name="TextBox 44">
            <a:extLst>
              <a:ext uri="{FF2B5EF4-FFF2-40B4-BE49-F238E27FC236}">
                <a16:creationId xmlns:a16="http://schemas.microsoft.com/office/drawing/2014/main" id="{B3E1ABC5-F4CD-910A-60F6-16AD4166C84F}"/>
              </a:ext>
            </a:extLst>
          </p:cNvPr>
          <p:cNvSpPr txBox="1"/>
          <p:nvPr/>
        </p:nvSpPr>
        <p:spPr>
          <a:xfrm>
            <a:off x="4172662" y="1252769"/>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interface</a:t>
            </a:r>
          </a:p>
        </p:txBody>
      </p:sp>
      <p:sp>
        <p:nvSpPr>
          <p:cNvPr id="46" name="TextBox 45">
            <a:extLst>
              <a:ext uri="{FF2B5EF4-FFF2-40B4-BE49-F238E27FC236}">
                <a16:creationId xmlns:a16="http://schemas.microsoft.com/office/drawing/2014/main" id="{DBA9D755-96A6-AEB9-5ACE-583A351889B9}"/>
              </a:ext>
            </a:extLst>
          </p:cNvPr>
          <p:cNvSpPr txBox="1"/>
          <p:nvPr/>
        </p:nvSpPr>
        <p:spPr>
          <a:xfrm>
            <a:off x="4192799" y="1538327"/>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extends</a:t>
            </a:r>
          </a:p>
        </p:txBody>
      </p:sp>
      <p:sp>
        <p:nvSpPr>
          <p:cNvPr id="47" name="TextBox 46">
            <a:extLst>
              <a:ext uri="{FF2B5EF4-FFF2-40B4-BE49-F238E27FC236}">
                <a16:creationId xmlns:a16="http://schemas.microsoft.com/office/drawing/2014/main" id="{766D49A0-7CF0-43D4-8A6B-FB0A42293F8F}"/>
              </a:ext>
            </a:extLst>
          </p:cNvPr>
          <p:cNvSpPr txBox="1"/>
          <p:nvPr/>
        </p:nvSpPr>
        <p:spPr>
          <a:xfrm>
            <a:off x="4172507" y="1906506"/>
            <a:ext cx="139175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p>
        </p:txBody>
      </p:sp>
      <p:sp>
        <p:nvSpPr>
          <p:cNvPr id="48" name="Rectangle 47">
            <a:extLst>
              <a:ext uri="{FF2B5EF4-FFF2-40B4-BE49-F238E27FC236}">
                <a16:creationId xmlns:a16="http://schemas.microsoft.com/office/drawing/2014/main" id="{F2EB9E42-9A26-8F64-4ECA-FCC782CF009E}"/>
              </a:ext>
            </a:extLst>
          </p:cNvPr>
          <p:cNvSpPr/>
          <p:nvPr/>
        </p:nvSpPr>
        <p:spPr>
          <a:xfrm>
            <a:off x="1366647" y="3014640"/>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HashMap</a:t>
            </a:r>
          </a:p>
        </p:txBody>
      </p:sp>
      <p:sp>
        <p:nvSpPr>
          <p:cNvPr id="49" name="Rectangle 48">
            <a:extLst>
              <a:ext uri="{FF2B5EF4-FFF2-40B4-BE49-F238E27FC236}">
                <a16:creationId xmlns:a16="http://schemas.microsoft.com/office/drawing/2014/main" id="{F1E9FB19-35A6-4F70-16B9-EBC5184CB6AC}"/>
              </a:ext>
            </a:extLst>
          </p:cNvPr>
          <p:cNvSpPr/>
          <p:nvPr/>
        </p:nvSpPr>
        <p:spPr>
          <a:xfrm>
            <a:off x="1370988" y="3594131"/>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LinkedHashMap</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 name="Rectangle 49">
            <a:extLst>
              <a:ext uri="{FF2B5EF4-FFF2-40B4-BE49-F238E27FC236}">
                <a16:creationId xmlns:a16="http://schemas.microsoft.com/office/drawing/2014/main" id="{2275DA26-D972-BB1F-215D-0B67D9214B7D}"/>
              </a:ext>
            </a:extLst>
          </p:cNvPr>
          <p:cNvSpPr/>
          <p:nvPr/>
        </p:nvSpPr>
        <p:spPr>
          <a:xfrm>
            <a:off x="1387481" y="4173622"/>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Hashtable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 name="Rectangle 50">
            <a:extLst>
              <a:ext uri="{FF2B5EF4-FFF2-40B4-BE49-F238E27FC236}">
                <a16:creationId xmlns:a16="http://schemas.microsoft.com/office/drawing/2014/main" id="{34CEB246-1947-3676-094E-07C85F7422C4}"/>
              </a:ext>
            </a:extLst>
          </p:cNvPr>
          <p:cNvSpPr/>
          <p:nvPr/>
        </p:nvSpPr>
        <p:spPr>
          <a:xfrm>
            <a:off x="550426" y="2245060"/>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Map (key, value)</a:t>
            </a:r>
          </a:p>
        </p:txBody>
      </p:sp>
      <p:cxnSp>
        <p:nvCxnSpPr>
          <p:cNvPr id="52" name="Straight Connector 51">
            <a:extLst>
              <a:ext uri="{FF2B5EF4-FFF2-40B4-BE49-F238E27FC236}">
                <a16:creationId xmlns:a16="http://schemas.microsoft.com/office/drawing/2014/main" id="{F3D62726-B21B-27F6-A2D8-189D8811DAA3}"/>
              </a:ext>
            </a:extLst>
          </p:cNvPr>
          <p:cNvCxnSpPr>
            <a:cxnSpLocks/>
          </p:cNvCxnSpPr>
          <p:nvPr/>
        </p:nvCxnSpPr>
        <p:spPr>
          <a:xfrm>
            <a:off x="1044837" y="2645212"/>
            <a:ext cx="0" cy="1704066"/>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53" name="Straight Connector 52">
            <a:extLst>
              <a:ext uri="{FF2B5EF4-FFF2-40B4-BE49-F238E27FC236}">
                <a16:creationId xmlns:a16="http://schemas.microsoft.com/office/drawing/2014/main" id="{D41F34DD-1597-DB40-E364-0AEDB01C64AE}"/>
              </a:ext>
            </a:extLst>
          </p:cNvPr>
          <p:cNvCxnSpPr>
            <a:cxnSpLocks/>
          </p:cNvCxnSpPr>
          <p:nvPr/>
        </p:nvCxnSpPr>
        <p:spPr>
          <a:xfrm>
            <a:off x="1083030" y="3822803"/>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54" name="Straight Connector 53">
            <a:extLst>
              <a:ext uri="{FF2B5EF4-FFF2-40B4-BE49-F238E27FC236}">
                <a16:creationId xmlns:a16="http://schemas.microsoft.com/office/drawing/2014/main" id="{17033160-CFB4-BDFE-2BB3-A65EE99ED843}"/>
              </a:ext>
            </a:extLst>
          </p:cNvPr>
          <p:cNvCxnSpPr>
            <a:cxnSpLocks/>
          </p:cNvCxnSpPr>
          <p:nvPr/>
        </p:nvCxnSpPr>
        <p:spPr>
          <a:xfrm>
            <a:off x="1083030" y="3252316"/>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55" name="Straight Connector 54">
            <a:extLst>
              <a:ext uri="{FF2B5EF4-FFF2-40B4-BE49-F238E27FC236}">
                <a16:creationId xmlns:a16="http://schemas.microsoft.com/office/drawing/2014/main" id="{D9C2F071-6DCB-0C77-CE5A-373B71D48CF8}"/>
              </a:ext>
            </a:extLst>
          </p:cNvPr>
          <p:cNvCxnSpPr>
            <a:cxnSpLocks/>
          </p:cNvCxnSpPr>
          <p:nvPr/>
        </p:nvCxnSpPr>
        <p:spPr>
          <a:xfrm>
            <a:off x="1096882" y="4349278"/>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56" name="Rectangle 55">
            <a:extLst>
              <a:ext uri="{FF2B5EF4-FFF2-40B4-BE49-F238E27FC236}">
                <a16:creationId xmlns:a16="http://schemas.microsoft.com/office/drawing/2014/main" id="{9D9A93E3-F3F1-8BA0-8D7A-5AF448E6E03A}"/>
              </a:ext>
            </a:extLst>
          </p:cNvPr>
          <p:cNvSpPr/>
          <p:nvPr/>
        </p:nvSpPr>
        <p:spPr>
          <a:xfrm>
            <a:off x="550426" y="4673860"/>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SortedMap</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784C4991-B465-EDA3-55FC-7FFC9197A8B5}"/>
              </a:ext>
            </a:extLst>
          </p:cNvPr>
          <p:cNvSpPr/>
          <p:nvPr/>
        </p:nvSpPr>
        <p:spPr>
          <a:xfrm>
            <a:off x="550426" y="5349362"/>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TreeMap</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8" name="Straight Arrow Connector 57">
            <a:extLst>
              <a:ext uri="{FF2B5EF4-FFF2-40B4-BE49-F238E27FC236}">
                <a16:creationId xmlns:a16="http://schemas.microsoft.com/office/drawing/2014/main" id="{5D44D258-4E6C-A836-3053-9591A60939ED}"/>
              </a:ext>
            </a:extLst>
          </p:cNvPr>
          <p:cNvCxnSpPr>
            <a:cxnSpLocks/>
          </p:cNvCxnSpPr>
          <p:nvPr/>
        </p:nvCxnSpPr>
        <p:spPr>
          <a:xfrm flipV="1">
            <a:off x="652732" y="2638124"/>
            <a:ext cx="0" cy="20357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5F28579D-BC1A-C8A9-9BA9-2363AA270B9C}"/>
              </a:ext>
            </a:extLst>
          </p:cNvPr>
          <p:cNvCxnSpPr>
            <a:cxnSpLocks/>
          </p:cNvCxnSpPr>
          <p:nvPr/>
        </p:nvCxnSpPr>
        <p:spPr>
          <a:xfrm>
            <a:off x="954897" y="5050484"/>
            <a:ext cx="0" cy="29887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sp>
        <p:nvSpPr>
          <p:cNvPr id="61" name="Rectangle 60">
            <a:extLst>
              <a:ext uri="{FF2B5EF4-FFF2-40B4-BE49-F238E27FC236}">
                <a16:creationId xmlns:a16="http://schemas.microsoft.com/office/drawing/2014/main" id="{BA897B0F-96E9-E9C8-24A7-5BA436902BAE}"/>
              </a:ext>
            </a:extLst>
          </p:cNvPr>
          <p:cNvSpPr/>
          <p:nvPr/>
        </p:nvSpPr>
        <p:spPr>
          <a:xfrm>
            <a:off x="3709110" y="3232913"/>
            <a:ext cx="4407807" cy="106098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HashMap and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HashTable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are classes that implements the Map interface and represents a collection of key-value pairs.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2" name="Straight Arrow Connector 61">
            <a:extLst>
              <a:ext uri="{FF2B5EF4-FFF2-40B4-BE49-F238E27FC236}">
                <a16:creationId xmlns:a16="http://schemas.microsoft.com/office/drawing/2014/main" id="{DFACF053-9EC9-F858-9530-DD7991EA35A9}"/>
              </a:ext>
            </a:extLst>
          </p:cNvPr>
          <p:cNvCxnSpPr>
            <a:cxnSpLocks/>
            <a:stCxn id="48" idx="3"/>
            <a:endCxn id="61" idx="1"/>
          </p:cNvCxnSpPr>
          <p:nvPr/>
        </p:nvCxnSpPr>
        <p:spPr>
          <a:xfrm>
            <a:off x="3073092" y="3183917"/>
            <a:ext cx="636018" cy="57949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F2F1D03E-3B1A-5286-5D42-7B85B07630A4}"/>
              </a:ext>
            </a:extLst>
          </p:cNvPr>
          <p:cNvCxnSpPr>
            <a:cxnSpLocks/>
            <a:stCxn id="50" idx="3"/>
            <a:endCxn id="61" idx="1"/>
          </p:cNvCxnSpPr>
          <p:nvPr/>
        </p:nvCxnSpPr>
        <p:spPr>
          <a:xfrm flipV="1">
            <a:off x="3093926" y="3763408"/>
            <a:ext cx="615184" cy="57949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29224D97-0DE4-CCFE-35BE-9DDCC6200A99}"/>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955884076"/>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difference between </a:t>
            </a:r>
            <a:r>
              <a:rPr lang="en-US" sz="2400" b="1" dirty="0">
                <a:solidFill>
                  <a:srgbClr val="FFFF00"/>
                </a:solidFill>
                <a:ea typeface="+mn-ea"/>
                <a:cs typeface="+mn-cs"/>
              </a:rPr>
              <a:t>HashMap</a:t>
            </a:r>
            <a:r>
              <a:rPr lang="en-US" sz="2400" b="1" dirty="0">
                <a:solidFill>
                  <a:schemeClr val="bg1"/>
                </a:solidFill>
                <a:ea typeface="+mn-ea"/>
                <a:cs typeface="+mn-cs"/>
              </a:rPr>
              <a:t> and </a:t>
            </a:r>
            <a:r>
              <a:rPr lang="en-US" sz="2400" b="1" dirty="0" err="1">
                <a:solidFill>
                  <a:srgbClr val="FFFF00"/>
                </a:solidFill>
                <a:ea typeface="+mn-ea"/>
                <a:cs typeface="+mn-cs"/>
              </a:rPr>
              <a:t>HashTable</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4">
            <a:extLst>
              <a:ext uri="{FF2B5EF4-FFF2-40B4-BE49-F238E27FC236}">
                <a16:creationId xmlns:a16="http://schemas.microsoft.com/office/drawing/2014/main" id="{6F1FCE46-A55E-1250-2BD7-2279DB4C1B77}"/>
              </a:ext>
            </a:extLst>
          </p:cNvPr>
          <p:cNvSpPr/>
          <p:nvPr/>
        </p:nvSpPr>
        <p:spPr>
          <a:xfrm>
            <a:off x="58695" y="1097236"/>
            <a:ext cx="5776944" cy="567947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HashMap Example</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HashMap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HashMapEx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 HashMap to store key-value pairs </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HashMap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HashMap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key-value pairs to the HashMap</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33</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"Anurag"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34</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"Rawat"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and printing HashMap elements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(value associated with key "Anurag")</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"Anurag"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34</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Removing an element from the HashMap</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"Rawat"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Rectangle 5">
            <a:extLst>
              <a:ext uri="{FF2B5EF4-FFF2-40B4-BE49-F238E27FC236}">
                <a16:creationId xmlns:a16="http://schemas.microsoft.com/office/drawing/2014/main" id="{A6234916-D054-25E0-16D3-AB0711EB3FEE}"/>
              </a:ext>
            </a:extLst>
          </p:cNvPr>
          <p:cNvSpPr/>
          <p:nvPr/>
        </p:nvSpPr>
        <p:spPr>
          <a:xfrm>
            <a:off x="5981101" y="1097235"/>
            <a:ext cx="6182114" cy="567947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HashTable Example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Hashtable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HashTableEx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Hashtable</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to store key-value pairs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Hashtable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Hashtable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key-value pairs to the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Hashtable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33</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"Anurag"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34</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"Rawat"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and printing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Hashtable</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elements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(value associated with key "Anurag")</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"Anurag"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34</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Removing an element from the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Hashtable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marks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"Rawat"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cxnSp>
        <p:nvCxnSpPr>
          <p:cNvPr id="4" name="Straight Connector 3">
            <a:extLst>
              <a:ext uri="{FF2B5EF4-FFF2-40B4-BE49-F238E27FC236}">
                <a16:creationId xmlns:a16="http://schemas.microsoft.com/office/drawing/2014/main" id="{B57A4DB1-FDAE-A694-8F8F-2F9DA654B906}"/>
              </a:ext>
            </a:extLst>
          </p:cNvPr>
          <p:cNvCxnSpPr/>
          <p:nvPr/>
        </p:nvCxnSpPr>
        <p:spPr>
          <a:xfrm>
            <a:off x="5908110" y="1097235"/>
            <a:ext cx="0" cy="5679471"/>
          </a:xfrm>
          <a:prstGeom prst="line">
            <a:avLst/>
          </a:prstGeom>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87E2D400-3831-7622-777E-83E35DEC7CD5}"/>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821243013"/>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difference between </a:t>
            </a:r>
            <a:r>
              <a:rPr lang="en-US" sz="2400" b="1" dirty="0">
                <a:solidFill>
                  <a:srgbClr val="FFFF00"/>
                </a:solidFill>
                <a:ea typeface="+mn-ea"/>
                <a:cs typeface="+mn-cs"/>
              </a:rPr>
              <a:t>HashMap</a:t>
            </a:r>
            <a:r>
              <a:rPr lang="en-US" sz="2400" b="1" dirty="0">
                <a:solidFill>
                  <a:schemeClr val="bg1"/>
                </a:solidFill>
                <a:ea typeface="+mn-ea"/>
                <a:cs typeface="+mn-cs"/>
              </a:rPr>
              <a:t> and </a:t>
            </a:r>
            <a:r>
              <a:rPr lang="en-US" sz="2400" b="1" dirty="0" err="1">
                <a:solidFill>
                  <a:srgbClr val="FFFF00"/>
                </a:solidFill>
                <a:ea typeface="+mn-ea"/>
                <a:cs typeface="+mn-cs"/>
              </a:rPr>
              <a:t>HashTable</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Content Placeholder 3">
            <a:extLst>
              <a:ext uri="{FF2B5EF4-FFF2-40B4-BE49-F238E27FC236}">
                <a16:creationId xmlns:a16="http://schemas.microsoft.com/office/drawing/2014/main" id="{542901B5-5A76-0209-C3A8-D2F1E1092A81}"/>
              </a:ext>
            </a:extLst>
          </p:cNvPr>
          <p:cNvGraphicFramePr>
            <a:graphicFrameLocks noGrp="1"/>
          </p:cNvGraphicFramePr>
          <p:nvPr>
            <p:ph idx="1"/>
          </p:nvPr>
        </p:nvGraphicFramePr>
        <p:xfrm>
          <a:off x="481422" y="1511735"/>
          <a:ext cx="9985209" cy="3811825"/>
        </p:xfrm>
        <a:graphic>
          <a:graphicData uri="http://schemas.openxmlformats.org/drawingml/2006/table">
            <a:tbl>
              <a:tblPr firstRow="1" bandRow="1">
                <a:tableStyleId>{E8B1032C-EA38-4F05-BA0D-38AFFFC7BED3}</a:tableStyleId>
              </a:tblPr>
              <a:tblGrid>
                <a:gridCol w="5341848">
                  <a:extLst>
                    <a:ext uri="{9D8B030D-6E8A-4147-A177-3AD203B41FA5}">
                      <a16:colId xmlns:a16="http://schemas.microsoft.com/office/drawing/2014/main" val="312534454"/>
                    </a:ext>
                  </a:extLst>
                </a:gridCol>
                <a:gridCol w="4643361">
                  <a:extLst>
                    <a:ext uri="{9D8B030D-6E8A-4147-A177-3AD203B41FA5}">
                      <a16:colId xmlns:a16="http://schemas.microsoft.com/office/drawing/2014/main" val="1268233247"/>
                    </a:ext>
                  </a:extLst>
                </a:gridCol>
              </a:tblGrid>
              <a:tr h="771300">
                <a:tc>
                  <a:txBody>
                    <a:bodyPr/>
                    <a:lstStyle/>
                    <a:p>
                      <a:pPr algn="ctr"/>
                      <a:r>
                        <a:rPr lang="en-IN" sz="2400" b="1" i="0" kern="1200" dirty="0">
                          <a:solidFill>
                            <a:schemeClr val="tx1"/>
                          </a:solidFill>
                          <a:effectLst/>
                          <a:latin typeface="+mn-lt"/>
                          <a:ea typeface="+mn-ea"/>
                          <a:cs typeface="+mn-cs"/>
                        </a:rPr>
                        <a:t>HashMap</a:t>
                      </a:r>
                      <a:endParaRPr lang="en-IN" sz="2400" dirty="0"/>
                    </a:p>
                  </a:txBody>
                  <a:tcPr marL="180000" marR="540000" marT="108000" marB="108000" anchor="ctr"/>
                </a:tc>
                <a:tc>
                  <a:txBody>
                    <a:bodyPr/>
                    <a:lstStyle/>
                    <a:p>
                      <a:pPr algn="ctr"/>
                      <a:r>
                        <a:rPr lang="en-IN" sz="2400" b="1" i="0" kern="1200" dirty="0" err="1">
                          <a:solidFill>
                            <a:schemeClr val="tx1"/>
                          </a:solidFill>
                          <a:effectLst/>
                          <a:latin typeface="+mn-lt"/>
                          <a:ea typeface="+mn-ea"/>
                          <a:cs typeface="+mn-cs"/>
                        </a:rPr>
                        <a:t>HashTable</a:t>
                      </a:r>
                      <a:endParaRPr lang="en-IN" sz="2400" dirty="0"/>
                    </a:p>
                  </a:txBody>
                  <a:tcPr marL="180000" marR="540000" marT="108000" marB="108000" anchor="ctr"/>
                </a:tc>
                <a:extLst>
                  <a:ext uri="{0D108BD9-81ED-4DB2-BD59-A6C34878D82A}">
                    <a16:rowId xmlns:a16="http://schemas.microsoft.com/office/drawing/2014/main" val="2733934505"/>
                  </a:ext>
                </a:extLst>
              </a:tr>
              <a:tr h="661089">
                <a:tc>
                  <a:txBody>
                    <a:bodyPr/>
                    <a:lstStyle/>
                    <a:p>
                      <a:r>
                        <a:rPr lang="en-US" sz="1800" dirty="0"/>
                        <a:t>1. </a:t>
                      </a:r>
                      <a:r>
                        <a:rPr lang="en-US" sz="1800" b="0" i="0" kern="1200" dirty="0">
                          <a:solidFill>
                            <a:schemeClr val="tx1"/>
                          </a:solidFill>
                          <a:effectLst/>
                          <a:latin typeface="+mn-lt"/>
                          <a:ea typeface="+mn-ea"/>
                          <a:cs typeface="+mn-cs"/>
                        </a:rPr>
                        <a:t>Allows one null key and multiple null values</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Does not allow null keys or values</a:t>
                      </a:r>
                      <a:endParaRPr lang="en-IN" sz="1800" dirty="0"/>
                    </a:p>
                  </a:txBody>
                  <a:tcPr marL="180000" marR="540000" marT="108000" marB="108000" anchor="ctr"/>
                </a:tc>
                <a:extLst>
                  <a:ext uri="{0D108BD9-81ED-4DB2-BD59-A6C34878D82A}">
                    <a16:rowId xmlns:a16="http://schemas.microsoft.com/office/drawing/2014/main" val="2132876027"/>
                  </a:ext>
                </a:extLst>
              </a:tr>
              <a:tr h="661089">
                <a:tc>
                  <a:txBody>
                    <a:bodyPr/>
                    <a:lstStyle/>
                    <a:p>
                      <a:r>
                        <a:rPr lang="en-IN" sz="1800" dirty="0"/>
                        <a:t>2. </a:t>
                      </a:r>
                      <a:r>
                        <a:rPr lang="en-IN" sz="1800" b="0" i="0" kern="1200" dirty="0">
                          <a:solidFill>
                            <a:schemeClr val="tx1"/>
                          </a:solidFill>
                          <a:effectLst/>
                          <a:latin typeface="+mn-lt"/>
                          <a:ea typeface="+mn-ea"/>
                          <a:cs typeface="+mn-cs"/>
                        </a:rPr>
                        <a:t>Not synchronized, not thread-safe</a:t>
                      </a:r>
                      <a:endParaRPr lang="en-IN" sz="1800" dirty="0"/>
                    </a:p>
                  </a:txBody>
                  <a:tcPr marL="180000" marR="540000" marT="108000" marB="108000" anchor="ctr"/>
                </a:tc>
                <a:tc>
                  <a:txBody>
                    <a:bodyPr/>
                    <a:lstStyle/>
                    <a:p>
                      <a:r>
                        <a:rPr lang="en-IN" sz="1800" b="0" i="0" kern="1200" dirty="0">
                          <a:solidFill>
                            <a:schemeClr val="tx1"/>
                          </a:solidFill>
                          <a:effectLst/>
                          <a:latin typeface="+mn-lt"/>
                          <a:ea typeface="+mn-ea"/>
                          <a:cs typeface="+mn-cs"/>
                        </a:rPr>
                        <a:t>Synchronized, thread-safe</a:t>
                      </a:r>
                      <a:endParaRPr lang="en-IN" sz="1800" dirty="0"/>
                    </a:p>
                  </a:txBody>
                  <a:tcPr marL="180000" marR="540000" marT="108000" marB="108000" anchor="ctr"/>
                </a:tc>
                <a:extLst>
                  <a:ext uri="{0D108BD9-81ED-4DB2-BD59-A6C34878D82A}">
                    <a16:rowId xmlns:a16="http://schemas.microsoft.com/office/drawing/2014/main" val="2040826760"/>
                  </a:ext>
                </a:extLst>
              </a:tr>
              <a:tr h="866282">
                <a:tc>
                  <a:txBody>
                    <a:bodyPr/>
                    <a:lstStyle/>
                    <a:p>
                      <a:r>
                        <a:rPr lang="en-IN" sz="1800" dirty="0"/>
                        <a:t>3. </a:t>
                      </a:r>
                      <a:r>
                        <a:rPr lang="en-US" sz="1800" b="0" i="0" kern="1200" dirty="0">
                          <a:solidFill>
                            <a:schemeClr val="tx1"/>
                          </a:solidFill>
                          <a:effectLst/>
                          <a:latin typeface="+mn-lt"/>
                          <a:ea typeface="+mn-ea"/>
                          <a:cs typeface="+mn-cs"/>
                        </a:rPr>
                        <a:t>Generally faster (no synchronization overhead)</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Slower due to synchronization overhead</a:t>
                      </a:r>
                      <a:endParaRPr lang="en-IN" sz="1800" dirty="0"/>
                    </a:p>
                  </a:txBody>
                  <a:tcPr marL="180000" marR="540000" marT="108000" marB="108000" anchor="ctr"/>
                </a:tc>
                <a:extLst>
                  <a:ext uri="{0D108BD9-81ED-4DB2-BD59-A6C34878D82A}">
                    <a16:rowId xmlns:a16="http://schemas.microsoft.com/office/drawing/2014/main" val="546381452"/>
                  </a:ext>
                </a:extLst>
              </a:tr>
              <a:tr h="852065">
                <a:tc>
                  <a:txBody>
                    <a:bodyPr/>
                    <a:lstStyle/>
                    <a:p>
                      <a:r>
                        <a:rPr lang="en-US" sz="1800" dirty="0"/>
                        <a:t>4. </a:t>
                      </a:r>
                      <a:r>
                        <a:rPr lang="en-IN" sz="1800" b="0" i="0" kern="1200" dirty="0">
                          <a:solidFill>
                            <a:schemeClr val="tx1"/>
                          </a:solidFill>
                          <a:effectLst/>
                          <a:latin typeface="+mn-lt"/>
                          <a:ea typeface="+mn-ea"/>
                          <a:cs typeface="+mn-cs"/>
                        </a:rPr>
                        <a:t>Use in single-threaded applications</a:t>
                      </a:r>
                      <a:endParaRPr lang="en-IN" sz="1800" dirty="0"/>
                    </a:p>
                  </a:txBody>
                  <a:tcPr marL="180000" marR="540000" marT="108000" marB="108000" anchor="ctr"/>
                </a:tc>
                <a:tc>
                  <a:txBody>
                    <a:bodyPr/>
                    <a:lstStyle/>
                    <a:p>
                      <a:r>
                        <a:rPr lang="en-IN" sz="1800" b="0" i="0" kern="1200" dirty="0">
                          <a:solidFill>
                            <a:schemeClr val="tx1"/>
                          </a:solidFill>
                          <a:effectLst/>
                          <a:latin typeface="+mn-lt"/>
                          <a:ea typeface="+mn-ea"/>
                          <a:cs typeface="+mn-cs"/>
                        </a:rPr>
                        <a:t>Use in multi-threaded applications</a:t>
                      </a:r>
                      <a:endParaRPr lang="en-IN" sz="1800" dirty="0"/>
                    </a:p>
                  </a:txBody>
                  <a:tcPr marL="180000" marR="540000" marT="108000" marB="108000" anchor="ctr"/>
                </a:tc>
                <a:extLst>
                  <a:ext uri="{0D108BD9-81ED-4DB2-BD59-A6C34878D82A}">
                    <a16:rowId xmlns:a16="http://schemas.microsoft.com/office/drawing/2014/main" val="763325998"/>
                  </a:ext>
                </a:extLst>
              </a:tr>
            </a:tbl>
          </a:graphicData>
        </a:graphic>
      </p:graphicFrame>
      <p:sp>
        <p:nvSpPr>
          <p:cNvPr id="5" name="TextBox 4">
            <a:extLst>
              <a:ext uri="{FF2B5EF4-FFF2-40B4-BE49-F238E27FC236}">
                <a16:creationId xmlns:a16="http://schemas.microsoft.com/office/drawing/2014/main" id="{504CAFED-0AD1-1316-C832-2025211234E3}"/>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034703435"/>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the </a:t>
            </a:r>
            <a:r>
              <a:rPr lang="en-US" sz="2400" b="1" dirty="0">
                <a:solidFill>
                  <a:srgbClr val="FFFF00"/>
                </a:solidFill>
                <a:ea typeface="+mn-ea"/>
                <a:cs typeface="+mn-cs"/>
              </a:rPr>
              <a:t>advantages</a:t>
            </a:r>
            <a:r>
              <a:rPr lang="en-US" sz="2400" b="1" dirty="0">
                <a:solidFill>
                  <a:schemeClr val="bg1"/>
                </a:solidFill>
                <a:ea typeface="+mn-ea"/>
                <a:cs typeface="+mn-cs"/>
              </a:rPr>
              <a:t> of using collections?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6" name="Diagram 45">
            <a:extLst>
              <a:ext uri="{FF2B5EF4-FFF2-40B4-BE49-F238E27FC236}">
                <a16:creationId xmlns:a16="http://schemas.microsoft.com/office/drawing/2014/main" id="{8E9DFFFD-DECB-6774-88FA-F9287FB7C637}"/>
              </a:ext>
            </a:extLst>
          </p:cNvPr>
          <p:cNvGraphicFramePr/>
          <p:nvPr/>
        </p:nvGraphicFramePr>
        <p:xfrm>
          <a:off x="591040" y="1264662"/>
          <a:ext cx="7851503" cy="4550364"/>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4" name="Picture 3">
            <a:extLst>
              <a:ext uri="{FF2B5EF4-FFF2-40B4-BE49-F238E27FC236}">
                <a16:creationId xmlns:a16="http://schemas.microsoft.com/office/drawing/2014/main" id="{2E3313DE-0FA4-9B22-9D92-E34277393587}"/>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371764" y="257109"/>
            <a:ext cx="927279" cy="368917"/>
          </a:xfrm>
          <a:prstGeom prst="rect">
            <a:avLst/>
          </a:prstGeom>
        </p:spPr>
      </p:pic>
      <p:sp>
        <p:nvSpPr>
          <p:cNvPr id="5" name="TextBox 4">
            <a:extLst>
              <a:ext uri="{FF2B5EF4-FFF2-40B4-BE49-F238E27FC236}">
                <a16:creationId xmlns:a16="http://schemas.microsoft.com/office/drawing/2014/main" id="{04674652-BCA0-15CF-DA0B-8571D910626F}"/>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1559784558"/>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551194"/>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Process</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Thread</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What is the difference between them?</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Process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Thread</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Explain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Multithreading</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What is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advantage</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of it?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Main Thread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&amp;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Daemon Thread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in Java?</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19. Multithreading - Overview</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534377E3-2884-A5C2-302B-EEDE666BA4F0}"/>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C9F19BEA-0FC0-8EDB-E0BC-414FD7239465}"/>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5546877" y="2319684"/>
            <a:ext cx="636255" cy="253133"/>
          </a:xfrm>
          <a:prstGeom prst="rect">
            <a:avLst/>
          </a:prstGeom>
        </p:spPr>
      </p:pic>
      <p:sp>
        <p:nvSpPr>
          <p:cNvPr id="5" name="TextBox 4">
            <a:extLst>
              <a:ext uri="{FF2B5EF4-FFF2-40B4-BE49-F238E27FC236}">
                <a16:creationId xmlns:a16="http://schemas.microsoft.com/office/drawing/2014/main" id="{85BB2FAF-4D2A-E1F6-473B-D726CA3BB3B6}"/>
              </a:ext>
            </a:extLst>
          </p:cNvPr>
          <p:cNvSpPr txBox="1"/>
          <p:nvPr/>
        </p:nvSpPr>
        <p:spPr>
          <a:xfrm>
            <a:off x="10342731" y="6373174"/>
            <a:ext cx="1972639" cy="307777"/>
          </a:xfrm>
          <a:prstGeom prst="rect">
            <a:avLst/>
          </a:prstGeom>
          <a:noFill/>
        </p:spPr>
        <p:txBody>
          <a:bodyPr wrap="square">
            <a:spAutoFit/>
          </a:bodyPr>
          <a:lstStyle/>
          <a:p>
            <a:r>
              <a:rPr lang="en-US" sz="1400" dirty="0">
                <a:hlinkClick r:id="rId9" action="ppaction://hlinksldjump"/>
              </a:rPr>
              <a:t>Back to main index</a:t>
            </a:r>
            <a:endParaRPr lang="en-IN" sz="1400" dirty="0"/>
          </a:p>
        </p:txBody>
      </p:sp>
    </p:spTree>
    <p:extLst>
      <p:ext uri="{BB962C8B-B14F-4D97-AF65-F5344CB8AC3E}">
        <p14:creationId xmlns:p14="http://schemas.microsoft.com/office/powerpoint/2010/main" val="4003817149"/>
      </p:ext>
    </p:extLst>
  </p:cSld>
  <p:clrMapOvr>
    <a:overrideClrMapping bg1="dk1" tx1="lt1" bg2="dk2" tx2="lt2" accent1="accent1" accent2="accent2" accent3="accent3" accent4="accent4" accent5="accent5" accent6="accent6" hlink="hlink" folHlink="folHlink"/>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11" name="Rectangle: Rounded Corners 10">
            <a:extLst>
              <a:ext uri="{FF2B5EF4-FFF2-40B4-BE49-F238E27FC236}">
                <a16:creationId xmlns:a16="http://schemas.microsoft.com/office/drawing/2014/main" id="{6F3F1235-F031-4BB8-ED63-6C29C39D7C39}"/>
              </a:ext>
            </a:extLst>
          </p:cNvPr>
          <p:cNvSpPr/>
          <p:nvPr/>
        </p:nvSpPr>
        <p:spPr>
          <a:xfrm>
            <a:off x="355693" y="1317812"/>
            <a:ext cx="8499549" cy="4681935"/>
          </a:xfrm>
          <a:prstGeom prst="roundRect">
            <a:avLst/>
          </a:prstGeom>
          <a:solidFill>
            <a:srgbClr val="FBFBFB"/>
          </a:solidFill>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Operating System (Software)</a:t>
            </a: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Rounded Corners 7">
            <a:extLst>
              <a:ext uri="{FF2B5EF4-FFF2-40B4-BE49-F238E27FC236}">
                <a16:creationId xmlns:a16="http://schemas.microsoft.com/office/drawing/2014/main" id="{BF3D0911-A5C5-14C0-4B7F-2447438A7F06}"/>
              </a:ext>
            </a:extLst>
          </p:cNvPr>
          <p:cNvSpPr/>
          <p:nvPr/>
        </p:nvSpPr>
        <p:spPr>
          <a:xfrm>
            <a:off x="6836675" y="1785042"/>
            <a:ext cx="1630535" cy="2956237"/>
          </a:xfrm>
          <a:prstGeom prst="roundRect">
            <a:avLst/>
          </a:prstGeom>
          <a:solidFill>
            <a:schemeClr val="accent6">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Process 3</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Rounded Corners 6">
            <a:extLst>
              <a:ext uri="{FF2B5EF4-FFF2-40B4-BE49-F238E27FC236}">
                <a16:creationId xmlns:a16="http://schemas.microsoft.com/office/drawing/2014/main" id="{D888A1D1-6205-E69A-DD5B-2D3B156FE4CF}"/>
              </a:ext>
            </a:extLst>
          </p:cNvPr>
          <p:cNvSpPr/>
          <p:nvPr/>
        </p:nvSpPr>
        <p:spPr>
          <a:xfrm>
            <a:off x="3912432" y="1785042"/>
            <a:ext cx="2143877" cy="2956237"/>
          </a:xfrm>
          <a:prstGeom prst="roundRect">
            <a:avLst/>
          </a:prstGeom>
          <a:solidFill>
            <a:schemeClr val="accent4">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Process 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Rounded Corners 4">
            <a:extLst>
              <a:ext uri="{FF2B5EF4-FFF2-40B4-BE49-F238E27FC236}">
                <a16:creationId xmlns:a16="http://schemas.microsoft.com/office/drawing/2014/main" id="{39A052F8-CDF5-8A3D-4812-854B0DA8DC46}"/>
              </a:ext>
            </a:extLst>
          </p:cNvPr>
          <p:cNvSpPr/>
          <p:nvPr/>
        </p:nvSpPr>
        <p:spPr>
          <a:xfrm>
            <a:off x="786065" y="1785042"/>
            <a:ext cx="2380097" cy="2956237"/>
          </a:xfrm>
          <a:prstGeom prst="roundRect">
            <a:avLst/>
          </a:prstGeom>
          <a:solidFill>
            <a:schemeClr val="accent2">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Process 1</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Process</a:t>
            </a:r>
            <a:r>
              <a:rPr lang="en-US" sz="2400" b="1" dirty="0">
                <a:solidFill>
                  <a:schemeClr val="bg1"/>
                </a:solidFill>
                <a:ea typeface="+mn-ea"/>
                <a:cs typeface="+mn-cs"/>
              </a:rPr>
              <a:t> and </a:t>
            </a:r>
            <a:r>
              <a:rPr lang="en-US" sz="2400" b="1" dirty="0">
                <a:solidFill>
                  <a:srgbClr val="FFFF00"/>
                </a:solidFill>
                <a:ea typeface="+mn-ea"/>
                <a:cs typeface="+mn-cs"/>
              </a:rPr>
              <a:t>Thread</a:t>
            </a:r>
            <a:r>
              <a:rPr lang="en-US" sz="2400" b="1" dirty="0">
                <a:solidFill>
                  <a:schemeClr val="bg1"/>
                </a:solidFill>
                <a:ea typeface="+mn-ea"/>
                <a:cs typeface="+mn-cs"/>
              </a:rPr>
              <a:t>? What is the difference between them?</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31" name="Oval 30">
            <a:extLst>
              <a:ext uri="{FF2B5EF4-FFF2-40B4-BE49-F238E27FC236}">
                <a16:creationId xmlns:a16="http://schemas.microsoft.com/office/drawing/2014/main" id="{4C28B8CD-0ED7-2707-C210-5B8863E7FE52}"/>
              </a:ext>
            </a:extLst>
          </p:cNvPr>
          <p:cNvSpPr/>
          <p:nvPr/>
        </p:nvSpPr>
        <p:spPr>
          <a:xfrm>
            <a:off x="940129" y="2946995"/>
            <a:ext cx="730228" cy="620963"/>
          </a:xfrm>
          <a:prstGeom prst="ellipse">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t1</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Oval 31">
            <a:extLst>
              <a:ext uri="{FF2B5EF4-FFF2-40B4-BE49-F238E27FC236}">
                <a16:creationId xmlns:a16="http://schemas.microsoft.com/office/drawing/2014/main" id="{3AF3F922-D081-5935-98F4-1CE1997BC9CB}"/>
              </a:ext>
            </a:extLst>
          </p:cNvPr>
          <p:cNvSpPr/>
          <p:nvPr/>
        </p:nvSpPr>
        <p:spPr>
          <a:xfrm>
            <a:off x="2323640" y="2941563"/>
            <a:ext cx="730228" cy="620963"/>
          </a:xfrm>
          <a:prstGeom prst="ellipse">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t2</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Oval 32">
            <a:extLst>
              <a:ext uri="{FF2B5EF4-FFF2-40B4-BE49-F238E27FC236}">
                <a16:creationId xmlns:a16="http://schemas.microsoft.com/office/drawing/2014/main" id="{19027BA8-6103-AE84-7DF3-AF7E670952F4}"/>
              </a:ext>
            </a:extLst>
          </p:cNvPr>
          <p:cNvSpPr/>
          <p:nvPr/>
        </p:nvSpPr>
        <p:spPr>
          <a:xfrm>
            <a:off x="1673210" y="1950303"/>
            <a:ext cx="730228" cy="620963"/>
          </a:xfrm>
          <a:prstGeom prst="ellipse">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t3</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Oval 33">
            <a:extLst>
              <a:ext uri="{FF2B5EF4-FFF2-40B4-BE49-F238E27FC236}">
                <a16:creationId xmlns:a16="http://schemas.microsoft.com/office/drawing/2014/main" id="{26F1C7F8-B381-69F4-F16C-418F726C6100}"/>
              </a:ext>
            </a:extLst>
          </p:cNvPr>
          <p:cNvSpPr/>
          <p:nvPr/>
        </p:nvSpPr>
        <p:spPr>
          <a:xfrm>
            <a:off x="4001795" y="2735455"/>
            <a:ext cx="854471" cy="683199"/>
          </a:xfrm>
          <a:prstGeom prst="ellipse">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t1</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Oval 34">
            <a:extLst>
              <a:ext uri="{FF2B5EF4-FFF2-40B4-BE49-F238E27FC236}">
                <a16:creationId xmlns:a16="http://schemas.microsoft.com/office/drawing/2014/main" id="{FAB480DA-F740-3B6F-D844-AA135B7B960B}"/>
              </a:ext>
            </a:extLst>
          </p:cNvPr>
          <p:cNvSpPr/>
          <p:nvPr/>
        </p:nvSpPr>
        <p:spPr>
          <a:xfrm>
            <a:off x="5128526" y="2735456"/>
            <a:ext cx="854471" cy="683199"/>
          </a:xfrm>
          <a:prstGeom prst="ellipse">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t2</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Oval 35">
            <a:extLst>
              <a:ext uri="{FF2B5EF4-FFF2-40B4-BE49-F238E27FC236}">
                <a16:creationId xmlns:a16="http://schemas.microsoft.com/office/drawing/2014/main" id="{317D65E6-9CC6-D9BD-BCE0-F84F9563F46D}"/>
              </a:ext>
            </a:extLst>
          </p:cNvPr>
          <p:cNvSpPr/>
          <p:nvPr/>
        </p:nvSpPr>
        <p:spPr>
          <a:xfrm>
            <a:off x="7176177" y="2689739"/>
            <a:ext cx="875013" cy="699360"/>
          </a:xfrm>
          <a:prstGeom prst="ellipse">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t1</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8D840503-AE3A-87CB-06F1-D61388FB6694}"/>
              </a:ext>
            </a:extLst>
          </p:cNvPr>
          <p:cNvCxnSpPr>
            <a:cxnSpLocks/>
            <a:stCxn id="31" idx="0"/>
            <a:endCxn id="33" idx="3"/>
          </p:cNvCxnSpPr>
          <p:nvPr/>
        </p:nvCxnSpPr>
        <p:spPr>
          <a:xfrm flipV="1">
            <a:off x="1305243" y="2480328"/>
            <a:ext cx="474906" cy="4666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49EC179-B3FD-99B5-5968-3D5BA09F0BF8}"/>
              </a:ext>
            </a:extLst>
          </p:cNvPr>
          <p:cNvCxnSpPr>
            <a:cxnSpLocks/>
            <a:stCxn id="32" idx="0"/>
            <a:endCxn id="33" idx="5"/>
          </p:cNvCxnSpPr>
          <p:nvPr/>
        </p:nvCxnSpPr>
        <p:spPr>
          <a:xfrm flipH="1" flipV="1">
            <a:off x="2296499" y="2480328"/>
            <a:ext cx="392255" cy="46123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37FC773E-6F44-63B5-BB24-CD46BC44EE62}"/>
              </a:ext>
            </a:extLst>
          </p:cNvPr>
          <p:cNvCxnSpPr>
            <a:cxnSpLocks/>
            <a:stCxn id="32" idx="2"/>
            <a:endCxn id="31" idx="6"/>
          </p:cNvCxnSpPr>
          <p:nvPr/>
        </p:nvCxnSpPr>
        <p:spPr>
          <a:xfrm flipH="1">
            <a:off x="1670357" y="3252045"/>
            <a:ext cx="653283" cy="54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88E4CC12-576A-1353-271E-406677BD1CFC}"/>
              </a:ext>
            </a:extLst>
          </p:cNvPr>
          <p:cNvCxnSpPr>
            <a:cxnSpLocks/>
            <a:stCxn id="35" idx="2"/>
            <a:endCxn id="34" idx="6"/>
          </p:cNvCxnSpPr>
          <p:nvPr/>
        </p:nvCxnSpPr>
        <p:spPr>
          <a:xfrm flipH="1" flipV="1">
            <a:off x="4856266" y="3077055"/>
            <a:ext cx="272260"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1034" name="Picture 10" descr="Chrome icon - Free download on Iconfinder">
            <a:extLst>
              <a:ext uri="{FF2B5EF4-FFF2-40B4-BE49-F238E27FC236}">
                <a16:creationId xmlns:a16="http://schemas.microsoft.com/office/drawing/2014/main" id="{B64A0884-10E6-1AC8-D4B0-0520A693F92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80588" y="3689861"/>
            <a:ext cx="620963" cy="620963"/>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a:extLst>
              <a:ext uri="{FF2B5EF4-FFF2-40B4-BE49-F238E27FC236}">
                <a16:creationId xmlns:a16="http://schemas.microsoft.com/office/drawing/2014/main" id="{7FB295BA-C33B-9AC2-FD47-7020B13BEB5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42770" y="3647984"/>
            <a:ext cx="683199" cy="683199"/>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a:extLst>
              <a:ext uri="{FF2B5EF4-FFF2-40B4-BE49-F238E27FC236}">
                <a16:creationId xmlns:a16="http://schemas.microsoft.com/office/drawing/2014/main" id="{B35B7812-A6FA-9FA9-F85A-0A3451293A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38714" y="3647984"/>
            <a:ext cx="616223" cy="616223"/>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a:extLst>
              <a:ext uri="{FF2B5EF4-FFF2-40B4-BE49-F238E27FC236}">
                <a16:creationId xmlns:a16="http://schemas.microsoft.com/office/drawing/2014/main" id="{CAA2DE73-1524-16B2-2BFA-944454B3FD0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2626" y="5192337"/>
            <a:ext cx="807410" cy="807410"/>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370C36B5-9DB8-3C7E-8468-BBFFC8F2B1CE}"/>
              </a:ext>
            </a:extLst>
          </p:cNvPr>
          <p:cNvSpPr txBox="1"/>
          <p:nvPr/>
        </p:nvSpPr>
        <p:spPr>
          <a:xfrm>
            <a:off x="10405730" y="6485478"/>
            <a:ext cx="1786270" cy="307777"/>
          </a:xfrm>
          <a:prstGeom prst="rect">
            <a:avLst/>
          </a:prstGeom>
          <a:noFill/>
        </p:spPr>
        <p:txBody>
          <a:bodyPr wrap="square">
            <a:spAutoFit/>
          </a:bodyPr>
          <a:lstStyle/>
          <a:p>
            <a:r>
              <a:rPr lang="en-US" sz="1400" dirty="0">
                <a:hlinkClick r:id="rId8" action="ppaction://hlinksldjump"/>
              </a:rPr>
              <a:t>back to chapter index</a:t>
            </a:r>
            <a:endParaRPr lang="en-IN" sz="1400" dirty="0"/>
          </a:p>
        </p:txBody>
      </p:sp>
    </p:spTree>
    <p:extLst>
      <p:ext uri="{BB962C8B-B14F-4D97-AF65-F5344CB8AC3E}">
        <p14:creationId xmlns:p14="http://schemas.microsoft.com/office/powerpoint/2010/main" val="2933195495"/>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difference between </a:t>
            </a:r>
            <a:r>
              <a:rPr lang="en-US" sz="2400" b="1" dirty="0">
                <a:solidFill>
                  <a:srgbClr val="FFFF00"/>
                </a:solidFill>
                <a:ea typeface="+mn-ea"/>
                <a:cs typeface="+mn-cs"/>
              </a:rPr>
              <a:t>Process</a:t>
            </a:r>
            <a:r>
              <a:rPr lang="en-US" sz="2400" b="1" dirty="0">
                <a:solidFill>
                  <a:schemeClr val="bg1"/>
                </a:solidFill>
                <a:ea typeface="+mn-ea"/>
                <a:cs typeface="+mn-cs"/>
              </a:rPr>
              <a:t> and </a:t>
            </a:r>
            <a:r>
              <a:rPr lang="en-US" sz="2400" b="1" dirty="0">
                <a:solidFill>
                  <a:srgbClr val="FFFF00"/>
                </a:solidFill>
                <a:ea typeface="+mn-ea"/>
                <a:cs typeface="+mn-cs"/>
              </a:rPr>
              <a:t>Thread</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Content Placeholder 3">
            <a:extLst>
              <a:ext uri="{FF2B5EF4-FFF2-40B4-BE49-F238E27FC236}">
                <a16:creationId xmlns:a16="http://schemas.microsoft.com/office/drawing/2014/main" id="{5A6688E3-B9B0-DA7B-1DEA-089DB6FF3560}"/>
              </a:ext>
            </a:extLst>
          </p:cNvPr>
          <p:cNvGraphicFramePr>
            <a:graphicFrameLocks noGrp="1"/>
          </p:cNvGraphicFramePr>
          <p:nvPr>
            <p:ph idx="1"/>
          </p:nvPr>
        </p:nvGraphicFramePr>
        <p:xfrm>
          <a:off x="525334" y="1438836"/>
          <a:ext cx="8484195" cy="3657598"/>
        </p:xfrm>
        <a:graphic>
          <a:graphicData uri="http://schemas.openxmlformats.org/drawingml/2006/table">
            <a:tbl>
              <a:tblPr firstRow="1" bandRow="1">
                <a:tableStyleId>{E8B1032C-EA38-4F05-BA0D-38AFFFC7BED3}</a:tableStyleId>
              </a:tblPr>
              <a:tblGrid>
                <a:gridCol w="4266717">
                  <a:extLst>
                    <a:ext uri="{9D8B030D-6E8A-4147-A177-3AD203B41FA5}">
                      <a16:colId xmlns:a16="http://schemas.microsoft.com/office/drawing/2014/main" val="312534454"/>
                    </a:ext>
                  </a:extLst>
                </a:gridCol>
                <a:gridCol w="4217478">
                  <a:extLst>
                    <a:ext uri="{9D8B030D-6E8A-4147-A177-3AD203B41FA5}">
                      <a16:colId xmlns:a16="http://schemas.microsoft.com/office/drawing/2014/main" val="1268233247"/>
                    </a:ext>
                  </a:extLst>
                </a:gridCol>
              </a:tblGrid>
              <a:tr h="591493">
                <a:tc>
                  <a:txBody>
                    <a:bodyPr/>
                    <a:lstStyle/>
                    <a:p>
                      <a:pPr algn="ctr"/>
                      <a:r>
                        <a:rPr lang="en-IN" sz="2400" b="1" i="0" kern="1200" dirty="0">
                          <a:solidFill>
                            <a:schemeClr val="tx1"/>
                          </a:solidFill>
                          <a:effectLst/>
                          <a:latin typeface="+mn-lt"/>
                          <a:ea typeface="+mn-ea"/>
                          <a:cs typeface="+mn-cs"/>
                        </a:rPr>
                        <a:t>Process</a:t>
                      </a:r>
                      <a:endParaRPr lang="en-IN" sz="2400" dirty="0"/>
                    </a:p>
                  </a:txBody>
                  <a:tcPr marL="180000" marR="540000" marT="108000" marB="108000" anchor="ctr"/>
                </a:tc>
                <a:tc>
                  <a:txBody>
                    <a:bodyPr/>
                    <a:lstStyle/>
                    <a:p>
                      <a:pPr algn="ctr"/>
                      <a:r>
                        <a:rPr lang="en-IN" sz="2400" b="1" i="0" kern="1200" dirty="0">
                          <a:solidFill>
                            <a:schemeClr val="tx1"/>
                          </a:solidFill>
                          <a:effectLst/>
                          <a:latin typeface="+mn-lt"/>
                          <a:ea typeface="+mn-ea"/>
                          <a:cs typeface="+mn-cs"/>
                        </a:rPr>
                        <a:t>Thread</a:t>
                      </a:r>
                      <a:endParaRPr lang="en-IN" sz="2400" dirty="0"/>
                    </a:p>
                  </a:txBody>
                  <a:tcPr marL="180000" marR="540000" marT="108000" marB="108000" anchor="ctr"/>
                </a:tc>
                <a:extLst>
                  <a:ext uri="{0D108BD9-81ED-4DB2-BD59-A6C34878D82A}">
                    <a16:rowId xmlns:a16="http://schemas.microsoft.com/office/drawing/2014/main" val="2733934505"/>
                  </a:ext>
                </a:extLst>
              </a:tr>
              <a:tr h="1427868">
                <a:tc>
                  <a:txBody>
                    <a:bodyPr/>
                    <a:lstStyle/>
                    <a:p>
                      <a:r>
                        <a:rPr lang="en-US" sz="1800" dirty="0"/>
                        <a:t>1. </a:t>
                      </a:r>
                      <a:r>
                        <a:rPr kumimoji="0" lang="en-US" sz="1800" b="0" i="0" u="none" strike="noStrike" kern="1200" cap="none" spc="0" normalizeH="0" baseline="0" noProof="0" dirty="0">
                          <a:ln>
                            <a:noFill/>
                          </a:ln>
                          <a:solidFill>
                            <a:prstClr val="black"/>
                          </a:solidFill>
                          <a:effectLst/>
                          <a:uLnTx/>
                          <a:uFillTx/>
                          <a:latin typeface="+mn-lt"/>
                          <a:ea typeface="+mn-ea"/>
                          <a:cs typeface="+mn-cs"/>
                        </a:rPr>
                        <a:t>A process is an instance of a program with its </a:t>
                      </a:r>
                      <a:r>
                        <a:rPr kumimoji="0" lang="en-US" sz="1800" b="1" i="0" u="none" strike="noStrike" kern="1200" cap="none" spc="0" normalizeH="0" baseline="0" noProof="0" dirty="0">
                          <a:ln>
                            <a:noFill/>
                          </a:ln>
                          <a:solidFill>
                            <a:prstClr val="black"/>
                          </a:solidFill>
                          <a:effectLst/>
                          <a:uLnTx/>
                          <a:uFillTx/>
                          <a:latin typeface="+mn-lt"/>
                          <a:ea typeface="+mn-ea"/>
                          <a:cs typeface="+mn-cs"/>
                        </a:rPr>
                        <a:t>own memory</a:t>
                      </a:r>
                      <a:r>
                        <a:rPr kumimoji="0" lang="en-US" sz="1800" b="0" i="0" u="none" strike="noStrike" kern="1200" cap="none" spc="0" normalizeH="0" baseline="0" noProof="0" dirty="0">
                          <a:ln>
                            <a:noFill/>
                          </a:ln>
                          <a:solidFill>
                            <a:prstClr val="black"/>
                          </a:solidFill>
                          <a:effectLst/>
                          <a:uLnTx/>
                          <a:uFillTx/>
                          <a:latin typeface="+mn-lt"/>
                          <a:ea typeface="+mn-ea"/>
                          <a:cs typeface="+mn-cs"/>
                        </a:rPr>
                        <a:t> space and system resources.</a:t>
                      </a:r>
                      <a:endParaRPr lang="en-IN" sz="1800" dirty="0"/>
                    </a:p>
                  </a:txBody>
                  <a:tcPr marL="180000" marR="540000" marT="108000" marB="108000" anchor="ctr"/>
                </a:tc>
                <a:tc>
                  <a:txBody>
                    <a:bodyPr/>
                    <a:lstStyle/>
                    <a:p>
                      <a:r>
                        <a:rPr kumimoji="0" lang="en-US" sz="1800" b="0" i="0" u="none" strike="noStrike" kern="1200" cap="none" spc="0" normalizeH="0" baseline="0" noProof="0" dirty="0">
                          <a:ln>
                            <a:noFill/>
                          </a:ln>
                          <a:solidFill>
                            <a:srgbClr val="202124"/>
                          </a:solidFill>
                          <a:effectLst/>
                          <a:uLnTx/>
                          <a:uFillTx/>
                          <a:latin typeface="Google Sans Text"/>
                          <a:ea typeface="+mn-ea"/>
                          <a:cs typeface="+mn-cs"/>
                        </a:rPr>
                        <a:t>A thread is the smallest unit of process, that </a:t>
                      </a:r>
                      <a:r>
                        <a:rPr kumimoji="0" lang="en-US" sz="1800" b="1" i="0" u="none" strike="noStrike" kern="1200" cap="none" spc="0" normalizeH="0" baseline="0" noProof="0" dirty="0">
                          <a:ln>
                            <a:noFill/>
                          </a:ln>
                          <a:solidFill>
                            <a:prstClr val="black"/>
                          </a:solidFill>
                          <a:effectLst/>
                          <a:uLnTx/>
                          <a:uFillTx/>
                          <a:latin typeface="+mn-lt"/>
                          <a:ea typeface="+mn-ea"/>
                          <a:cs typeface="+mn-cs"/>
                        </a:rPr>
                        <a:t>shares memory</a:t>
                      </a:r>
                      <a:r>
                        <a:rPr kumimoji="0" lang="en-US" sz="1800" b="0" i="0" u="none" strike="noStrike" kern="1200" cap="none" spc="0" normalizeH="0" baseline="0" noProof="0" dirty="0">
                          <a:ln>
                            <a:noFill/>
                          </a:ln>
                          <a:solidFill>
                            <a:prstClr val="black"/>
                          </a:solidFill>
                          <a:effectLst/>
                          <a:uLnTx/>
                          <a:uFillTx/>
                          <a:latin typeface="+mn-lt"/>
                          <a:ea typeface="+mn-ea"/>
                          <a:cs typeface="+mn-cs"/>
                        </a:rPr>
                        <a:t> and resources with other threads within the same process.</a:t>
                      </a:r>
                      <a:endParaRPr lang="en-IN" sz="1800" dirty="0"/>
                    </a:p>
                  </a:txBody>
                  <a:tcPr marL="180000" marR="540000" marT="108000" marB="108000" anchor="ctr"/>
                </a:tc>
                <a:extLst>
                  <a:ext uri="{0D108BD9-81ED-4DB2-BD59-A6C34878D82A}">
                    <a16:rowId xmlns:a16="http://schemas.microsoft.com/office/drawing/2014/main" val="2132876027"/>
                  </a:ext>
                </a:extLst>
              </a:tr>
              <a:tr h="1638237">
                <a:tc>
                  <a:txBody>
                    <a:bodyPr/>
                    <a:lstStyle/>
                    <a:p>
                      <a:r>
                        <a:rPr lang="en-IN" sz="1800" dirty="0"/>
                        <a:t>2. </a:t>
                      </a:r>
                      <a:r>
                        <a:rPr lang="en-US" sz="1800" b="0" i="0" kern="1200" dirty="0">
                          <a:solidFill>
                            <a:schemeClr val="tx1"/>
                          </a:solidFill>
                          <a:effectLst/>
                          <a:latin typeface="+mn-lt"/>
                          <a:ea typeface="+mn-ea"/>
                          <a:cs typeface="+mn-cs"/>
                        </a:rPr>
                        <a:t>Processes are </a:t>
                      </a:r>
                      <a:r>
                        <a:rPr lang="en-US" sz="1800" b="1" i="0" kern="1200" dirty="0">
                          <a:solidFill>
                            <a:schemeClr val="tx1"/>
                          </a:solidFill>
                          <a:effectLst/>
                          <a:latin typeface="+mn-lt"/>
                          <a:ea typeface="+mn-ea"/>
                          <a:cs typeface="+mn-cs"/>
                        </a:rPr>
                        <a:t>independent</a:t>
                      </a:r>
                      <a:r>
                        <a:rPr lang="en-US" sz="1800" b="0" i="0" kern="1200" dirty="0">
                          <a:solidFill>
                            <a:schemeClr val="tx1"/>
                          </a:solidFill>
                          <a:effectLst/>
                          <a:latin typeface="+mn-lt"/>
                          <a:ea typeface="+mn-ea"/>
                          <a:cs typeface="+mn-cs"/>
                        </a:rPr>
                        <a:t> of each other. Changes in one process do not affect other processes.</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Threads are </a:t>
                      </a:r>
                      <a:r>
                        <a:rPr lang="en-US" sz="1800" b="1" i="0" kern="1200" dirty="0">
                          <a:solidFill>
                            <a:schemeClr val="tx1"/>
                          </a:solidFill>
                          <a:effectLst/>
                          <a:latin typeface="+mn-lt"/>
                          <a:ea typeface="+mn-ea"/>
                          <a:cs typeface="+mn-cs"/>
                        </a:rPr>
                        <a:t>not independent</a:t>
                      </a:r>
                      <a:r>
                        <a:rPr lang="en-US" sz="1800" b="0" i="0" kern="1200" dirty="0">
                          <a:solidFill>
                            <a:schemeClr val="tx1"/>
                          </a:solidFill>
                          <a:effectLst/>
                          <a:latin typeface="+mn-lt"/>
                          <a:ea typeface="+mn-ea"/>
                          <a:cs typeface="+mn-cs"/>
                        </a:rPr>
                        <a:t>; they share resources such as memory, files, and I/O with other threads within the same process.</a:t>
                      </a:r>
                      <a:endParaRPr lang="en-IN" sz="1800" dirty="0"/>
                    </a:p>
                  </a:txBody>
                  <a:tcPr marL="180000" marR="540000" marT="108000" marB="108000" anchor="ctr"/>
                </a:tc>
                <a:extLst>
                  <a:ext uri="{0D108BD9-81ED-4DB2-BD59-A6C34878D82A}">
                    <a16:rowId xmlns:a16="http://schemas.microsoft.com/office/drawing/2014/main" val="2040826760"/>
                  </a:ext>
                </a:extLst>
              </a:tr>
            </a:tbl>
          </a:graphicData>
        </a:graphic>
      </p:graphicFrame>
      <p:sp>
        <p:nvSpPr>
          <p:cNvPr id="5" name="TextBox 4">
            <a:extLst>
              <a:ext uri="{FF2B5EF4-FFF2-40B4-BE49-F238E27FC236}">
                <a16:creationId xmlns:a16="http://schemas.microsoft.com/office/drawing/2014/main" id="{78CF183F-684C-0878-88E0-D02F05C55BFE}"/>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832874735"/>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Explain </a:t>
            </a:r>
            <a:r>
              <a:rPr lang="en-US" sz="2400" b="1" dirty="0">
                <a:solidFill>
                  <a:srgbClr val="FFFF00"/>
                </a:solidFill>
                <a:ea typeface="+mn-ea"/>
                <a:cs typeface="+mn-cs"/>
              </a:rPr>
              <a:t>Multithreading</a:t>
            </a:r>
            <a:r>
              <a:rPr lang="en-US" sz="2400" b="1" dirty="0">
                <a:solidFill>
                  <a:schemeClr val="bg1"/>
                </a:solidFill>
                <a:ea typeface="+mn-ea"/>
                <a:cs typeface="+mn-cs"/>
              </a:rPr>
              <a:t>? What is the </a:t>
            </a:r>
            <a:r>
              <a:rPr lang="en-US" sz="2400" b="1" dirty="0">
                <a:solidFill>
                  <a:srgbClr val="FFFF00"/>
                </a:solidFill>
                <a:ea typeface="+mn-ea"/>
                <a:cs typeface="+mn-cs"/>
              </a:rPr>
              <a:t>advantage</a:t>
            </a:r>
            <a:r>
              <a:rPr lang="en-US" sz="2400" b="1" dirty="0">
                <a:solidFill>
                  <a:schemeClr val="bg1"/>
                </a:solidFill>
                <a:ea typeface="+mn-ea"/>
                <a:cs typeface="+mn-cs"/>
              </a:rPr>
              <a:t> of it?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658BEBEF-52FB-A013-D404-7B175DF16EF0}"/>
              </a:ext>
            </a:extLst>
          </p:cNvPr>
          <p:cNvSpPr txBox="1"/>
          <p:nvPr/>
        </p:nvSpPr>
        <p:spPr>
          <a:xfrm>
            <a:off x="262645" y="1091380"/>
            <a:ext cx="7426628" cy="1418530"/>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Definition: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Multithreading refers to the ability to execute multiple threads of code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concurrently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within a single process.</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Times New Roman" panose="02020603050405020304" pitchFamily="18" charset="0"/>
              </a:rPr>
              <a:t> </a:t>
            </a: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Advantage: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Multithreading allows you to perform multiple tasks simultaneously, which can increase the performance.</a:t>
            </a:r>
          </a:p>
        </p:txBody>
      </p:sp>
      <p:sp>
        <p:nvSpPr>
          <p:cNvPr id="11" name="TextBox 10">
            <a:extLst>
              <a:ext uri="{FF2B5EF4-FFF2-40B4-BE49-F238E27FC236}">
                <a16:creationId xmlns:a16="http://schemas.microsoft.com/office/drawing/2014/main" id="{23EF0450-C7C2-7264-88A9-C6998C5F7D7F}"/>
              </a:ext>
            </a:extLst>
          </p:cNvPr>
          <p:cNvSpPr txBox="1"/>
          <p:nvPr/>
        </p:nvSpPr>
        <p:spPr>
          <a:xfrm>
            <a:off x="410327" y="6091192"/>
            <a:ext cx="308512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Times New Roman" panose="02020603050405020304" pitchFamily="18" charset="0"/>
              </a:rPr>
              <a:t>Single process 1 with single thread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C105FFE5-4B8F-CF7F-BE95-1EEEA072A6F7}"/>
              </a:ext>
            </a:extLst>
          </p:cNvPr>
          <p:cNvSpPr/>
          <p:nvPr/>
        </p:nvSpPr>
        <p:spPr>
          <a:xfrm>
            <a:off x="659327" y="2767142"/>
            <a:ext cx="2690867" cy="3210757"/>
          </a:xfrm>
          <a:prstGeom prst="rect">
            <a:avLst/>
          </a:prstGeom>
          <a:solidFill>
            <a:schemeClr val="bg1">
              <a:lumMod val="95000"/>
              <a:alpha val="1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Process 1</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66FA159B-7D91-4E45-8D80-94023A3FE666}"/>
              </a:ext>
            </a:extLst>
          </p:cNvPr>
          <p:cNvSpPr/>
          <p:nvPr/>
        </p:nvSpPr>
        <p:spPr>
          <a:xfrm>
            <a:off x="659327" y="3209251"/>
            <a:ext cx="2690867" cy="2778666"/>
          </a:xfrm>
          <a:prstGeom prst="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5E7D9C36-D8BE-14E9-209E-53535D01B2AE}"/>
              </a:ext>
            </a:extLst>
          </p:cNvPr>
          <p:cNvSpPr/>
          <p:nvPr/>
        </p:nvSpPr>
        <p:spPr>
          <a:xfrm>
            <a:off x="659327" y="3791141"/>
            <a:ext cx="2690867" cy="2187842"/>
          </a:xfrm>
          <a:prstGeom prst="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4F555D99-3B68-C090-7DBA-8097DDA71D5C}"/>
              </a:ext>
            </a:extLst>
          </p:cNvPr>
          <p:cNvSpPr/>
          <p:nvPr/>
        </p:nvSpPr>
        <p:spPr>
          <a:xfrm>
            <a:off x="876947" y="3365115"/>
            <a:ext cx="973282" cy="279256"/>
          </a:xfrm>
          <a:prstGeom prst="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Data</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EB1CAA47-8F33-ECEA-35B4-50799B47B647}"/>
              </a:ext>
            </a:extLst>
          </p:cNvPr>
          <p:cNvSpPr/>
          <p:nvPr/>
        </p:nvSpPr>
        <p:spPr>
          <a:xfrm>
            <a:off x="2113570" y="3369662"/>
            <a:ext cx="973282" cy="279256"/>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Files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5C2756C1-9B38-6965-597F-989D3F8E0FC7}"/>
              </a:ext>
            </a:extLst>
          </p:cNvPr>
          <p:cNvSpPr/>
          <p:nvPr/>
        </p:nvSpPr>
        <p:spPr>
          <a:xfrm>
            <a:off x="1105547" y="4210027"/>
            <a:ext cx="1808018" cy="279256"/>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Code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0" name="Straight Arrow Connector 19">
            <a:extLst>
              <a:ext uri="{FF2B5EF4-FFF2-40B4-BE49-F238E27FC236}">
                <a16:creationId xmlns:a16="http://schemas.microsoft.com/office/drawing/2014/main" id="{3823D98F-0BC5-AC0A-3995-4CC620C37BF1}"/>
              </a:ext>
            </a:extLst>
          </p:cNvPr>
          <p:cNvCxnSpPr>
            <a:cxnSpLocks/>
          </p:cNvCxnSpPr>
          <p:nvPr/>
        </p:nvCxnSpPr>
        <p:spPr>
          <a:xfrm>
            <a:off x="1999165" y="4726323"/>
            <a:ext cx="0" cy="550718"/>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AB12B80D-43A2-D333-34E1-FF53579C5BE9}"/>
              </a:ext>
            </a:extLst>
          </p:cNvPr>
          <p:cNvSpPr txBox="1"/>
          <p:nvPr/>
        </p:nvSpPr>
        <p:spPr>
          <a:xfrm>
            <a:off x="1347519" y="5308710"/>
            <a:ext cx="1632472"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Times New Roman" panose="02020603050405020304" pitchFamily="18" charset="0"/>
              </a:rPr>
              <a:t>Single thread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7E4DF9D7-C615-4358-EA85-BFDA23C7D9FD}"/>
              </a:ext>
            </a:extLst>
          </p:cNvPr>
          <p:cNvSpPr/>
          <p:nvPr/>
        </p:nvSpPr>
        <p:spPr>
          <a:xfrm>
            <a:off x="4145778" y="2768228"/>
            <a:ext cx="2690867" cy="3210756"/>
          </a:xfrm>
          <a:prstGeom prst="rect">
            <a:avLst/>
          </a:prstGeom>
          <a:solidFill>
            <a:schemeClr val="bg1">
              <a:lumMod val="95000"/>
              <a:alpha val="1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Process 2</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C0CC9B75-6351-4EB6-3CCE-B973866D703C}"/>
              </a:ext>
            </a:extLst>
          </p:cNvPr>
          <p:cNvSpPr/>
          <p:nvPr/>
        </p:nvSpPr>
        <p:spPr>
          <a:xfrm>
            <a:off x="4145778" y="3210336"/>
            <a:ext cx="2690867" cy="2778666"/>
          </a:xfrm>
          <a:prstGeom prst="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653A624F-57A0-5BAA-71AA-73D07B158A36}"/>
              </a:ext>
            </a:extLst>
          </p:cNvPr>
          <p:cNvSpPr/>
          <p:nvPr/>
        </p:nvSpPr>
        <p:spPr>
          <a:xfrm>
            <a:off x="4145778" y="3792226"/>
            <a:ext cx="2690867" cy="2187842"/>
          </a:xfrm>
          <a:prstGeom prst="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E509ADE7-CD47-B989-2543-2A5F6DE95110}"/>
              </a:ext>
            </a:extLst>
          </p:cNvPr>
          <p:cNvSpPr/>
          <p:nvPr/>
        </p:nvSpPr>
        <p:spPr>
          <a:xfrm>
            <a:off x="4363398" y="3366200"/>
            <a:ext cx="973282" cy="279256"/>
          </a:xfrm>
          <a:prstGeom prst="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Data</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EC52F702-05C2-2D09-C45C-4C01E500F1CA}"/>
              </a:ext>
            </a:extLst>
          </p:cNvPr>
          <p:cNvSpPr/>
          <p:nvPr/>
        </p:nvSpPr>
        <p:spPr>
          <a:xfrm>
            <a:off x="5600021" y="3370747"/>
            <a:ext cx="973282" cy="279256"/>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Files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8CD00C4-196D-2965-E63E-FB0AA8562FDF}"/>
              </a:ext>
            </a:extLst>
          </p:cNvPr>
          <p:cNvSpPr/>
          <p:nvPr/>
        </p:nvSpPr>
        <p:spPr>
          <a:xfrm>
            <a:off x="4363398" y="4211112"/>
            <a:ext cx="2373530" cy="279256"/>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Code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0" name="Straight Arrow Connector 29">
            <a:extLst>
              <a:ext uri="{FF2B5EF4-FFF2-40B4-BE49-F238E27FC236}">
                <a16:creationId xmlns:a16="http://schemas.microsoft.com/office/drawing/2014/main" id="{D6872422-207D-30D0-DE10-2967F57DA1AD}"/>
              </a:ext>
            </a:extLst>
          </p:cNvPr>
          <p:cNvCxnSpPr>
            <a:cxnSpLocks/>
          </p:cNvCxnSpPr>
          <p:nvPr/>
        </p:nvCxnSpPr>
        <p:spPr>
          <a:xfrm>
            <a:off x="4591998" y="4654082"/>
            <a:ext cx="0" cy="491827"/>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19863EE6-0497-0CBC-CFFB-50D9956DB31F}"/>
              </a:ext>
            </a:extLst>
          </p:cNvPr>
          <p:cNvSpPr txBox="1"/>
          <p:nvPr/>
        </p:nvSpPr>
        <p:spPr>
          <a:xfrm>
            <a:off x="4018774" y="5249819"/>
            <a:ext cx="1095836"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Times New Roman" panose="02020603050405020304" pitchFamily="18" charset="0"/>
              </a:rPr>
              <a:t>First Thread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2" name="Straight Arrow Connector 31">
            <a:extLst>
              <a:ext uri="{FF2B5EF4-FFF2-40B4-BE49-F238E27FC236}">
                <a16:creationId xmlns:a16="http://schemas.microsoft.com/office/drawing/2014/main" id="{D17FF0D4-7556-F47B-4F70-75DA1A44BBDD}"/>
              </a:ext>
            </a:extLst>
          </p:cNvPr>
          <p:cNvCxnSpPr>
            <a:cxnSpLocks/>
          </p:cNvCxnSpPr>
          <p:nvPr/>
        </p:nvCxnSpPr>
        <p:spPr>
          <a:xfrm flipH="1">
            <a:off x="5427709" y="4654082"/>
            <a:ext cx="25306" cy="491827"/>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07030ACF-738C-1E2B-B04E-F17FD8FF73B8}"/>
              </a:ext>
            </a:extLst>
          </p:cNvPr>
          <p:cNvSpPr txBox="1"/>
          <p:nvPr/>
        </p:nvSpPr>
        <p:spPr>
          <a:xfrm>
            <a:off x="4879791" y="5249819"/>
            <a:ext cx="1095836"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Times New Roman" panose="02020603050405020304" pitchFamily="18" charset="0"/>
              </a:rPr>
              <a:t>Second Thread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4" name="Straight Arrow Connector 33">
            <a:extLst>
              <a:ext uri="{FF2B5EF4-FFF2-40B4-BE49-F238E27FC236}">
                <a16:creationId xmlns:a16="http://schemas.microsoft.com/office/drawing/2014/main" id="{FF05494F-A525-CAD6-0B32-45D738FFAD3C}"/>
              </a:ext>
            </a:extLst>
          </p:cNvPr>
          <p:cNvCxnSpPr>
            <a:cxnSpLocks/>
          </p:cNvCxnSpPr>
          <p:nvPr/>
        </p:nvCxnSpPr>
        <p:spPr>
          <a:xfrm flipH="1">
            <a:off x="6406136" y="4654082"/>
            <a:ext cx="25306" cy="491827"/>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37E127CC-3E02-EF47-12FD-9A7199CE743F}"/>
              </a:ext>
            </a:extLst>
          </p:cNvPr>
          <p:cNvSpPr txBox="1"/>
          <p:nvPr/>
        </p:nvSpPr>
        <p:spPr>
          <a:xfrm>
            <a:off x="5858218" y="5249819"/>
            <a:ext cx="1095836"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Times New Roman" panose="02020603050405020304" pitchFamily="18" charset="0"/>
              </a:rPr>
              <a:t>Third Thread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7" name="Straight Connector 36">
            <a:extLst>
              <a:ext uri="{FF2B5EF4-FFF2-40B4-BE49-F238E27FC236}">
                <a16:creationId xmlns:a16="http://schemas.microsoft.com/office/drawing/2014/main" id="{B68A795C-7D1B-71EC-8CFC-99E5776B78C3}"/>
              </a:ext>
            </a:extLst>
          </p:cNvPr>
          <p:cNvCxnSpPr>
            <a:cxnSpLocks/>
          </p:cNvCxnSpPr>
          <p:nvPr/>
        </p:nvCxnSpPr>
        <p:spPr>
          <a:xfrm>
            <a:off x="4965855" y="3789271"/>
            <a:ext cx="0" cy="218862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DD9988EF-87A7-8719-B777-45F9C223061A}"/>
              </a:ext>
            </a:extLst>
          </p:cNvPr>
          <p:cNvCxnSpPr>
            <a:cxnSpLocks/>
          </p:cNvCxnSpPr>
          <p:nvPr/>
        </p:nvCxnSpPr>
        <p:spPr>
          <a:xfrm>
            <a:off x="5970601" y="3789271"/>
            <a:ext cx="5026" cy="218862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82BA1B5B-8222-14C6-324E-7DB07FA84D4C}"/>
              </a:ext>
            </a:extLst>
          </p:cNvPr>
          <p:cNvSpPr txBox="1"/>
          <p:nvPr/>
        </p:nvSpPr>
        <p:spPr>
          <a:xfrm>
            <a:off x="3879159" y="6091192"/>
            <a:ext cx="346883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Times New Roman" panose="02020603050405020304" pitchFamily="18" charset="0"/>
              </a:rPr>
              <a:t>Single process 2 with multiple threads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 name="Picture 4">
            <a:extLst>
              <a:ext uri="{FF2B5EF4-FFF2-40B4-BE49-F238E27FC236}">
                <a16:creationId xmlns:a16="http://schemas.microsoft.com/office/drawing/2014/main" id="{2E19E311-BBDA-3578-0B00-A7619D618FF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239605" y="287801"/>
            <a:ext cx="914784" cy="363946"/>
          </a:xfrm>
          <a:prstGeom prst="rect">
            <a:avLst/>
          </a:prstGeom>
        </p:spPr>
      </p:pic>
      <p:sp>
        <p:nvSpPr>
          <p:cNvPr id="6" name="TextBox 5">
            <a:extLst>
              <a:ext uri="{FF2B5EF4-FFF2-40B4-BE49-F238E27FC236}">
                <a16:creationId xmlns:a16="http://schemas.microsoft.com/office/drawing/2014/main" id="{1129E9F3-5634-644C-BB3C-E5FB2A8E8933}"/>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464257541"/>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14" name="Rectangle: Rounded Corners 13">
            <a:extLst>
              <a:ext uri="{FF2B5EF4-FFF2-40B4-BE49-F238E27FC236}">
                <a16:creationId xmlns:a16="http://schemas.microsoft.com/office/drawing/2014/main" id="{827CC58E-2079-60B2-9F59-38EBF3CE9CC2}"/>
              </a:ext>
            </a:extLst>
          </p:cNvPr>
          <p:cNvSpPr/>
          <p:nvPr/>
        </p:nvSpPr>
        <p:spPr>
          <a:xfrm>
            <a:off x="5868854" y="3014001"/>
            <a:ext cx="3209367" cy="3519656"/>
          </a:xfrm>
          <a:prstGeom prst="roundRect">
            <a:avLst/>
          </a:prstGeom>
          <a:solidFill>
            <a:schemeClr val="accent1">
              <a:alpha val="6000"/>
            </a:scheme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Create multiple threads by Java Application  developers</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Main Thread</a:t>
            </a:r>
            <a:r>
              <a:rPr lang="en-US" sz="2400" b="1" dirty="0">
                <a:solidFill>
                  <a:schemeClr val="bg1"/>
                </a:solidFill>
                <a:ea typeface="+mn-ea"/>
                <a:cs typeface="+mn-cs"/>
              </a:rPr>
              <a:t> &amp; </a:t>
            </a:r>
            <a:r>
              <a:rPr lang="en-US" sz="2400" b="1" dirty="0">
                <a:solidFill>
                  <a:srgbClr val="FFFF00"/>
                </a:solidFill>
                <a:ea typeface="+mn-ea"/>
                <a:cs typeface="+mn-cs"/>
              </a:rPr>
              <a:t>Daemon Thread </a:t>
            </a:r>
            <a:r>
              <a:rPr lang="en-US" sz="2400" b="1" dirty="0">
                <a:solidFill>
                  <a:schemeClr val="bg1"/>
                </a:solidFill>
                <a:ea typeface="+mn-ea"/>
                <a:cs typeface="+mn-cs"/>
              </a:rPr>
              <a:t>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12" name="Diagram 11">
            <a:extLst>
              <a:ext uri="{FF2B5EF4-FFF2-40B4-BE49-F238E27FC236}">
                <a16:creationId xmlns:a16="http://schemas.microsoft.com/office/drawing/2014/main" id="{48299757-A1A5-7A51-C4D7-A52F8508EFB3}"/>
              </a:ext>
            </a:extLst>
          </p:cNvPr>
          <p:cNvGraphicFramePr/>
          <p:nvPr/>
        </p:nvGraphicFramePr>
        <p:xfrm>
          <a:off x="5969061" y="1099064"/>
          <a:ext cx="5608435" cy="5506617"/>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15" name="Rectangle 14">
            <a:extLst>
              <a:ext uri="{FF2B5EF4-FFF2-40B4-BE49-F238E27FC236}">
                <a16:creationId xmlns:a16="http://schemas.microsoft.com/office/drawing/2014/main" id="{386476D0-C83D-9FBE-9090-9766ECA13D24}"/>
              </a:ext>
            </a:extLst>
          </p:cNvPr>
          <p:cNvSpPr/>
          <p:nvPr/>
        </p:nvSpPr>
        <p:spPr>
          <a:xfrm>
            <a:off x="355692" y="3429000"/>
            <a:ext cx="4892714" cy="183065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Main Thread executed by JVM</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6" name="TextBox 15">
            <a:extLst>
              <a:ext uri="{FF2B5EF4-FFF2-40B4-BE49-F238E27FC236}">
                <a16:creationId xmlns:a16="http://schemas.microsoft.com/office/drawing/2014/main" id="{170057C6-6166-FC6C-AAA4-B91D43C473AA}"/>
              </a:ext>
            </a:extLst>
          </p:cNvPr>
          <p:cNvSpPr txBox="1"/>
          <p:nvPr/>
        </p:nvSpPr>
        <p:spPr>
          <a:xfrm>
            <a:off x="355693" y="964599"/>
            <a:ext cx="4892714" cy="2011256"/>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Main Thread is the primary thread created by the Java Virtual Machine (JVM) which executes the main() method.</a:t>
            </a: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aemon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threads are background threads that provide supporting services. For example, Garbage Collection.</a:t>
            </a:r>
          </a:p>
        </p:txBody>
      </p:sp>
      <p:cxnSp>
        <p:nvCxnSpPr>
          <p:cNvPr id="5" name="Straight Arrow Connector 4">
            <a:extLst>
              <a:ext uri="{FF2B5EF4-FFF2-40B4-BE49-F238E27FC236}">
                <a16:creationId xmlns:a16="http://schemas.microsoft.com/office/drawing/2014/main" id="{8492CF96-B01F-9F06-2063-EE692DEA6369}"/>
              </a:ext>
            </a:extLst>
          </p:cNvPr>
          <p:cNvCxnSpPr>
            <a:cxnSpLocks/>
          </p:cNvCxnSpPr>
          <p:nvPr/>
        </p:nvCxnSpPr>
        <p:spPr>
          <a:xfrm flipV="1">
            <a:off x="2802049" y="2369127"/>
            <a:ext cx="3494842" cy="1651544"/>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75D24810-A876-8D03-B118-1AB644C47525}"/>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3530754437"/>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954381"/>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In how many ways we can implement multithreading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How to implement multithreading using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Thread class</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How to implement multithreading using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Runnable Interface</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the differences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Thread class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&amp;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Runnable interface</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are some important methods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Thread class</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20. Multithreading - Implementation</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0F113A0E-1C65-3BE1-E55C-A0B80D532356}"/>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98707FC0-8C41-4E67-2D76-BEC00C88C632}"/>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346249" y="1532869"/>
            <a:ext cx="636255" cy="253133"/>
          </a:xfrm>
          <a:prstGeom prst="rect">
            <a:avLst/>
          </a:prstGeom>
        </p:spPr>
      </p:pic>
      <p:pic>
        <p:nvPicPr>
          <p:cNvPr id="5" name="Picture 4">
            <a:extLst>
              <a:ext uri="{FF2B5EF4-FFF2-40B4-BE49-F238E27FC236}">
                <a16:creationId xmlns:a16="http://schemas.microsoft.com/office/drawing/2014/main" id="{D6C89CDA-3903-AAD0-1217-98D56B06398A}"/>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329316" y="2311800"/>
            <a:ext cx="636255" cy="253133"/>
          </a:xfrm>
          <a:prstGeom prst="rect">
            <a:avLst/>
          </a:prstGeom>
        </p:spPr>
      </p:pic>
      <p:pic>
        <p:nvPicPr>
          <p:cNvPr id="6" name="Picture 5">
            <a:extLst>
              <a:ext uri="{FF2B5EF4-FFF2-40B4-BE49-F238E27FC236}">
                <a16:creationId xmlns:a16="http://schemas.microsoft.com/office/drawing/2014/main" id="{DC47D6C1-D86A-375D-F0D9-CE93AC159057}"/>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989717" y="2718199"/>
            <a:ext cx="636255" cy="253133"/>
          </a:xfrm>
          <a:prstGeom prst="rect">
            <a:avLst/>
          </a:prstGeom>
        </p:spPr>
      </p:pic>
      <p:sp>
        <p:nvSpPr>
          <p:cNvPr id="10" name="TextBox 9">
            <a:extLst>
              <a:ext uri="{FF2B5EF4-FFF2-40B4-BE49-F238E27FC236}">
                <a16:creationId xmlns:a16="http://schemas.microsoft.com/office/drawing/2014/main" id="{1196978B-B639-E959-FFD3-2F39351BA0B3}"/>
              </a:ext>
            </a:extLst>
          </p:cNvPr>
          <p:cNvSpPr txBox="1"/>
          <p:nvPr/>
        </p:nvSpPr>
        <p:spPr>
          <a:xfrm>
            <a:off x="10342731" y="6373174"/>
            <a:ext cx="1972639" cy="307777"/>
          </a:xfrm>
          <a:prstGeom prst="rect">
            <a:avLst/>
          </a:prstGeom>
          <a:noFill/>
        </p:spPr>
        <p:txBody>
          <a:bodyPr wrap="square">
            <a:spAutoFit/>
          </a:bodyPr>
          <a:lstStyle/>
          <a:p>
            <a:r>
              <a:rPr lang="en-US" sz="1400" dirty="0">
                <a:hlinkClick r:id="rId10" action="ppaction://hlinksldjump"/>
              </a:rPr>
              <a:t>Back to main index</a:t>
            </a:r>
            <a:endParaRPr lang="en-IN" sz="1400" dirty="0"/>
          </a:p>
        </p:txBody>
      </p:sp>
    </p:spTree>
    <p:extLst>
      <p:ext uri="{BB962C8B-B14F-4D97-AF65-F5344CB8AC3E}">
        <p14:creationId xmlns:p14="http://schemas.microsoft.com/office/powerpoint/2010/main" val="3939585397"/>
      </p:ext>
    </p:extLst>
  </p:cSld>
  <p:clrMapOvr>
    <a:overrideClrMapping bg1="dk1" tx1="lt1" bg2="dk2" tx2="lt2" accent1="accent1" accent2="accent2" accent3="accent3" accent4="accent4" accent5="accent5" accent6="accent6" hlink="hlink" folHlink="folHlink"/>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In how many ways we can implement multithreading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0" name="Diagram 39">
            <a:extLst>
              <a:ext uri="{FF2B5EF4-FFF2-40B4-BE49-F238E27FC236}">
                <a16:creationId xmlns:a16="http://schemas.microsoft.com/office/drawing/2014/main" id="{52F3E7BD-7BB0-7018-15DC-FF94624798EF}"/>
              </a:ext>
            </a:extLst>
          </p:cNvPr>
          <p:cNvGraphicFramePr/>
          <p:nvPr/>
        </p:nvGraphicFramePr>
        <p:xfrm>
          <a:off x="-38401" y="1703540"/>
          <a:ext cx="9423033" cy="261224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4" name="Rectangle: Rounded Corners 3">
            <a:extLst>
              <a:ext uri="{FF2B5EF4-FFF2-40B4-BE49-F238E27FC236}">
                <a16:creationId xmlns:a16="http://schemas.microsoft.com/office/drawing/2014/main" id="{32555984-4394-0B57-487A-484E7D5E9364}"/>
              </a:ext>
            </a:extLst>
          </p:cNvPr>
          <p:cNvSpPr/>
          <p:nvPr/>
        </p:nvSpPr>
        <p:spPr>
          <a:xfrm>
            <a:off x="3734189" y="5187159"/>
            <a:ext cx="1729138" cy="739035"/>
          </a:xfrm>
          <a:prstGeom prst="roundRect">
            <a:avLst/>
          </a:prstGeom>
          <a:solidFill>
            <a:schemeClr val="accent5">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Run()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method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 name="Connector: Elbow 5">
            <a:extLst>
              <a:ext uri="{FF2B5EF4-FFF2-40B4-BE49-F238E27FC236}">
                <a16:creationId xmlns:a16="http://schemas.microsoft.com/office/drawing/2014/main" id="{6BE4FB40-0452-2717-2BB0-6AA575B330A1}"/>
              </a:ext>
            </a:extLst>
          </p:cNvPr>
          <p:cNvCxnSpPr>
            <a:cxnSpLocks/>
            <a:endCxn id="4" idx="1"/>
          </p:cNvCxnSpPr>
          <p:nvPr/>
        </p:nvCxnSpPr>
        <p:spPr>
          <a:xfrm>
            <a:off x="1893408" y="4315780"/>
            <a:ext cx="1840781" cy="1240897"/>
          </a:xfrm>
          <a:prstGeom prst="bentConnector3">
            <a:avLst>
              <a:gd name="adj1" fmla="val 325"/>
            </a:avLst>
          </a:prstGeom>
          <a:ln>
            <a:solidFill>
              <a:srgbClr val="92D050"/>
            </a:solidFill>
          </a:ln>
        </p:spPr>
        <p:style>
          <a:lnRef idx="1">
            <a:schemeClr val="accent2"/>
          </a:lnRef>
          <a:fillRef idx="0">
            <a:schemeClr val="accent2"/>
          </a:fillRef>
          <a:effectRef idx="0">
            <a:schemeClr val="accent2"/>
          </a:effectRef>
          <a:fontRef idx="minor">
            <a:schemeClr val="tx1"/>
          </a:fontRef>
        </p:style>
      </p:cxnSp>
      <p:cxnSp>
        <p:nvCxnSpPr>
          <p:cNvPr id="12" name="Connector: Elbow 11">
            <a:extLst>
              <a:ext uri="{FF2B5EF4-FFF2-40B4-BE49-F238E27FC236}">
                <a16:creationId xmlns:a16="http://schemas.microsoft.com/office/drawing/2014/main" id="{26D2A873-7C80-FC43-8D93-A0EAD5C335A1}"/>
              </a:ext>
            </a:extLst>
          </p:cNvPr>
          <p:cNvCxnSpPr>
            <a:endCxn id="4" idx="3"/>
          </p:cNvCxnSpPr>
          <p:nvPr/>
        </p:nvCxnSpPr>
        <p:spPr>
          <a:xfrm rot="10800000" flipV="1">
            <a:off x="5463327" y="4315779"/>
            <a:ext cx="1916482" cy="1240897"/>
          </a:xfrm>
          <a:prstGeom prst="bentConnector3">
            <a:avLst>
              <a:gd name="adj1" fmla="val -327"/>
            </a:avLst>
          </a:prstGeom>
          <a:ln>
            <a:solidFill>
              <a:srgbClr val="92D050"/>
            </a:solidFill>
          </a:ln>
        </p:spPr>
        <p:style>
          <a:lnRef idx="1">
            <a:schemeClr val="accent2"/>
          </a:lnRef>
          <a:fillRef idx="0">
            <a:schemeClr val="accent2"/>
          </a:fillRef>
          <a:effectRef idx="0">
            <a:schemeClr val="accent2"/>
          </a:effectRef>
          <a:fontRef idx="minor">
            <a:schemeClr val="tx1"/>
          </a:fontRef>
        </p:style>
      </p:cxnSp>
      <p:sp>
        <p:nvSpPr>
          <p:cNvPr id="15" name="TextBox 14">
            <a:extLst>
              <a:ext uri="{FF2B5EF4-FFF2-40B4-BE49-F238E27FC236}">
                <a16:creationId xmlns:a16="http://schemas.microsoft.com/office/drawing/2014/main" id="{2FAF543D-006D-EA9E-3EC3-06300AF5BA44}"/>
              </a:ext>
            </a:extLst>
          </p:cNvPr>
          <p:cNvSpPr txBox="1"/>
          <p:nvPr/>
        </p:nvSpPr>
        <p:spPr>
          <a:xfrm>
            <a:off x="933260" y="5187346"/>
            <a:ext cx="102141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Override</a:t>
            </a:r>
          </a:p>
        </p:txBody>
      </p:sp>
      <p:sp>
        <p:nvSpPr>
          <p:cNvPr id="16" name="TextBox 15">
            <a:extLst>
              <a:ext uri="{FF2B5EF4-FFF2-40B4-BE49-F238E27FC236}">
                <a16:creationId xmlns:a16="http://schemas.microsoft.com/office/drawing/2014/main" id="{AD50CEE6-115C-B52A-D0EF-0C01F3808BC5}"/>
              </a:ext>
            </a:extLst>
          </p:cNvPr>
          <p:cNvSpPr txBox="1"/>
          <p:nvPr/>
        </p:nvSpPr>
        <p:spPr>
          <a:xfrm>
            <a:off x="7445462" y="5193608"/>
            <a:ext cx="128160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Implement</a:t>
            </a:r>
          </a:p>
        </p:txBody>
      </p:sp>
      <p:pic>
        <p:nvPicPr>
          <p:cNvPr id="17" name="Picture 16">
            <a:extLst>
              <a:ext uri="{FF2B5EF4-FFF2-40B4-BE49-F238E27FC236}">
                <a16:creationId xmlns:a16="http://schemas.microsoft.com/office/drawing/2014/main" id="{FBB09AAC-7CCC-4B70-32C6-762106EE3B57}"/>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254211" y="287801"/>
            <a:ext cx="914784" cy="363946"/>
          </a:xfrm>
          <a:prstGeom prst="rect">
            <a:avLst/>
          </a:prstGeom>
        </p:spPr>
      </p:pic>
      <p:sp>
        <p:nvSpPr>
          <p:cNvPr id="18" name="TextBox 17">
            <a:extLst>
              <a:ext uri="{FF2B5EF4-FFF2-40B4-BE49-F238E27FC236}">
                <a16:creationId xmlns:a16="http://schemas.microsoft.com/office/drawing/2014/main" id="{F56169FC-75AB-A76E-C6E2-38C1EBFA2004}"/>
              </a:ext>
            </a:extLst>
          </p:cNvPr>
          <p:cNvSpPr txBox="1"/>
          <p:nvPr/>
        </p:nvSpPr>
        <p:spPr>
          <a:xfrm>
            <a:off x="1138555" y="3075069"/>
            <a:ext cx="102141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Extend</a:t>
            </a:r>
          </a:p>
        </p:txBody>
      </p:sp>
      <p:sp>
        <p:nvSpPr>
          <p:cNvPr id="19" name="TextBox 18">
            <a:extLst>
              <a:ext uri="{FF2B5EF4-FFF2-40B4-BE49-F238E27FC236}">
                <a16:creationId xmlns:a16="http://schemas.microsoft.com/office/drawing/2014/main" id="{E2E5951C-EA4C-B5B5-5E0B-91C8F546AEE7}"/>
              </a:ext>
            </a:extLst>
          </p:cNvPr>
          <p:cNvSpPr txBox="1"/>
          <p:nvPr/>
        </p:nvSpPr>
        <p:spPr>
          <a:xfrm>
            <a:off x="7395851" y="3059668"/>
            <a:ext cx="138082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Implement</a:t>
            </a:r>
          </a:p>
        </p:txBody>
      </p:sp>
      <p:sp>
        <p:nvSpPr>
          <p:cNvPr id="5" name="TextBox 4">
            <a:extLst>
              <a:ext uri="{FF2B5EF4-FFF2-40B4-BE49-F238E27FC236}">
                <a16:creationId xmlns:a16="http://schemas.microsoft.com/office/drawing/2014/main" id="{B0BB3BF2-D74E-29AA-62F3-72493206D595}"/>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3214932078"/>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How to implement multithreading using </a:t>
            </a:r>
            <a:r>
              <a:rPr lang="en-US" sz="2400" b="1" dirty="0">
                <a:solidFill>
                  <a:srgbClr val="FFFF00"/>
                </a:solidFill>
                <a:ea typeface="+mn-ea"/>
                <a:cs typeface="+mn-cs"/>
              </a:rPr>
              <a:t>Thread class</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6" name="Diagram 5">
            <a:extLst>
              <a:ext uri="{FF2B5EF4-FFF2-40B4-BE49-F238E27FC236}">
                <a16:creationId xmlns:a16="http://schemas.microsoft.com/office/drawing/2014/main" id="{C81A0D0B-5B8E-BC59-F0A6-457797D8EBB9}"/>
              </a:ext>
            </a:extLst>
          </p:cNvPr>
          <p:cNvGraphicFramePr/>
          <p:nvPr/>
        </p:nvGraphicFramePr>
        <p:xfrm>
          <a:off x="-311118" y="1671456"/>
          <a:ext cx="10117017" cy="261224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7" name="Rectangle: Rounded Corners 6">
            <a:extLst>
              <a:ext uri="{FF2B5EF4-FFF2-40B4-BE49-F238E27FC236}">
                <a16:creationId xmlns:a16="http://schemas.microsoft.com/office/drawing/2014/main" id="{54DC5175-0FEC-DA57-86A0-BDC3BF594C70}"/>
              </a:ext>
            </a:extLst>
          </p:cNvPr>
          <p:cNvSpPr/>
          <p:nvPr/>
        </p:nvSpPr>
        <p:spPr>
          <a:xfrm>
            <a:off x="3830438" y="5155075"/>
            <a:ext cx="1729138" cy="739035"/>
          </a:xfrm>
          <a:prstGeom prst="roundRect">
            <a:avLst/>
          </a:prstGeom>
          <a:solidFill>
            <a:schemeClr val="accent5">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Run()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method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 name="Connector: Elbow 7">
            <a:extLst>
              <a:ext uri="{FF2B5EF4-FFF2-40B4-BE49-F238E27FC236}">
                <a16:creationId xmlns:a16="http://schemas.microsoft.com/office/drawing/2014/main" id="{7AF2801E-29A1-EC18-2310-44882DD514A9}"/>
              </a:ext>
            </a:extLst>
          </p:cNvPr>
          <p:cNvCxnSpPr>
            <a:cxnSpLocks/>
            <a:endCxn id="7" idx="1"/>
          </p:cNvCxnSpPr>
          <p:nvPr/>
        </p:nvCxnSpPr>
        <p:spPr>
          <a:xfrm>
            <a:off x="1989657" y="4283696"/>
            <a:ext cx="1840781" cy="1240897"/>
          </a:xfrm>
          <a:prstGeom prst="bentConnector3">
            <a:avLst>
              <a:gd name="adj1" fmla="val 325"/>
            </a:avLst>
          </a:prstGeom>
          <a:ln>
            <a:solidFill>
              <a:srgbClr val="92D050"/>
            </a:solidFill>
          </a:ln>
        </p:spPr>
        <p:style>
          <a:lnRef idx="1">
            <a:schemeClr val="accent2"/>
          </a:lnRef>
          <a:fillRef idx="0">
            <a:schemeClr val="accent2"/>
          </a:fillRef>
          <a:effectRef idx="0">
            <a:schemeClr val="accent2"/>
          </a:effectRef>
          <a:fontRef idx="minor">
            <a:schemeClr val="tx1"/>
          </a:fontRef>
        </p:style>
      </p:cxnSp>
      <p:cxnSp>
        <p:nvCxnSpPr>
          <p:cNvPr id="10" name="Connector: Elbow 9">
            <a:extLst>
              <a:ext uri="{FF2B5EF4-FFF2-40B4-BE49-F238E27FC236}">
                <a16:creationId xmlns:a16="http://schemas.microsoft.com/office/drawing/2014/main" id="{06843A56-C81B-F433-CE6A-A7691770E03B}"/>
              </a:ext>
            </a:extLst>
          </p:cNvPr>
          <p:cNvCxnSpPr>
            <a:endCxn id="7" idx="3"/>
          </p:cNvCxnSpPr>
          <p:nvPr/>
        </p:nvCxnSpPr>
        <p:spPr>
          <a:xfrm rot="10800000" flipV="1">
            <a:off x="5559576" y="4283695"/>
            <a:ext cx="1916482" cy="1240897"/>
          </a:xfrm>
          <a:prstGeom prst="bentConnector3">
            <a:avLst>
              <a:gd name="adj1" fmla="val -327"/>
            </a:avLst>
          </a:prstGeom>
          <a:ln>
            <a:solidFill>
              <a:srgbClr val="92D050"/>
            </a:solidFill>
          </a:ln>
        </p:spPr>
        <p:style>
          <a:lnRef idx="1">
            <a:schemeClr val="accent2"/>
          </a:lnRef>
          <a:fillRef idx="0">
            <a:schemeClr val="accent2"/>
          </a:fillRef>
          <a:effectRef idx="0">
            <a:schemeClr val="accent2"/>
          </a:effectRef>
          <a:fontRef idx="minor">
            <a:schemeClr val="tx1"/>
          </a:fontRef>
        </p:style>
      </p:cxnSp>
      <p:sp>
        <p:nvSpPr>
          <p:cNvPr id="11" name="TextBox 10">
            <a:extLst>
              <a:ext uri="{FF2B5EF4-FFF2-40B4-BE49-F238E27FC236}">
                <a16:creationId xmlns:a16="http://schemas.microsoft.com/office/drawing/2014/main" id="{1635443B-5430-E9BE-5A6B-CED3167D0DE6}"/>
              </a:ext>
            </a:extLst>
          </p:cNvPr>
          <p:cNvSpPr txBox="1"/>
          <p:nvPr/>
        </p:nvSpPr>
        <p:spPr>
          <a:xfrm>
            <a:off x="1107251" y="5155262"/>
            <a:ext cx="102141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Override</a:t>
            </a:r>
          </a:p>
        </p:txBody>
      </p:sp>
      <p:sp>
        <p:nvSpPr>
          <p:cNvPr id="12" name="TextBox 11">
            <a:extLst>
              <a:ext uri="{FF2B5EF4-FFF2-40B4-BE49-F238E27FC236}">
                <a16:creationId xmlns:a16="http://schemas.microsoft.com/office/drawing/2014/main" id="{136D75DE-142C-7CCD-FC4E-CB744DA948D9}"/>
              </a:ext>
            </a:extLst>
          </p:cNvPr>
          <p:cNvSpPr txBox="1"/>
          <p:nvPr/>
        </p:nvSpPr>
        <p:spPr>
          <a:xfrm>
            <a:off x="7525669" y="5161524"/>
            <a:ext cx="128160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Implement</a:t>
            </a:r>
          </a:p>
        </p:txBody>
      </p:sp>
      <p:sp>
        <p:nvSpPr>
          <p:cNvPr id="13" name="TextBox 12">
            <a:extLst>
              <a:ext uri="{FF2B5EF4-FFF2-40B4-BE49-F238E27FC236}">
                <a16:creationId xmlns:a16="http://schemas.microsoft.com/office/drawing/2014/main" id="{614AA22A-3A20-29E6-2B6C-EA5A008A0996}"/>
              </a:ext>
            </a:extLst>
          </p:cNvPr>
          <p:cNvSpPr txBox="1"/>
          <p:nvPr/>
        </p:nvSpPr>
        <p:spPr>
          <a:xfrm>
            <a:off x="1218762" y="3042985"/>
            <a:ext cx="102141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Extend</a:t>
            </a:r>
          </a:p>
        </p:txBody>
      </p:sp>
      <p:sp>
        <p:nvSpPr>
          <p:cNvPr id="14" name="TextBox 13">
            <a:extLst>
              <a:ext uri="{FF2B5EF4-FFF2-40B4-BE49-F238E27FC236}">
                <a16:creationId xmlns:a16="http://schemas.microsoft.com/office/drawing/2014/main" id="{591411A9-6E92-40F7-0658-6D6E0EC35578}"/>
              </a:ext>
            </a:extLst>
          </p:cNvPr>
          <p:cNvSpPr txBox="1"/>
          <p:nvPr/>
        </p:nvSpPr>
        <p:spPr>
          <a:xfrm>
            <a:off x="7476058" y="3027584"/>
            <a:ext cx="138082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Implement</a:t>
            </a:r>
          </a:p>
        </p:txBody>
      </p:sp>
      <p:sp>
        <p:nvSpPr>
          <p:cNvPr id="4" name="TextBox 3">
            <a:extLst>
              <a:ext uri="{FF2B5EF4-FFF2-40B4-BE49-F238E27FC236}">
                <a16:creationId xmlns:a16="http://schemas.microsoft.com/office/drawing/2014/main" id="{F5F2CDAA-3197-4280-3ADA-E5582F8780A7}"/>
              </a:ext>
            </a:extLst>
          </p:cNvPr>
          <p:cNvSpPr txBox="1"/>
          <p:nvPr/>
        </p:nvSpPr>
        <p:spPr>
          <a:xfrm>
            <a:off x="10405730" y="6485478"/>
            <a:ext cx="1786270" cy="307777"/>
          </a:xfrm>
          <a:prstGeom prst="rect">
            <a:avLst/>
          </a:prstGeom>
          <a:noFill/>
        </p:spPr>
        <p:txBody>
          <a:bodyPr wrap="square">
            <a:spAutoFit/>
          </a:bodyPr>
          <a:lstStyle/>
          <a:p>
            <a:r>
              <a:rPr lang="en-US" sz="1400" dirty="0">
                <a:hlinkClick r:id="rId9" action="ppaction://hlinksldjump"/>
              </a:rPr>
              <a:t>back to chapter index</a:t>
            </a:r>
            <a:endParaRPr lang="en-IN" sz="1400" dirty="0"/>
          </a:p>
        </p:txBody>
      </p:sp>
    </p:spTree>
    <p:extLst>
      <p:ext uri="{BB962C8B-B14F-4D97-AF65-F5344CB8AC3E}">
        <p14:creationId xmlns:p14="http://schemas.microsoft.com/office/powerpoint/2010/main" val="2045747514"/>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How to implement multithreading using </a:t>
            </a:r>
            <a:r>
              <a:rPr lang="en-US" sz="2400" b="1" dirty="0">
                <a:solidFill>
                  <a:srgbClr val="FFFF00"/>
                </a:solidFill>
                <a:ea typeface="+mn-ea"/>
                <a:cs typeface="+mn-cs"/>
              </a:rPr>
              <a:t>Thread class</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23640105-77DA-B54F-0ACF-D06867C887A0}"/>
              </a:ext>
            </a:extLst>
          </p:cNvPr>
          <p:cNvSpPr/>
          <p:nvPr/>
        </p:nvSpPr>
        <p:spPr>
          <a:xfrm>
            <a:off x="5882463" y="1018387"/>
            <a:ext cx="5159188" cy="557398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@Override (Optional)</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run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"Second 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Main thread started</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new thread</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thread1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MyThread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Start a new thread</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thread1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start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Main thread continues execution</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"Main 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0" name="Freeform: Shape 9">
            <a:extLst>
              <a:ext uri="{FF2B5EF4-FFF2-40B4-BE49-F238E27FC236}">
                <a16:creationId xmlns:a16="http://schemas.microsoft.com/office/drawing/2014/main" id="{E3A58560-00CF-D4AB-89F5-08CA0921E4CE}"/>
              </a:ext>
            </a:extLst>
          </p:cNvPr>
          <p:cNvSpPr/>
          <p:nvPr/>
        </p:nvSpPr>
        <p:spPr>
          <a:xfrm>
            <a:off x="6016933" y="2458379"/>
            <a:ext cx="307299" cy="2315327"/>
          </a:xfrm>
          <a:custGeom>
            <a:avLst/>
            <a:gdLst>
              <a:gd name="connsiteX0" fmla="*/ 1310835 w 1310835"/>
              <a:gd name="connsiteY0" fmla="*/ 2805830 h 2805830"/>
              <a:gd name="connsiteX1" fmla="*/ 208545 w 1310835"/>
              <a:gd name="connsiteY1" fmla="*/ 2016690 h 2805830"/>
              <a:gd name="connsiteX2" fmla="*/ 70758 w 1310835"/>
              <a:gd name="connsiteY2" fmla="*/ 450937 h 2805830"/>
              <a:gd name="connsiteX3" fmla="*/ 1022736 w 1310835"/>
              <a:gd name="connsiteY3" fmla="*/ 0 h 2805830"/>
            </a:gdLst>
            <a:ahLst/>
            <a:cxnLst>
              <a:cxn ang="0">
                <a:pos x="connsiteX0" y="connsiteY0"/>
              </a:cxn>
              <a:cxn ang="0">
                <a:pos x="connsiteX1" y="connsiteY1"/>
              </a:cxn>
              <a:cxn ang="0">
                <a:pos x="connsiteX2" y="connsiteY2"/>
              </a:cxn>
              <a:cxn ang="0">
                <a:pos x="connsiteX3" y="connsiteY3"/>
              </a:cxn>
            </a:cxnLst>
            <a:rect l="l" t="t" r="r" b="b"/>
            <a:pathLst>
              <a:path w="1310835" h="2805830">
                <a:moveTo>
                  <a:pt x="1310835" y="2805830"/>
                </a:moveTo>
                <a:cubicBezTo>
                  <a:pt x="863029" y="2607501"/>
                  <a:pt x="415224" y="2409172"/>
                  <a:pt x="208545" y="2016690"/>
                </a:cubicBezTo>
                <a:cubicBezTo>
                  <a:pt x="1866" y="1624208"/>
                  <a:pt x="-64940" y="787052"/>
                  <a:pt x="70758" y="450937"/>
                </a:cubicBezTo>
                <a:cubicBezTo>
                  <a:pt x="206456" y="114822"/>
                  <a:pt x="614596" y="57411"/>
                  <a:pt x="1022736" y="0"/>
                </a:cubicBezTo>
              </a:path>
            </a:pathLst>
          </a:custGeom>
          <a:noFill/>
          <a:ln w="12700">
            <a:solidFill>
              <a:srgbClr val="FF0000"/>
            </a:solidFill>
            <a:prstDash val="dash"/>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Box 12">
            <a:extLst>
              <a:ext uri="{FF2B5EF4-FFF2-40B4-BE49-F238E27FC236}">
                <a16:creationId xmlns:a16="http://schemas.microsoft.com/office/drawing/2014/main" id="{08FC9509-9A2B-FB64-061B-1A6AB31ED55C}"/>
              </a:ext>
            </a:extLst>
          </p:cNvPr>
          <p:cNvSpPr txBox="1"/>
          <p:nvPr/>
        </p:nvSpPr>
        <p:spPr>
          <a:xfrm>
            <a:off x="355693" y="1156503"/>
            <a:ext cx="3800970" cy="4251100"/>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Steps to implement multithreading using Thread class:</a:t>
            </a:r>
          </a:p>
          <a:p>
            <a:pPr marL="342900" marR="0" lvl="0" indent="-342900" algn="l" defTabSz="914400" rtl="0" eaLnBrk="1" fontAlgn="auto" latinLnBrk="0" hangingPunct="1">
              <a:lnSpc>
                <a:spcPct val="107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Define a class that extends Thread class.</a:t>
            </a:r>
          </a:p>
          <a:p>
            <a:pPr marL="342900" marR="0" lvl="0" indent="-342900" algn="l" defTabSz="914400" rtl="0" eaLnBrk="1" fontAlgn="auto" latinLnBrk="0" hangingPunct="1">
              <a:lnSpc>
                <a:spcPct val="107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Override the run() method with the code you want to run concurrently.</a:t>
            </a:r>
          </a:p>
          <a:p>
            <a:pPr marL="342900" marR="0" lvl="0" indent="-342900" algn="l" defTabSz="914400" rtl="0" eaLnBrk="1" fontAlgn="auto" latinLnBrk="0" hangingPunct="1">
              <a:lnSpc>
                <a:spcPct val="107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Instantiate the subclass and call its start() method to initiate the thread's execution.</a:t>
            </a:r>
          </a:p>
          <a:p>
            <a:pPr marL="342900" marR="0" lvl="0" indent="-342900" algn="l" defTabSz="914400" rtl="0" eaLnBrk="1" fontAlgn="auto" latinLnBrk="0" hangingPunct="1">
              <a:lnSpc>
                <a:spcPct val="107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run() method will execute concurrently in a separate thread.</a:t>
            </a:r>
          </a:p>
        </p:txBody>
      </p:sp>
      <p:sp>
        <p:nvSpPr>
          <p:cNvPr id="5" name="Left Brace 4">
            <a:extLst>
              <a:ext uri="{FF2B5EF4-FFF2-40B4-BE49-F238E27FC236}">
                <a16:creationId xmlns:a16="http://schemas.microsoft.com/office/drawing/2014/main" id="{7061922E-2A71-8EE3-118C-D4B492A67886}"/>
              </a:ext>
            </a:extLst>
          </p:cNvPr>
          <p:cNvSpPr/>
          <p:nvPr/>
        </p:nvSpPr>
        <p:spPr>
          <a:xfrm>
            <a:off x="5631591" y="3511440"/>
            <a:ext cx="239735" cy="2566631"/>
          </a:xfrm>
          <a:prstGeom prst="leftBrace">
            <a:avLst/>
          </a:prstGeom>
          <a:ln w="127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B6B02E5E-2F20-0A31-29EB-EBAEAC6B0DC0}"/>
              </a:ext>
            </a:extLst>
          </p:cNvPr>
          <p:cNvSpPr txBox="1"/>
          <p:nvPr/>
        </p:nvSpPr>
        <p:spPr>
          <a:xfrm>
            <a:off x="4596832" y="4450540"/>
            <a:ext cx="1252014"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Main Thread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eft Brace 7">
            <a:extLst>
              <a:ext uri="{FF2B5EF4-FFF2-40B4-BE49-F238E27FC236}">
                <a16:creationId xmlns:a16="http://schemas.microsoft.com/office/drawing/2014/main" id="{EDCB5BDD-DC1D-1C70-D08B-D2138B755D3E}"/>
              </a:ext>
            </a:extLst>
          </p:cNvPr>
          <p:cNvSpPr/>
          <p:nvPr/>
        </p:nvSpPr>
        <p:spPr>
          <a:xfrm>
            <a:off x="5683068" y="2266475"/>
            <a:ext cx="239735" cy="718772"/>
          </a:xfrm>
          <a:prstGeom prst="leftBrace">
            <a:avLst/>
          </a:prstGeom>
          <a:ln w="127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0ABCB304-CA13-A361-87CA-EB1D9ECA72EF}"/>
              </a:ext>
            </a:extLst>
          </p:cNvPr>
          <p:cNvSpPr txBox="1"/>
          <p:nvPr/>
        </p:nvSpPr>
        <p:spPr>
          <a:xfrm>
            <a:off x="4630449" y="2298882"/>
            <a:ext cx="1252014"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Second Thread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1519EF0F-7850-6B0C-5F7F-DC7FEFAF1FBF}"/>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3794005264"/>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How to implement multithreading using </a:t>
            </a:r>
            <a:r>
              <a:rPr lang="en-US" sz="2400" b="1" dirty="0">
                <a:solidFill>
                  <a:srgbClr val="FFFF00"/>
                </a:solidFill>
                <a:ea typeface="+mn-ea"/>
                <a:cs typeface="+mn-cs"/>
              </a:rPr>
              <a:t>Runnable Interface</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6" name="Diagram 5">
            <a:extLst>
              <a:ext uri="{FF2B5EF4-FFF2-40B4-BE49-F238E27FC236}">
                <a16:creationId xmlns:a16="http://schemas.microsoft.com/office/drawing/2014/main" id="{BC6F3DA3-4DAC-4BA7-3BD4-65A269DB73E9}"/>
              </a:ext>
            </a:extLst>
          </p:cNvPr>
          <p:cNvGraphicFramePr/>
          <p:nvPr/>
        </p:nvGraphicFramePr>
        <p:xfrm>
          <a:off x="-375287" y="1703540"/>
          <a:ext cx="10117017" cy="261224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7" name="Rectangle: Rounded Corners 6">
            <a:extLst>
              <a:ext uri="{FF2B5EF4-FFF2-40B4-BE49-F238E27FC236}">
                <a16:creationId xmlns:a16="http://schemas.microsoft.com/office/drawing/2014/main" id="{52A3B99E-8DED-B976-4BC9-19F521E388E1}"/>
              </a:ext>
            </a:extLst>
          </p:cNvPr>
          <p:cNvSpPr/>
          <p:nvPr/>
        </p:nvSpPr>
        <p:spPr>
          <a:xfrm>
            <a:off x="3766269" y="5187159"/>
            <a:ext cx="1729138" cy="739035"/>
          </a:xfrm>
          <a:prstGeom prst="roundRect">
            <a:avLst/>
          </a:prstGeom>
          <a:solidFill>
            <a:schemeClr val="accent5">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Run()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method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 name="Connector: Elbow 7">
            <a:extLst>
              <a:ext uri="{FF2B5EF4-FFF2-40B4-BE49-F238E27FC236}">
                <a16:creationId xmlns:a16="http://schemas.microsoft.com/office/drawing/2014/main" id="{99656DE4-5E78-7F87-20F2-1F76F0E14F0D}"/>
              </a:ext>
            </a:extLst>
          </p:cNvPr>
          <p:cNvCxnSpPr>
            <a:cxnSpLocks/>
            <a:endCxn id="7" idx="1"/>
          </p:cNvCxnSpPr>
          <p:nvPr/>
        </p:nvCxnSpPr>
        <p:spPr>
          <a:xfrm>
            <a:off x="1925488" y="4315780"/>
            <a:ext cx="1840781" cy="1240897"/>
          </a:xfrm>
          <a:prstGeom prst="bentConnector3">
            <a:avLst>
              <a:gd name="adj1" fmla="val 325"/>
            </a:avLst>
          </a:prstGeom>
          <a:ln>
            <a:solidFill>
              <a:srgbClr val="92D050"/>
            </a:solidFill>
          </a:ln>
        </p:spPr>
        <p:style>
          <a:lnRef idx="1">
            <a:schemeClr val="accent2"/>
          </a:lnRef>
          <a:fillRef idx="0">
            <a:schemeClr val="accent2"/>
          </a:fillRef>
          <a:effectRef idx="0">
            <a:schemeClr val="accent2"/>
          </a:effectRef>
          <a:fontRef idx="minor">
            <a:schemeClr val="tx1"/>
          </a:fontRef>
        </p:style>
      </p:cxnSp>
      <p:cxnSp>
        <p:nvCxnSpPr>
          <p:cNvPr id="5" name="Connector: Elbow 4">
            <a:extLst>
              <a:ext uri="{FF2B5EF4-FFF2-40B4-BE49-F238E27FC236}">
                <a16:creationId xmlns:a16="http://schemas.microsoft.com/office/drawing/2014/main" id="{BF078DA0-6AFD-D2B8-1B95-0EE777345423}"/>
              </a:ext>
            </a:extLst>
          </p:cNvPr>
          <p:cNvCxnSpPr>
            <a:endCxn id="7" idx="3"/>
          </p:cNvCxnSpPr>
          <p:nvPr/>
        </p:nvCxnSpPr>
        <p:spPr>
          <a:xfrm rot="10800000" flipV="1">
            <a:off x="5495407" y="4315779"/>
            <a:ext cx="1916482" cy="1240897"/>
          </a:xfrm>
          <a:prstGeom prst="bentConnector3">
            <a:avLst>
              <a:gd name="adj1" fmla="val -327"/>
            </a:avLst>
          </a:prstGeom>
          <a:ln>
            <a:solidFill>
              <a:srgbClr val="92D050"/>
            </a:solidFill>
          </a:ln>
        </p:spPr>
        <p:style>
          <a:lnRef idx="1">
            <a:schemeClr val="accent2"/>
          </a:lnRef>
          <a:fillRef idx="0">
            <a:schemeClr val="accent2"/>
          </a:fillRef>
          <a:effectRef idx="0">
            <a:schemeClr val="accent2"/>
          </a:effectRef>
          <a:fontRef idx="minor">
            <a:schemeClr val="tx1"/>
          </a:fontRef>
        </p:style>
      </p:cxnSp>
      <p:sp>
        <p:nvSpPr>
          <p:cNvPr id="11" name="TextBox 10">
            <a:extLst>
              <a:ext uri="{FF2B5EF4-FFF2-40B4-BE49-F238E27FC236}">
                <a16:creationId xmlns:a16="http://schemas.microsoft.com/office/drawing/2014/main" id="{41687018-B1E9-A0AB-AD08-225636FFFB47}"/>
              </a:ext>
            </a:extLst>
          </p:cNvPr>
          <p:cNvSpPr txBox="1"/>
          <p:nvPr/>
        </p:nvSpPr>
        <p:spPr>
          <a:xfrm>
            <a:off x="1043082" y="5187346"/>
            <a:ext cx="102141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Override</a:t>
            </a:r>
          </a:p>
        </p:txBody>
      </p:sp>
      <p:sp>
        <p:nvSpPr>
          <p:cNvPr id="12" name="TextBox 11">
            <a:extLst>
              <a:ext uri="{FF2B5EF4-FFF2-40B4-BE49-F238E27FC236}">
                <a16:creationId xmlns:a16="http://schemas.microsoft.com/office/drawing/2014/main" id="{A033D4CF-2CA6-1CF8-A221-E791041098EB}"/>
              </a:ext>
            </a:extLst>
          </p:cNvPr>
          <p:cNvSpPr txBox="1"/>
          <p:nvPr/>
        </p:nvSpPr>
        <p:spPr>
          <a:xfrm>
            <a:off x="7461500" y="5193608"/>
            <a:ext cx="128160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Implement</a:t>
            </a:r>
          </a:p>
        </p:txBody>
      </p:sp>
      <p:sp>
        <p:nvSpPr>
          <p:cNvPr id="14" name="TextBox 13">
            <a:extLst>
              <a:ext uri="{FF2B5EF4-FFF2-40B4-BE49-F238E27FC236}">
                <a16:creationId xmlns:a16="http://schemas.microsoft.com/office/drawing/2014/main" id="{F8FE8C68-D364-7DD5-FE65-0A8BB7B153CD}"/>
              </a:ext>
            </a:extLst>
          </p:cNvPr>
          <p:cNvSpPr txBox="1"/>
          <p:nvPr/>
        </p:nvSpPr>
        <p:spPr>
          <a:xfrm>
            <a:off x="1154593" y="3075069"/>
            <a:ext cx="102141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Extend</a:t>
            </a:r>
          </a:p>
        </p:txBody>
      </p:sp>
      <p:sp>
        <p:nvSpPr>
          <p:cNvPr id="15" name="TextBox 14">
            <a:extLst>
              <a:ext uri="{FF2B5EF4-FFF2-40B4-BE49-F238E27FC236}">
                <a16:creationId xmlns:a16="http://schemas.microsoft.com/office/drawing/2014/main" id="{5845FE9B-116E-FB91-F8BD-7CF42C281FEC}"/>
              </a:ext>
            </a:extLst>
          </p:cNvPr>
          <p:cNvSpPr txBox="1"/>
          <p:nvPr/>
        </p:nvSpPr>
        <p:spPr>
          <a:xfrm>
            <a:off x="7411889" y="3059668"/>
            <a:ext cx="138082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Implement</a:t>
            </a:r>
          </a:p>
        </p:txBody>
      </p:sp>
      <p:pic>
        <p:nvPicPr>
          <p:cNvPr id="4" name="Picture 3">
            <a:extLst>
              <a:ext uri="{FF2B5EF4-FFF2-40B4-BE49-F238E27FC236}">
                <a16:creationId xmlns:a16="http://schemas.microsoft.com/office/drawing/2014/main" id="{F5011FF1-F59C-E4B3-DF84-8A5E4D6750D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162795" y="287801"/>
            <a:ext cx="914784" cy="363946"/>
          </a:xfrm>
          <a:prstGeom prst="rect">
            <a:avLst/>
          </a:prstGeom>
        </p:spPr>
      </p:pic>
      <p:sp>
        <p:nvSpPr>
          <p:cNvPr id="10" name="TextBox 9">
            <a:extLst>
              <a:ext uri="{FF2B5EF4-FFF2-40B4-BE49-F238E27FC236}">
                <a16:creationId xmlns:a16="http://schemas.microsoft.com/office/drawing/2014/main" id="{6F80E762-454B-E1F3-FF79-706EFA30A611}"/>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4071094116"/>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rPr>
              <a:t>Q. How to implement multithreading using </a:t>
            </a:r>
            <a:r>
              <a:rPr lang="en-US" sz="2400" b="1" dirty="0">
                <a:solidFill>
                  <a:srgbClr val="FFFF00"/>
                </a:solidFill>
              </a:rPr>
              <a:t>Runnable Interface</a:t>
            </a:r>
            <a:r>
              <a:rPr lang="en-US" sz="2400" b="1" dirty="0">
                <a:solidFill>
                  <a:schemeClr val="bg1"/>
                </a:solidFill>
              </a:rPr>
              <a:t>?</a:t>
            </a:r>
            <a:endParaRPr lang="en-US" sz="2400" b="1" dirty="0">
              <a:solidFill>
                <a:schemeClr val="bg1"/>
              </a:solidFill>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4">
            <a:extLst>
              <a:ext uri="{FF2B5EF4-FFF2-40B4-BE49-F238E27FC236}">
                <a16:creationId xmlns:a16="http://schemas.microsoft.com/office/drawing/2014/main" id="{47CA4FD7-AB2C-B2C6-9DC5-AFED1B87F57C}"/>
              </a:ext>
            </a:extLst>
          </p:cNvPr>
          <p:cNvSpPr/>
          <p:nvPr/>
        </p:nvSpPr>
        <p:spPr>
          <a:xfrm>
            <a:off x="5272131" y="976090"/>
            <a:ext cx="5505772" cy="570885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MyRunnable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implements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Runnable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run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"Thread2"</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Main thread entry point</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new instance of </a:t>
            </a:r>
            <a:r>
              <a:rPr kumimoji="0" lang="en-US"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MyRunnable</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MyRunnable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myRunnable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MyRunnable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new thread passing </a:t>
            </a:r>
            <a:r>
              <a:rPr kumimoji="0" lang="en-US"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myRunnable</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as the Runnable target</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thread1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myRunnable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Start the newly created thread</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thread1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start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Rectangle 7">
            <a:extLst>
              <a:ext uri="{FF2B5EF4-FFF2-40B4-BE49-F238E27FC236}">
                <a16:creationId xmlns:a16="http://schemas.microsoft.com/office/drawing/2014/main" id="{C43CE07A-2E50-95CE-E043-482B46A672FC}"/>
              </a:ext>
            </a:extLst>
          </p:cNvPr>
          <p:cNvSpPr/>
          <p:nvPr/>
        </p:nvSpPr>
        <p:spPr>
          <a:xfrm>
            <a:off x="274477" y="988492"/>
            <a:ext cx="4425859" cy="570885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@Override (Optional)</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run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"Thread2"</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Main thread entry point</a:t>
            </a: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endPar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//Create new thread</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thread1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MyThread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Start a new thread</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thread1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start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Main thread continues execution</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"Main 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cxnSp>
        <p:nvCxnSpPr>
          <p:cNvPr id="11" name="Straight Connector 10">
            <a:extLst>
              <a:ext uri="{FF2B5EF4-FFF2-40B4-BE49-F238E27FC236}">
                <a16:creationId xmlns:a16="http://schemas.microsoft.com/office/drawing/2014/main" id="{5C8EB37C-4A77-E5DA-FEFD-55DA8C0E5A15}"/>
              </a:ext>
            </a:extLst>
          </p:cNvPr>
          <p:cNvCxnSpPr/>
          <p:nvPr/>
        </p:nvCxnSpPr>
        <p:spPr>
          <a:xfrm>
            <a:off x="4954816" y="964599"/>
            <a:ext cx="0" cy="5893400"/>
          </a:xfrm>
          <a:prstGeom prst="line">
            <a:avLst/>
          </a:prstGeom>
        </p:spPr>
        <p:style>
          <a:lnRef idx="1">
            <a:schemeClr val="accent1"/>
          </a:lnRef>
          <a:fillRef idx="0">
            <a:schemeClr val="accent1"/>
          </a:fillRef>
          <a:effectRef idx="0">
            <a:schemeClr val="accent1"/>
          </a:effectRef>
          <a:fontRef idx="minor">
            <a:schemeClr val="tx1"/>
          </a:fontRef>
        </p:style>
      </p:cxnSp>
      <p:pic>
        <p:nvPicPr>
          <p:cNvPr id="13" name="Picture 12">
            <a:extLst>
              <a:ext uri="{FF2B5EF4-FFF2-40B4-BE49-F238E27FC236}">
                <a16:creationId xmlns:a16="http://schemas.microsoft.com/office/drawing/2014/main" id="{47276401-D4DB-A2AE-B352-B316820CCD1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62795" y="287801"/>
            <a:ext cx="914784" cy="363946"/>
          </a:xfrm>
          <a:prstGeom prst="rect">
            <a:avLst/>
          </a:prstGeom>
        </p:spPr>
      </p:pic>
      <p:sp>
        <p:nvSpPr>
          <p:cNvPr id="4" name="TextBox 3">
            <a:extLst>
              <a:ext uri="{FF2B5EF4-FFF2-40B4-BE49-F238E27FC236}">
                <a16:creationId xmlns:a16="http://schemas.microsoft.com/office/drawing/2014/main" id="{C3E0BEA1-EE03-FAA7-5C71-8B095AAF4E05}"/>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1716883327"/>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differences between </a:t>
            </a:r>
            <a:r>
              <a:rPr lang="en-US" sz="2400" b="1" dirty="0">
                <a:solidFill>
                  <a:srgbClr val="FFFF00"/>
                </a:solidFill>
                <a:ea typeface="+mn-ea"/>
                <a:cs typeface="+mn-cs"/>
              </a:rPr>
              <a:t>Thread class</a:t>
            </a:r>
            <a:r>
              <a:rPr lang="en-US" sz="2400" b="1" dirty="0">
                <a:solidFill>
                  <a:schemeClr val="bg1"/>
                </a:solidFill>
                <a:ea typeface="+mn-ea"/>
                <a:cs typeface="+mn-cs"/>
              </a:rPr>
              <a:t> &amp; </a:t>
            </a:r>
            <a:r>
              <a:rPr lang="en-US" sz="2400" b="1" dirty="0">
                <a:solidFill>
                  <a:srgbClr val="FFFF00"/>
                </a:solidFill>
                <a:ea typeface="+mn-ea"/>
                <a:cs typeface="+mn-cs"/>
              </a:rPr>
              <a:t>Runnable interface</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4">
            <a:extLst>
              <a:ext uri="{FF2B5EF4-FFF2-40B4-BE49-F238E27FC236}">
                <a16:creationId xmlns:a16="http://schemas.microsoft.com/office/drawing/2014/main" id="{47CA4FD7-AB2C-B2C6-9DC5-AFED1B87F57C}"/>
              </a:ext>
            </a:extLst>
          </p:cNvPr>
          <p:cNvSpPr/>
          <p:nvPr/>
        </p:nvSpPr>
        <p:spPr>
          <a:xfrm>
            <a:off x="5304215" y="976090"/>
            <a:ext cx="5505772" cy="570885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MyRunnable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implements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Runnable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run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"Thread2"</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Main thread entry point</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new instance of </a:t>
            </a:r>
            <a:r>
              <a:rPr kumimoji="0" lang="en-US"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MyRunnable</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MyRunnable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myRunnable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MyRunnable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new thread passing </a:t>
            </a:r>
            <a:r>
              <a:rPr kumimoji="0" lang="en-US"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myRunnable</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as the Runnable target</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thread1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myRunnable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Start the newly created thread</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thread1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start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Rectangle 7">
            <a:extLst>
              <a:ext uri="{FF2B5EF4-FFF2-40B4-BE49-F238E27FC236}">
                <a16:creationId xmlns:a16="http://schemas.microsoft.com/office/drawing/2014/main" id="{C43CE07A-2E50-95CE-E043-482B46A672FC}"/>
              </a:ext>
            </a:extLst>
          </p:cNvPr>
          <p:cNvSpPr/>
          <p:nvPr/>
        </p:nvSpPr>
        <p:spPr>
          <a:xfrm>
            <a:off x="306561" y="988492"/>
            <a:ext cx="4425859" cy="570885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@Override (Optional)</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run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"Thread2"</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Main thread entry point</a:t>
            </a: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endPar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//Create new thread</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thread1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MyThread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Start a new thread</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thread1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start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Main thread continues execution</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"Main 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cxnSp>
        <p:nvCxnSpPr>
          <p:cNvPr id="11" name="Straight Connector 10">
            <a:extLst>
              <a:ext uri="{FF2B5EF4-FFF2-40B4-BE49-F238E27FC236}">
                <a16:creationId xmlns:a16="http://schemas.microsoft.com/office/drawing/2014/main" id="{5C8EB37C-4A77-E5DA-FEFD-55DA8C0E5A15}"/>
              </a:ext>
            </a:extLst>
          </p:cNvPr>
          <p:cNvCxnSpPr/>
          <p:nvPr/>
        </p:nvCxnSpPr>
        <p:spPr>
          <a:xfrm>
            <a:off x="4986900" y="964599"/>
            <a:ext cx="0" cy="5893400"/>
          </a:xfrm>
          <a:prstGeom prst="line">
            <a:avLst/>
          </a:prstGeom>
        </p:spPr>
        <p:style>
          <a:lnRef idx="1">
            <a:schemeClr val="accent1"/>
          </a:lnRef>
          <a:fillRef idx="0">
            <a:schemeClr val="accent1"/>
          </a:fillRef>
          <a:effectRef idx="0">
            <a:schemeClr val="accent1"/>
          </a:effectRef>
          <a:fontRef idx="minor">
            <a:schemeClr val="tx1"/>
          </a:fontRef>
        </p:style>
      </p:cxnSp>
      <p:pic>
        <p:nvPicPr>
          <p:cNvPr id="4" name="Picture 3">
            <a:extLst>
              <a:ext uri="{FF2B5EF4-FFF2-40B4-BE49-F238E27FC236}">
                <a16:creationId xmlns:a16="http://schemas.microsoft.com/office/drawing/2014/main" id="{0480D1EB-35F8-3095-C91F-CB93D85547F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045109" y="287801"/>
            <a:ext cx="914784" cy="363946"/>
          </a:xfrm>
          <a:prstGeom prst="rect">
            <a:avLst/>
          </a:prstGeom>
        </p:spPr>
      </p:pic>
      <p:sp>
        <p:nvSpPr>
          <p:cNvPr id="6" name="TextBox 5">
            <a:extLst>
              <a:ext uri="{FF2B5EF4-FFF2-40B4-BE49-F238E27FC236}">
                <a16:creationId xmlns:a16="http://schemas.microsoft.com/office/drawing/2014/main" id="{D2537414-0A69-2107-E60D-7D0225115A6B}"/>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825121605"/>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differences between </a:t>
            </a:r>
            <a:r>
              <a:rPr lang="en-US" sz="2400" b="1" dirty="0">
                <a:solidFill>
                  <a:srgbClr val="FFFF00"/>
                </a:solidFill>
                <a:ea typeface="+mn-ea"/>
                <a:cs typeface="+mn-cs"/>
              </a:rPr>
              <a:t>Thread class</a:t>
            </a:r>
            <a:r>
              <a:rPr lang="en-US" sz="2400" b="1" dirty="0">
                <a:solidFill>
                  <a:schemeClr val="bg1"/>
                </a:solidFill>
                <a:ea typeface="+mn-ea"/>
                <a:cs typeface="+mn-cs"/>
              </a:rPr>
              <a:t> &amp; </a:t>
            </a:r>
            <a:r>
              <a:rPr lang="en-US" sz="2400" b="1" dirty="0">
                <a:solidFill>
                  <a:srgbClr val="FFFF00"/>
                </a:solidFill>
                <a:ea typeface="+mn-ea"/>
                <a:cs typeface="+mn-cs"/>
              </a:rPr>
              <a:t>Runnable interface</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6" name="Content Placeholder 3">
            <a:extLst>
              <a:ext uri="{FF2B5EF4-FFF2-40B4-BE49-F238E27FC236}">
                <a16:creationId xmlns:a16="http://schemas.microsoft.com/office/drawing/2014/main" id="{4DA8DF67-7621-0AF3-5326-EDDA63D2AB94}"/>
              </a:ext>
            </a:extLst>
          </p:cNvPr>
          <p:cNvGraphicFramePr>
            <a:graphicFrameLocks noGrp="1"/>
          </p:cNvGraphicFramePr>
          <p:nvPr>
            <p:ph idx="1"/>
          </p:nvPr>
        </p:nvGraphicFramePr>
        <p:xfrm>
          <a:off x="481422" y="1244074"/>
          <a:ext cx="8052978" cy="5097077"/>
        </p:xfrm>
        <a:graphic>
          <a:graphicData uri="http://schemas.openxmlformats.org/drawingml/2006/table">
            <a:tbl>
              <a:tblPr firstRow="1" bandRow="1">
                <a:tableStyleId>{E8B1032C-EA38-4F05-BA0D-38AFFFC7BED3}</a:tableStyleId>
              </a:tblPr>
              <a:tblGrid>
                <a:gridCol w="4132316">
                  <a:extLst>
                    <a:ext uri="{9D8B030D-6E8A-4147-A177-3AD203B41FA5}">
                      <a16:colId xmlns:a16="http://schemas.microsoft.com/office/drawing/2014/main" val="312534454"/>
                    </a:ext>
                  </a:extLst>
                </a:gridCol>
                <a:gridCol w="3920662">
                  <a:extLst>
                    <a:ext uri="{9D8B030D-6E8A-4147-A177-3AD203B41FA5}">
                      <a16:colId xmlns:a16="http://schemas.microsoft.com/office/drawing/2014/main" val="1268233247"/>
                    </a:ext>
                  </a:extLst>
                </a:gridCol>
              </a:tblGrid>
              <a:tr h="723479">
                <a:tc>
                  <a:txBody>
                    <a:bodyPr/>
                    <a:lstStyle/>
                    <a:p>
                      <a:pPr algn="ctr"/>
                      <a:r>
                        <a:rPr lang="en-IN" sz="2400" b="1" i="0" kern="1200" dirty="0">
                          <a:solidFill>
                            <a:schemeClr val="tx1"/>
                          </a:solidFill>
                          <a:effectLst/>
                          <a:latin typeface="+mn-lt"/>
                          <a:ea typeface="+mn-ea"/>
                          <a:cs typeface="+mn-cs"/>
                        </a:rPr>
                        <a:t>Thread class</a:t>
                      </a:r>
                      <a:endParaRPr lang="en-IN" sz="2400" dirty="0"/>
                    </a:p>
                  </a:txBody>
                  <a:tcPr marL="180000" marR="540000" marT="108000" marB="108000" anchor="ctr"/>
                </a:tc>
                <a:tc>
                  <a:txBody>
                    <a:bodyPr/>
                    <a:lstStyle/>
                    <a:p>
                      <a:pPr algn="ctr"/>
                      <a:r>
                        <a:rPr lang="en-IN" sz="2400" b="1" i="0" kern="1200" dirty="0">
                          <a:solidFill>
                            <a:schemeClr val="tx1"/>
                          </a:solidFill>
                          <a:effectLst/>
                          <a:latin typeface="+mn-lt"/>
                          <a:ea typeface="+mn-ea"/>
                          <a:cs typeface="+mn-cs"/>
                        </a:rPr>
                        <a:t>Runnable interface</a:t>
                      </a:r>
                      <a:endParaRPr lang="en-IN" sz="2400" dirty="0"/>
                    </a:p>
                  </a:txBody>
                  <a:tcPr marL="180000" marR="540000" marT="108000" marB="108000" anchor="ctr"/>
                </a:tc>
                <a:extLst>
                  <a:ext uri="{0D108BD9-81ED-4DB2-BD59-A6C34878D82A}">
                    <a16:rowId xmlns:a16="http://schemas.microsoft.com/office/drawing/2014/main" val="2733934505"/>
                  </a:ext>
                </a:extLst>
              </a:tr>
              <a:tr h="620100">
                <a:tc gridSpan="2">
                  <a:txBody>
                    <a:bodyPr/>
                    <a:lstStyle/>
                    <a:p>
                      <a:pPr algn="ctr"/>
                      <a:r>
                        <a:rPr lang="en-US" sz="1800" b="0" i="0" kern="1200" dirty="0">
                          <a:solidFill>
                            <a:schemeClr val="tx1"/>
                          </a:solidFill>
                          <a:effectLst/>
                          <a:latin typeface="+mn-lt"/>
                          <a:ea typeface="+mn-ea"/>
                          <a:cs typeface="+mn-cs"/>
                        </a:rPr>
                        <a:t>Both are used for implementing multi-threading</a:t>
                      </a:r>
                      <a:endParaRPr lang="en-IN" sz="1800" dirty="0"/>
                    </a:p>
                  </a:txBody>
                  <a:tcPr marL="180000" marR="540000" marT="108000" marB="108000" anchor="ctr"/>
                </a:tc>
                <a:tc hMerge="1">
                  <a:txBody>
                    <a:bodyPr/>
                    <a:lstStyle/>
                    <a:p>
                      <a:endParaRPr lang="en-IN"/>
                    </a:p>
                  </a:txBody>
                  <a:tcPr/>
                </a:tc>
                <a:extLst>
                  <a:ext uri="{0D108BD9-81ED-4DB2-BD59-A6C34878D82A}">
                    <a16:rowId xmlns:a16="http://schemas.microsoft.com/office/drawing/2014/main" val="1987201209"/>
                  </a:ext>
                </a:extLst>
              </a:tr>
              <a:tr h="620100">
                <a:tc>
                  <a:txBody>
                    <a:bodyPr/>
                    <a:lstStyle/>
                    <a:p>
                      <a:r>
                        <a:rPr lang="en-US" sz="1800" dirty="0"/>
                        <a:t>1. </a:t>
                      </a:r>
                      <a:r>
                        <a:rPr lang="en-IN" sz="1800" b="0" i="0" kern="1200" dirty="0">
                          <a:solidFill>
                            <a:schemeClr val="tx1"/>
                          </a:solidFill>
                          <a:effectLst/>
                          <a:latin typeface="+mn-lt"/>
                          <a:ea typeface="+mn-ea"/>
                          <a:cs typeface="+mn-cs"/>
                        </a:rPr>
                        <a:t>Extends Thread class directly</a:t>
                      </a:r>
                      <a:endParaRPr lang="en-IN" sz="1800" dirty="0"/>
                    </a:p>
                  </a:txBody>
                  <a:tcPr marL="180000" marR="540000" marT="108000" marB="108000" anchor="ctr"/>
                </a:tc>
                <a:tc>
                  <a:txBody>
                    <a:bodyPr/>
                    <a:lstStyle/>
                    <a:p>
                      <a:r>
                        <a:rPr lang="en-IN" sz="1800" b="0" i="0" kern="1200" dirty="0">
                          <a:solidFill>
                            <a:schemeClr val="tx1"/>
                          </a:solidFill>
                          <a:effectLst/>
                          <a:latin typeface="+mn-lt"/>
                          <a:ea typeface="+mn-ea"/>
                          <a:cs typeface="+mn-cs"/>
                        </a:rPr>
                        <a:t>Implements </a:t>
                      </a:r>
                      <a:r>
                        <a:rPr lang="en-IN" dirty="0"/>
                        <a:t>Runnable</a:t>
                      </a:r>
                      <a:r>
                        <a:rPr lang="en-IN" sz="1800" b="0" i="0" kern="1200" dirty="0">
                          <a:solidFill>
                            <a:schemeClr val="tx1"/>
                          </a:solidFill>
                          <a:effectLst/>
                          <a:latin typeface="+mn-lt"/>
                          <a:ea typeface="+mn-ea"/>
                          <a:cs typeface="+mn-cs"/>
                        </a:rPr>
                        <a:t> interface</a:t>
                      </a:r>
                      <a:endParaRPr lang="en-IN" sz="1800" dirty="0"/>
                    </a:p>
                  </a:txBody>
                  <a:tcPr marL="180000" marR="540000" marT="108000" marB="108000" anchor="ctr"/>
                </a:tc>
                <a:extLst>
                  <a:ext uri="{0D108BD9-81ED-4DB2-BD59-A6C34878D82A}">
                    <a16:rowId xmlns:a16="http://schemas.microsoft.com/office/drawing/2014/main" val="2132876027"/>
                  </a:ext>
                </a:extLst>
              </a:tr>
              <a:tr h="1231580">
                <a:tc>
                  <a:txBody>
                    <a:bodyPr/>
                    <a:lstStyle/>
                    <a:p>
                      <a:r>
                        <a:rPr lang="en-IN" sz="1800" dirty="0"/>
                        <a:t>2. </a:t>
                      </a:r>
                      <a:r>
                        <a:rPr lang="en-US" sz="1800" b="0" i="0" kern="1200" dirty="0">
                          <a:solidFill>
                            <a:schemeClr val="tx1"/>
                          </a:solidFill>
                          <a:effectLst/>
                          <a:latin typeface="+mn-lt"/>
                          <a:ea typeface="+mn-ea"/>
                          <a:cs typeface="+mn-cs"/>
                        </a:rPr>
                        <a:t>Your class can extend only one Thread class due to the limitation of multiple inheritance.</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Your class can implement multiple interfaces along with Runnable interface.</a:t>
                      </a:r>
                      <a:endParaRPr lang="en-IN" sz="1800" dirty="0"/>
                    </a:p>
                  </a:txBody>
                  <a:tcPr marL="180000" marR="540000" marT="108000" marB="108000" anchor="ctr"/>
                </a:tc>
                <a:extLst>
                  <a:ext uri="{0D108BD9-81ED-4DB2-BD59-A6C34878D82A}">
                    <a16:rowId xmlns:a16="http://schemas.microsoft.com/office/drawing/2014/main" val="2040826760"/>
                  </a:ext>
                </a:extLst>
              </a:tr>
              <a:tr h="950909">
                <a:tc>
                  <a:txBody>
                    <a:bodyPr/>
                    <a:lstStyle/>
                    <a:p>
                      <a:r>
                        <a:rPr lang="en-IN" sz="1800" dirty="0"/>
                        <a:t>3. Different Thread instances are required for different threads.</a:t>
                      </a:r>
                    </a:p>
                  </a:txBody>
                  <a:tcPr marL="180000" marR="540000" marT="108000" marB="108000" anchor="ctr"/>
                </a:tc>
                <a:tc>
                  <a:txBody>
                    <a:bodyPr/>
                    <a:lstStyle/>
                    <a:p>
                      <a:r>
                        <a:rPr lang="en-US" sz="1800" b="0" i="0" kern="1200" dirty="0">
                          <a:solidFill>
                            <a:schemeClr val="tx1"/>
                          </a:solidFill>
                          <a:effectLst/>
                          <a:latin typeface="+mn-lt"/>
                          <a:ea typeface="+mn-ea"/>
                          <a:cs typeface="+mn-cs"/>
                        </a:rPr>
                        <a:t>Same </a:t>
                      </a:r>
                      <a:r>
                        <a:rPr lang="en-US" dirty="0"/>
                        <a:t>Runnable</a:t>
                      </a:r>
                      <a:r>
                        <a:rPr lang="en-US" sz="1800" b="0" i="0" kern="1200" dirty="0">
                          <a:solidFill>
                            <a:schemeClr val="tx1"/>
                          </a:solidFill>
                          <a:effectLst/>
                          <a:latin typeface="+mn-lt"/>
                          <a:ea typeface="+mn-ea"/>
                          <a:cs typeface="+mn-cs"/>
                        </a:rPr>
                        <a:t> instance can be used for multiple threads</a:t>
                      </a:r>
                      <a:endParaRPr lang="en-IN" sz="1800" dirty="0"/>
                    </a:p>
                  </a:txBody>
                  <a:tcPr marL="180000" marR="540000" marT="108000" marB="108000" anchor="ctr"/>
                </a:tc>
                <a:extLst>
                  <a:ext uri="{0D108BD9-81ED-4DB2-BD59-A6C34878D82A}">
                    <a16:rowId xmlns:a16="http://schemas.microsoft.com/office/drawing/2014/main" val="546381452"/>
                  </a:ext>
                </a:extLst>
              </a:tr>
              <a:tr h="950909">
                <a:tc>
                  <a:txBody>
                    <a:bodyPr/>
                    <a:lstStyle/>
                    <a:p>
                      <a:r>
                        <a:rPr lang="en-US" sz="1800" dirty="0"/>
                        <a:t>4. </a:t>
                      </a:r>
                      <a:r>
                        <a:rPr lang="en-US" sz="1800" b="0" i="0" kern="1200" dirty="0">
                          <a:solidFill>
                            <a:schemeClr val="tx1"/>
                          </a:solidFill>
                          <a:effectLst/>
                          <a:latin typeface="+mn-lt"/>
                          <a:ea typeface="+mn-ea"/>
                          <a:cs typeface="+mn-cs"/>
                        </a:rPr>
                        <a:t>Less flexible</a:t>
                      </a:r>
                      <a:endParaRPr lang="en-IN" sz="1800" dirty="0"/>
                    </a:p>
                  </a:txBody>
                  <a:tcPr marL="180000" marR="540000" marT="108000" marB="108000" anchor="ctr"/>
                </a:tc>
                <a:tc>
                  <a:txBody>
                    <a:bodyPr/>
                    <a:lstStyle/>
                    <a:p>
                      <a:r>
                        <a:rPr lang="en-US" sz="1800" b="0" i="0" kern="1200" dirty="0">
                          <a:solidFill>
                            <a:schemeClr val="tx1"/>
                          </a:solidFill>
                          <a:effectLst/>
                          <a:latin typeface="+mn-lt"/>
                          <a:ea typeface="+mn-ea"/>
                          <a:cs typeface="+mn-cs"/>
                        </a:rPr>
                        <a:t>More flexible for managing tasks independently of threads</a:t>
                      </a:r>
                      <a:endParaRPr lang="en-IN" sz="1800" dirty="0"/>
                    </a:p>
                  </a:txBody>
                  <a:tcPr marL="180000" marR="540000" marT="108000" marB="108000" anchor="ctr"/>
                </a:tc>
                <a:extLst>
                  <a:ext uri="{0D108BD9-81ED-4DB2-BD59-A6C34878D82A}">
                    <a16:rowId xmlns:a16="http://schemas.microsoft.com/office/drawing/2014/main" val="763325998"/>
                  </a:ext>
                </a:extLst>
              </a:tr>
            </a:tbl>
          </a:graphicData>
        </a:graphic>
      </p:graphicFrame>
      <p:pic>
        <p:nvPicPr>
          <p:cNvPr id="4" name="Graphic 3" descr="Trophy with solid fill">
            <a:extLst>
              <a:ext uri="{FF2B5EF4-FFF2-40B4-BE49-F238E27FC236}">
                <a16:creationId xmlns:a16="http://schemas.microsoft.com/office/drawing/2014/main" id="{60A94057-D5D8-F83B-6B1B-5FAC644D018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039643" y="3429000"/>
            <a:ext cx="451757" cy="451757"/>
          </a:xfrm>
          <a:prstGeom prst="rect">
            <a:avLst/>
          </a:prstGeom>
        </p:spPr>
      </p:pic>
      <p:pic>
        <p:nvPicPr>
          <p:cNvPr id="5" name="Graphic 4" descr="Trophy with solid fill">
            <a:extLst>
              <a:ext uri="{FF2B5EF4-FFF2-40B4-BE49-F238E27FC236}">
                <a16:creationId xmlns:a16="http://schemas.microsoft.com/office/drawing/2014/main" id="{8FE056EB-132B-CAE4-A282-318AA4F7294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039644" y="4632125"/>
            <a:ext cx="451757" cy="451757"/>
          </a:xfrm>
          <a:prstGeom prst="rect">
            <a:avLst/>
          </a:prstGeom>
        </p:spPr>
      </p:pic>
      <p:pic>
        <p:nvPicPr>
          <p:cNvPr id="8" name="Picture 7">
            <a:extLst>
              <a:ext uri="{FF2B5EF4-FFF2-40B4-BE49-F238E27FC236}">
                <a16:creationId xmlns:a16="http://schemas.microsoft.com/office/drawing/2014/main" id="{34D26DEC-96F7-75BF-6912-C4C7908D7C3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045109" y="287801"/>
            <a:ext cx="914784" cy="363946"/>
          </a:xfrm>
          <a:prstGeom prst="rect">
            <a:avLst/>
          </a:prstGeom>
        </p:spPr>
      </p:pic>
      <p:sp>
        <p:nvSpPr>
          <p:cNvPr id="7" name="TextBox 6">
            <a:extLst>
              <a:ext uri="{FF2B5EF4-FFF2-40B4-BE49-F238E27FC236}">
                <a16:creationId xmlns:a16="http://schemas.microsoft.com/office/drawing/2014/main" id="{D332CFB9-7A96-D379-A905-9C6F69F8DD30}"/>
              </a:ext>
            </a:extLst>
          </p:cNvPr>
          <p:cNvSpPr txBox="1"/>
          <p:nvPr/>
        </p:nvSpPr>
        <p:spPr>
          <a:xfrm>
            <a:off x="10405730" y="6485478"/>
            <a:ext cx="1786270" cy="307777"/>
          </a:xfrm>
          <a:prstGeom prst="rect">
            <a:avLst/>
          </a:prstGeom>
          <a:noFill/>
        </p:spPr>
        <p:txBody>
          <a:bodyPr wrap="square">
            <a:spAutoFit/>
          </a:bodyPr>
          <a:lstStyle/>
          <a:p>
            <a:r>
              <a:rPr lang="en-US" sz="1400" dirty="0">
                <a:hlinkClick r:id="rId7" action="ppaction://hlinksldjump"/>
              </a:rPr>
              <a:t>back to chapter index</a:t>
            </a:r>
            <a:endParaRPr lang="en-IN" sz="1400" dirty="0"/>
          </a:p>
        </p:txBody>
      </p:sp>
    </p:spTree>
    <p:extLst>
      <p:ext uri="{BB962C8B-B14F-4D97-AF65-F5344CB8AC3E}">
        <p14:creationId xmlns:p14="http://schemas.microsoft.com/office/powerpoint/2010/main" val="2791116115"/>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some important methods of </a:t>
            </a:r>
            <a:r>
              <a:rPr lang="en-US" sz="2400" b="1" dirty="0">
                <a:solidFill>
                  <a:srgbClr val="FFFF00"/>
                </a:solidFill>
                <a:ea typeface="+mn-ea"/>
                <a:cs typeface="+mn-cs"/>
              </a:rPr>
              <a:t>Thread class</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23640105-77DA-B54F-0ACF-D06867C887A0}"/>
              </a:ext>
            </a:extLst>
          </p:cNvPr>
          <p:cNvSpPr/>
          <p:nvPr/>
        </p:nvSpPr>
        <p:spPr>
          <a:xfrm>
            <a:off x="390752" y="988493"/>
            <a:ext cx="5582148" cy="570885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ThreadMethodsEx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Thread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@Override (Optional)</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run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Another thread started concurrently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threadName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Thread</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currentThread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ThreadMethodsEx</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threadName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ThreadMethodsEx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thread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ThreadMethodsEx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 Start the thread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thread</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start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2. Check thread status: true/ false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thread</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isAlive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"Thread is running"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5" name="Rectangle 4">
            <a:extLst>
              <a:ext uri="{FF2B5EF4-FFF2-40B4-BE49-F238E27FC236}">
                <a16:creationId xmlns:a16="http://schemas.microsoft.com/office/drawing/2014/main" id="{47CA4FD7-AB2C-B2C6-9DC5-AFED1B87F57C}"/>
              </a:ext>
            </a:extLst>
          </p:cNvPr>
          <p:cNvSpPr/>
          <p:nvPr/>
        </p:nvSpPr>
        <p:spPr>
          <a:xfrm>
            <a:off x="6396202" y="988493"/>
            <a:ext cx="5582148" cy="570885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3. Get thread state: NEW/ RUNNABLE/ BLOCKED/ WAITING/ TERMINATED</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Thread</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thread</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RUNNABLE</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4. Get thread priority: 1 to 10</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thread</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getPriority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5</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5. Set thread priority: MAX_PRIORITY = 10</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thread</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setPriority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Thread</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MAX_PRIORITY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6. Get thread priority</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thread</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getPriority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10</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7. Thread Sleeping(waiting/ pause)</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Thread</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sleep</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1000</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Sleep for milliseconds</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InterruptedException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"Thread sleeping"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Arrow: Right 5">
            <a:extLst>
              <a:ext uri="{FF2B5EF4-FFF2-40B4-BE49-F238E27FC236}">
                <a16:creationId xmlns:a16="http://schemas.microsoft.com/office/drawing/2014/main" id="{6F573018-1953-C609-4428-C78CE75AF6F6}"/>
              </a:ext>
            </a:extLst>
          </p:cNvPr>
          <p:cNvSpPr/>
          <p:nvPr/>
        </p:nvSpPr>
        <p:spPr>
          <a:xfrm>
            <a:off x="5795799" y="3620022"/>
            <a:ext cx="600403" cy="501041"/>
          </a:xfrm>
          <a:prstGeom prst="rightArrow">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2CCFEEA0-751B-D21D-3A2D-83F2AB4DFA99}"/>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771699860"/>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954381"/>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Generics</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in Java?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a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Generic method</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How to implement Generic method?</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a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Generic class</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How to implement Generic class?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type parameters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type arguments</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What is T in Generic class?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When to use Generic method and when to use Generic class in Java?</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21. Generics - Basics</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6E14ED1D-2DC4-CD6E-E786-B8BC6AC0586D}"/>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C3EF097E-EE0D-88B9-7F97-1886358F1B90}"/>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009450" y="1515932"/>
            <a:ext cx="636255" cy="253133"/>
          </a:xfrm>
          <a:prstGeom prst="rect">
            <a:avLst/>
          </a:prstGeom>
        </p:spPr>
      </p:pic>
      <p:pic>
        <p:nvPicPr>
          <p:cNvPr id="5" name="Picture 4">
            <a:extLst>
              <a:ext uri="{FF2B5EF4-FFF2-40B4-BE49-F238E27FC236}">
                <a16:creationId xmlns:a16="http://schemas.microsoft.com/office/drawing/2014/main" id="{9A1A7FCB-630B-8DB3-012B-174D8D8906D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675122" y="1923135"/>
            <a:ext cx="636255" cy="253133"/>
          </a:xfrm>
          <a:prstGeom prst="rect">
            <a:avLst/>
          </a:prstGeom>
        </p:spPr>
      </p:pic>
      <p:pic>
        <p:nvPicPr>
          <p:cNvPr id="6" name="Picture 5">
            <a:extLst>
              <a:ext uri="{FF2B5EF4-FFF2-40B4-BE49-F238E27FC236}">
                <a16:creationId xmlns:a16="http://schemas.microsoft.com/office/drawing/2014/main" id="{6CA92F5F-4CE5-70EC-D8DD-4735BC933C1A}"/>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038867" y="2336545"/>
            <a:ext cx="636255" cy="253133"/>
          </a:xfrm>
          <a:prstGeom prst="rect">
            <a:avLst/>
          </a:prstGeom>
        </p:spPr>
      </p:pic>
      <p:sp>
        <p:nvSpPr>
          <p:cNvPr id="10" name="TextBox 9">
            <a:extLst>
              <a:ext uri="{FF2B5EF4-FFF2-40B4-BE49-F238E27FC236}">
                <a16:creationId xmlns:a16="http://schemas.microsoft.com/office/drawing/2014/main" id="{DEAD8A87-17BF-909D-39EE-CBC6870BF7EC}"/>
              </a:ext>
            </a:extLst>
          </p:cNvPr>
          <p:cNvSpPr txBox="1"/>
          <p:nvPr/>
        </p:nvSpPr>
        <p:spPr>
          <a:xfrm>
            <a:off x="10342731" y="6373174"/>
            <a:ext cx="1972639" cy="307777"/>
          </a:xfrm>
          <a:prstGeom prst="rect">
            <a:avLst/>
          </a:prstGeom>
          <a:noFill/>
        </p:spPr>
        <p:txBody>
          <a:bodyPr wrap="square">
            <a:spAutoFit/>
          </a:bodyPr>
          <a:lstStyle/>
          <a:p>
            <a:r>
              <a:rPr lang="en-US" sz="1400" dirty="0">
                <a:hlinkClick r:id="rId10" action="ppaction://hlinksldjump"/>
              </a:rPr>
              <a:t>Back to main index</a:t>
            </a:r>
            <a:endParaRPr lang="en-IN" sz="1400" dirty="0"/>
          </a:p>
        </p:txBody>
      </p:sp>
    </p:spTree>
    <p:extLst>
      <p:ext uri="{BB962C8B-B14F-4D97-AF65-F5344CB8AC3E}">
        <p14:creationId xmlns:p14="http://schemas.microsoft.com/office/powerpoint/2010/main" val="689983692"/>
      </p:ext>
    </p:extLst>
  </p:cSld>
  <p:clrMapOvr>
    <a:overrideClrMapping bg1="dk1" tx1="lt1" bg2="dk2" tx2="lt2" accent1="accent1" accent2="accent2" accent3="accent3" accent4="accent4" accent5="accent5" accent6="accent6" hlink="hlink" folHlink="folHlink"/>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83348034-94D5-29C4-6CE2-FA67381F8CCA}"/>
              </a:ext>
            </a:extLst>
          </p:cNvPr>
          <p:cNvSpPr/>
          <p:nvPr/>
        </p:nvSpPr>
        <p:spPr>
          <a:xfrm>
            <a:off x="355694" y="4133194"/>
            <a:ext cx="8866637" cy="2585128"/>
          </a:xfrm>
          <a:prstGeom prst="roundRect">
            <a:avLst/>
          </a:prstGeom>
          <a:solidFill>
            <a:schemeClr val="accent2">
              <a:lumMod val="20000"/>
              <a:lumOff val="80000"/>
              <a:alpha val="10000"/>
            </a:schemeClr>
          </a:solidFill>
          <a:ln>
            <a:solidFill>
              <a:schemeClr val="bg1">
                <a:lumMod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Generic version</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role of </a:t>
            </a:r>
            <a:r>
              <a:rPr lang="en-US" sz="2400" b="1" dirty="0">
                <a:solidFill>
                  <a:srgbClr val="FFFF00"/>
                </a:solidFill>
                <a:ea typeface="+mn-ea"/>
                <a:cs typeface="+mn-cs"/>
              </a:rPr>
              <a:t>Generics</a:t>
            </a:r>
            <a:r>
              <a:rPr lang="en-US" sz="2400" b="1" dirty="0">
                <a:solidFill>
                  <a:schemeClr val="bg1"/>
                </a:solidFill>
                <a:ea typeface="+mn-ea"/>
                <a:cs typeface="+mn-cs"/>
              </a:rPr>
              <a:t> in Java?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3">
            <a:extLst>
              <a:ext uri="{FF2B5EF4-FFF2-40B4-BE49-F238E27FC236}">
                <a16:creationId xmlns:a16="http://schemas.microsoft.com/office/drawing/2014/main" id="{6AB97D46-1470-7E4A-E366-49783872B88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204476" y="284760"/>
            <a:ext cx="914784" cy="363946"/>
          </a:xfrm>
          <a:prstGeom prst="rect">
            <a:avLst/>
          </a:prstGeom>
        </p:spPr>
      </p:pic>
      <p:pic>
        <p:nvPicPr>
          <p:cNvPr id="1030" name="Picture 6" descr="fesa 4984 Screwdriver Set, Colourful, Talla Onyx : Amazon.de: DIY &amp; Tools">
            <a:extLst>
              <a:ext uri="{FF2B5EF4-FFF2-40B4-BE49-F238E27FC236}">
                <a16:creationId xmlns:a16="http://schemas.microsoft.com/office/drawing/2014/main" id="{C577069F-CA82-F6ED-F643-BC829243E0D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9206948">
            <a:off x="6520501" y="1851204"/>
            <a:ext cx="1901380" cy="1694945"/>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Generic 12 In 1 Multi-Function Screwdriver Set Screwdriver @ Best Price  Online | Jumia Egypt">
            <a:extLst>
              <a:ext uri="{FF2B5EF4-FFF2-40B4-BE49-F238E27FC236}">
                <a16:creationId xmlns:a16="http://schemas.microsoft.com/office/drawing/2014/main" id="{1D0FBD38-9DB5-0459-1DA9-A2AD8848B311}"/>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t="15713"/>
          <a:stretch/>
        </p:blipFill>
        <p:spPr bwMode="auto">
          <a:xfrm>
            <a:off x="6530297" y="4596824"/>
            <a:ext cx="1752052" cy="1476757"/>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848D0B2D-F1BB-D963-0E65-D8D59CAE073B}"/>
              </a:ext>
            </a:extLst>
          </p:cNvPr>
          <p:cNvSpPr txBox="1"/>
          <p:nvPr/>
        </p:nvSpPr>
        <p:spPr>
          <a:xfrm>
            <a:off x="5939002" y="3356287"/>
            <a:ext cx="3054724"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Different screwdrivers for handling different needles</a:t>
            </a:r>
          </a:p>
        </p:txBody>
      </p:sp>
      <p:sp>
        <p:nvSpPr>
          <p:cNvPr id="14" name="TextBox 13">
            <a:extLst>
              <a:ext uri="{FF2B5EF4-FFF2-40B4-BE49-F238E27FC236}">
                <a16:creationId xmlns:a16="http://schemas.microsoft.com/office/drawing/2014/main" id="{4CFDCA70-68B8-0FC0-0519-F9678022969D}"/>
              </a:ext>
            </a:extLst>
          </p:cNvPr>
          <p:cNvSpPr txBox="1"/>
          <p:nvPr/>
        </p:nvSpPr>
        <p:spPr>
          <a:xfrm>
            <a:off x="5939002" y="5936105"/>
            <a:ext cx="291042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Same screwdriver for handling different needles</a:t>
            </a:r>
          </a:p>
        </p:txBody>
      </p:sp>
      <p:sp>
        <p:nvSpPr>
          <p:cNvPr id="23" name="TextBox 22">
            <a:extLst>
              <a:ext uri="{FF2B5EF4-FFF2-40B4-BE49-F238E27FC236}">
                <a16:creationId xmlns:a16="http://schemas.microsoft.com/office/drawing/2014/main" id="{9C38D5D0-AC18-E451-725E-FD0E8D83131C}"/>
              </a:ext>
            </a:extLst>
          </p:cNvPr>
          <p:cNvSpPr txBox="1"/>
          <p:nvPr/>
        </p:nvSpPr>
        <p:spPr>
          <a:xfrm>
            <a:off x="355693" y="1037154"/>
            <a:ext cx="5468910" cy="671915"/>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Generics provide a way to define classes, interfaces, and methods that can work with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any data type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24" name="Arrow: Left 23">
            <a:extLst>
              <a:ext uri="{FF2B5EF4-FFF2-40B4-BE49-F238E27FC236}">
                <a16:creationId xmlns:a16="http://schemas.microsoft.com/office/drawing/2014/main" id="{14AB6D33-9A3D-DFCE-8173-E22390BB36E7}"/>
              </a:ext>
            </a:extLst>
          </p:cNvPr>
          <p:cNvSpPr/>
          <p:nvPr/>
        </p:nvSpPr>
        <p:spPr>
          <a:xfrm rot="16200000">
            <a:off x="7158773" y="4073362"/>
            <a:ext cx="615182" cy="537255"/>
          </a:xfrm>
          <a:prstGeom prst="leftArrow">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aphicFrame>
        <p:nvGraphicFramePr>
          <p:cNvPr id="27" name="Table 26">
            <a:extLst>
              <a:ext uri="{FF2B5EF4-FFF2-40B4-BE49-F238E27FC236}">
                <a16:creationId xmlns:a16="http://schemas.microsoft.com/office/drawing/2014/main" id="{8E7CD076-4DE1-DB7E-1061-EA6DBE5A12F7}"/>
              </a:ext>
            </a:extLst>
          </p:cNvPr>
          <p:cNvGraphicFramePr>
            <a:graphicFrameLocks noGrp="1"/>
          </p:cNvGraphicFramePr>
          <p:nvPr/>
        </p:nvGraphicFramePr>
        <p:xfrm>
          <a:off x="714675" y="1880451"/>
          <a:ext cx="3824613" cy="1429551"/>
        </p:xfrm>
        <a:graphic>
          <a:graphicData uri="http://schemas.openxmlformats.org/drawingml/2006/table">
            <a:tbl>
              <a:tblPr firstRow="1" bandRow="1">
                <a:tableStyleId>{93296810-A885-4BE3-A3E7-6D5BEEA58F35}</a:tableStyleId>
              </a:tblPr>
              <a:tblGrid>
                <a:gridCol w="3824613">
                  <a:extLst>
                    <a:ext uri="{9D8B030D-6E8A-4147-A177-3AD203B41FA5}">
                      <a16:colId xmlns:a16="http://schemas.microsoft.com/office/drawing/2014/main" val="3912241568"/>
                    </a:ext>
                  </a:extLst>
                </a:gridCol>
              </a:tblGrid>
              <a:tr h="476517">
                <a:tc>
                  <a:txBody>
                    <a:bodyPr/>
                    <a:lstStyle/>
                    <a:p>
                      <a:pPr algn="ctr"/>
                      <a:r>
                        <a:rPr lang="en-US" dirty="0"/>
                        <a:t>Compare (class without generics)</a:t>
                      </a:r>
                      <a:endParaRPr lang="en-IN" dirty="0"/>
                    </a:p>
                  </a:txBody>
                  <a:tcPr anchor="ctr"/>
                </a:tc>
                <a:extLst>
                  <a:ext uri="{0D108BD9-81ED-4DB2-BD59-A6C34878D82A}">
                    <a16:rowId xmlns:a16="http://schemas.microsoft.com/office/drawing/2014/main" val="2065261395"/>
                  </a:ext>
                </a:extLst>
              </a:tr>
              <a:tr h="476517">
                <a:tc>
                  <a:txBody>
                    <a:bodyPr/>
                    <a:lstStyle/>
                    <a:p>
                      <a:pPr marL="0" indent="0">
                        <a:buFontTx/>
                        <a:buNone/>
                      </a:pPr>
                      <a:r>
                        <a:rPr lang="en-US" dirty="0"/>
                        <a:t>- </a:t>
                      </a:r>
                      <a:r>
                        <a:rPr lang="en-US" dirty="0" err="1"/>
                        <a:t>areEqual</a:t>
                      </a:r>
                      <a:r>
                        <a:rPr lang="en-US" dirty="0"/>
                        <a:t>(int num1, int num2)</a:t>
                      </a:r>
                      <a:endParaRPr lang="en-IN" dirty="0"/>
                    </a:p>
                  </a:txBody>
                  <a:tcPr anchor="ctr"/>
                </a:tc>
                <a:extLst>
                  <a:ext uri="{0D108BD9-81ED-4DB2-BD59-A6C34878D82A}">
                    <a16:rowId xmlns:a16="http://schemas.microsoft.com/office/drawing/2014/main" val="3693097901"/>
                  </a:ext>
                </a:extLst>
              </a:tr>
              <a:tr h="476517">
                <a:tc>
                  <a:txBody>
                    <a:bodyPr/>
                    <a:lstStyle/>
                    <a:p>
                      <a:pPr marL="0" indent="0">
                        <a:buFontTx/>
                        <a:buNone/>
                      </a:pPr>
                      <a:r>
                        <a:rPr lang="en-US" dirty="0"/>
                        <a:t>- </a:t>
                      </a:r>
                      <a:r>
                        <a:rPr lang="en-US" dirty="0" err="1"/>
                        <a:t>areEqual</a:t>
                      </a:r>
                      <a:r>
                        <a:rPr lang="en-US" dirty="0"/>
                        <a:t>(String str1, String str2)</a:t>
                      </a:r>
                      <a:endParaRPr lang="en-IN" dirty="0"/>
                    </a:p>
                  </a:txBody>
                  <a:tcPr anchor="ctr"/>
                </a:tc>
                <a:extLst>
                  <a:ext uri="{0D108BD9-81ED-4DB2-BD59-A6C34878D82A}">
                    <a16:rowId xmlns:a16="http://schemas.microsoft.com/office/drawing/2014/main" val="4250216895"/>
                  </a:ext>
                </a:extLst>
              </a:tr>
            </a:tbl>
          </a:graphicData>
        </a:graphic>
      </p:graphicFrame>
      <p:graphicFrame>
        <p:nvGraphicFramePr>
          <p:cNvPr id="28" name="Table 27">
            <a:extLst>
              <a:ext uri="{FF2B5EF4-FFF2-40B4-BE49-F238E27FC236}">
                <a16:creationId xmlns:a16="http://schemas.microsoft.com/office/drawing/2014/main" id="{9E10DE99-7C97-4390-878D-7E359CA4BEA7}"/>
              </a:ext>
            </a:extLst>
          </p:cNvPr>
          <p:cNvGraphicFramePr>
            <a:graphicFrameLocks noGrp="1"/>
          </p:cNvGraphicFramePr>
          <p:nvPr/>
        </p:nvGraphicFramePr>
        <p:xfrm>
          <a:off x="727362" y="4803956"/>
          <a:ext cx="3824613" cy="1116704"/>
        </p:xfrm>
        <a:graphic>
          <a:graphicData uri="http://schemas.openxmlformats.org/drawingml/2006/table">
            <a:tbl>
              <a:tblPr firstRow="1" bandRow="1">
                <a:tableStyleId>{7DF18680-E054-41AD-8BC1-D1AEF772440D}</a:tableStyleId>
              </a:tblPr>
              <a:tblGrid>
                <a:gridCol w="3824613">
                  <a:extLst>
                    <a:ext uri="{9D8B030D-6E8A-4147-A177-3AD203B41FA5}">
                      <a16:colId xmlns:a16="http://schemas.microsoft.com/office/drawing/2014/main" val="3912241568"/>
                    </a:ext>
                  </a:extLst>
                </a:gridCol>
              </a:tblGrid>
              <a:tr h="55835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dirty="0"/>
                        <a:t>Compare (class with generic methods)</a:t>
                      </a:r>
                      <a:endParaRPr lang="en-IN" dirty="0"/>
                    </a:p>
                  </a:txBody>
                  <a:tcPr anchor="ctr"/>
                </a:tc>
                <a:extLst>
                  <a:ext uri="{0D108BD9-81ED-4DB2-BD59-A6C34878D82A}">
                    <a16:rowId xmlns:a16="http://schemas.microsoft.com/office/drawing/2014/main" val="2065261395"/>
                  </a:ext>
                </a:extLst>
              </a:tr>
              <a:tr h="558352">
                <a:tc>
                  <a:txBody>
                    <a:bodyPr/>
                    <a:lstStyle/>
                    <a:p>
                      <a:pPr marL="0" indent="0">
                        <a:buFontTx/>
                        <a:buNone/>
                      </a:pPr>
                      <a:r>
                        <a:rPr lang="en-US" dirty="0"/>
                        <a:t>- </a:t>
                      </a:r>
                      <a:r>
                        <a:rPr lang="en-US" dirty="0" err="1"/>
                        <a:t>areEqual</a:t>
                      </a:r>
                      <a:r>
                        <a:rPr lang="en-US" dirty="0"/>
                        <a:t>(T arg1, T arg2)</a:t>
                      </a:r>
                      <a:endParaRPr lang="en-IN" dirty="0"/>
                    </a:p>
                  </a:txBody>
                  <a:tcPr anchor="ctr"/>
                </a:tc>
                <a:extLst>
                  <a:ext uri="{0D108BD9-81ED-4DB2-BD59-A6C34878D82A}">
                    <a16:rowId xmlns:a16="http://schemas.microsoft.com/office/drawing/2014/main" val="3693097901"/>
                  </a:ext>
                </a:extLst>
              </a:tr>
            </a:tbl>
          </a:graphicData>
        </a:graphic>
      </p:graphicFrame>
      <p:sp>
        <p:nvSpPr>
          <p:cNvPr id="29" name="Arrow: Left 28">
            <a:extLst>
              <a:ext uri="{FF2B5EF4-FFF2-40B4-BE49-F238E27FC236}">
                <a16:creationId xmlns:a16="http://schemas.microsoft.com/office/drawing/2014/main" id="{AC3F6FA5-81FF-5F55-CEE6-E2856A700C55}"/>
              </a:ext>
            </a:extLst>
          </p:cNvPr>
          <p:cNvSpPr/>
          <p:nvPr/>
        </p:nvSpPr>
        <p:spPr>
          <a:xfrm rot="16200000">
            <a:off x="2319390" y="4055547"/>
            <a:ext cx="615184" cy="537254"/>
          </a:xfrm>
          <a:prstGeom prst="leftArrow">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BF1DCE4B-C85E-52F6-CAF4-FC3C6C29286D}"/>
              </a:ext>
            </a:extLst>
          </p:cNvPr>
          <p:cNvSpPr txBox="1"/>
          <p:nvPr/>
        </p:nvSpPr>
        <p:spPr>
          <a:xfrm>
            <a:off x="964334" y="5920631"/>
            <a:ext cx="3325293"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Same method for handling different types (less code)</a:t>
            </a:r>
          </a:p>
        </p:txBody>
      </p:sp>
      <p:sp>
        <p:nvSpPr>
          <p:cNvPr id="7" name="TextBox 6">
            <a:extLst>
              <a:ext uri="{FF2B5EF4-FFF2-40B4-BE49-F238E27FC236}">
                <a16:creationId xmlns:a16="http://schemas.microsoft.com/office/drawing/2014/main" id="{5DA135CC-5391-DA04-F0D7-428ED8FFA0C1}"/>
              </a:ext>
            </a:extLst>
          </p:cNvPr>
          <p:cNvSpPr txBox="1"/>
          <p:nvPr/>
        </p:nvSpPr>
        <p:spPr>
          <a:xfrm>
            <a:off x="737185" y="3324120"/>
            <a:ext cx="3824613"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Different methods for handling different types</a:t>
            </a:r>
          </a:p>
        </p:txBody>
      </p:sp>
      <p:sp>
        <p:nvSpPr>
          <p:cNvPr id="8" name="TextBox 7">
            <a:extLst>
              <a:ext uri="{FF2B5EF4-FFF2-40B4-BE49-F238E27FC236}">
                <a16:creationId xmlns:a16="http://schemas.microsoft.com/office/drawing/2014/main" id="{450A9C0B-6C49-191F-685F-9B05FF864380}"/>
              </a:ext>
            </a:extLst>
          </p:cNvPr>
          <p:cNvSpPr txBox="1"/>
          <p:nvPr/>
        </p:nvSpPr>
        <p:spPr>
          <a:xfrm>
            <a:off x="10405730" y="6485478"/>
            <a:ext cx="1786270" cy="307777"/>
          </a:xfrm>
          <a:prstGeom prst="rect">
            <a:avLst/>
          </a:prstGeom>
          <a:noFill/>
        </p:spPr>
        <p:txBody>
          <a:bodyPr wrap="square">
            <a:spAutoFit/>
          </a:bodyPr>
          <a:lstStyle/>
          <a:p>
            <a:r>
              <a:rPr lang="en-US" sz="1400" dirty="0">
                <a:hlinkClick r:id="rId7" action="ppaction://hlinksldjump"/>
              </a:rPr>
              <a:t>back to chapter index</a:t>
            </a:r>
            <a:endParaRPr lang="en-IN" sz="1400" dirty="0"/>
          </a:p>
        </p:txBody>
      </p:sp>
    </p:spTree>
    <p:extLst>
      <p:ext uri="{BB962C8B-B14F-4D97-AF65-F5344CB8AC3E}">
        <p14:creationId xmlns:p14="http://schemas.microsoft.com/office/powerpoint/2010/main" val="3549060244"/>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rPr>
              <a:t>Q. What is a </a:t>
            </a:r>
            <a:r>
              <a:rPr lang="en-US" sz="2400" b="1" dirty="0">
                <a:solidFill>
                  <a:srgbClr val="FFFF00"/>
                </a:solidFill>
              </a:rPr>
              <a:t>Generic method</a:t>
            </a:r>
            <a:r>
              <a:rPr lang="en-US" sz="2400" b="1" dirty="0">
                <a:solidFill>
                  <a:schemeClr val="bg1"/>
                </a:solidFill>
              </a:rPr>
              <a:t>? How to implement Generic method?</a:t>
            </a:r>
            <a:endParaRPr lang="en-US" sz="2400" b="1" dirty="0">
              <a:solidFill>
                <a:schemeClr val="bg1"/>
              </a:solidFill>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Rounded Corners 3">
            <a:extLst>
              <a:ext uri="{FF2B5EF4-FFF2-40B4-BE49-F238E27FC236}">
                <a16:creationId xmlns:a16="http://schemas.microsoft.com/office/drawing/2014/main" id="{4F199C90-3476-C3E5-16BD-8A2B925B6003}"/>
              </a:ext>
            </a:extLst>
          </p:cNvPr>
          <p:cNvSpPr/>
          <p:nvPr/>
        </p:nvSpPr>
        <p:spPr>
          <a:xfrm>
            <a:off x="355694" y="3694889"/>
            <a:ext cx="7240860" cy="2705911"/>
          </a:xfrm>
          <a:prstGeom prst="roundRect">
            <a:avLst/>
          </a:prstGeom>
          <a:solidFill>
            <a:schemeClr val="accent2">
              <a:lumMod val="20000"/>
              <a:lumOff val="80000"/>
              <a:alpha val="10000"/>
            </a:schemeClr>
          </a:solidFill>
          <a:ln>
            <a:solidFill>
              <a:schemeClr val="bg1">
                <a:lumMod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Generic version</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8" name="Table 7">
            <a:extLst>
              <a:ext uri="{FF2B5EF4-FFF2-40B4-BE49-F238E27FC236}">
                <a16:creationId xmlns:a16="http://schemas.microsoft.com/office/drawing/2014/main" id="{ACB7EF7D-BBE8-0287-F9A8-90BCB0C4A7E6}"/>
              </a:ext>
            </a:extLst>
          </p:cNvPr>
          <p:cNvGraphicFramePr>
            <a:graphicFrameLocks noGrp="1"/>
          </p:cNvGraphicFramePr>
          <p:nvPr/>
        </p:nvGraphicFramePr>
        <p:xfrm>
          <a:off x="850457" y="1317944"/>
          <a:ext cx="3824613" cy="1429551"/>
        </p:xfrm>
        <a:graphic>
          <a:graphicData uri="http://schemas.openxmlformats.org/drawingml/2006/table">
            <a:tbl>
              <a:tblPr firstRow="1" bandRow="1">
                <a:tableStyleId>{93296810-A885-4BE3-A3E7-6D5BEEA58F35}</a:tableStyleId>
              </a:tblPr>
              <a:tblGrid>
                <a:gridCol w="3824613">
                  <a:extLst>
                    <a:ext uri="{9D8B030D-6E8A-4147-A177-3AD203B41FA5}">
                      <a16:colId xmlns:a16="http://schemas.microsoft.com/office/drawing/2014/main" val="3912241568"/>
                    </a:ext>
                  </a:extLst>
                </a:gridCol>
              </a:tblGrid>
              <a:tr h="476517">
                <a:tc>
                  <a:txBody>
                    <a:bodyPr/>
                    <a:lstStyle/>
                    <a:p>
                      <a:pPr algn="ctr"/>
                      <a:r>
                        <a:rPr lang="en-US" dirty="0"/>
                        <a:t>Compare (class without generics)</a:t>
                      </a:r>
                      <a:endParaRPr lang="en-IN" dirty="0"/>
                    </a:p>
                  </a:txBody>
                  <a:tcPr anchor="ctr"/>
                </a:tc>
                <a:extLst>
                  <a:ext uri="{0D108BD9-81ED-4DB2-BD59-A6C34878D82A}">
                    <a16:rowId xmlns:a16="http://schemas.microsoft.com/office/drawing/2014/main" val="2065261395"/>
                  </a:ext>
                </a:extLst>
              </a:tr>
              <a:tr h="476517">
                <a:tc>
                  <a:txBody>
                    <a:bodyPr/>
                    <a:lstStyle/>
                    <a:p>
                      <a:pPr marL="0" indent="0">
                        <a:buFontTx/>
                        <a:buNone/>
                      </a:pPr>
                      <a:r>
                        <a:rPr lang="en-US" dirty="0"/>
                        <a:t>- </a:t>
                      </a:r>
                      <a:r>
                        <a:rPr lang="en-US" dirty="0" err="1"/>
                        <a:t>areEqual</a:t>
                      </a:r>
                      <a:r>
                        <a:rPr lang="en-US" dirty="0"/>
                        <a:t>(int num1, int num2)</a:t>
                      </a:r>
                      <a:endParaRPr lang="en-IN" dirty="0"/>
                    </a:p>
                  </a:txBody>
                  <a:tcPr anchor="ctr"/>
                </a:tc>
                <a:extLst>
                  <a:ext uri="{0D108BD9-81ED-4DB2-BD59-A6C34878D82A}">
                    <a16:rowId xmlns:a16="http://schemas.microsoft.com/office/drawing/2014/main" val="3693097901"/>
                  </a:ext>
                </a:extLst>
              </a:tr>
              <a:tr h="476517">
                <a:tc>
                  <a:txBody>
                    <a:bodyPr/>
                    <a:lstStyle/>
                    <a:p>
                      <a:pPr marL="0" indent="0">
                        <a:buFontTx/>
                        <a:buNone/>
                      </a:pPr>
                      <a:r>
                        <a:rPr lang="en-US" dirty="0"/>
                        <a:t>- </a:t>
                      </a:r>
                      <a:r>
                        <a:rPr lang="en-US" dirty="0" err="1"/>
                        <a:t>areEqual</a:t>
                      </a:r>
                      <a:r>
                        <a:rPr lang="en-US" dirty="0"/>
                        <a:t>(String str1, String str2)</a:t>
                      </a:r>
                      <a:endParaRPr lang="en-IN" dirty="0"/>
                    </a:p>
                  </a:txBody>
                  <a:tcPr anchor="ctr"/>
                </a:tc>
                <a:extLst>
                  <a:ext uri="{0D108BD9-81ED-4DB2-BD59-A6C34878D82A}">
                    <a16:rowId xmlns:a16="http://schemas.microsoft.com/office/drawing/2014/main" val="4250216895"/>
                  </a:ext>
                </a:extLst>
              </a:tr>
            </a:tbl>
          </a:graphicData>
        </a:graphic>
      </p:graphicFrame>
      <p:graphicFrame>
        <p:nvGraphicFramePr>
          <p:cNvPr id="10" name="Table 9">
            <a:extLst>
              <a:ext uri="{FF2B5EF4-FFF2-40B4-BE49-F238E27FC236}">
                <a16:creationId xmlns:a16="http://schemas.microsoft.com/office/drawing/2014/main" id="{855FE0A9-3BAC-E57D-CFF3-968168DEACE2}"/>
              </a:ext>
            </a:extLst>
          </p:cNvPr>
          <p:cNvGraphicFramePr>
            <a:graphicFrameLocks noGrp="1"/>
          </p:cNvGraphicFramePr>
          <p:nvPr/>
        </p:nvGraphicFramePr>
        <p:xfrm>
          <a:off x="850457" y="4368352"/>
          <a:ext cx="3824613" cy="1116704"/>
        </p:xfrm>
        <a:graphic>
          <a:graphicData uri="http://schemas.openxmlformats.org/drawingml/2006/table">
            <a:tbl>
              <a:tblPr firstRow="1" bandRow="1">
                <a:tableStyleId>{7DF18680-E054-41AD-8BC1-D1AEF772440D}</a:tableStyleId>
              </a:tblPr>
              <a:tblGrid>
                <a:gridCol w="3824613">
                  <a:extLst>
                    <a:ext uri="{9D8B030D-6E8A-4147-A177-3AD203B41FA5}">
                      <a16:colId xmlns:a16="http://schemas.microsoft.com/office/drawing/2014/main" val="3912241568"/>
                    </a:ext>
                  </a:extLst>
                </a:gridCol>
              </a:tblGrid>
              <a:tr h="55835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dirty="0"/>
                        <a:t>Compare (class with generic methods)</a:t>
                      </a:r>
                      <a:endParaRPr lang="en-IN" dirty="0"/>
                    </a:p>
                  </a:txBody>
                  <a:tcPr anchor="ctr"/>
                </a:tc>
                <a:extLst>
                  <a:ext uri="{0D108BD9-81ED-4DB2-BD59-A6C34878D82A}">
                    <a16:rowId xmlns:a16="http://schemas.microsoft.com/office/drawing/2014/main" val="2065261395"/>
                  </a:ext>
                </a:extLst>
              </a:tr>
              <a:tr h="558352">
                <a:tc>
                  <a:txBody>
                    <a:bodyPr/>
                    <a:lstStyle/>
                    <a:p>
                      <a:pPr marL="0" indent="0">
                        <a:buFontTx/>
                        <a:buNone/>
                      </a:pPr>
                      <a:r>
                        <a:rPr lang="en-US" dirty="0"/>
                        <a:t>- </a:t>
                      </a:r>
                      <a:r>
                        <a:rPr lang="en-US" dirty="0" err="1"/>
                        <a:t>areEqual</a:t>
                      </a:r>
                      <a:r>
                        <a:rPr lang="en-US" dirty="0"/>
                        <a:t>(T arg1, T arg2)</a:t>
                      </a:r>
                      <a:endParaRPr lang="en-IN" dirty="0"/>
                    </a:p>
                  </a:txBody>
                  <a:tcPr anchor="ctr"/>
                </a:tc>
                <a:extLst>
                  <a:ext uri="{0D108BD9-81ED-4DB2-BD59-A6C34878D82A}">
                    <a16:rowId xmlns:a16="http://schemas.microsoft.com/office/drawing/2014/main" val="3693097901"/>
                  </a:ext>
                </a:extLst>
              </a:tr>
            </a:tbl>
          </a:graphicData>
        </a:graphic>
      </p:graphicFrame>
      <p:sp>
        <p:nvSpPr>
          <p:cNvPr id="12" name="Arrow: Left 11">
            <a:extLst>
              <a:ext uri="{FF2B5EF4-FFF2-40B4-BE49-F238E27FC236}">
                <a16:creationId xmlns:a16="http://schemas.microsoft.com/office/drawing/2014/main" id="{329489B9-2100-129E-F54F-11FC728C099B}"/>
              </a:ext>
            </a:extLst>
          </p:cNvPr>
          <p:cNvSpPr/>
          <p:nvPr/>
        </p:nvSpPr>
        <p:spPr>
          <a:xfrm rot="16200000">
            <a:off x="2329087" y="3601030"/>
            <a:ext cx="841980" cy="537254"/>
          </a:xfrm>
          <a:prstGeom prst="leftArrow">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TextBox 12">
            <a:extLst>
              <a:ext uri="{FF2B5EF4-FFF2-40B4-BE49-F238E27FC236}">
                <a16:creationId xmlns:a16="http://schemas.microsoft.com/office/drawing/2014/main" id="{86ABD085-EF4F-132E-1D69-6F1143443A77}"/>
              </a:ext>
            </a:extLst>
          </p:cNvPr>
          <p:cNvSpPr txBox="1"/>
          <p:nvPr/>
        </p:nvSpPr>
        <p:spPr>
          <a:xfrm>
            <a:off x="1114244" y="5610224"/>
            <a:ext cx="3388632"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Same method for handling different types (less code)</a:t>
            </a:r>
          </a:p>
        </p:txBody>
      </p:sp>
      <p:sp>
        <p:nvSpPr>
          <p:cNvPr id="14" name="TextBox 13">
            <a:extLst>
              <a:ext uri="{FF2B5EF4-FFF2-40B4-BE49-F238E27FC236}">
                <a16:creationId xmlns:a16="http://schemas.microsoft.com/office/drawing/2014/main" id="{7EEB3E54-DA73-4D6E-0A44-AE9369E36E62}"/>
              </a:ext>
            </a:extLst>
          </p:cNvPr>
          <p:cNvSpPr txBox="1"/>
          <p:nvPr/>
        </p:nvSpPr>
        <p:spPr>
          <a:xfrm>
            <a:off x="1114244" y="2793780"/>
            <a:ext cx="3141230"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Different methods for handling different types</a:t>
            </a:r>
          </a:p>
        </p:txBody>
      </p:sp>
      <p:pic>
        <p:nvPicPr>
          <p:cNvPr id="15" name="Picture 14">
            <a:extLst>
              <a:ext uri="{FF2B5EF4-FFF2-40B4-BE49-F238E27FC236}">
                <a16:creationId xmlns:a16="http://schemas.microsoft.com/office/drawing/2014/main" id="{4E9C0DB3-CC1F-6FC5-7BDA-8E45A430EFD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34265" y="284760"/>
            <a:ext cx="914784" cy="363946"/>
          </a:xfrm>
          <a:prstGeom prst="rect">
            <a:avLst/>
          </a:prstGeom>
        </p:spPr>
      </p:pic>
      <p:sp>
        <p:nvSpPr>
          <p:cNvPr id="5" name="TextBox 4">
            <a:extLst>
              <a:ext uri="{FF2B5EF4-FFF2-40B4-BE49-F238E27FC236}">
                <a16:creationId xmlns:a16="http://schemas.microsoft.com/office/drawing/2014/main" id="{18BBD1C1-29EB-232A-2CDB-404A9A011791}"/>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4060256378"/>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rPr>
              <a:t>Q. What is a </a:t>
            </a:r>
            <a:r>
              <a:rPr lang="en-US" sz="2400" b="1" dirty="0">
                <a:solidFill>
                  <a:srgbClr val="FFFF00"/>
                </a:solidFill>
              </a:rPr>
              <a:t>Generic method</a:t>
            </a:r>
            <a:r>
              <a:rPr lang="en-US" sz="2400" b="1" dirty="0">
                <a:solidFill>
                  <a:schemeClr val="bg1"/>
                </a:solidFill>
              </a:rPr>
              <a:t>? How to implement Generic method?</a:t>
            </a:r>
            <a:endParaRPr lang="en-US" sz="2400" b="1" dirty="0">
              <a:solidFill>
                <a:schemeClr val="bg1"/>
              </a:solidFill>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8" name="Rectangle 7">
            <a:extLst>
              <a:ext uri="{FF2B5EF4-FFF2-40B4-BE49-F238E27FC236}">
                <a16:creationId xmlns:a16="http://schemas.microsoft.com/office/drawing/2014/main" id="{025E2712-A776-B198-7498-DA52E01F1F8C}"/>
              </a:ext>
            </a:extLst>
          </p:cNvPr>
          <p:cNvSpPr/>
          <p:nvPr/>
        </p:nvSpPr>
        <p:spPr>
          <a:xfrm>
            <a:off x="162839" y="951955"/>
            <a:ext cx="5870530" cy="586594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Without Generics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Compare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Overloaded method to handle string type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Compare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Compare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Comparing integers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Comparing strings will not work</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because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method is not type safe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0" name="Rectangle 9">
            <a:extLst>
              <a:ext uri="{FF2B5EF4-FFF2-40B4-BE49-F238E27FC236}">
                <a16:creationId xmlns:a16="http://schemas.microsoft.com/office/drawing/2014/main" id="{65FA8DF8-7514-FBC2-17A4-980E983EA024}"/>
              </a:ext>
            </a:extLst>
          </p:cNvPr>
          <p:cNvSpPr/>
          <p:nvPr/>
        </p:nvSpPr>
        <p:spPr>
          <a:xfrm>
            <a:off x="6453434" y="933465"/>
            <a:ext cx="5597047" cy="460408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With Generics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GenericMethodEx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Generic method to compare two values of type 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&lt;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GenericMethodEx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comp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GenericMethodEx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Comparing integers using generics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comp</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Comparing strings using generics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comp</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Arrow: Left 3">
            <a:extLst>
              <a:ext uri="{FF2B5EF4-FFF2-40B4-BE49-F238E27FC236}">
                <a16:creationId xmlns:a16="http://schemas.microsoft.com/office/drawing/2014/main" id="{EAA2DB89-C7FC-8110-CE4F-5EB5BE7D9EBD}"/>
              </a:ext>
            </a:extLst>
          </p:cNvPr>
          <p:cNvSpPr/>
          <p:nvPr/>
        </p:nvSpPr>
        <p:spPr>
          <a:xfrm rot="10800000">
            <a:off x="6095999" y="3606304"/>
            <a:ext cx="357433" cy="537254"/>
          </a:xfrm>
          <a:prstGeom prst="leftArrow">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5" name="Picture 4">
            <a:extLst>
              <a:ext uri="{FF2B5EF4-FFF2-40B4-BE49-F238E27FC236}">
                <a16:creationId xmlns:a16="http://schemas.microsoft.com/office/drawing/2014/main" id="{93D58ECD-40F6-EABC-8C7D-093BFA49313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75037" y="284760"/>
            <a:ext cx="914784" cy="363946"/>
          </a:xfrm>
          <a:prstGeom prst="rect">
            <a:avLst/>
          </a:prstGeom>
        </p:spPr>
      </p:pic>
      <p:sp>
        <p:nvSpPr>
          <p:cNvPr id="6" name="TextBox 5">
            <a:extLst>
              <a:ext uri="{FF2B5EF4-FFF2-40B4-BE49-F238E27FC236}">
                <a16:creationId xmlns:a16="http://schemas.microsoft.com/office/drawing/2014/main" id="{E8A671A7-2FB6-7F9C-8032-6A62C23BEC78}"/>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329288228"/>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 </a:t>
            </a:r>
            <a:r>
              <a:rPr lang="en-US" sz="2400" b="1" dirty="0">
                <a:solidFill>
                  <a:srgbClr val="FFFF00"/>
                </a:solidFill>
                <a:ea typeface="+mn-ea"/>
                <a:cs typeface="+mn-cs"/>
              </a:rPr>
              <a:t>Generic class</a:t>
            </a:r>
            <a:r>
              <a:rPr lang="en-US" sz="2400" b="1" dirty="0">
                <a:solidFill>
                  <a:schemeClr val="bg1"/>
                </a:solidFill>
                <a:ea typeface="+mn-ea"/>
                <a:cs typeface="+mn-cs"/>
              </a:rPr>
              <a:t>? How to implement Generic class?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592F579A-BF91-D616-F144-4B269CA734A3}"/>
              </a:ext>
            </a:extLst>
          </p:cNvPr>
          <p:cNvSpPr txBox="1"/>
          <p:nvPr/>
        </p:nvSpPr>
        <p:spPr>
          <a:xfrm>
            <a:off x="355693" y="1047727"/>
            <a:ext cx="4129701" cy="2769284"/>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To implement a generic class: </a:t>
            </a:r>
          </a:p>
          <a:p>
            <a:pPr marL="342900" marR="0" lvl="0" indent="-342900" algn="l" defTabSz="914400" rtl="0" eaLnBrk="1" fontAlgn="auto" latinLnBrk="0" hangingPunct="1">
              <a:lnSpc>
                <a:spcPct val="107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&lt;T&gt; after the class name.</a:t>
            </a:r>
          </a:p>
          <a:p>
            <a:pPr marL="342900" marR="0" lvl="0" indent="-342900" algn="l" defTabSz="914400" rtl="0" eaLnBrk="1" fontAlgn="auto" latinLnBrk="0" hangingPunct="1">
              <a:lnSpc>
                <a:spcPct val="107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the type parameter (T) with the methods inside the class.</a:t>
            </a:r>
          </a:p>
          <a:p>
            <a:pPr marL="342900" marR="0" lvl="0" indent="-342900" algn="l" defTabSz="914400" rtl="0" eaLnBrk="1" fontAlgn="auto" latinLnBrk="0" hangingPunct="1">
              <a:lnSpc>
                <a:spcPct val="107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Instantiate the generic class with specific types.</a:t>
            </a:r>
          </a:p>
          <a:p>
            <a:pPr marL="342900" marR="0" lvl="0" indent="-342900" algn="l" defTabSz="914400" rtl="0" eaLnBrk="1" fontAlgn="auto" latinLnBrk="0" hangingPunct="1">
              <a:lnSpc>
                <a:spcPct val="107000"/>
              </a:lnSpc>
              <a:spcBef>
                <a:spcPts val="1200"/>
              </a:spcBef>
              <a:spcAft>
                <a:spcPts val="0"/>
              </a:spcAft>
              <a:buClr>
                <a:srgbClr val="FFC000"/>
              </a:buClr>
              <a:buSzTx/>
              <a:buFont typeface="+mj-lt"/>
              <a:buAutoNum type="arabicPeriod"/>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D6987373-59CD-9EEF-C204-935E5D7A7C5C}"/>
              </a:ext>
            </a:extLst>
          </p:cNvPr>
          <p:cNvSpPr/>
          <p:nvPr/>
        </p:nvSpPr>
        <p:spPr>
          <a:xfrm>
            <a:off x="4883727" y="985381"/>
            <a:ext cx="7089673" cy="579396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notEqual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intComp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intComp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strComp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strComp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strNotEqualResult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strComp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notEqual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xy</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strNotEqualResult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TextBox 3">
            <a:extLst>
              <a:ext uri="{FF2B5EF4-FFF2-40B4-BE49-F238E27FC236}">
                <a16:creationId xmlns:a16="http://schemas.microsoft.com/office/drawing/2014/main" id="{6BF99E8D-3FBE-B75C-F799-2823E0EBC890}"/>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866581299"/>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3BEB600-3E3F-67E8-92F8-7E4013755EA0}"/>
              </a:ext>
            </a:extLst>
          </p:cNvPr>
          <p:cNvSpPr/>
          <p:nvPr/>
        </p:nvSpPr>
        <p:spPr>
          <a:xfrm>
            <a:off x="4883727" y="985381"/>
            <a:ext cx="7089673" cy="579396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notEqual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intComp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intComp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strComp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strComp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strNotEqualResult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strComp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notEqual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xy</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strNotEqualResult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a:t>
            </a:r>
            <a:r>
              <a:rPr lang="en-US" sz="2400" b="1" dirty="0">
                <a:solidFill>
                  <a:srgbClr val="FFFF00"/>
                </a:solidFill>
                <a:ea typeface="+mn-ea"/>
                <a:cs typeface="+mn-cs"/>
              </a:rPr>
              <a:t>type parameters</a:t>
            </a:r>
            <a:r>
              <a:rPr lang="en-US" sz="2400" b="1" dirty="0">
                <a:solidFill>
                  <a:schemeClr val="bg1"/>
                </a:solidFill>
                <a:ea typeface="+mn-ea"/>
                <a:cs typeface="+mn-cs"/>
              </a:rPr>
              <a:t> and </a:t>
            </a:r>
            <a:r>
              <a:rPr lang="en-US" sz="2400" b="1" dirty="0">
                <a:solidFill>
                  <a:srgbClr val="FFFF00"/>
                </a:solidFill>
                <a:ea typeface="+mn-ea"/>
                <a:cs typeface="+mn-cs"/>
              </a:rPr>
              <a:t>type arguments</a:t>
            </a:r>
            <a:r>
              <a:rPr lang="en-US" sz="2400" b="1" dirty="0">
                <a:solidFill>
                  <a:schemeClr val="bg1"/>
                </a:solidFill>
                <a:ea typeface="+mn-ea"/>
                <a:cs typeface="+mn-cs"/>
              </a:rPr>
              <a:t>? What is </a:t>
            </a:r>
            <a:r>
              <a:rPr lang="en-US" sz="2400" b="1" dirty="0">
                <a:solidFill>
                  <a:srgbClr val="FFFF00"/>
                </a:solidFill>
                <a:ea typeface="+mn-ea"/>
                <a:cs typeface="+mn-cs"/>
              </a:rPr>
              <a:t>T</a:t>
            </a:r>
            <a:r>
              <a:rPr lang="en-US" sz="2400" b="1" dirty="0">
                <a:solidFill>
                  <a:schemeClr val="bg1"/>
                </a:solidFill>
                <a:ea typeface="+mn-ea"/>
                <a:cs typeface="+mn-cs"/>
              </a:rPr>
              <a:t> in Generic class?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E687BD3F-212A-623A-8FC1-27CA3C33B2BE}"/>
              </a:ext>
            </a:extLst>
          </p:cNvPr>
          <p:cNvSpPr/>
          <p:nvPr/>
        </p:nvSpPr>
        <p:spPr>
          <a:xfrm>
            <a:off x="355692" y="964599"/>
            <a:ext cx="4081225" cy="2796910"/>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Söhne"/>
              <a:ea typeface="+mn-ea"/>
              <a:cs typeface="+mn-cs"/>
            </a:endParaRP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T is the type parameter.</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Type parameter(T) is a placeholder for type which allows class to be generic. Meaning T can hold any specified type.</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T identifier is commonly used for Type parameter, but you can use any X, Y, Z etc.</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 name="Straight Arrow Connector 7">
            <a:extLst>
              <a:ext uri="{FF2B5EF4-FFF2-40B4-BE49-F238E27FC236}">
                <a16:creationId xmlns:a16="http://schemas.microsoft.com/office/drawing/2014/main" id="{AB766C92-B29F-A848-4338-EEFED1ABEF68}"/>
              </a:ext>
            </a:extLst>
          </p:cNvPr>
          <p:cNvCxnSpPr>
            <a:cxnSpLocks/>
          </p:cNvCxnSpPr>
          <p:nvPr/>
        </p:nvCxnSpPr>
        <p:spPr>
          <a:xfrm flipH="1">
            <a:off x="4447309" y="1290181"/>
            <a:ext cx="3694609" cy="206110"/>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01144E96-D6AE-9110-1544-FDAF68C1183B}"/>
              </a:ext>
            </a:extLst>
          </p:cNvPr>
          <p:cNvSpPr/>
          <p:nvPr/>
        </p:nvSpPr>
        <p:spPr>
          <a:xfrm>
            <a:off x="366084" y="4095269"/>
            <a:ext cx="4081225" cy="1206091"/>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Type arguments are the actual types when creating instances of the generic classes.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6" name="Straight Arrow Connector 15">
            <a:extLst>
              <a:ext uri="{FF2B5EF4-FFF2-40B4-BE49-F238E27FC236}">
                <a16:creationId xmlns:a16="http://schemas.microsoft.com/office/drawing/2014/main" id="{06C73283-6095-644E-C4BB-C811865E2637}"/>
              </a:ext>
            </a:extLst>
          </p:cNvPr>
          <p:cNvCxnSpPr>
            <a:cxnSpLocks/>
          </p:cNvCxnSpPr>
          <p:nvPr/>
        </p:nvCxnSpPr>
        <p:spPr>
          <a:xfrm flipH="1" flipV="1">
            <a:off x="4447309" y="4571257"/>
            <a:ext cx="2692527" cy="213685"/>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A8A766F0-26B3-D0BC-56FE-4434EC76FEB0}"/>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3428746309"/>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When to use Generic method and when to use Generic class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6" name="Diagram 5">
            <a:extLst>
              <a:ext uri="{FF2B5EF4-FFF2-40B4-BE49-F238E27FC236}">
                <a16:creationId xmlns:a16="http://schemas.microsoft.com/office/drawing/2014/main" id="{12B09307-6ABB-5901-7A81-9F3E4669045D}"/>
              </a:ext>
            </a:extLst>
          </p:cNvPr>
          <p:cNvGraphicFramePr/>
          <p:nvPr/>
        </p:nvGraphicFramePr>
        <p:xfrm>
          <a:off x="355693" y="1430823"/>
          <a:ext cx="4353467" cy="2821137"/>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4" name="Graphic 3" descr="Artificial Intelligence with solid fill">
            <a:extLst>
              <a:ext uri="{FF2B5EF4-FFF2-40B4-BE49-F238E27FC236}">
                <a16:creationId xmlns:a16="http://schemas.microsoft.com/office/drawing/2014/main" id="{150F8E2F-A049-3760-183C-203F8D384B2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230700" y="136472"/>
            <a:ext cx="559216" cy="559216"/>
          </a:xfrm>
          <a:prstGeom prst="rect">
            <a:avLst/>
          </a:prstGeom>
        </p:spPr>
      </p:pic>
      <p:graphicFrame>
        <p:nvGraphicFramePr>
          <p:cNvPr id="15" name="Diagram 14">
            <a:extLst>
              <a:ext uri="{FF2B5EF4-FFF2-40B4-BE49-F238E27FC236}">
                <a16:creationId xmlns:a16="http://schemas.microsoft.com/office/drawing/2014/main" id="{2DBA5667-7C7C-ADF9-0927-BD721F93D435}"/>
              </a:ext>
            </a:extLst>
          </p:cNvPr>
          <p:cNvGraphicFramePr/>
          <p:nvPr/>
        </p:nvGraphicFramePr>
        <p:xfrm>
          <a:off x="5310309" y="1474674"/>
          <a:ext cx="4353467" cy="2821136"/>
        </p:xfrm>
        <a:graphic>
          <a:graphicData uri="http://schemas.openxmlformats.org/drawingml/2006/diagram">
            <dgm:relIds xmlns:dgm="http://schemas.openxmlformats.org/drawingml/2006/diagram" xmlns:r="http://schemas.openxmlformats.org/officeDocument/2006/relationships" r:dm="rId11" r:lo="rId12" r:qs="rId13" r:cs="rId14"/>
          </a:graphicData>
        </a:graphic>
      </p:graphicFrame>
      <p:sp>
        <p:nvSpPr>
          <p:cNvPr id="5" name="TextBox 4">
            <a:extLst>
              <a:ext uri="{FF2B5EF4-FFF2-40B4-BE49-F238E27FC236}">
                <a16:creationId xmlns:a16="http://schemas.microsoft.com/office/drawing/2014/main" id="{95BD61F0-C89D-4CE6-2E9E-6ACE9023FA3E}"/>
              </a:ext>
            </a:extLst>
          </p:cNvPr>
          <p:cNvSpPr txBox="1"/>
          <p:nvPr/>
        </p:nvSpPr>
        <p:spPr>
          <a:xfrm>
            <a:off x="10405730" y="6485478"/>
            <a:ext cx="1786270" cy="307777"/>
          </a:xfrm>
          <a:prstGeom prst="rect">
            <a:avLst/>
          </a:prstGeom>
          <a:noFill/>
        </p:spPr>
        <p:txBody>
          <a:bodyPr wrap="square">
            <a:spAutoFit/>
          </a:bodyPr>
          <a:lstStyle/>
          <a:p>
            <a:r>
              <a:rPr lang="en-US" sz="1400" dirty="0">
                <a:hlinkClick r:id="rId16" action="ppaction://hlinksldjump"/>
              </a:rPr>
              <a:t>back to chapter index</a:t>
            </a:r>
            <a:endParaRPr lang="en-IN" sz="1400" dirty="0"/>
          </a:p>
        </p:txBody>
      </p:sp>
    </p:spTree>
    <p:extLst>
      <p:ext uri="{BB962C8B-B14F-4D97-AF65-F5344CB8AC3E}">
        <p14:creationId xmlns:p14="http://schemas.microsoft.com/office/powerpoint/2010/main" val="3329683755"/>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235756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bounded type parameters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in generics?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Can primitive types be used as type arguments in generics?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How to use Generics with Collections?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Type Safety</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How generics provide type safety?</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Type casting</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How generics eliminates type casting?</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advantages</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 of using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Generics</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22. Generics - Advanced</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F498DC9C-6CC1-C5E6-6E55-9A27BEE2F44C}"/>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36ED9BD6-86D6-9440-5770-8F3D1AA7BE96}"/>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792091" y="3512257"/>
            <a:ext cx="636255" cy="253133"/>
          </a:xfrm>
          <a:prstGeom prst="rect">
            <a:avLst/>
          </a:prstGeom>
        </p:spPr>
      </p:pic>
      <p:sp>
        <p:nvSpPr>
          <p:cNvPr id="5" name="TextBox 4">
            <a:extLst>
              <a:ext uri="{FF2B5EF4-FFF2-40B4-BE49-F238E27FC236}">
                <a16:creationId xmlns:a16="http://schemas.microsoft.com/office/drawing/2014/main" id="{ECC4DE94-2BCA-FC08-F93A-9BA54E5C0F52}"/>
              </a:ext>
            </a:extLst>
          </p:cNvPr>
          <p:cNvSpPr txBox="1"/>
          <p:nvPr/>
        </p:nvSpPr>
        <p:spPr>
          <a:xfrm>
            <a:off x="10342731" y="6373174"/>
            <a:ext cx="1972639" cy="307777"/>
          </a:xfrm>
          <a:prstGeom prst="rect">
            <a:avLst/>
          </a:prstGeom>
          <a:noFill/>
        </p:spPr>
        <p:txBody>
          <a:bodyPr wrap="square">
            <a:spAutoFit/>
          </a:bodyPr>
          <a:lstStyle/>
          <a:p>
            <a:r>
              <a:rPr lang="en-US" sz="1400" dirty="0">
                <a:hlinkClick r:id="rId11" action="ppaction://hlinksldjump"/>
              </a:rPr>
              <a:t>Back to main index</a:t>
            </a:r>
            <a:endParaRPr lang="en-IN" sz="1400" dirty="0"/>
          </a:p>
        </p:txBody>
      </p:sp>
    </p:spTree>
    <p:extLst>
      <p:ext uri="{BB962C8B-B14F-4D97-AF65-F5344CB8AC3E}">
        <p14:creationId xmlns:p14="http://schemas.microsoft.com/office/powerpoint/2010/main" val="65174218"/>
      </p:ext>
    </p:extLst>
  </p:cSld>
  <p:clrMapOvr>
    <a:overrideClrMapping bg1="dk1" tx1="lt1" bg2="dk2" tx2="lt2" accent1="accent1" accent2="accent2" accent3="accent3" accent4="accent4" accent5="accent5" accent6="accent6" hlink="hlink" folHlink="folHlink"/>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pic>
        <p:nvPicPr>
          <p:cNvPr id="8" name="Picture 7">
            <a:extLst>
              <a:ext uri="{FF2B5EF4-FFF2-40B4-BE49-F238E27FC236}">
                <a16:creationId xmlns:a16="http://schemas.microsoft.com/office/drawing/2014/main" id="{BBCD6222-E3B7-9B8B-0FAE-EB4F28157382}"/>
              </a:ext>
            </a:extLst>
          </p:cNvPr>
          <p:cNvPicPr>
            <a:picLocks noChangeAspect="1"/>
          </p:cNvPicPr>
          <p:nvPr/>
        </p:nvPicPr>
        <p:blipFill>
          <a:blip r:embed="rId3"/>
          <a:stretch>
            <a:fillRect/>
          </a:stretch>
        </p:blipFill>
        <p:spPr>
          <a:xfrm>
            <a:off x="4827880" y="1133643"/>
            <a:ext cx="7193791" cy="4690966"/>
          </a:xfrm>
          <a:prstGeom prst="rect">
            <a:avLst/>
          </a:prstGeom>
        </p:spPr>
      </p:pic>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a:t>
            </a:r>
            <a:r>
              <a:rPr lang="en-US" sz="2400" b="1" dirty="0">
                <a:solidFill>
                  <a:srgbClr val="FFFF00"/>
                </a:solidFill>
                <a:ea typeface="+mn-ea"/>
                <a:cs typeface="+mn-cs"/>
              </a:rPr>
              <a:t>bounded type parameters</a:t>
            </a:r>
            <a:r>
              <a:rPr lang="en-US" sz="2400" b="1" dirty="0">
                <a:solidFill>
                  <a:schemeClr val="bg1"/>
                </a:solidFill>
                <a:ea typeface="+mn-ea"/>
                <a:cs typeface="+mn-cs"/>
              </a:rPr>
              <a:t> in generics?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TextBox 4">
            <a:extLst>
              <a:ext uri="{FF2B5EF4-FFF2-40B4-BE49-F238E27FC236}">
                <a16:creationId xmlns:a16="http://schemas.microsoft.com/office/drawing/2014/main" id="{A5C842A0-2965-8583-50AD-EC5C2ECFC27D}"/>
              </a:ext>
            </a:extLst>
          </p:cNvPr>
          <p:cNvSpPr txBox="1"/>
          <p:nvPr/>
        </p:nvSpPr>
        <p:spPr>
          <a:xfrm>
            <a:off x="355693" y="1047727"/>
            <a:ext cx="4129701" cy="4228273"/>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Bounded type parameters in generics allow you to restrict the types that can be used as arguments for a type parameter in a generic class.</a:t>
            </a:r>
          </a:p>
          <a:p>
            <a:pPr marL="342900" marR="0" lvl="0" indent="-342900" algn="l" defTabSz="914400" rtl="0" eaLnBrk="1" fontAlgn="auto" latinLnBrk="0" hangingPunct="1">
              <a:lnSpc>
                <a:spcPct val="107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l" defTabSz="914400" rtl="0" eaLnBrk="1" fontAlgn="auto" latinLnBrk="0" hangingPunct="1">
              <a:lnSpc>
                <a:spcPct val="107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 example, T extends Number means when the instance of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BoundedTypeEx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is created, then only integer can be the type.</a:t>
            </a:r>
          </a:p>
          <a:p>
            <a:pPr marL="342900" marR="0" lvl="0" indent="-342900" algn="l" defTabSz="914400" rtl="0" eaLnBrk="1" fontAlgn="auto" latinLnBrk="0" hangingPunct="1">
              <a:lnSpc>
                <a:spcPct val="107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l" defTabSz="914400" rtl="0" eaLnBrk="1" fontAlgn="auto" latinLnBrk="0" hangingPunct="1">
              <a:lnSpc>
                <a:spcPct val="107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Bounded type parameter provide type safety and compile time error checking's, but it restricts the type flexibility.</a:t>
            </a:r>
          </a:p>
        </p:txBody>
      </p:sp>
      <p:sp>
        <p:nvSpPr>
          <p:cNvPr id="4" name="Rectangle 3">
            <a:extLst>
              <a:ext uri="{FF2B5EF4-FFF2-40B4-BE49-F238E27FC236}">
                <a16:creationId xmlns:a16="http://schemas.microsoft.com/office/drawing/2014/main" id="{C8B61A54-42FD-E66D-9449-CBBD24049E7E}"/>
              </a:ext>
            </a:extLst>
          </p:cNvPr>
          <p:cNvSpPr/>
          <p:nvPr/>
        </p:nvSpPr>
        <p:spPr>
          <a:xfrm>
            <a:off x="8192022" y="1478071"/>
            <a:ext cx="1691014" cy="313151"/>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1910DE8-FF22-8C47-0545-1CC74482BEE7}"/>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616796348"/>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Can primitive types be used as type arguments in generics?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TextBox 4">
            <a:extLst>
              <a:ext uri="{FF2B5EF4-FFF2-40B4-BE49-F238E27FC236}">
                <a16:creationId xmlns:a16="http://schemas.microsoft.com/office/drawing/2014/main" id="{A5C842A0-2965-8583-50AD-EC5C2ECFC27D}"/>
              </a:ext>
            </a:extLst>
          </p:cNvPr>
          <p:cNvSpPr txBox="1"/>
          <p:nvPr/>
        </p:nvSpPr>
        <p:spPr>
          <a:xfrm>
            <a:off x="355694" y="1047727"/>
            <a:ext cx="4054942" cy="2450094"/>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 primitive types (int, double, char, etc.) cannot be used directly as type arguments in generics in Java.</a:t>
            </a:r>
          </a:p>
          <a:p>
            <a:pPr marL="342900" marR="0" lvl="0" indent="-342900" algn="l" defTabSz="914400" rtl="0" eaLnBrk="1" fontAlgn="auto" latinLnBrk="0" hangingPunct="1">
              <a:lnSpc>
                <a:spcPct val="107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l" defTabSz="914400" rtl="0" eaLnBrk="1" fontAlgn="auto" latinLnBrk="0" hangingPunct="1">
              <a:lnSpc>
                <a:spcPct val="107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Generics in Java are designed to work with reference types (classes and interfaces) rather than primitive types. </a:t>
            </a:r>
          </a:p>
        </p:txBody>
      </p:sp>
      <p:sp>
        <p:nvSpPr>
          <p:cNvPr id="4" name="Rectangle 3">
            <a:extLst>
              <a:ext uri="{FF2B5EF4-FFF2-40B4-BE49-F238E27FC236}">
                <a16:creationId xmlns:a16="http://schemas.microsoft.com/office/drawing/2014/main" id="{36A73182-46EB-4ADC-FF85-EBA8288030D4}"/>
              </a:ext>
            </a:extLst>
          </p:cNvPr>
          <p:cNvSpPr/>
          <p:nvPr/>
        </p:nvSpPr>
        <p:spPr>
          <a:xfrm>
            <a:off x="4883727" y="985381"/>
            <a:ext cx="7089673" cy="458870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intComp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intComp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strComp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GenericClassEx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strComp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Rectangle 5">
            <a:extLst>
              <a:ext uri="{FF2B5EF4-FFF2-40B4-BE49-F238E27FC236}">
                <a16:creationId xmlns:a16="http://schemas.microsoft.com/office/drawing/2014/main" id="{DFD24E4B-BBEF-EF01-68FE-5E4B99255FED}"/>
              </a:ext>
            </a:extLst>
          </p:cNvPr>
          <p:cNvSpPr/>
          <p:nvPr/>
        </p:nvSpPr>
        <p:spPr>
          <a:xfrm>
            <a:off x="7077208" y="4008331"/>
            <a:ext cx="676405" cy="241956"/>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B9F40666-6067-0F69-4DFF-B31B322D308F}"/>
              </a:ext>
            </a:extLst>
          </p:cNvPr>
          <p:cNvSpPr/>
          <p:nvPr/>
        </p:nvSpPr>
        <p:spPr>
          <a:xfrm>
            <a:off x="7077208" y="3058440"/>
            <a:ext cx="776611" cy="241956"/>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8" name="Graphic 7" descr="Artificial Intelligence with solid fill">
            <a:extLst>
              <a:ext uri="{FF2B5EF4-FFF2-40B4-BE49-F238E27FC236}">
                <a16:creationId xmlns:a16="http://schemas.microsoft.com/office/drawing/2014/main" id="{330E9352-1D26-91BE-151D-65C904EC437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932155" y="136472"/>
            <a:ext cx="559216" cy="559216"/>
          </a:xfrm>
          <a:prstGeom prst="rect">
            <a:avLst/>
          </a:prstGeom>
        </p:spPr>
      </p:pic>
      <p:sp>
        <p:nvSpPr>
          <p:cNvPr id="10" name="TextBox 9">
            <a:extLst>
              <a:ext uri="{FF2B5EF4-FFF2-40B4-BE49-F238E27FC236}">
                <a16:creationId xmlns:a16="http://schemas.microsoft.com/office/drawing/2014/main" id="{F90D135D-B61D-AAE6-7FCC-553102510658}"/>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200472979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How to use Generics with Collections?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36A73182-46EB-4ADC-FF85-EBA8288030D4}"/>
              </a:ext>
            </a:extLst>
          </p:cNvPr>
          <p:cNvSpPr/>
          <p:nvPr/>
        </p:nvSpPr>
        <p:spPr>
          <a:xfrm>
            <a:off x="5497157" y="1001673"/>
            <a:ext cx="5992820" cy="458870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GenericsCollectionsEx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 list of integers using generics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integers to the list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 list of strings using generics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strings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strings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strings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8" name="Rectangle 7">
            <a:extLst>
              <a:ext uri="{FF2B5EF4-FFF2-40B4-BE49-F238E27FC236}">
                <a16:creationId xmlns:a16="http://schemas.microsoft.com/office/drawing/2014/main" id="{5AA23E72-E1E5-6C14-0782-E2BF03E81C59}"/>
              </a:ext>
            </a:extLst>
          </p:cNvPr>
          <p:cNvSpPr/>
          <p:nvPr/>
        </p:nvSpPr>
        <p:spPr>
          <a:xfrm>
            <a:off x="478379" y="1064939"/>
            <a:ext cx="4081225" cy="179055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in-built collection classes or interfaces are generic classes or interfaces which can accept the type parameter(&lt;T&gt;) and handle any type at run time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 name="Straight Arrow Connector 9">
            <a:extLst>
              <a:ext uri="{FF2B5EF4-FFF2-40B4-BE49-F238E27FC236}">
                <a16:creationId xmlns:a16="http://schemas.microsoft.com/office/drawing/2014/main" id="{C2F6D722-40E2-D4DC-12BE-A449F2A66CF4}"/>
              </a:ext>
            </a:extLst>
          </p:cNvPr>
          <p:cNvCxnSpPr>
            <a:cxnSpLocks/>
          </p:cNvCxnSpPr>
          <p:nvPr/>
        </p:nvCxnSpPr>
        <p:spPr>
          <a:xfrm flipH="1" flipV="1">
            <a:off x="4559604" y="1800412"/>
            <a:ext cx="1343891" cy="413400"/>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31752C76-815B-A8A4-4837-D6712E9A95D6}"/>
              </a:ext>
            </a:extLst>
          </p:cNvPr>
          <p:cNvCxnSpPr>
            <a:cxnSpLocks/>
            <a:endCxn id="8" idx="3"/>
          </p:cNvCxnSpPr>
          <p:nvPr/>
        </p:nvCxnSpPr>
        <p:spPr>
          <a:xfrm flipH="1" flipV="1">
            <a:off x="4559604" y="1960217"/>
            <a:ext cx="1343891" cy="1863529"/>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1BEE457F-02A0-8694-BC64-D97C23703B22}"/>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625939484"/>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pic>
        <p:nvPicPr>
          <p:cNvPr id="20" name="Picture 19">
            <a:extLst>
              <a:ext uri="{FF2B5EF4-FFF2-40B4-BE49-F238E27FC236}">
                <a16:creationId xmlns:a16="http://schemas.microsoft.com/office/drawing/2014/main" id="{5B7AD9D4-6792-2F21-99D6-C680E7553C00}"/>
              </a:ext>
            </a:extLst>
          </p:cNvPr>
          <p:cNvPicPr>
            <a:picLocks noChangeAspect="1"/>
          </p:cNvPicPr>
          <p:nvPr/>
        </p:nvPicPr>
        <p:blipFill>
          <a:blip r:embed="rId3"/>
          <a:stretch>
            <a:fillRect/>
          </a:stretch>
        </p:blipFill>
        <p:spPr>
          <a:xfrm>
            <a:off x="5230954" y="1026440"/>
            <a:ext cx="6819749" cy="4425662"/>
          </a:xfrm>
          <a:prstGeom prst="rect">
            <a:avLst/>
          </a:prstGeom>
        </p:spPr>
      </p:pic>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Type Safety</a:t>
            </a:r>
            <a:r>
              <a:rPr lang="en-US" sz="2400" b="1" dirty="0">
                <a:solidFill>
                  <a:schemeClr val="bg1"/>
                </a:solidFill>
                <a:ea typeface="+mn-ea"/>
                <a:cs typeface="+mn-cs"/>
              </a:rPr>
              <a:t>? How generics provide type safety?</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3" name="Rectangle 12">
            <a:extLst>
              <a:ext uri="{FF2B5EF4-FFF2-40B4-BE49-F238E27FC236}">
                <a16:creationId xmlns:a16="http://schemas.microsoft.com/office/drawing/2014/main" id="{A2ED561F-9B38-3CE6-B077-13D18CB2602E}"/>
              </a:ext>
            </a:extLst>
          </p:cNvPr>
          <p:cNvSpPr/>
          <p:nvPr/>
        </p:nvSpPr>
        <p:spPr>
          <a:xfrm>
            <a:off x="478379" y="1064939"/>
            <a:ext cx="4081225" cy="145125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Type safety means that the compiler will validate types while compiling and show an error if you try to assign the wrong type to a variable.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4" name="Straight Arrow Connector 13">
            <a:extLst>
              <a:ext uri="{FF2B5EF4-FFF2-40B4-BE49-F238E27FC236}">
                <a16:creationId xmlns:a16="http://schemas.microsoft.com/office/drawing/2014/main" id="{42327769-E392-49F2-2D37-D1B86EE641B5}"/>
              </a:ext>
            </a:extLst>
          </p:cNvPr>
          <p:cNvCxnSpPr>
            <a:cxnSpLocks/>
          </p:cNvCxnSpPr>
          <p:nvPr/>
        </p:nvCxnSpPr>
        <p:spPr>
          <a:xfrm flipH="1" flipV="1">
            <a:off x="4559604" y="1800412"/>
            <a:ext cx="1143550" cy="641551"/>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59A9BA60-3A25-C70F-3F14-0E62CA6F1681}"/>
              </a:ext>
            </a:extLst>
          </p:cNvPr>
          <p:cNvSpPr/>
          <p:nvPr/>
        </p:nvSpPr>
        <p:spPr>
          <a:xfrm>
            <a:off x="478379" y="3073669"/>
            <a:ext cx="4081225" cy="145125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Generics provide type safety by showing a compile-time error if the wrong type is assigned to a generic 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7" name="Straight Arrow Connector 16">
            <a:extLst>
              <a:ext uri="{FF2B5EF4-FFF2-40B4-BE49-F238E27FC236}">
                <a16:creationId xmlns:a16="http://schemas.microsoft.com/office/drawing/2014/main" id="{3FC15C6A-2220-BD58-4432-412977E27D6F}"/>
              </a:ext>
            </a:extLst>
          </p:cNvPr>
          <p:cNvCxnSpPr>
            <a:cxnSpLocks/>
          </p:cNvCxnSpPr>
          <p:nvPr/>
        </p:nvCxnSpPr>
        <p:spPr>
          <a:xfrm flipH="1" flipV="1">
            <a:off x="4559604" y="3809142"/>
            <a:ext cx="1143550" cy="910062"/>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10AC644C-2708-93C2-D708-D393DC316BE4}"/>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3144750022"/>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EFB6EB96-A754-2FCA-58DF-ABAB76F85C4B}"/>
              </a:ext>
            </a:extLst>
          </p:cNvPr>
          <p:cNvSpPr/>
          <p:nvPr/>
        </p:nvSpPr>
        <p:spPr>
          <a:xfrm>
            <a:off x="5117432" y="1064939"/>
            <a:ext cx="6995679" cy="411575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TypeCastingEx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Without generics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"Hello"</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Needs explicit cast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With generics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stringList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stringList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"Hello"</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stringList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No cast needed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Type casting</a:t>
            </a:r>
            <a:r>
              <a:rPr lang="en-US" sz="2400" b="1" dirty="0">
                <a:solidFill>
                  <a:schemeClr val="bg1"/>
                </a:solidFill>
                <a:ea typeface="+mn-ea"/>
                <a:cs typeface="+mn-cs"/>
              </a:rPr>
              <a:t>? How generics eliminates type casting?</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cxnSp>
        <p:nvCxnSpPr>
          <p:cNvPr id="17" name="Straight Arrow Connector 16">
            <a:extLst>
              <a:ext uri="{FF2B5EF4-FFF2-40B4-BE49-F238E27FC236}">
                <a16:creationId xmlns:a16="http://schemas.microsoft.com/office/drawing/2014/main" id="{3FC15C6A-2220-BD58-4432-412977E27D6F}"/>
              </a:ext>
            </a:extLst>
          </p:cNvPr>
          <p:cNvCxnSpPr>
            <a:cxnSpLocks/>
            <a:endCxn id="6" idx="3"/>
          </p:cNvCxnSpPr>
          <p:nvPr/>
        </p:nvCxnSpPr>
        <p:spPr>
          <a:xfrm flipH="1">
            <a:off x="4423777" y="3131820"/>
            <a:ext cx="3142883" cy="174751"/>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5A82FE78-F864-61AD-A22D-81E3137E3044}"/>
              </a:ext>
            </a:extLst>
          </p:cNvPr>
          <p:cNvSpPr txBox="1"/>
          <p:nvPr/>
        </p:nvSpPr>
        <p:spPr>
          <a:xfrm>
            <a:off x="355694" y="1047727"/>
            <a:ext cx="4054942" cy="968278"/>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Type casting in Java is the process of converting a variable from one data type to another.</a:t>
            </a:r>
          </a:p>
        </p:txBody>
      </p:sp>
      <p:sp>
        <p:nvSpPr>
          <p:cNvPr id="6" name="Rectangle 5">
            <a:extLst>
              <a:ext uri="{FF2B5EF4-FFF2-40B4-BE49-F238E27FC236}">
                <a16:creationId xmlns:a16="http://schemas.microsoft.com/office/drawing/2014/main" id="{EB6BEF95-0F17-3920-6D26-D282C68ACB70}"/>
              </a:ext>
            </a:extLst>
          </p:cNvPr>
          <p:cNvSpPr/>
          <p:nvPr/>
        </p:nvSpPr>
        <p:spPr>
          <a:xfrm>
            <a:off x="342552" y="2466808"/>
            <a:ext cx="4081225" cy="1679526"/>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Without generics collection, items are converted to object type and then stored in the collections. To get items, as their specific types, explicit casting is required.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010AC6D4-8D89-9132-8673-96F610759B4A}"/>
              </a:ext>
            </a:extLst>
          </p:cNvPr>
          <p:cNvSpPr/>
          <p:nvPr/>
        </p:nvSpPr>
        <p:spPr>
          <a:xfrm>
            <a:off x="355693" y="4391193"/>
            <a:ext cx="4081225" cy="145125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With generics collection, items are stored and retrieved in their specific types, eliminating the need for explicit casting.</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9" name="Straight Arrow Connector 18">
            <a:extLst>
              <a:ext uri="{FF2B5EF4-FFF2-40B4-BE49-F238E27FC236}">
                <a16:creationId xmlns:a16="http://schemas.microsoft.com/office/drawing/2014/main" id="{8EC9EBAD-EEFE-6755-8192-85F9FCB370B4}"/>
              </a:ext>
            </a:extLst>
          </p:cNvPr>
          <p:cNvCxnSpPr>
            <a:cxnSpLocks/>
            <a:endCxn id="7" idx="3"/>
          </p:cNvCxnSpPr>
          <p:nvPr/>
        </p:nvCxnSpPr>
        <p:spPr>
          <a:xfrm flipH="1">
            <a:off x="4436918" y="4391193"/>
            <a:ext cx="2809702" cy="725628"/>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28B249C8-ABE9-70EB-BF33-61BA9414141E}"/>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189504139"/>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the </a:t>
            </a:r>
            <a:r>
              <a:rPr lang="en-US" sz="2400" b="1" dirty="0">
                <a:solidFill>
                  <a:srgbClr val="FFFF00"/>
                </a:solidFill>
                <a:ea typeface="+mn-ea"/>
                <a:cs typeface="+mn-cs"/>
              </a:rPr>
              <a:t>advantages</a:t>
            </a:r>
            <a:r>
              <a:rPr lang="en-US" sz="2400" b="1" dirty="0">
                <a:solidFill>
                  <a:schemeClr val="bg1"/>
                </a:solidFill>
                <a:ea typeface="+mn-ea"/>
                <a:cs typeface="+mn-cs"/>
              </a:rPr>
              <a:t> of using </a:t>
            </a:r>
            <a:r>
              <a:rPr lang="en-US" sz="2400" b="1" dirty="0">
                <a:solidFill>
                  <a:srgbClr val="FFFF00"/>
                </a:solidFill>
                <a:ea typeface="+mn-ea"/>
                <a:cs typeface="+mn-cs"/>
              </a:rPr>
              <a:t>Generics</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13" name="Diagram 12">
            <a:extLst>
              <a:ext uri="{FF2B5EF4-FFF2-40B4-BE49-F238E27FC236}">
                <a16:creationId xmlns:a16="http://schemas.microsoft.com/office/drawing/2014/main" id="{80C729CD-132F-835D-615C-EF7D7D892ACC}"/>
              </a:ext>
            </a:extLst>
          </p:cNvPr>
          <p:cNvGraphicFramePr/>
          <p:nvPr/>
        </p:nvGraphicFramePr>
        <p:xfrm>
          <a:off x="532387" y="1430203"/>
          <a:ext cx="7841592" cy="4778092"/>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4" name="Picture 3">
            <a:extLst>
              <a:ext uri="{FF2B5EF4-FFF2-40B4-BE49-F238E27FC236}">
                <a16:creationId xmlns:a16="http://schemas.microsoft.com/office/drawing/2014/main" id="{0B49B78D-C64A-4821-5B34-01AD0C3612FA}"/>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137306" y="289487"/>
            <a:ext cx="914784" cy="363946"/>
          </a:xfrm>
          <a:prstGeom prst="rect">
            <a:avLst/>
          </a:prstGeom>
        </p:spPr>
      </p:pic>
      <p:sp>
        <p:nvSpPr>
          <p:cNvPr id="5" name="TextBox 4">
            <a:extLst>
              <a:ext uri="{FF2B5EF4-FFF2-40B4-BE49-F238E27FC236}">
                <a16:creationId xmlns:a16="http://schemas.microsoft.com/office/drawing/2014/main" id="{04968D89-C00E-17EB-FEA8-5609B760E013}"/>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501169553"/>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551194"/>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lambda expression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lambda operator</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normal interface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functional interface</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How to use lambda expression to implement functional interfaces?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Can we use lambda expression for non-functional interfaces?</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23. Lambda expression</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CAE18D01-6473-6DCC-52E4-71C2F5033DC3}"/>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7E574508-66BE-10B3-F840-A22803591DAC}"/>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5296382" y="1532865"/>
            <a:ext cx="636255" cy="253133"/>
          </a:xfrm>
          <a:prstGeom prst="rect">
            <a:avLst/>
          </a:prstGeom>
        </p:spPr>
      </p:pic>
      <p:sp>
        <p:nvSpPr>
          <p:cNvPr id="5" name="TextBox 4">
            <a:extLst>
              <a:ext uri="{FF2B5EF4-FFF2-40B4-BE49-F238E27FC236}">
                <a16:creationId xmlns:a16="http://schemas.microsoft.com/office/drawing/2014/main" id="{22BA152D-9BDB-0762-6698-4D0BFFAF1F1E}"/>
              </a:ext>
            </a:extLst>
          </p:cNvPr>
          <p:cNvSpPr txBox="1"/>
          <p:nvPr/>
        </p:nvSpPr>
        <p:spPr>
          <a:xfrm>
            <a:off x="10342731" y="6373174"/>
            <a:ext cx="1972639" cy="307777"/>
          </a:xfrm>
          <a:prstGeom prst="rect">
            <a:avLst/>
          </a:prstGeom>
          <a:noFill/>
        </p:spPr>
        <p:txBody>
          <a:bodyPr wrap="square">
            <a:spAutoFit/>
          </a:bodyPr>
          <a:lstStyle/>
          <a:p>
            <a:r>
              <a:rPr lang="en-US" sz="1400" dirty="0">
                <a:hlinkClick r:id="rId9" action="ppaction://hlinksldjump"/>
              </a:rPr>
              <a:t>Back to main index</a:t>
            </a:r>
            <a:endParaRPr lang="en-IN" sz="1400" dirty="0"/>
          </a:p>
        </p:txBody>
      </p:sp>
    </p:spTree>
    <p:extLst>
      <p:ext uri="{BB962C8B-B14F-4D97-AF65-F5344CB8AC3E}">
        <p14:creationId xmlns:p14="http://schemas.microsoft.com/office/powerpoint/2010/main" val="3020802364"/>
      </p:ext>
    </p:extLst>
  </p:cSld>
  <p:clrMapOvr>
    <a:overrideClrMapping bg1="dk1" tx1="lt1" bg2="dk2" tx2="lt2" accent1="accent1" accent2="accent2" accent3="accent3" accent4="accent4" accent5="accent5" accent6="accent6" hlink="hlink" folHlink="folHlink"/>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lambda expression </a:t>
            </a:r>
            <a:r>
              <a:rPr lang="en-US" sz="2400" b="1" dirty="0">
                <a:solidFill>
                  <a:schemeClr val="bg1"/>
                </a:solidFill>
                <a:ea typeface="+mn-ea"/>
                <a:cs typeface="+mn-cs"/>
              </a:rPr>
              <a:t>and</a:t>
            </a:r>
            <a:r>
              <a:rPr lang="en-US" sz="2400" b="1" dirty="0">
                <a:solidFill>
                  <a:srgbClr val="FFFF00"/>
                </a:solidFill>
                <a:ea typeface="+mn-ea"/>
                <a:cs typeface="+mn-cs"/>
              </a:rPr>
              <a:t> lambda operator</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Rectangle 5">
            <a:extLst>
              <a:ext uri="{FF2B5EF4-FFF2-40B4-BE49-F238E27FC236}">
                <a16:creationId xmlns:a16="http://schemas.microsoft.com/office/drawing/2014/main" id="{1934829D-AD11-C4EE-EC7A-804C85964E3B}"/>
              </a:ext>
            </a:extLst>
          </p:cNvPr>
          <p:cNvSpPr/>
          <p:nvPr/>
        </p:nvSpPr>
        <p:spPr>
          <a:xfrm>
            <a:off x="5449938" y="1047727"/>
            <a:ext cx="6662261" cy="517770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ArrayListLambdaEx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an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of strings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"Apple"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"Banana"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"Orange"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Iterating over the list without lambda expression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fruit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fruit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Apple Banana Orange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Iterating over the list using lambda expression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forEach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fruit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-&gt;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fruit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Apple Banana Orange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7" name="TextBox 6">
            <a:extLst>
              <a:ext uri="{FF2B5EF4-FFF2-40B4-BE49-F238E27FC236}">
                <a16:creationId xmlns:a16="http://schemas.microsoft.com/office/drawing/2014/main" id="{7F2AC127-66B3-E289-E340-4EC40A7FB59A}"/>
              </a:ext>
            </a:extLst>
          </p:cNvPr>
          <p:cNvSpPr txBox="1"/>
          <p:nvPr/>
        </p:nvSpPr>
        <p:spPr>
          <a:xfrm>
            <a:off x="155278" y="985097"/>
            <a:ext cx="5030497" cy="2461508"/>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lambda expression is an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inline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shorthand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way of writing functionality.</a:t>
            </a:r>
          </a:p>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lambda operator (-&gt;) separates the lambda expression's parameters from its body.</a:t>
            </a:r>
          </a:p>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When are lambda expressions mostly used? Lambda expressions are mostly used for implementing functional interfaces directly.</a:t>
            </a:r>
          </a:p>
        </p:txBody>
      </p:sp>
      <p:sp>
        <p:nvSpPr>
          <p:cNvPr id="10" name="TextBox 9">
            <a:extLst>
              <a:ext uri="{FF2B5EF4-FFF2-40B4-BE49-F238E27FC236}">
                <a16:creationId xmlns:a16="http://schemas.microsoft.com/office/drawing/2014/main" id="{DF8AC0F1-3989-4033-30AD-C8996A59E58C}"/>
              </a:ext>
            </a:extLst>
          </p:cNvPr>
          <p:cNvSpPr txBox="1"/>
          <p:nvPr/>
        </p:nvSpPr>
        <p:spPr>
          <a:xfrm>
            <a:off x="625607" y="4679600"/>
            <a:ext cx="1821381" cy="567811"/>
          </a:xfrm>
          <a:prstGeom prst="rect">
            <a:avLst/>
          </a:prstGeom>
          <a:noFill/>
          <a:ln w="12700">
            <a:solidFill>
              <a:srgbClr val="FF0000"/>
            </a:solidFill>
          </a:ln>
        </p:spPr>
        <p:txBody>
          <a:bodyPr wrap="square" lIns="180000" tIns="144000" rIns="180000" bIns="144000">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Parameters list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 name="Straight Arrow Connector 10">
            <a:extLst>
              <a:ext uri="{FF2B5EF4-FFF2-40B4-BE49-F238E27FC236}">
                <a16:creationId xmlns:a16="http://schemas.microsoft.com/office/drawing/2014/main" id="{757C843A-302B-BDBF-C53F-49EB7CC3C7DB}"/>
              </a:ext>
            </a:extLst>
          </p:cNvPr>
          <p:cNvCxnSpPr>
            <a:cxnSpLocks/>
          </p:cNvCxnSpPr>
          <p:nvPr/>
        </p:nvCxnSpPr>
        <p:spPr>
          <a:xfrm>
            <a:off x="1850625" y="4247373"/>
            <a:ext cx="0" cy="44245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FED7A3A4-2B68-491D-08B3-3A8D08E698E1}"/>
              </a:ext>
            </a:extLst>
          </p:cNvPr>
          <p:cNvSpPr txBox="1"/>
          <p:nvPr/>
        </p:nvSpPr>
        <p:spPr>
          <a:xfrm>
            <a:off x="2851343" y="4689824"/>
            <a:ext cx="2071408" cy="567811"/>
          </a:xfrm>
          <a:prstGeom prst="rect">
            <a:avLst/>
          </a:prstGeom>
          <a:noFill/>
          <a:ln w="12700">
            <a:solidFill>
              <a:srgbClr val="FF0000"/>
            </a:solidFill>
          </a:ln>
        </p:spPr>
        <p:txBody>
          <a:bodyPr wrap="square" lIns="180000" tIns="144000" rIns="180000" bIns="144000">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Body/ Expression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3" name="Straight Arrow Connector 12">
            <a:extLst>
              <a:ext uri="{FF2B5EF4-FFF2-40B4-BE49-F238E27FC236}">
                <a16:creationId xmlns:a16="http://schemas.microsoft.com/office/drawing/2014/main" id="{9A5CDA89-7651-6ECC-CD47-71904312C45C}"/>
              </a:ext>
            </a:extLst>
          </p:cNvPr>
          <p:cNvCxnSpPr>
            <a:cxnSpLocks/>
          </p:cNvCxnSpPr>
          <p:nvPr/>
        </p:nvCxnSpPr>
        <p:spPr>
          <a:xfrm>
            <a:off x="3414982" y="4237149"/>
            <a:ext cx="0" cy="44245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Rectangle: Rounded Corners 13">
            <a:extLst>
              <a:ext uri="{FF2B5EF4-FFF2-40B4-BE49-F238E27FC236}">
                <a16:creationId xmlns:a16="http://schemas.microsoft.com/office/drawing/2014/main" id="{47954425-1CCB-AB37-B3CB-198B902D51AA}"/>
              </a:ext>
            </a:extLst>
          </p:cNvPr>
          <p:cNvSpPr/>
          <p:nvPr/>
        </p:nvSpPr>
        <p:spPr>
          <a:xfrm>
            <a:off x="1211751" y="3808405"/>
            <a:ext cx="2847109" cy="567811"/>
          </a:xfrm>
          <a:prstGeom prst="roundRect">
            <a:avLst/>
          </a:prstGeom>
          <a:ln/>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rPr>
              <a:t>(x, y)   -&gt;    { };</a:t>
            </a:r>
            <a:endParaRPr kumimoji="0" lang="en-IN" sz="2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D722134F-E0A3-24C8-B39C-EE052BC9AF8A}"/>
              </a:ext>
            </a:extLst>
          </p:cNvPr>
          <p:cNvSpPr txBox="1"/>
          <p:nvPr/>
        </p:nvSpPr>
        <p:spPr>
          <a:xfrm>
            <a:off x="1598234" y="5449079"/>
            <a:ext cx="2072320" cy="567811"/>
          </a:xfrm>
          <a:prstGeom prst="rect">
            <a:avLst/>
          </a:prstGeom>
          <a:noFill/>
          <a:ln w="12700">
            <a:solidFill>
              <a:srgbClr val="FF0000"/>
            </a:solidFill>
          </a:ln>
        </p:spPr>
        <p:txBody>
          <a:bodyPr wrap="square" lIns="180000" tIns="144000" rIns="180000" bIns="144000">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Lambda operator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8" name="Straight Arrow Connector 17">
            <a:extLst>
              <a:ext uri="{FF2B5EF4-FFF2-40B4-BE49-F238E27FC236}">
                <a16:creationId xmlns:a16="http://schemas.microsoft.com/office/drawing/2014/main" id="{F9F56B30-6290-660D-A0F6-DBFA0483B567}"/>
              </a:ext>
            </a:extLst>
          </p:cNvPr>
          <p:cNvCxnSpPr>
            <a:cxnSpLocks/>
            <a:stCxn id="14" idx="2"/>
            <a:endCxn id="16" idx="0"/>
          </p:cNvCxnSpPr>
          <p:nvPr/>
        </p:nvCxnSpPr>
        <p:spPr>
          <a:xfrm flipH="1">
            <a:off x="2634394" y="4376216"/>
            <a:ext cx="912" cy="107286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20" name="Picture 19">
            <a:extLst>
              <a:ext uri="{FF2B5EF4-FFF2-40B4-BE49-F238E27FC236}">
                <a16:creationId xmlns:a16="http://schemas.microsoft.com/office/drawing/2014/main" id="{38D35A87-30A3-8B4D-7C37-B3ED229BC95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826237" y="307548"/>
            <a:ext cx="914784" cy="363946"/>
          </a:xfrm>
          <a:prstGeom prst="rect">
            <a:avLst/>
          </a:prstGeom>
        </p:spPr>
      </p:pic>
      <p:sp>
        <p:nvSpPr>
          <p:cNvPr id="15" name="TextBox 14">
            <a:extLst>
              <a:ext uri="{FF2B5EF4-FFF2-40B4-BE49-F238E27FC236}">
                <a16:creationId xmlns:a16="http://schemas.microsoft.com/office/drawing/2014/main" id="{27243B9B-2C84-B934-0DB9-9A5B488CE7ED}"/>
              </a:ext>
            </a:extLst>
          </p:cNvPr>
          <p:cNvSpPr txBox="1"/>
          <p:nvPr/>
        </p:nvSpPr>
        <p:spPr>
          <a:xfrm>
            <a:off x="1691337" y="6137022"/>
            <a:ext cx="207232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rPr>
              <a:t>Lambda Expression</a:t>
            </a:r>
          </a:p>
        </p:txBody>
      </p:sp>
      <p:sp>
        <p:nvSpPr>
          <p:cNvPr id="4" name="TextBox 3">
            <a:extLst>
              <a:ext uri="{FF2B5EF4-FFF2-40B4-BE49-F238E27FC236}">
                <a16:creationId xmlns:a16="http://schemas.microsoft.com/office/drawing/2014/main" id="{EA543B16-C916-8F26-0042-0E637FFCB36F}"/>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4244527517"/>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difference between </a:t>
            </a:r>
            <a:r>
              <a:rPr lang="en-US" sz="2400" b="1" dirty="0">
                <a:solidFill>
                  <a:srgbClr val="FFFF00"/>
                </a:solidFill>
                <a:ea typeface="+mn-ea"/>
                <a:cs typeface="+mn-cs"/>
              </a:rPr>
              <a:t>normal interface</a:t>
            </a:r>
            <a:r>
              <a:rPr lang="en-US" sz="2400" b="1" dirty="0">
                <a:solidFill>
                  <a:schemeClr val="bg1"/>
                </a:solidFill>
                <a:ea typeface="+mn-ea"/>
                <a:cs typeface="+mn-cs"/>
              </a:rPr>
              <a:t> and </a:t>
            </a:r>
            <a:r>
              <a:rPr lang="en-US" sz="2400" b="1" dirty="0">
                <a:solidFill>
                  <a:srgbClr val="FFFF00"/>
                </a:solidFill>
                <a:ea typeface="+mn-ea"/>
                <a:cs typeface="+mn-cs"/>
              </a:rPr>
              <a:t>functional interface</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758259B7-9D3B-891F-B0CF-DF0D04DDDB5E}"/>
              </a:ext>
            </a:extLst>
          </p:cNvPr>
          <p:cNvSpPr txBox="1"/>
          <p:nvPr/>
        </p:nvSpPr>
        <p:spPr>
          <a:xfrm>
            <a:off x="355695" y="1047727"/>
            <a:ext cx="5078750" cy="671915"/>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normal interface in Java can contain multiple abstract methods.</a:t>
            </a:r>
          </a:p>
        </p:txBody>
      </p:sp>
      <p:sp>
        <p:nvSpPr>
          <p:cNvPr id="5" name="Rectangle 4">
            <a:extLst>
              <a:ext uri="{FF2B5EF4-FFF2-40B4-BE49-F238E27FC236}">
                <a16:creationId xmlns:a16="http://schemas.microsoft.com/office/drawing/2014/main" id="{9CDC03F6-C5BE-AB88-8D3C-905FA7848264}"/>
              </a:ext>
            </a:extLst>
          </p:cNvPr>
          <p:cNvSpPr/>
          <p:nvPr/>
        </p:nvSpPr>
        <p:spPr>
          <a:xfrm>
            <a:off x="407428" y="1978199"/>
            <a:ext cx="5471090" cy="263760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Normal Interface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Shape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area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First Abstract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perimeter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Second Abstract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8" name="Rectangle 7">
            <a:extLst>
              <a:ext uri="{FF2B5EF4-FFF2-40B4-BE49-F238E27FC236}">
                <a16:creationId xmlns:a16="http://schemas.microsoft.com/office/drawing/2014/main" id="{4F7EBC79-5982-2D6F-A233-25960916E006}"/>
              </a:ext>
            </a:extLst>
          </p:cNvPr>
          <p:cNvSpPr/>
          <p:nvPr/>
        </p:nvSpPr>
        <p:spPr>
          <a:xfrm>
            <a:off x="6488846" y="1978199"/>
            <a:ext cx="5471090" cy="208309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Functional Interface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@FunctionalInterface(Optional)</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Shape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area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Single Abstract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5" name="TextBox 14">
            <a:extLst>
              <a:ext uri="{FF2B5EF4-FFF2-40B4-BE49-F238E27FC236}">
                <a16:creationId xmlns:a16="http://schemas.microsoft.com/office/drawing/2014/main" id="{35ED1974-1072-3B7D-DC39-499EF6018CAE}"/>
              </a:ext>
            </a:extLst>
          </p:cNvPr>
          <p:cNvSpPr txBox="1"/>
          <p:nvPr/>
        </p:nvSpPr>
        <p:spPr>
          <a:xfrm>
            <a:off x="6183681" y="1068320"/>
            <a:ext cx="5776247" cy="671915"/>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functional interface is an interface that contains exactly one abstract method.</a:t>
            </a:r>
          </a:p>
        </p:txBody>
      </p:sp>
      <p:cxnSp>
        <p:nvCxnSpPr>
          <p:cNvPr id="17" name="Straight Connector 16">
            <a:extLst>
              <a:ext uri="{FF2B5EF4-FFF2-40B4-BE49-F238E27FC236}">
                <a16:creationId xmlns:a16="http://schemas.microsoft.com/office/drawing/2014/main" id="{B4B10135-0960-9981-2198-4FC604100865}"/>
              </a:ext>
            </a:extLst>
          </p:cNvPr>
          <p:cNvCxnSpPr/>
          <p:nvPr/>
        </p:nvCxnSpPr>
        <p:spPr>
          <a:xfrm>
            <a:off x="6133578" y="1473999"/>
            <a:ext cx="0" cy="4831773"/>
          </a:xfrm>
          <a:prstGeom prst="line">
            <a:avLst/>
          </a:prstGeom>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94F2169B-CF85-1F13-89F3-F9CB1633FF51}"/>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207751343"/>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How to use lambda expression to implement functional interfaces?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92CE0859-6E80-1EFB-6C16-5D947FA6A701}"/>
              </a:ext>
            </a:extLst>
          </p:cNvPr>
          <p:cNvSpPr/>
          <p:nvPr/>
        </p:nvSpPr>
        <p:spPr>
          <a:xfrm>
            <a:off x="355693" y="1052281"/>
            <a:ext cx="5740305" cy="534851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Without Lambda Expression Example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MyFunction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Functional interface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sayHello</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Single Abstract method</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MyFunctionImpl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implements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MyFunction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sayHello</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WithoutLambdaEx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MyFunctionImpl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myFunction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MyFunctionImpl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myFunction</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sayHello</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Interview Happy!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1" name="Rectangle 10">
            <a:extLst>
              <a:ext uri="{FF2B5EF4-FFF2-40B4-BE49-F238E27FC236}">
                <a16:creationId xmlns:a16="http://schemas.microsoft.com/office/drawing/2014/main" id="{56A7A540-C7C6-C678-AD1C-0A9B47760AD9}"/>
              </a:ext>
            </a:extLst>
          </p:cNvPr>
          <p:cNvSpPr/>
          <p:nvPr/>
        </p:nvSpPr>
        <p:spPr>
          <a:xfrm>
            <a:off x="6680553" y="1052281"/>
            <a:ext cx="5248847" cy="480308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With Lambda Expression Example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MyFunction1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Functional interface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sayHello</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Abstract method</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WithLambdaEx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Creating an instance of the functional</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interface using a lambda expression</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MyFunction1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myFunction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-&gt;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myFunction</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sayHello</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Interview Happy!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cxnSp>
        <p:nvCxnSpPr>
          <p:cNvPr id="5" name="Straight Connector 4">
            <a:extLst>
              <a:ext uri="{FF2B5EF4-FFF2-40B4-BE49-F238E27FC236}">
                <a16:creationId xmlns:a16="http://schemas.microsoft.com/office/drawing/2014/main" id="{5A01F351-794F-900E-F256-7B0DB7832A15}"/>
              </a:ext>
            </a:extLst>
          </p:cNvPr>
          <p:cNvCxnSpPr/>
          <p:nvPr/>
        </p:nvCxnSpPr>
        <p:spPr>
          <a:xfrm>
            <a:off x="6388275" y="964599"/>
            <a:ext cx="0" cy="5893400"/>
          </a:xfrm>
          <a:prstGeom prst="line">
            <a:avLst/>
          </a:prstGeom>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BA63D9B4-7D30-ACE9-3451-AF8ECDFA7DDC}"/>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3860650127"/>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Can we use lambda expression for non-functional interfaces?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1" name="Rectangle 10">
            <a:extLst>
              <a:ext uri="{FF2B5EF4-FFF2-40B4-BE49-F238E27FC236}">
                <a16:creationId xmlns:a16="http://schemas.microsoft.com/office/drawing/2014/main" id="{56A7A540-C7C6-C678-AD1C-0A9B47760AD9}"/>
              </a:ext>
            </a:extLst>
          </p:cNvPr>
          <p:cNvSpPr/>
          <p:nvPr/>
        </p:nvSpPr>
        <p:spPr>
          <a:xfrm>
            <a:off x="5974915" y="1106400"/>
            <a:ext cx="5866803" cy="385390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MyFunction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Non-Functional interface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sayHello</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First Abstract method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sayByee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First Abstract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WithLambdaEx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Compile time error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MyFunction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myFunction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-&gt;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TextBox 3">
            <a:extLst>
              <a:ext uri="{FF2B5EF4-FFF2-40B4-BE49-F238E27FC236}">
                <a16:creationId xmlns:a16="http://schemas.microsoft.com/office/drawing/2014/main" id="{0BE42432-7B8C-D626-81F2-81EC1DE9997F}"/>
              </a:ext>
            </a:extLst>
          </p:cNvPr>
          <p:cNvSpPr txBox="1"/>
          <p:nvPr/>
        </p:nvSpPr>
        <p:spPr>
          <a:xfrm>
            <a:off x="350282" y="1156503"/>
            <a:ext cx="5030497" cy="671915"/>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lambda expression can be used for functional interfaces only.</a:t>
            </a:r>
          </a:p>
        </p:txBody>
      </p:sp>
      <p:pic>
        <p:nvPicPr>
          <p:cNvPr id="5" name="Graphic 4" descr="Artificial Intelligence with solid fill">
            <a:extLst>
              <a:ext uri="{FF2B5EF4-FFF2-40B4-BE49-F238E27FC236}">
                <a16:creationId xmlns:a16="http://schemas.microsoft.com/office/drawing/2014/main" id="{7AD17CCC-16D8-ED35-4C5C-D977E3C2F6B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191608" y="136472"/>
            <a:ext cx="559216" cy="559216"/>
          </a:xfrm>
          <a:prstGeom prst="rect">
            <a:avLst/>
          </a:prstGeom>
        </p:spPr>
      </p:pic>
      <p:sp>
        <p:nvSpPr>
          <p:cNvPr id="6" name="TextBox 5">
            <a:extLst>
              <a:ext uri="{FF2B5EF4-FFF2-40B4-BE49-F238E27FC236}">
                <a16:creationId xmlns:a16="http://schemas.microsoft.com/office/drawing/2014/main" id="{F04A91C9-2C7F-D073-ACC6-4D17574AE979}"/>
              </a:ext>
            </a:extLst>
          </p:cNvPr>
          <p:cNvSpPr txBox="1"/>
          <p:nvPr/>
        </p:nvSpPr>
        <p:spPr>
          <a:xfrm>
            <a:off x="10405730" y="6485478"/>
            <a:ext cx="1786270" cy="307777"/>
          </a:xfrm>
          <a:prstGeom prst="rect">
            <a:avLst/>
          </a:prstGeom>
          <a:noFill/>
        </p:spPr>
        <p:txBody>
          <a:bodyPr wrap="square">
            <a:spAutoFit/>
          </a:bodyPr>
          <a:lstStyle/>
          <a:p>
            <a:r>
              <a:rPr lang="en-US" sz="1400" dirty="0">
                <a:hlinkClick r:id="rId6" action="ppaction://hlinksldjump"/>
              </a:rPr>
              <a:t>back to chapter index</a:t>
            </a:r>
            <a:endParaRPr lang="en-IN" sz="1400" dirty="0"/>
          </a:p>
        </p:txBody>
      </p:sp>
    </p:spTree>
    <p:extLst>
      <p:ext uri="{BB962C8B-B14F-4D97-AF65-F5344CB8AC3E}">
        <p14:creationId xmlns:p14="http://schemas.microsoft.com/office/powerpoint/2010/main" val="1282159419"/>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954381"/>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types of classes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Inner Classes (Nested Classes)</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How to create instance of inner class?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Final class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Final method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in Java?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final keyword</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24. Types of Classes - Inner class &amp; Final class</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AD2DBF8C-D68A-18D0-5C35-73FC94E48E57}"/>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2C32646F-0075-36A1-6397-2421E9E30429}"/>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144919" y="1532865"/>
            <a:ext cx="636255" cy="253133"/>
          </a:xfrm>
          <a:prstGeom prst="rect">
            <a:avLst/>
          </a:prstGeom>
        </p:spPr>
      </p:pic>
      <p:pic>
        <p:nvPicPr>
          <p:cNvPr id="5" name="Picture 4">
            <a:extLst>
              <a:ext uri="{FF2B5EF4-FFF2-40B4-BE49-F238E27FC236}">
                <a16:creationId xmlns:a16="http://schemas.microsoft.com/office/drawing/2014/main" id="{A9631778-8390-6F1E-85CC-4B6F9F4750A5}"/>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3823183" y="3107660"/>
            <a:ext cx="636255" cy="253133"/>
          </a:xfrm>
          <a:prstGeom prst="rect">
            <a:avLst/>
          </a:prstGeom>
        </p:spPr>
      </p:pic>
      <p:sp>
        <p:nvSpPr>
          <p:cNvPr id="6" name="TextBox 5">
            <a:extLst>
              <a:ext uri="{FF2B5EF4-FFF2-40B4-BE49-F238E27FC236}">
                <a16:creationId xmlns:a16="http://schemas.microsoft.com/office/drawing/2014/main" id="{9E0A8C50-1C5D-A200-CB9E-330B4446FF34}"/>
              </a:ext>
            </a:extLst>
          </p:cNvPr>
          <p:cNvSpPr txBox="1"/>
          <p:nvPr/>
        </p:nvSpPr>
        <p:spPr>
          <a:xfrm>
            <a:off x="10342731" y="6373174"/>
            <a:ext cx="1972639" cy="307777"/>
          </a:xfrm>
          <a:prstGeom prst="rect">
            <a:avLst/>
          </a:prstGeom>
          <a:noFill/>
        </p:spPr>
        <p:txBody>
          <a:bodyPr wrap="square">
            <a:spAutoFit/>
          </a:bodyPr>
          <a:lstStyle/>
          <a:p>
            <a:r>
              <a:rPr lang="en-US" sz="1400" dirty="0">
                <a:hlinkClick r:id="rId10" action="ppaction://hlinksldjump"/>
              </a:rPr>
              <a:t>Back to main index</a:t>
            </a:r>
            <a:endParaRPr lang="en-IN" sz="1400" dirty="0"/>
          </a:p>
        </p:txBody>
      </p:sp>
    </p:spTree>
    <p:extLst>
      <p:ext uri="{BB962C8B-B14F-4D97-AF65-F5344CB8AC3E}">
        <p14:creationId xmlns:p14="http://schemas.microsoft.com/office/powerpoint/2010/main" val="1761097210"/>
      </p:ext>
    </p:extLst>
  </p:cSld>
  <p:clrMapOvr>
    <a:overrideClrMapping bg1="dk1" tx1="lt1" bg2="dk2" tx2="lt2" accent1="accent1" accent2="accent2" accent3="accent3" accent4="accent4" accent5="accent5" accent6="accent6" hlink="hlink" folHlink="folHlink"/>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the </a:t>
            </a:r>
            <a:r>
              <a:rPr lang="en-US" sz="2400" b="1" dirty="0">
                <a:solidFill>
                  <a:srgbClr val="FFFF00"/>
                </a:solidFill>
                <a:ea typeface="+mn-ea"/>
                <a:cs typeface="+mn-cs"/>
              </a:rPr>
              <a:t>types of classes </a:t>
            </a:r>
            <a:r>
              <a:rPr lang="en-US" sz="2400" b="1" dirty="0">
                <a:solidFill>
                  <a:schemeClr val="bg1"/>
                </a:solidFill>
                <a:ea typeface="+mn-ea"/>
                <a:cs typeface="+mn-cs"/>
              </a:rPr>
              <a:t>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5" name="Diagram 4">
            <a:extLst>
              <a:ext uri="{FF2B5EF4-FFF2-40B4-BE49-F238E27FC236}">
                <a16:creationId xmlns:a16="http://schemas.microsoft.com/office/drawing/2014/main" id="{7F17A9A3-ACF2-89AE-5F73-82FCC11A6A7A}"/>
              </a:ext>
            </a:extLst>
          </p:cNvPr>
          <p:cNvGraphicFramePr/>
          <p:nvPr/>
        </p:nvGraphicFramePr>
        <p:xfrm>
          <a:off x="289908" y="848289"/>
          <a:ext cx="8128000" cy="5418667"/>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4" name="Picture 3">
            <a:extLst>
              <a:ext uri="{FF2B5EF4-FFF2-40B4-BE49-F238E27FC236}">
                <a16:creationId xmlns:a16="http://schemas.microsoft.com/office/drawing/2014/main" id="{5D8DB985-13EC-AF56-AF90-ECBEE5C9C9C5}"/>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371470" y="287801"/>
            <a:ext cx="914784" cy="363946"/>
          </a:xfrm>
          <a:prstGeom prst="rect">
            <a:avLst/>
          </a:prstGeom>
        </p:spPr>
      </p:pic>
      <p:sp>
        <p:nvSpPr>
          <p:cNvPr id="6" name="TextBox 5">
            <a:extLst>
              <a:ext uri="{FF2B5EF4-FFF2-40B4-BE49-F238E27FC236}">
                <a16:creationId xmlns:a16="http://schemas.microsoft.com/office/drawing/2014/main" id="{1247C01B-DA94-1951-54B1-7ADD144CCC12}"/>
              </a:ext>
            </a:extLst>
          </p:cNvPr>
          <p:cNvSpPr txBox="1"/>
          <p:nvPr/>
        </p:nvSpPr>
        <p:spPr>
          <a:xfrm>
            <a:off x="10405730" y="6485478"/>
            <a:ext cx="1786270" cy="307777"/>
          </a:xfrm>
          <a:prstGeom prst="rect">
            <a:avLst/>
          </a:prstGeom>
          <a:noFill/>
        </p:spPr>
        <p:txBody>
          <a:bodyPr wrap="square">
            <a:spAutoFit/>
          </a:bodyPr>
          <a:lstStyle/>
          <a:p>
            <a:r>
              <a:rPr lang="en-US" sz="1400" dirty="0">
                <a:hlinkClick r:id="rId10" action="ppaction://hlinksldjump"/>
              </a:rPr>
              <a:t>back to chapter index</a:t>
            </a:r>
            <a:endParaRPr lang="en-IN" sz="1400" dirty="0"/>
          </a:p>
        </p:txBody>
      </p:sp>
    </p:spTree>
    <p:extLst>
      <p:ext uri="{BB962C8B-B14F-4D97-AF65-F5344CB8AC3E}">
        <p14:creationId xmlns:p14="http://schemas.microsoft.com/office/powerpoint/2010/main" val="359987923"/>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a:t>
            </a:r>
            <a:r>
              <a:rPr lang="en-US" sz="2400" b="1" dirty="0">
                <a:solidFill>
                  <a:srgbClr val="FFFF00"/>
                </a:solidFill>
                <a:ea typeface="+mn-ea"/>
                <a:cs typeface="+mn-cs"/>
              </a:rPr>
              <a:t>Inner Classes (Nested Classes)</a:t>
            </a:r>
            <a:r>
              <a:rPr lang="en-US" sz="2400" b="1" dirty="0">
                <a:solidFill>
                  <a:schemeClr val="bg1"/>
                </a:solidFill>
                <a:ea typeface="+mn-ea"/>
                <a:cs typeface="+mn-cs"/>
              </a:rPr>
              <a:t>? How to create instance of inner class?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077D7A23-D60A-22CC-277A-2E4F4D149414}"/>
              </a:ext>
            </a:extLst>
          </p:cNvPr>
          <p:cNvSpPr/>
          <p:nvPr/>
        </p:nvSpPr>
        <p:spPr>
          <a:xfrm>
            <a:off x="6096000" y="952377"/>
            <a:ext cx="5863936" cy="582696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Outer Class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OuterInnerClassEx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outerField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Member inner class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InnerClass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displayOuterField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outerField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an instance of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OuterInnerClassEx</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OuterInnerClassEx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OuterInnerClassEx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an instance of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InnerClass</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using the outer instance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InnerClass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inner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outer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InnerClass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Invoke method of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InnerClass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inner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displayOuterField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10</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TextBox 5">
            <a:extLst>
              <a:ext uri="{FF2B5EF4-FFF2-40B4-BE49-F238E27FC236}">
                <a16:creationId xmlns:a16="http://schemas.microsoft.com/office/drawing/2014/main" id="{30CECA15-697A-D455-C559-7CAB6FC27025}"/>
              </a:ext>
            </a:extLst>
          </p:cNvPr>
          <p:cNvSpPr txBox="1"/>
          <p:nvPr/>
        </p:nvSpPr>
        <p:spPr>
          <a:xfrm>
            <a:off x="355695" y="1047727"/>
            <a:ext cx="4351387" cy="375552"/>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6902E70B-2801-0E49-6F74-9A3CBA91977C}"/>
              </a:ext>
            </a:extLst>
          </p:cNvPr>
          <p:cNvSpPr/>
          <p:nvPr/>
        </p:nvSpPr>
        <p:spPr>
          <a:xfrm>
            <a:off x="441615" y="1047728"/>
            <a:ext cx="4265468" cy="187193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An inner or nested class in Java is a class that is defined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within another class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Inner classes have access to the members (fields and methods) of the outer class, including private members.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 name="Straight Arrow Connector 6">
            <a:extLst>
              <a:ext uri="{FF2B5EF4-FFF2-40B4-BE49-F238E27FC236}">
                <a16:creationId xmlns:a16="http://schemas.microsoft.com/office/drawing/2014/main" id="{9372F336-6585-B176-9FBC-F8BD1B946259}"/>
              </a:ext>
            </a:extLst>
          </p:cNvPr>
          <p:cNvCxnSpPr>
            <a:cxnSpLocks/>
            <a:endCxn id="5" idx="3"/>
          </p:cNvCxnSpPr>
          <p:nvPr/>
        </p:nvCxnSpPr>
        <p:spPr>
          <a:xfrm flipH="1" flipV="1">
            <a:off x="4707083" y="1983696"/>
            <a:ext cx="1613035" cy="456096"/>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E5A088E2-D5B5-9FC6-FEDC-483B5785E3C0}"/>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173971727"/>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Final class</a:t>
            </a:r>
            <a:r>
              <a:rPr lang="en-US" sz="2400" b="1" dirty="0">
                <a:solidFill>
                  <a:schemeClr val="bg1"/>
                </a:solidFill>
                <a:ea typeface="+mn-ea"/>
                <a:cs typeface="+mn-cs"/>
              </a:rPr>
              <a:t>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Picture 10">
            <a:extLst>
              <a:ext uri="{FF2B5EF4-FFF2-40B4-BE49-F238E27FC236}">
                <a16:creationId xmlns:a16="http://schemas.microsoft.com/office/drawing/2014/main" id="{D26383B6-760B-30BF-63AB-12DF30232C5C}"/>
              </a:ext>
            </a:extLst>
          </p:cNvPr>
          <p:cNvPicPr>
            <a:picLocks noChangeAspect="1"/>
          </p:cNvPicPr>
          <p:nvPr/>
        </p:nvPicPr>
        <p:blipFill>
          <a:blip r:embed="rId4"/>
          <a:stretch>
            <a:fillRect/>
          </a:stretch>
        </p:blipFill>
        <p:spPr>
          <a:xfrm>
            <a:off x="5967344" y="1047727"/>
            <a:ext cx="5522633" cy="3772251"/>
          </a:xfrm>
          <a:prstGeom prst="rect">
            <a:avLst/>
          </a:prstGeom>
        </p:spPr>
      </p:pic>
      <p:sp>
        <p:nvSpPr>
          <p:cNvPr id="12" name="Rectangle 11">
            <a:extLst>
              <a:ext uri="{FF2B5EF4-FFF2-40B4-BE49-F238E27FC236}">
                <a16:creationId xmlns:a16="http://schemas.microsoft.com/office/drawing/2014/main" id="{F386AEBF-C813-6ECD-1E23-963B4FF3869A}"/>
              </a:ext>
            </a:extLst>
          </p:cNvPr>
          <p:cNvSpPr/>
          <p:nvPr/>
        </p:nvSpPr>
        <p:spPr>
          <a:xfrm>
            <a:off x="533400" y="1047727"/>
            <a:ext cx="4229099" cy="2019323"/>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final class is a class that cannot be subclassed or extended.</a:t>
            </a:r>
          </a:p>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useful when you want to prevent extension of a class for security reasons.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3" name="Straight Arrow Connector 12">
            <a:extLst>
              <a:ext uri="{FF2B5EF4-FFF2-40B4-BE49-F238E27FC236}">
                <a16:creationId xmlns:a16="http://schemas.microsoft.com/office/drawing/2014/main" id="{70EE5DC7-84E5-018F-6690-7C9DDFD2BC32}"/>
              </a:ext>
            </a:extLst>
          </p:cNvPr>
          <p:cNvCxnSpPr>
            <a:cxnSpLocks/>
            <a:endCxn id="12" idx="3"/>
          </p:cNvCxnSpPr>
          <p:nvPr/>
        </p:nvCxnSpPr>
        <p:spPr>
          <a:xfrm flipH="1">
            <a:off x="4762499" y="1638846"/>
            <a:ext cx="2647951" cy="418543"/>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0E8A0588-5233-EF16-3DCE-A36911B0599D}"/>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4035900931"/>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pic>
        <p:nvPicPr>
          <p:cNvPr id="15" name="Picture 14">
            <a:extLst>
              <a:ext uri="{FF2B5EF4-FFF2-40B4-BE49-F238E27FC236}">
                <a16:creationId xmlns:a16="http://schemas.microsoft.com/office/drawing/2014/main" id="{1E551EAA-9E73-3665-9B5D-1FF521891377}"/>
              </a:ext>
            </a:extLst>
          </p:cNvPr>
          <p:cNvPicPr>
            <a:picLocks noChangeAspect="1"/>
          </p:cNvPicPr>
          <p:nvPr/>
        </p:nvPicPr>
        <p:blipFill>
          <a:blip r:embed="rId3"/>
          <a:stretch>
            <a:fillRect/>
          </a:stretch>
        </p:blipFill>
        <p:spPr>
          <a:xfrm>
            <a:off x="6223644" y="1047727"/>
            <a:ext cx="5584627" cy="4842728"/>
          </a:xfrm>
          <a:prstGeom prst="rect">
            <a:avLst/>
          </a:prstGeom>
        </p:spPr>
      </p:pic>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Final method</a:t>
            </a:r>
            <a:r>
              <a:rPr lang="en-US" sz="2400" b="1" dirty="0">
                <a:solidFill>
                  <a:schemeClr val="bg1"/>
                </a:solidFill>
                <a:ea typeface="+mn-ea"/>
                <a:cs typeface="+mn-cs"/>
              </a:rPr>
              <a:t> in Java?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4E7F1E92-3C33-277F-D9E7-E3175B21C23E}"/>
              </a:ext>
            </a:extLst>
          </p:cNvPr>
          <p:cNvSpPr/>
          <p:nvPr/>
        </p:nvSpPr>
        <p:spPr>
          <a:xfrm>
            <a:off x="383729" y="1127085"/>
            <a:ext cx="4753047" cy="98746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final method is a method that cannot be overridden by subclasses.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 name="Straight Arrow Connector 10">
            <a:extLst>
              <a:ext uri="{FF2B5EF4-FFF2-40B4-BE49-F238E27FC236}">
                <a16:creationId xmlns:a16="http://schemas.microsoft.com/office/drawing/2014/main" id="{DFC17B76-E1DE-BBB9-40DE-555013EFFC23}"/>
              </a:ext>
            </a:extLst>
          </p:cNvPr>
          <p:cNvCxnSpPr>
            <a:cxnSpLocks/>
            <a:endCxn id="4" idx="3"/>
          </p:cNvCxnSpPr>
          <p:nvPr/>
        </p:nvCxnSpPr>
        <p:spPr>
          <a:xfrm flipH="1" flipV="1">
            <a:off x="5136776" y="1620818"/>
            <a:ext cx="1532965" cy="288664"/>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0894190F-8A85-6951-963F-C4110C5EA5DB}"/>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456243128"/>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role of </a:t>
            </a:r>
            <a:r>
              <a:rPr lang="en-US" sz="2400" b="1" dirty="0">
                <a:solidFill>
                  <a:srgbClr val="FFFF00"/>
                </a:solidFill>
                <a:ea typeface="+mn-ea"/>
                <a:cs typeface="+mn-cs"/>
              </a:rPr>
              <a:t>final keyword</a:t>
            </a:r>
            <a:r>
              <a:rPr lang="en-US" sz="2400" b="1" dirty="0">
                <a:solidFill>
                  <a:schemeClr val="bg1"/>
                </a:solidFill>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TextBox 5">
            <a:extLst>
              <a:ext uri="{FF2B5EF4-FFF2-40B4-BE49-F238E27FC236}">
                <a16:creationId xmlns:a16="http://schemas.microsoft.com/office/drawing/2014/main" id="{30CECA15-697A-D455-C559-7CAB6FC27025}"/>
              </a:ext>
            </a:extLst>
          </p:cNvPr>
          <p:cNvSpPr txBox="1"/>
          <p:nvPr/>
        </p:nvSpPr>
        <p:spPr>
          <a:xfrm>
            <a:off x="355695" y="1047727"/>
            <a:ext cx="5080601" cy="825803"/>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final keyword is used for creating:</a:t>
            </a:r>
          </a:p>
          <a:p>
            <a:pPr marL="342900" marR="0" lvl="0" indent="-342900" algn="l" defTabSz="914400" rtl="0" eaLnBrk="1" fontAlgn="auto" latinLnBrk="0" hangingPunct="1">
              <a:lnSpc>
                <a:spcPct val="107000"/>
              </a:lnSpc>
              <a:spcBef>
                <a:spcPts val="1200"/>
              </a:spcBef>
              <a:spcAft>
                <a:spcPts val="0"/>
              </a:spcAft>
              <a:buClr>
                <a:srgbClr val="FFC000"/>
              </a:buClr>
              <a:buSzTx/>
              <a:buFont typeface="+mj-lt"/>
              <a:buAutoNum type="arabicPeriod"/>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2D74C325-1877-DF0B-9B53-AC73F1997FC2}"/>
              </a:ext>
            </a:extLst>
          </p:cNvPr>
          <p:cNvSpPr/>
          <p:nvPr/>
        </p:nvSpPr>
        <p:spPr>
          <a:xfrm>
            <a:off x="6096000" y="1149148"/>
            <a:ext cx="5393977" cy="310012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 Final 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FinalKeywordEx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2. Constant variables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CONSTANT_INTEGER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CONSTANT_STRING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"Hello"</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3. Final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finalMethod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"Final 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Rectangle 3">
            <a:extLst>
              <a:ext uri="{FF2B5EF4-FFF2-40B4-BE49-F238E27FC236}">
                <a16:creationId xmlns:a16="http://schemas.microsoft.com/office/drawing/2014/main" id="{8AB1EB1B-6392-2F52-E91C-A77873D876FC}"/>
              </a:ext>
            </a:extLst>
          </p:cNvPr>
          <p:cNvSpPr/>
          <p:nvPr/>
        </p:nvSpPr>
        <p:spPr>
          <a:xfrm>
            <a:off x="469694" y="1482332"/>
            <a:ext cx="4753047" cy="98746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7000"/>
              </a:lnSpc>
              <a:spcBef>
                <a:spcPts val="1200"/>
              </a:spcBef>
              <a:spcAft>
                <a:spcPts val="0"/>
              </a:spcAft>
              <a:buClr>
                <a:srgbClr val="FFC000"/>
              </a:buClr>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1. Final Class: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Final class cannot be subclassed or extended.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 name="Straight Arrow Connector 4">
            <a:extLst>
              <a:ext uri="{FF2B5EF4-FFF2-40B4-BE49-F238E27FC236}">
                <a16:creationId xmlns:a16="http://schemas.microsoft.com/office/drawing/2014/main" id="{39FAC71C-1160-9F62-8057-0AD808E04287}"/>
              </a:ext>
            </a:extLst>
          </p:cNvPr>
          <p:cNvCxnSpPr>
            <a:cxnSpLocks/>
            <a:endCxn id="4" idx="3"/>
          </p:cNvCxnSpPr>
          <p:nvPr/>
        </p:nvCxnSpPr>
        <p:spPr>
          <a:xfrm flipH="1">
            <a:off x="5222741" y="1750097"/>
            <a:ext cx="1235209" cy="225968"/>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7CE7C1FD-76C1-6FF2-F892-E47625398298}"/>
              </a:ext>
            </a:extLst>
          </p:cNvPr>
          <p:cNvSpPr/>
          <p:nvPr/>
        </p:nvSpPr>
        <p:spPr>
          <a:xfrm>
            <a:off x="469694" y="2678435"/>
            <a:ext cx="4753047" cy="98746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7000"/>
              </a:lnSpc>
              <a:spcBef>
                <a:spcPts val="1200"/>
              </a:spcBef>
              <a:spcAft>
                <a:spcPts val="0"/>
              </a:spcAft>
              <a:buClr>
                <a:srgbClr val="FFC000"/>
              </a:buClr>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2. Constants: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final variables cannot be changed once initialized.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 name="Straight Arrow Connector 7">
            <a:extLst>
              <a:ext uri="{FF2B5EF4-FFF2-40B4-BE49-F238E27FC236}">
                <a16:creationId xmlns:a16="http://schemas.microsoft.com/office/drawing/2014/main" id="{35CD2233-0D02-F409-3247-1C358DFD38D5}"/>
              </a:ext>
            </a:extLst>
          </p:cNvPr>
          <p:cNvCxnSpPr>
            <a:cxnSpLocks/>
            <a:endCxn id="7" idx="3"/>
          </p:cNvCxnSpPr>
          <p:nvPr/>
        </p:nvCxnSpPr>
        <p:spPr>
          <a:xfrm flipH="1">
            <a:off x="5222741" y="2572331"/>
            <a:ext cx="1101859" cy="599837"/>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49C4FCE2-EC52-CA32-EA33-8FF0206B9302}"/>
              </a:ext>
            </a:extLst>
          </p:cNvPr>
          <p:cNvSpPr/>
          <p:nvPr/>
        </p:nvSpPr>
        <p:spPr>
          <a:xfrm>
            <a:off x="469694" y="3894471"/>
            <a:ext cx="4753047" cy="987465"/>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7000"/>
              </a:lnSpc>
              <a:spcBef>
                <a:spcPts val="1200"/>
              </a:spcBef>
              <a:spcAft>
                <a:spcPts val="0"/>
              </a:spcAft>
              <a:buClr>
                <a:srgbClr val="FFC000"/>
              </a:buClr>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3. Final Method: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Final method can’t be overridden.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2" name="Straight Arrow Connector 11">
            <a:extLst>
              <a:ext uri="{FF2B5EF4-FFF2-40B4-BE49-F238E27FC236}">
                <a16:creationId xmlns:a16="http://schemas.microsoft.com/office/drawing/2014/main" id="{FCD04D30-3238-F90A-985D-AA4AD4009A62}"/>
              </a:ext>
            </a:extLst>
          </p:cNvPr>
          <p:cNvCxnSpPr>
            <a:cxnSpLocks/>
            <a:endCxn id="11" idx="3"/>
          </p:cNvCxnSpPr>
          <p:nvPr/>
        </p:nvCxnSpPr>
        <p:spPr>
          <a:xfrm flipH="1">
            <a:off x="5222741" y="3429000"/>
            <a:ext cx="1235209" cy="959204"/>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13" name="Picture 12">
            <a:extLst>
              <a:ext uri="{FF2B5EF4-FFF2-40B4-BE49-F238E27FC236}">
                <a16:creationId xmlns:a16="http://schemas.microsoft.com/office/drawing/2014/main" id="{81750E47-FA07-500C-E9D0-A853CF233B7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890204" y="287801"/>
            <a:ext cx="914784" cy="363946"/>
          </a:xfrm>
          <a:prstGeom prst="rect">
            <a:avLst/>
          </a:prstGeom>
        </p:spPr>
      </p:pic>
      <p:sp>
        <p:nvSpPr>
          <p:cNvPr id="14" name="TextBox 13">
            <a:extLst>
              <a:ext uri="{FF2B5EF4-FFF2-40B4-BE49-F238E27FC236}">
                <a16:creationId xmlns:a16="http://schemas.microsoft.com/office/drawing/2014/main" id="{2ECBA6CD-9886-4AAF-851B-FCBCA646A911}"/>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3267563856"/>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235756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Static method</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When to use static methods in real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Static nested class</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static keyword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Enum</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What is the use of it in real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How to use and implement Enums?</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25. Types of Classes - Static class &amp; Enum</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7FFE0A26-AA02-3C00-FB09-C01A596B7C58}"/>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3857052" y="1515932"/>
            <a:ext cx="636255" cy="253133"/>
          </a:xfrm>
          <a:prstGeom prst="rect">
            <a:avLst/>
          </a:prstGeom>
        </p:spPr>
      </p:pic>
      <p:pic>
        <p:nvPicPr>
          <p:cNvPr id="5" name="Picture 4">
            <a:extLst>
              <a:ext uri="{FF2B5EF4-FFF2-40B4-BE49-F238E27FC236}">
                <a16:creationId xmlns:a16="http://schemas.microsoft.com/office/drawing/2014/main" id="{517DE35E-EB83-7003-1661-E37712C8DC54}"/>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568250" y="2718194"/>
            <a:ext cx="636255" cy="253133"/>
          </a:xfrm>
          <a:prstGeom prst="rect">
            <a:avLst/>
          </a:prstGeom>
        </p:spPr>
      </p:pic>
      <p:pic>
        <p:nvPicPr>
          <p:cNvPr id="6" name="Picture 5">
            <a:extLst>
              <a:ext uri="{FF2B5EF4-FFF2-40B4-BE49-F238E27FC236}">
                <a16:creationId xmlns:a16="http://schemas.microsoft.com/office/drawing/2014/main" id="{30648CF1-3379-E0A0-895B-9D5987A6E311}"/>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5878892" y="3125068"/>
            <a:ext cx="636255" cy="253133"/>
          </a:xfrm>
          <a:prstGeom prst="rect">
            <a:avLst/>
          </a:prstGeom>
        </p:spPr>
      </p:pic>
      <p:sp>
        <p:nvSpPr>
          <p:cNvPr id="10" name="TextBox 9">
            <a:extLst>
              <a:ext uri="{FF2B5EF4-FFF2-40B4-BE49-F238E27FC236}">
                <a16:creationId xmlns:a16="http://schemas.microsoft.com/office/drawing/2014/main" id="{6E458C41-314E-BF5E-90FE-8A9864492513}"/>
              </a:ext>
            </a:extLst>
          </p:cNvPr>
          <p:cNvSpPr txBox="1"/>
          <p:nvPr/>
        </p:nvSpPr>
        <p:spPr>
          <a:xfrm>
            <a:off x="10342731" y="6373174"/>
            <a:ext cx="1972639" cy="307777"/>
          </a:xfrm>
          <a:prstGeom prst="rect">
            <a:avLst/>
          </a:prstGeom>
          <a:noFill/>
        </p:spPr>
        <p:txBody>
          <a:bodyPr wrap="square">
            <a:spAutoFit/>
          </a:bodyPr>
          <a:lstStyle/>
          <a:p>
            <a:r>
              <a:rPr lang="en-US" sz="1400" dirty="0">
                <a:hlinkClick r:id="rId11" action="ppaction://hlinksldjump"/>
              </a:rPr>
              <a:t>Back to main index</a:t>
            </a:r>
            <a:endParaRPr lang="en-IN" sz="1400" dirty="0"/>
          </a:p>
        </p:txBody>
      </p:sp>
    </p:spTree>
    <p:extLst>
      <p:ext uri="{BB962C8B-B14F-4D97-AF65-F5344CB8AC3E}">
        <p14:creationId xmlns:p14="http://schemas.microsoft.com/office/powerpoint/2010/main" val="3910789240"/>
      </p:ext>
    </p:extLst>
  </p:cSld>
  <p:clrMapOvr>
    <a:overrideClrMapping bg1="dk1" tx1="lt1" bg2="dk2" tx2="lt2" accent1="accent1" accent2="accent2" accent3="accent3" accent4="accent4" accent5="accent5" accent6="accent6" hlink="hlink" folHlink="folHlink"/>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role of </a:t>
            </a:r>
            <a:r>
              <a:rPr lang="en-US" sz="2400" b="1" dirty="0">
                <a:solidFill>
                  <a:srgbClr val="FFFF00"/>
                </a:solidFill>
                <a:ea typeface="+mn-ea"/>
                <a:cs typeface="+mn-cs"/>
              </a:rPr>
              <a:t>Static method</a:t>
            </a:r>
            <a:r>
              <a:rPr lang="en-US" sz="2400" b="1" dirty="0">
                <a:solidFill>
                  <a:schemeClr val="bg1"/>
                </a:solidFill>
                <a:ea typeface="+mn-ea"/>
                <a:cs typeface="+mn-cs"/>
              </a:rPr>
              <a:t>?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077D7A23-D60A-22CC-277A-2E4F4D149414}"/>
              </a:ext>
            </a:extLst>
          </p:cNvPr>
          <p:cNvSpPr/>
          <p:nvPr/>
        </p:nvSpPr>
        <p:spPr>
          <a:xfrm>
            <a:off x="6095999" y="1047726"/>
            <a:ext cx="5393977" cy="504134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Static Method Example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StaticMethodEx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Public static method to calculate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the square of a number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square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Calling the static method directly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using the class name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StaticMethodEx</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square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25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6" name="TextBox 5">
            <a:extLst>
              <a:ext uri="{FF2B5EF4-FFF2-40B4-BE49-F238E27FC236}">
                <a16:creationId xmlns:a16="http://schemas.microsoft.com/office/drawing/2014/main" id="{30CECA15-697A-D455-C559-7CAB6FC27025}"/>
              </a:ext>
            </a:extLst>
          </p:cNvPr>
          <p:cNvSpPr txBox="1"/>
          <p:nvPr/>
        </p:nvSpPr>
        <p:spPr>
          <a:xfrm>
            <a:off x="441615" y="3135231"/>
            <a:ext cx="4403341" cy="1276055"/>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7000"/>
              </a:lnSpc>
              <a:spcBef>
                <a:spcPts val="1200"/>
              </a:spcBef>
              <a:spcAft>
                <a:spcPts val="0"/>
              </a:spcAft>
              <a:buClr>
                <a:srgbClr val="FFC000"/>
              </a:buClr>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7000"/>
              </a:lnSpc>
              <a:spcBef>
                <a:spcPts val="1200"/>
              </a:spcBef>
              <a:spcAft>
                <a:spcPts val="0"/>
              </a:spcAft>
              <a:buClr>
                <a:srgbClr val="FFC000"/>
              </a:buClr>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 name="Picture 4">
            <a:extLst>
              <a:ext uri="{FF2B5EF4-FFF2-40B4-BE49-F238E27FC236}">
                <a16:creationId xmlns:a16="http://schemas.microsoft.com/office/drawing/2014/main" id="{28D6CE69-A251-89CB-0AC2-0D6CC982AC4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034697" y="300327"/>
            <a:ext cx="914784" cy="363946"/>
          </a:xfrm>
          <a:prstGeom prst="rect">
            <a:avLst/>
          </a:prstGeom>
        </p:spPr>
      </p:pic>
      <p:sp>
        <p:nvSpPr>
          <p:cNvPr id="7" name="Rectangle 6">
            <a:extLst>
              <a:ext uri="{FF2B5EF4-FFF2-40B4-BE49-F238E27FC236}">
                <a16:creationId xmlns:a16="http://schemas.microsoft.com/office/drawing/2014/main" id="{C176E89C-3B6F-548D-0239-200F46DFDD92}"/>
              </a:ext>
            </a:extLst>
          </p:cNvPr>
          <p:cNvSpPr/>
          <p:nvPr/>
        </p:nvSpPr>
        <p:spPr>
          <a:xfrm>
            <a:off x="441615" y="1047729"/>
            <a:ext cx="4265468" cy="2022176"/>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static keyword is used to define static methods and classes.</a:t>
            </a:r>
          </a:p>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static method can be called directly on the class without needing an instance of the 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 name="Straight Arrow Connector 7">
            <a:extLst>
              <a:ext uri="{FF2B5EF4-FFF2-40B4-BE49-F238E27FC236}">
                <a16:creationId xmlns:a16="http://schemas.microsoft.com/office/drawing/2014/main" id="{9C1BC17B-1585-3927-E3C1-7E24C9D47CFC}"/>
              </a:ext>
            </a:extLst>
          </p:cNvPr>
          <p:cNvCxnSpPr>
            <a:cxnSpLocks/>
          </p:cNvCxnSpPr>
          <p:nvPr/>
        </p:nvCxnSpPr>
        <p:spPr>
          <a:xfrm flipH="1" flipV="1">
            <a:off x="4423719" y="1556951"/>
            <a:ext cx="2779186" cy="977702"/>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C9ABE62B-CB4E-4C67-52C8-B4DE3E68506E}"/>
              </a:ext>
            </a:extLst>
          </p:cNvPr>
          <p:cNvCxnSpPr>
            <a:cxnSpLocks/>
          </p:cNvCxnSpPr>
          <p:nvPr/>
        </p:nvCxnSpPr>
        <p:spPr>
          <a:xfrm flipH="1" flipV="1">
            <a:off x="4423719" y="2389110"/>
            <a:ext cx="5729627" cy="2087503"/>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B1C13D37-B149-6EAA-C481-DD93C1721AFC}"/>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111888994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When to use static methods in real applications?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077D7A23-D60A-22CC-277A-2E4F4D149414}"/>
              </a:ext>
            </a:extLst>
          </p:cNvPr>
          <p:cNvSpPr/>
          <p:nvPr/>
        </p:nvSpPr>
        <p:spPr>
          <a:xfrm>
            <a:off x="6095999" y="1047726"/>
            <a:ext cx="5393977" cy="504134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Static Method Example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StaticMethodEx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Public static method to calculate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the square of a number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square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Calling the static method directly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using the class name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StaticMethodEx</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square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25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7" name="Rectangle 6">
            <a:extLst>
              <a:ext uri="{FF2B5EF4-FFF2-40B4-BE49-F238E27FC236}">
                <a16:creationId xmlns:a16="http://schemas.microsoft.com/office/drawing/2014/main" id="{C176E89C-3B6F-548D-0239-200F46DFDD92}"/>
              </a:ext>
            </a:extLst>
          </p:cNvPr>
          <p:cNvSpPr/>
          <p:nvPr/>
        </p:nvSpPr>
        <p:spPr>
          <a:xfrm>
            <a:off x="441614" y="1047728"/>
            <a:ext cx="4811703" cy="2807580"/>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Static methods are mostly used for defining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utility functions, and helper methods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This is good for performance also, because then overhead of creating an instance is not required.</a:t>
            </a:r>
          </a:p>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Static methods are also used to implement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Singleton design pattern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ensuring only one instance of a class exists.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BC01CC7C-63C4-0BD0-7027-02B2530FB20A}"/>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1050543031"/>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Static nested class</a:t>
            </a:r>
            <a:r>
              <a:rPr lang="en-US" sz="2400" b="1" dirty="0">
                <a:solidFill>
                  <a:schemeClr val="bg1"/>
                </a:solidFill>
                <a:ea typeface="+mn-ea"/>
                <a:cs typeface="+mn-cs"/>
              </a:rPr>
              <a:t>?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077D7A23-D60A-22CC-277A-2E4F4D149414}"/>
              </a:ext>
            </a:extLst>
          </p:cNvPr>
          <p:cNvSpPr/>
          <p:nvPr/>
        </p:nvSpPr>
        <p:spPr>
          <a:xfrm>
            <a:off x="5556607" y="999698"/>
            <a:ext cx="6244937" cy="369756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Static class example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StaticClassEx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Static nested class to contain utility methods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Calculator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square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cube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TextBox 5">
            <a:extLst>
              <a:ext uri="{FF2B5EF4-FFF2-40B4-BE49-F238E27FC236}">
                <a16:creationId xmlns:a16="http://schemas.microsoft.com/office/drawing/2014/main" id="{30CECA15-697A-D455-C559-7CAB6FC27025}"/>
              </a:ext>
            </a:extLst>
          </p:cNvPr>
          <p:cNvSpPr txBox="1"/>
          <p:nvPr/>
        </p:nvSpPr>
        <p:spPr>
          <a:xfrm>
            <a:off x="355693" y="1047727"/>
            <a:ext cx="4438729" cy="1714893"/>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static nested class in Java refers to a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nested class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declared with the static modifier inside another 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Static class can be used to group related static (utility) functions.</a:t>
            </a:r>
          </a:p>
        </p:txBody>
      </p:sp>
      <p:sp>
        <p:nvSpPr>
          <p:cNvPr id="5" name="TextBox 4">
            <a:extLst>
              <a:ext uri="{FF2B5EF4-FFF2-40B4-BE49-F238E27FC236}">
                <a16:creationId xmlns:a16="http://schemas.microsoft.com/office/drawing/2014/main" id="{C9DDEEBE-A1DE-A385-94C9-0E51E13AC756}"/>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010535777"/>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the role of </a:t>
            </a:r>
            <a:r>
              <a:rPr lang="en-US" sz="2400" b="1" dirty="0">
                <a:solidFill>
                  <a:srgbClr val="FFFF00"/>
                </a:solidFill>
                <a:ea typeface="+mn-ea"/>
                <a:cs typeface="+mn-cs"/>
              </a:rPr>
              <a:t>static keyword</a:t>
            </a:r>
            <a:r>
              <a:rPr lang="en-US" sz="2400" b="1" dirty="0">
                <a:solidFill>
                  <a:schemeClr val="bg1"/>
                </a:solidFill>
                <a:ea typeface="+mn-ea"/>
                <a:cs typeface="+mn-cs"/>
              </a:rPr>
              <a:t>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077D7A23-D60A-22CC-277A-2E4F4D149414}"/>
              </a:ext>
            </a:extLst>
          </p:cNvPr>
          <p:cNvSpPr/>
          <p:nvPr/>
        </p:nvSpPr>
        <p:spPr>
          <a:xfrm>
            <a:off x="6095999" y="1047727"/>
            <a:ext cx="5393977" cy="504134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StaticKeywordEx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Static variable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Static methods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square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StaticKeywordEx</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StaticKeywordEx</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square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25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5" name="Picture 4">
            <a:extLst>
              <a:ext uri="{FF2B5EF4-FFF2-40B4-BE49-F238E27FC236}">
                <a16:creationId xmlns:a16="http://schemas.microsoft.com/office/drawing/2014/main" id="{91255D4F-B41F-E077-2BBE-25389463CA1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889154" y="287801"/>
            <a:ext cx="914784" cy="363946"/>
          </a:xfrm>
          <a:prstGeom prst="rect">
            <a:avLst/>
          </a:prstGeom>
        </p:spPr>
      </p:pic>
      <p:sp>
        <p:nvSpPr>
          <p:cNvPr id="7" name="Rectangle 6">
            <a:extLst>
              <a:ext uri="{FF2B5EF4-FFF2-40B4-BE49-F238E27FC236}">
                <a16:creationId xmlns:a16="http://schemas.microsoft.com/office/drawing/2014/main" id="{CA9D1A45-D988-A363-1BD5-EEC05FA4FD5D}"/>
              </a:ext>
            </a:extLst>
          </p:cNvPr>
          <p:cNvSpPr/>
          <p:nvPr/>
        </p:nvSpPr>
        <p:spPr>
          <a:xfrm>
            <a:off x="441615" y="1047729"/>
            <a:ext cx="4431384" cy="2348478"/>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static keyword is used to define static variables which can be accessed directly using the class name .</a:t>
            </a:r>
          </a:p>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static variable's value, once assigned, will persist in memory throughout the application's lifetime, until the application ends.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 name="Straight Arrow Connector 7">
            <a:extLst>
              <a:ext uri="{FF2B5EF4-FFF2-40B4-BE49-F238E27FC236}">
                <a16:creationId xmlns:a16="http://schemas.microsoft.com/office/drawing/2014/main" id="{8BE1032B-B825-20DD-383E-15D8F232A51E}"/>
              </a:ext>
            </a:extLst>
          </p:cNvPr>
          <p:cNvCxnSpPr>
            <a:cxnSpLocks/>
            <a:endCxn id="7" idx="3"/>
          </p:cNvCxnSpPr>
          <p:nvPr/>
        </p:nvCxnSpPr>
        <p:spPr>
          <a:xfrm flipH="1">
            <a:off x="4872999" y="2061882"/>
            <a:ext cx="1509872" cy="160086"/>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77E51754-9389-EF6A-D0A7-A3BCB676BCF1}"/>
              </a:ext>
            </a:extLst>
          </p:cNvPr>
          <p:cNvSpPr/>
          <p:nvPr/>
        </p:nvSpPr>
        <p:spPr>
          <a:xfrm>
            <a:off x="441615" y="3633406"/>
            <a:ext cx="4431384" cy="937040"/>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static keyword is used to define static methods.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 name="Straight Arrow Connector 10">
            <a:extLst>
              <a:ext uri="{FF2B5EF4-FFF2-40B4-BE49-F238E27FC236}">
                <a16:creationId xmlns:a16="http://schemas.microsoft.com/office/drawing/2014/main" id="{8D0BBCC4-A795-EA60-AB6D-B6392F2BB039}"/>
              </a:ext>
            </a:extLst>
          </p:cNvPr>
          <p:cNvCxnSpPr>
            <a:cxnSpLocks/>
            <a:endCxn id="10" idx="3"/>
          </p:cNvCxnSpPr>
          <p:nvPr/>
        </p:nvCxnSpPr>
        <p:spPr>
          <a:xfrm flipH="1">
            <a:off x="4872999" y="2814918"/>
            <a:ext cx="1509872" cy="1287008"/>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23C2D855-C0C1-EB5F-82AD-5A75B274018A}"/>
              </a:ext>
            </a:extLst>
          </p:cNvPr>
          <p:cNvSpPr txBox="1"/>
          <p:nvPr/>
        </p:nvSpPr>
        <p:spPr>
          <a:xfrm>
            <a:off x="10405730" y="6485478"/>
            <a:ext cx="1786270" cy="307777"/>
          </a:xfrm>
          <a:prstGeom prst="rect">
            <a:avLst/>
          </a:prstGeom>
          <a:noFill/>
        </p:spPr>
        <p:txBody>
          <a:bodyPr wrap="square">
            <a:spAutoFit/>
          </a:bodyPr>
          <a:lstStyle/>
          <a:p>
            <a:r>
              <a:rPr lang="en-US" sz="1400" dirty="0">
                <a:hlinkClick r:id="rId5" action="ppaction://hlinksldjump"/>
              </a:rPr>
              <a:t>back to chapter index</a:t>
            </a:r>
            <a:endParaRPr lang="en-IN" sz="1400" dirty="0"/>
          </a:p>
        </p:txBody>
      </p:sp>
    </p:spTree>
    <p:extLst>
      <p:ext uri="{BB962C8B-B14F-4D97-AF65-F5344CB8AC3E}">
        <p14:creationId xmlns:p14="http://schemas.microsoft.com/office/powerpoint/2010/main" val="4221810342"/>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is </a:t>
            </a:r>
            <a:r>
              <a:rPr lang="en-US" sz="2400" b="1" dirty="0">
                <a:solidFill>
                  <a:srgbClr val="FFFF00"/>
                </a:solidFill>
                <a:ea typeface="+mn-ea"/>
                <a:cs typeface="+mn-cs"/>
              </a:rPr>
              <a:t>Enum</a:t>
            </a:r>
            <a:r>
              <a:rPr lang="en-US" sz="2400" b="1" dirty="0">
                <a:solidFill>
                  <a:schemeClr val="bg1"/>
                </a:solidFill>
                <a:ea typeface="+mn-ea"/>
                <a:cs typeface="+mn-cs"/>
              </a:rPr>
              <a:t>? What is the use of it in real applications?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077D7A23-D60A-22CC-277A-2E4F4D149414}"/>
              </a:ext>
            </a:extLst>
          </p:cNvPr>
          <p:cNvSpPr/>
          <p:nvPr/>
        </p:nvSpPr>
        <p:spPr>
          <a:xfrm>
            <a:off x="5703154" y="1156503"/>
            <a:ext cx="2814918" cy="159217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Define an </a:t>
            </a:r>
            <a:r>
              <a:rPr kumimoji="0" lang="en-US"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enum</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enum</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Priorities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LOW</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MEDIUM</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HIGH</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TextBox 5">
            <a:extLst>
              <a:ext uri="{FF2B5EF4-FFF2-40B4-BE49-F238E27FC236}">
                <a16:creationId xmlns:a16="http://schemas.microsoft.com/office/drawing/2014/main" id="{30CECA15-697A-D455-C559-7CAB6FC27025}"/>
              </a:ext>
            </a:extLst>
          </p:cNvPr>
          <p:cNvSpPr txBox="1"/>
          <p:nvPr/>
        </p:nvSpPr>
        <p:spPr>
          <a:xfrm>
            <a:off x="355693" y="1047727"/>
            <a:ext cx="4299434" cy="2165145"/>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An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enum</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 Java is a special data type that represents a fixed set of constants.</a:t>
            </a:r>
          </a:p>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Enums are special type of classes.</a:t>
            </a:r>
          </a:p>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Enums are used for organizing the code in a better way, making code more readable.</a:t>
            </a:r>
          </a:p>
        </p:txBody>
      </p:sp>
      <p:sp>
        <p:nvSpPr>
          <p:cNvPr id="7" name="Rectangle 6">
            <a:extLst>
              <a:ext uri="{FF2B5EF4-FFF2-40B4-BE49-F238E27FC236}">
                <a16:creationId xmlns:a16="http://schemas.microsoft.com/office/drawing/2014/main" id="{67DA1158-9919-84CC-E399-C2887D422E0B}"/>
              </a:ext>
            </a:extLst>
          </p:cNvPr>
          <p:cNvSpPr/>
          <p:nvPr/>
        </p:nvSpPr>
        <p:spPr>
          <a:xfrm>
            <a:off x="8842095" y="1156503"/>
            <a:ext cx="2814918" cy="260271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Define an </a:t>
            </a:r>
            <a:r>
              <a:rPr kumimoji="0" lang="en-US"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enum</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enum</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Weekdays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SUNDAY</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MONDAY</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TUESDAY</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  WEDNESDAY</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THURSDAY</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FRIDAY</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SATURDAY</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cxnSp>
        <p:nvCxnSpPr>
          <p:cNvPr id="5" name="Straight Arrow Connector 4">
            <a:extLst>
              <a:ext uri="{FF2B5EF4-FFF2-40B4-BE49-F238E27FC236}">
                <a16:creationId xmlns:a16="http://schemas.microsoft.com/office/drawing/2014/main" id="{34CC7154-9C28-D44B-74E9-953E2FE7DD66}"/>
              </a:ext>
            </a:extLst>
          </p:cNvPr>
          <p:cNvCxnSpPr>
            <a:cxnSpLocks/>
            <a:stCxn id="4" idx="2"/>
          </p:cNvCxnSpPr>
          <p:nvPr/>
        </p:nvCxnSpPr>
        <p:spPr>
          <a:xfrm>
            <a:off x="7110613" y="2748673"/>
            <a:ext cx="0" cy="1181643"/>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868F0C8E-8A42-39CE-8AA7-7CEA628BC1B4}"/>
              </a:ext>
            </a:extLst>
          </p:cNvPr>
          <p:cNvSpPr/>
          <p:nvPr/>
        </p:nvSpPr>
        <p:spPr>
          <a:xfrm>
            <a:off x="4010529" y="3930315"/>
            <a:ext cx="7646485" cy="260271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Priorities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Define constants for each priority</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Priorities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LOW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Priorities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"LOW"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Priorities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MEDIUM</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Priorities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"MEDIUM"</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Priorities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HIGH</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Priorities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"HIGH"</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Mode code.......</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TextBox 7">
            <a:extLst>
              <a:ext uri="{FF2B5EF4-FFF2-40B4-BE49-F238E27FC236}">
                <a16:creationId xmlns:a16="http://schemas.microsoft.com/office/drawing/2014/main" id="{27CB52B4-E7A6-B39D-DB17-3F9759D86F0F}"/>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2148296730"/>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How to use and implement Enums?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077D7A23-D60A-22CC-277A-2E4F4D149414}"/>
              </a:ext>
            </a:extLst>
          </p:cNvPr>
          <p:cNvSpPr/>
          <p:nvPr/>
        </p:nvSpPr>
        <p:spPr>
          <a:xfrm>
            <a:off x="355692" y="1638846"/>
            <a:ext cx="3916932" cy="159217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Define an </a:t>
            </a:r>
            <a:r>
              <a:rPr kumimoji="0" lang="en-US"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enum</a:t>
            </a:r>
            <a:r>
              <a:rPr kumimoji="0" lang="en-US"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for </a:t>
            </a:r>
            <a:r>
              <a:rPr kumimoji="0" lang="en-US"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prioritites</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enum</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Priorities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LOW</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MEDIUM</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HIGH</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TextBox 5">
            <a:extLst>
              <a:ext uri="{FF2B5EF4-FFF2-40B4-BE49-F238E27FC236}">
                <a16:creationId xmlns:a16="http://schemas.microsoft.com/office/drawing/2014/main" id="{30CECA15-697A-D455-C559-7CAB6FC27025}"/>
              </a:ext>
            </a:extLst>
          </p:cNvPr>
          <p:cNvSpPr txBox="1"/>
          <p:nvPr/>
        </p:nvSpPr>
        <p:spPr>
          <a:xfrm>
            <a:off x="355692" y="1047727"/>
            <a:ext cx="4947827" cy="375552"/>
          </a:xfrm>
          <a:prstGeom prst="rect">
            <a:avLst/>
          </a:prstGeom>
          <a:noFill/>
        </p:spPr>
        <p:txBody>
          <a:bodyPr wrap="square">
            <a:spAutoFit/>
          </a:bodyPr>
          <a:lstStyle/>
          <a:p>
            <a:pPr marL="342900" marR="0" lvl="0" indent="-342900" algn="l" defTabSz="914400" rtl="0" eaLnBrk="1" fontAlgn="auto" latinLnBrk="0" hangingPunct="1">
              <a:lnSpc>
                <a:spcPct val="107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Enums are often used with switch statements.</a:t>
            </a:r>
          </a:p>
        </p:txBody>
      </p:sp>
      <p:sp>
        <p:nvSpPr>
          <p:cNvPr id="5" name="Rectangle 4">
            <a:extLst>
              <a:ext uri="{FF2B5EF4-FFF2-40B4-BE49-F238E27FC236}">
                <a16:creationId xmlns:a16="http://schemas.microsoft.com/office/drawing/2014/main" id="{5480FE41-0A68-C97F-07E7-2D5A28603BBB}"/>
              </a:ext>
            </a:extLst>
          </p:cNvPr>
          <p:cNvSpPr/>
          <p:nvPr/>
        </p:nvSpPr>
        <p:spPr>
          <a:xfrm>
            <a:off x="5743206" y="964598"/>
            <a:ext cx="6215246" cy="587709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EnumEx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Method that takes an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enum</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value as an argument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printActivity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Priorities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priority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switch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priority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LOW</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"Resting"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break</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MEDIUM</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"Learning"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break</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HIGH</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"Working"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break</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default: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"Enjoying"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break</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Priorities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now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Priorities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MEDIUM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enum</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constants</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EnumEx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print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EnumEx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print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printActivity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now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Learning</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7" name="TextBox 6">
            <a:extLst>
              <a:ext uri="{FF2B5EF4-FFF2-40B4-BE49-F238E27FC236}">
                <a16:creationId xmlns:a16="http://schemas.microsoft.com/office/drawing/2014/main" id="{010C31B6-6251-2D65-54EC-1D78CEA70D29}"/>
              </a:ext>
            </a:extLst>
          </p:cNvPr>
          <p:cNvSpPr txBox="1"/>
          <p:nvPr/>
        </p:nvSpPr>
        <p:spPr>
          <a:xfrm>
            <a:off x="10405730" y="6485478"/>
            <a:ext cx="1786270" cy="307777"/>
          </a:xfrm>
          <a:prstGeom prst="rect">
            <a:avLst/>
          </a:prstGeom>
          <a:noFill/>
        </p:spPr>
        <p:txBody>
          <a:bodyPr wrap="square">
            <a:spAutoFit/>
          </a:bodyPr>
          <a:lstStyle/>
          <a:p>
            <a:r>
              <a:rPr lang="en-US" sz="1400" dirty="0">
                <a:hlinkClick r:id="rId4" action="ppaction://hlinksldjump"/>
              </a:rPr>
              <a:t>back to chapter index</a:t>
            </a:r>
            <a:endParaRPr lang="en-IN" sz="1400" dirty="0"/>
          </a:p>
        </p:txBody>
      </p:sp>
    </p:spTree>
    <p:extLst>
      <p:ext uri="{BB962C8B-B14F-4D97-AF65-F5344CB8AC3E}">
        <p14:creationId xmlns:p14="http://schemas.microsoft.com/office/powerpoint/2010/main" val="3903732419"/>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66667D5A-4686-5D61-5AD0-831FF13146E4}"/>
              </a:ext>
            </a:extLst>
          </p:cNvPr>
          <p:cNvSpPr txBox="1"/>
          <p:nvPr/>
        </p:nvSpPr>
        <p:spPr>
          <a:xfrm>
            <a:off x="10342731" y="6373174"/>
            <a:ext cx="1972639" cy="307777"/>
          </a:xfrm>
          <a:prstGeom prst="rect">
            <a:avLst/>
          </a:prstGeom>
          <a:noFill/>
        </p:spPr>
        <p:txBody>
          <a:bodyPr wrap="square">
            <a:spAutoFit/>
          </a:bodyPr>
          <a:lstStyle/>
          <a:p>
            <a:r>
              <a:rPr lang="en-US" sz="1400" dirty="0">
                <a:hlinkClick r:id="rId4" action="ppaction://hlinksldjump"/>
              </a:rPr>
              <a:t>Back to main index</a:t>
            </a:r>
            <a:endParaRPr lang="en-IN" sz="1400" dirty="0"/>
          </a:p>
        </p:txBody>
      </p:sp>
      <p:graphicFrame>
        <p:nvGraphicFramePr>
          <p:cNvPr id="8" name="Diagram 7">
            <a:extLst>
              <a:ext uri="{FF2B5EF4-FFF2-40B4-BE49-F238E27FC236}">
                <a16:creationId xmlns:a16="http://schemas.microsoft.com/office/drawing/2014/main" id="{9996034A-7E92-DC44-FA9F-D631BD81A8A9}"/>
              </a:ext>
            </a:extLst>
          </p:cNvPr>
          <p:cNvGraphicFramePr/>
          <p:nvPr>
            <p:extLst>
              <p:ext uri="{D42A27DB-BD31-4B8C-83A1-F6EECF244321}">
                <p14:modId xmlns:p14="http://schemas.microsoft.com/office/powerpoint/2010/main" val="4184885935"/>
              </p:ext>
            </p:extLst>
          </p:nvPr>
        </p:nvGraphicFramePr>
        <p:xfrm>
          <a:off x="424978" y="4739885"/>
          <a:ext cx="5088847" cy="1828548"/>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pic>
        <p:nvPicPr>
          <p:cNvPr id="10" name="Picture 6" descr="Coding - Free computer icons">
            <a:extLst>
              <a:ext uri="{FF2B5EF4-FFF2-40B4-BE49-F238E27FC236}">
                <a16:creationId xmlns:a16="http://schemas.microsoft.com/office/drawing/2014/main" id="{35B36E9C-2F3C-A7E7-0913-35DC9A30F2E0}"/>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426440" y="289567"/>
            <a:ext cx="720615" cy="720615"/>
          </a:xfrm>
          <a:prstGeom prst="rect">
            <a:avLst/>
          </a:prstGeom>
          <a:noFill/>
          <a:extLst>
            <a:ext uri="{909E8E84-426E-40DD-AFC4-6F175D3DCCD1}">
              <a14:hiddenFill xmlns:a14="http://schemas.microsoft.com/office/drawing/2010/main">
                <a:solidFill>
                  <a:srgbClr val="FFFFFF"/>
                </a:solidFill>
              </a14:hiddenFill>
            </a:ext>
          </a:extLst>
        </p:spPr>
      </p:pic>
      <p:sp>
        <p:nvSpPr>
          <p:cNvPr id="11" name="Title 2">
            <a:extLst>
              <a:ext uri="{FF2B5EF4-FFF2-40B4-BE49-F238E27FC236}">
                <a16:creationId xmlns:a16="http://schemas.microsoft.com/office/drawing/2014/main" id="{48133CBF-77D2-1176-5913-A9D767CB4CCC}"/>
              </a:ext>
            </a:extLst>
          </p:cNvPr>
          <p:cNvSpPr>
            <a:spLocks noGrp="1"/>
          </p:cNvSpPr>
          <p:nvPr>
            <p:ph type="title"/>
          </p:nvPr>
        </p:nvSpPr>
        <p:spPr>
          <a:xfrm>
            <a:off x="40792" y="456668"/>
            <a:ext cx="5249142" cy="405635"/>
          </a:xfrm>
        </p:spPr>
        <p:txBody>
          <a:bodyPr>
            <a:noAutofit/>
          </a:bodyPr>
          <a:lstStyle/>
          <a:p>
            <a:pPr algn="ctr"/>
            <a:r>
              <a:rPr lang="en-US" b="1" dirty="0">
                <a:solidFill>
                  <a:srgbClr val="FFFF00"/>
                </a:solidFill>
              </a:rPr>
              <a:t>Java Coding Problems</a:t>
            </a:r>
            <a:endParaRPr lang="en-IN" b="1" dirty="0">
              <a:solidFill>
                <a:srgbClr val="FFFF00"/>
              </a:solidFill>
            </a:endParaRPr>
          </a:p>
        </p:txBody>
      </p:sp>
      <p:graphicFrame>
        <p:nvGraphicFramePr>
          <p:cNvPr id="14" name="Diagram 13">
            <a:extLst>
              <a:ext uri="{FF2B5EF4-FFF2-40B4-BE49-F238E27FC236}">
                <a16:creationId xmlns:a16="http://schemas.microsoft.com/office/drawing/2014/main" id="{2BC16DE2-FE86-EB97-1003-ED07A9AEF593}"/>
              </a:ext>
            </a:extLst>
          </p:cNvPr>
          <p:cNvGraphicFramePr/>
          <p:nvPr>
            <p:extLst>
              <p:ext uri="{D42A27DB-BD31-4B8C-83A1-F6EECF244321}">
                <p14:modId xmlns:p14="http://schemas.microsoft.com/office/powerpoint/2010/main" val="301420068"/>
              </p:ext>
            </p:extLst>
          </p:nvPr>
        </p:nvGraphicFramePr>
        <p:xfrm>
          <a:off x="378699" y="1632258"/>
          <a:ext cx="6508554" cy="3463426"/>
        </p:xfrm>
        <a:graphic>
          <a:graphicData uri="http://schemas.openxmlformats.org/drawingml/2006/diagram">
            <dgm:relIds xmlns:dgm="http://schemas.openxmlformats.org/drawingml/2006/diagram" xmlns:r="http://schemas.openxmlformats.org/officeDocument/2006/relationships" r:dm="rId11" r:lo="rId12" r:qs="rId13" r:cs="rId14"/>
          </a:graphicData>
        </a:graphic>
      </p:graphicFrame>
      <p:pic>
        <p:nvPicPr>
          <p:cNvPr id="15" name="Picture 4" descr="Software Developer Icon Images – Browse 174,851 Stock Photos, Vectors, and  Video | Adobe Stock">
            <a:extLst>
              <a:ext uri="{FF2B5EF4-FFF2-40B4-BE49-F238E27FC236}">
                <a16:creationId xmlns:a16="http://schemas.microsoft.com/office/drawing/2014/main" id="{D11DB637-9A4D-A5C9-A23E-F15CFC9DB82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23454" y="2862987"/>
            <a:ext cx="588503" cy="588503"/>
          </a:xfrm>
          <a:prstGeom prst="ellipse">
            <a:avLst/>
          </a:prstGeom>
          <a:noFill/>
          <a:extLst>
            <a:ext uri="{909E8E84-426E-40DD-AFC4-6F175D3DCCD1}">
              <a14:hiddenFill xmlns:a14="http://schemas.microsoft.com/office/drawing/2010/main">
                <a:solidFill>
                  <a:srgbClr val="FFFFFF"/>
                </a:solidFill>
              </a14:hiddenFill>
            </a:ext>
          </a:extLst>
        </p:spPr>
      </p:pic>
      <p:pic>
        <p:nvPicPr>
          <p:cNvPr id="16" name="Picture 4" descr="Software Developer Icon Images – Browse 174,851 Stock Photos, Vectors, and  Video | Adobe Stock">
            <a:extLst>
              <a:ext uri="{FF2B5EF4-FFF2-40B4-BE49-F238E27FC236}">
                <a16:creationId xmlns:a16="http://schemas.microsoft.com/office/drawing/2014/main" id="{C5A40AAE-F264-F121-308D-1FF0337D254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939634" y="2516625"/>
            <a:ext cx="588503" cy="588503"/>
          </a:xfrm>
          <a:prstGeom prst="ellipse">
            <a:avLst/>
          </a:prstGeom>
          <a:noFill/>
          <a:extLst>
            <a:ext uri="{909E8E84-426E-40DD-AFC4-6F175D3DCCD1}">
              <a14:hiddenFill xmlns:a14="http://schemas.microsoft.com/office/drawing/2010/main">
                <a:solidFill>
                  <a:srgbClr val="FFFFFF"/>
                </a:solidFill>
              </a14:hiddenFill>
            </a:ext>
          </a:extLst>
        </p:spPr>
      </p:pic>
      <p:pic>
        <p:nvPicPr>
          <p:cNvPr id="17" name="Picture 4" descr="Software Developer Icon Images – Browse 174,851 Stock Photos, Vectors, and  Video | Adobe Stock">
            <a:extLst>
              <a:ext uri="{FF2B5EF4-FFF2-40B4-BE49-F238E27FC236}">
                <a16:creationId xmlns:a16="http://schemas.microsoft.com/office/drawing/2014/main" id="{D376AAAA-52F2-0C21-6BCC-AE947B5CF295}"/>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224751" y="2190937"/>
            <a:ext cx="588503" cy="588503"/>
          </a:xfrm>
          <a:prstGeom prst="ellipse">
            <a:avLst/>
          </a:prstGeom>
          <a:noFill/>
          <a:extLst>
            <a:ext uri="{909E8E84-426E-40DD-AFC4-6F175D3DCCD1}">
              <a14:hiddenFill xmlns:a14="http://schemas.microsoft.com/office/drawing/2010/main">
                <a:solidFill>
                  <a:srgbClr val="FFFFFF"/>
                </a:solidFill>
              </a14:hiddenFill>
            </a:ext>
          </a:extLst>
        </p:spPr>
      </p:pic>
      <p:pic>
        <p:nvPicPr>
          <p:cNvPr id="18" name="Picture 4" descr="Software Developer Icon Images – Browse 174,851 Stock Photos, Vectors, and  Video | Adobe Stock">
            <a:extLst>
              <a:ext uri="{FF2B5EF4-FFF2-40B4-BE49-F238E27FC236}">
                <a16:creationId xmlns:a16="http://schemas.microsoft.com/office/drawing/2014/main" id="{704C2BB7-DBF4-8A4B-DE6C-B6B611A2640A}"/>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540931" y="1844575"/>
            <a:ext cx="588503" cy="588503"/>
          </a:xfrm>
          <a:prstGeom prst="ellipse">
            <a:avLst/>
          </a:prstGeom>
          <a:noFill/>
          <a:extLst>
            <a:ext uri="{909E8E84-426E-40DD-AFC4-6F175D3DCCD1}">
              <a14:hiddenFill xmlns:a14="http://schemas.microsoft.com/office/drawing/2010/main">
                <a:solidFill>
                  <a:srgbClr val="FFFFFF"/>
                </a:solidFill>
              </a14:hiddenFill>
            </a:ext>
          </a:extLst>
        </p:spPr>
      </p:pic>
      <p:pic>
        <p:nvPicPr>
          <p:cNvPr id="19" name="Picture 4" descr="Software Developer Icon Images – Browse 174,851 Stock Photos, Vectors, and  Video | Adobe Stock">
            <a:extLst>
              <a:ext uri="{FF2B5EF4-FFF2-40B4-BE49-F238E27FC236}">
                <a16:creationId xmlns:a16="http://schemas.microsoft.com/office/drawing/2014/main" id="{B984D8D9-D982-1157-37A3-D9CF57433C00}"/>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28193" y="1506667"/>
            <a:ext cx="588503" cy="588503"/>
          </a:xfrm>
          <a:prstGeom prst="ellipse">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77402540"/>
      </p:ext>
    </p:extLst>
  </p:cSld>
  <p:clrMapOvr>
    <a:overrideClrMapping bg1="dk1" tx1="lt1" bg2="dk2" tx2="lt2" accent1="accent1" accent2="accent2" accent3="accent3" accent4="accent4" accent5="accent5" accent6="accent6" hlink="hlink" folHlink="folHlink"/>
  </p:clrMapOvr>
</p:sld>
</file>

<file path=ppt/slides/slide211.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2760756"/>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are the must-know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pre-requisites</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for solving basic coding problems?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common approach</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for solving coding problems?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Write a function to calculate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sum of all elements</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in an array.</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Write a function to calculate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average</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of an array of numbers.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Write a function to find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smallest number</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in an array.</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Write a function to find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largest number</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 in an array.</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Write a function to find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second largest number</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 in an array.</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Array Coding Problems</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10">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517DE35E-EB83-7003-1661-E37712C8DC54}"/>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7567333" y="1510221"/>
            <a:ext cx="636255" cy="253133"/>
          </a:xfrm>
          <a:prstGeom prst="rect">
            <a:avLst/>
          </a:prstGeom>
        </p:spPr>
      </p:pic>
      <p:pic>
        <p:nvPicPr>
          <p:cNvPr id="10" name="Picture 9">
            <a:extLst>
              <a:ext uri="{FF2B5EF4-FFF2-40B4-BE49-F238E27FC236}">
                <a16:creationId xmlns:a16="http://schemas.microsoft.com/office/drawing/2014/main" id="{DBDC7CC0-2A0F-AD76-2A10-A6EBB3E42C23}"/>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6509392" y="3903817"/>
            <a:ext cx="636255" cy="253133"/>
          </a:xfrm>
          <a:prstGeom prst="rect">
            <a:avLst/>
          </a:prstGeom>
        </p:spPr>
      </p:pic>
      <p:pic>
        <p:nvPicPr>
          <p:cNvPr id="11" name="Picture 10">
            <a:extLst>
              <a:ext uri="{FF2B5EF4-FFF2-40B4-BE49-F238E27FC236}">
                <a16:creationId xmlns:a16="http://schemas.microsoft.com/office/drawing/2014/main" id="{15A79AFE-8073-45B6-1BB4-510326AA1B9C}"/>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6191264" y="1933358"/>
            <a:ext cx="636255" cy="253133"/>
          </a:xfrm>
          <a:prstGeom prst="rect">
            <a:avLst/>
          </a:prstGeom>
        </p:spPr>
      </p:pic>
      <p:pic>
        <p:nvPicPr>
          <p:cNvPr id="12" name="Picture 6" descr="Coding - Free computer icons">
            <a:extLst>
              <a:ext uri="{FF2B5EF4-FFF2-40B4-BE49-F238E27FC236}">
                <a16:creationId xmlns:a16="http://schemas.microsoft.com/office/drawing/2014/main" id="{606F9003-55B3-EE1D-F8B2-6A1580D10563}"/>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735692" y="336972"/>
            <a:ext cx="720615" cy="720615"/>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D33BEFC0-A6E4-DF59-749D-9706D0A925C6}"/>
              </a:ext>
            </a:extLst>
          </p:cNvPr>
          <p:cNvSpPr txBox="1"/>
          <p:nvPr/>
        </p:nvSpPr>
        <p:spPr>
          <a:xfrm>
            <a:off x="10342731" y="6373174"/>
            <a:ext cx="1972639" cy="307777"/>
          </a:xfrm>
          <a:prstGeom prst="rect">
            <a:avLst/>
          </a:prstGeom>
          <a:noFill/>
        </p:spPr>
        <p:txBody>
          <a:bodyPr wrap="square">
            <a:spAutoFit/>
          </a:bodyPr>
          <a:lstStyle/>
          <a:p>
            <a:r>
              <a:rPr lang="en-US" sz="1400" dirty="0">
                <a:hlinkClick r:id="rId13" action="ppaction://hlinksldjump"/>
              </a:rPr>
              <a:t>Back to main index</a:t>
            </a:r>
            <a:endParaRPr lang="en-IN" sz="1400" dirty="0"/>
          </a:p>
        </p:txBody>
      </p:sp>
    </p:spTree>
    <p:extLst>
      <p:ext uri="{BB962C8B-B14F-4D97-AF65-F5344CB8AC3E}">
        <p14:creationId xmlns:p14="http://schemas.microsoft.com/office/powerpoint/2010/main" val="1196470420"/>
      </p:ext>
    </p:extLst>
  </p:cSld>
  <p:clrMapOvr>
    <a:overrideClrMapping bg1="dk1" tx1="lt1" bg2="dk2" tx2="lt2" accent1="accent1" accent2="accent2" accent3="accent3" accent4="accent4" accent5="accent5" accent6="accent6" hlink="hlink" folHlink="folHlink"/>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a:extLst>
              <a:ext uri="{FF2B5EF4-FFF2-40B4-BE49-F238E27FC236}">
                <a16:creationId xmlns:a16="http://schemas.microsoft.com/office/drawing/2014/main" id="{8D8F2B8D-1878-99C3-6099-6B2DE6236A89}"/>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Title 1">
            <a:extLst>
              <a:ext uri="{FF2B5EF4-FFF2-40B4-BE49-F238E27FC236}">
                <a16:creationId xmlns:a16="http://schemas.microsoft.com/office/drawing/2014/main" id="{0DB650D1-450C-F3D6-90B1-ADA0111DB722}"/>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are the must-know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pre-requisites</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for solving basic coding problems?</a:t>
            </a:r>
            <a:endParaRPr lang="en-IN" sz="2400" b="1" dirty="0">
              <a:solidFill>
                <a:schemeClr val="bg1"/>
              </a:solidFill>
            </a:endParaRPr>
          </a:p>
        </p:txBody>
      </p:sp>
      <p:pic>
        <p:nvPicPr>
          <p:cNvPr id="27" name="Picture 26" descr="A person with a beard&#10;&#10;Description automatically generated">
            <a:extLst>
              <a:ext uri="{FF2B5EF4-FFF2-40B4-BE49-F238E27FC236}">
                <a16:creationId xmlns:a16="http://schemas.microsoft.com/office/drawing/2014/main" id="{10809944-A776-377A-3BC8-C1B670D0437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28" name="Picture 6" descr="Coding - Free computer icons">
            <a:extLst>
              <a:ext uri="{FF2B5EF4-FFF2-40B4-BE49-F238E27FC236}">
                <a16:creationId xmlns:a16="http://schemas.microsoft.com/office/drawing/2014/main" id="{48C9C2BC-7BC3-DAE5-F6AC-508BB69479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0" name="Diagram 29">
            <a:extLst>
              <a:ext uri="{FF2B5EF4-FFF2-40B4-BE49-F238E27FC236}">
                <a16:creationId xmlns:a16="http://schemas.microsoft.com/office/drawing/2014/main" id="{247C43B2-26E4-6FB0-FC75-3A149CCC58A1}"/>
              </a:ext>
            </a:extLst>
          </p:cNvPr>
          <p:cNvGraphicFramePr/>
          <p:nvPr/>
        </p:nvGraphicFramePr>
        <p:xfrm>
          <a:off x="475736" y="987845"/>
          <a:ext cx="10395558" cy="3680409"/>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2" name="Picture 1">
            <a:extLst>
              <a:ext uri="{FF2B5EF4-FFF2-40B4-BE49-F238E27FC236}">
                <a16:creationId xmlns:a16="http://schemas.microsoft.com/office/drawing/2014/main" id="{2A47EB20-E92E-1C16-EB27-4E593A509F8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724651" y="287453"/>
            <a:ext cx="914784" cy="363946"/>
          </a:xfrm>
          <a:prstGeom prst="rect">
            <a:avLst/>
          </a:prstGeom>
        </p:spPr>
      </p:pic>
      <p:sp>
        <p:nvSpPr>
          <p:cNvPr id="7" name="TextBox 6">
            <a:extLst>
              <a:ext uri="{FF2B5EF4-FFF2-40B4-BE49-F238E27FC236}">
                <a16:creationId xmlns:a16="http://schemas.microsoft.com/office/drawing/2014/main" id="{87749F81-D21F-D728-2A52-7CCD5EBB1602}"/>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0"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432862276"/>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common</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approach</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for solving coding problems?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E4A44720-51F6-E1D1-2882-89612CA69788}"/>
              </a:ext>
            </a:extLst>
          </p:cNvPr>
          <p:cNvSpPr/>
          <p:nvPr/>
        </p:nvSpPr>
        <p:spPr>
          <a:xfrm>
            <a:off x="6096001" y="1156502"/>
            <a:ext cx="5705544" cy="513797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Find the length of the array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Input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    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length</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array</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length</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length</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8" name="Diagram 7">
            <a:extLst>
              <a:ext uri="{FF2B5EF4-FFF2-40B4-BE49-F238E27FC236}">
                <a16:creationId xmlns:a16="http://schemas.microsoft.com/office/drawing/2014/main" id="{DFD2765A-89DB-31F3-6926-876CE0A4F960}"/>
              </a:ext>
            </a:extLst>
          </p:cNvPr>
          <p:cNvGraphicFramePr/>
          <p:nvPr/>
        </p:nvGraphicFramePr>
        <p:xfrm>
          <a:off x="559773" y="1156503"/>
          <a:ext cx="4121955" cy="4924599"/>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cxnSp>
        <p:nvCxnSpPr>
          <p:cNvPr id="10" name="Straight Arrow Connector 9">
            <a:extLst>
              <a:ext uri="{FF2B5EF4-FFF2-40B4-BE49-F238E27FC236}">
                <a16:creationId xmlns:a16="http://schemas.microsoft.com/office/drawing/2014/main" id="{0A0FABE3-9547-4326-5EBF-D48705AA9EB8}"/>
              </a:ext>
            </a:extLst>
          </p:cNvPr>
          <p:cNvCxnSpPr>
            <a:cxnSpLocks/>
          </p:cNvCxnSpPr>
          <p:nvPr/>
        </p:nvCxnSpPr>
        <p:spPr>
          <a:xfrm>
            <a:off x="4681728" y="2181726"/>
            <a:ext cx="1924812" cy="62920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C28ABB95-4504-8924-A056-88C515E15D32}"/>
              </a:ext>
            </a:extLst>
          </p:cNvPr>
          <p:cNvCxnSpPr>
            <a:cxnSpLocks/>
          </p:cNvCxnSpPr>
          <p:nvPr/>
        </p:nvCxnSpPr>
        <p:spPr>
          <a:xfrm>
            <a:off x="4681728" y="2935705"/>
            <a:ext cx="1924812" cy="358755"/>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7847EFAB-F5FB-C76C-FA9C-4CA45452225C}"/>
              </a:ext>
            </a:extLst>
          </p:cNvPr>
          <p:cNvCxnSpPr>
            <a:cxnSpLocks/>
            <a:stCxn id="8" idx="3"/>
          </p:cNvCxnSpPr>
          <p:nvPr/>
        </p:nvCxnSpPr>
        <p:spPr>
          <a:xfrm>
            <a:off x="4681728" y="3618802"/>
            <a:ext cx="1924812" cy="15575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A56ED156-930D-71FA-2E7E-AB2D9EBF0EEF}"/>
              </a:ext>
            </a:extLst>
          </p:cNvPr>
          <p:cNvCxnSpPr>
            <a:cxnSpLocks/>
          </p:cNvCxnSpPr>
          <p:nvPr/>
        </p:nvCxnSpPr>
        <p:spPr>
          <a:xfrm>
            <a:off x="4681728" y="4338084"/>
            <a:ext cx="1719072" cy="39340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6" name="Picture 5">
            <a:extLst>
              <a:ext uri="{FF2B5EF4-FFF2-40B4-BE49-F238E27FC236}">
                <a16:creationId xmlns:a16="http://schemas.microsoft.com/office/drawing/2014/main" id="{18EDD967-BF27-7C28-697D-C6EC5825CE29}"/>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8089282" y="285910"/>
            <a:ext cx="914784" cy="363946"/>
          </a:xfrm>
          <a:prstGeom prst="rect">
            <a:avLst/>
          </a:prstGeom>
        </p:spPr>
      </p:pic>
      <p:cxnSp>
        <p:nvCxnSpPr>
          <p:cNvPr id="15" name="Straight Arrow Connector 14">
            <a:extLst>
              <a:ext uri="{FF2B5EF4-FFF2-40B4-BE49-F238E27FC236}">
                <a16:creationId xmlns:a16="http://schemas.microsoft.com/office/drawing/2014/main" id="{CDB24230-507F-A5DE-06E2-506C92CB3320}"/>
              </a:ext>
            </a:extLst>
          </p:cNvPr>
          <p:cNvCxnSpPr>
            <a:cxnSpLocks/>
          </p:cNvCxnSpPr>
          <p:nvPr/>
        </p:nvCxnSpPr>
        <p:spPr>
          <a:xfrm>
            <a:off x="4681728" y="1427747"/>
            <a:ext cx="1414272" cy="112295"/>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488BF12F-EFBB-98CF-04C1-0DF4EE75521A}"/>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1"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181183254"/>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to calculate the </a:t>
            </a:r>
            <a:r>
              <a:rPr lang="en-US" sz="2400" b="1" dirty="0">
                <a:solidFill>
                  <a:srgbClr val="FFFF00"/>
                </a:solidFill>
                <a:ea typeface="+mn-ea"/>
                <a:cs typeface="+mn-cs"/>
              </a:rPr>
              <a:t>sum of all elements</a:t>
            </a:r>
            <a:r>
              <a:rPr lang="en-US" sz="2400" b="1" dirty="0">
                <a:solidFill>
                  <a:schemeClr val="bg1"/>
                </a:solidFill>
                <a:ea typeface="+mn-ea"/>
                <a:cs typeface="+mn-cs"/>
              </a:rPr>
              <a:t> in an array.</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E4A44720-51F6-E1D1-2882-89612CA69788}"/>
              </a:ext>
            </a:extLst>
          </p:cNvPr>
          <p:cNvSpPr/>
          <p:nvPr/>
        </p:nvSpPr>
        <p:spPr>
          <a:xfrm>
            <a:off x="5422605" y="978984"/>
            <a:ext cx="6378940" cy="535802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SumOfArrayElements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Input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15</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 each element to the sum</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6" name="Table 5">
            <a:extLst>
              <a:ext uri="{FF2B5EF4-FFF2-40B4-BE49-F238E27FC236}">
                <a16:creationId xmlns:a16="http://schemas.microsoft.com/office/drawing/2014/main" id="{90D67BD8-A708-56FE-DBA5-E8CC55336C8F}"/>
              </a:ext>
            </a:extLst>
          </p:cNvPr>
          <p:cNvGraphicFramePr>
            <a:graphicFrameLocks noGrp="1"/>
          </p:cNvGraphicFramePr>
          <p:nvPr/>
        </p:nvGraphicFramePr>
        <p:xfrm>
          <a:off x="1291531" y="2382570"/>
          <a:ext cx="2833155" cy="741680"/>
        </p:xfrm>
        <a:graphic>
          <a:graphicData uri="http://schemas.openxmlformats.org/drawingml/2006/table">
            <a:tbl>
              <a:tblPr firstRow="1" bandRow="1">
                <a:tableStyleId>{BDBED569-4797-4DF1-A0F4-6AAB3CD982D8}</a:tableStyleId>
              </a:tblPr>
              <a:tblGrid>
                <a:gridCol w="566631">
                  <a:extLst>
                    <a:ext uri="{9D8B030D-6E8A-4147-A177-3AD203B41FA5}">
                      <a16:colId xmlns:a16="http://schemas.microsoft.com/office/drawing/2014/main" val="1042581215"/>
                    </a:ext>
                  </a:extLst>
                </a:gridCol>
                <a:gridCol w="566631">
                  <a:extLst>
                    <a:ext uri="{9D8B030D-6E8A-4147-A177-3AD203B41FA5}">
                      <a16:colId xmlns:a16="http://schemas.microsoft.com/office/drawing/2014/main" val="1055456683"/>
                    </a:ext>
                  </a:extLst>
                </a:gridCol>
                <a:gridCol w="566631">
                  <a:extLst>
                    <a:ext uri="{9D8B030D-6E8A-4147-A177-3AD203B41FA5}">
                      <a16:colId xmlns:a16="http://schemas.microsoft.com/office/drawing/2014/main" val="4267117164"/>
                    </a:ext>
                  </a:extLst>
                </a:gridCol>
                <a:gridCol w="566631">
                  <a:extLst>
                    <a:ext uri="{9D8B030D-6E8A-4147-A177-3AD203B41FA5}">
                      <a16:colId xmlns:a16="http://schemas.microsoft.com/office/drawing/2014/main" val="1787610018"/>
                    </a:ext>
                  </a:extLst>
                </a:gridCol>
                <a:gridCol w="566631">
                  <a:extLst>
                    <a:ext uri="{9D8B030D-6E8A-4147-A177-3AD203B41FA5}">
                      <a16:colId xmlns:a16="http://schemas.microsoft.com/office/drawing/2014/main" val="2635665585"/>
                    </a:ext>
                  </a:extLst>
                </a:gridCol>
              </a:tblGrid>
              <a:tr h="370840">
                <a:tc>
                  <a:txBody>
                    <a:bodyPr/>
                    <a:lstStyle/>
                    <a:p>
                      <a:pPr algn="ctr"/>
                      <a:r>
                        <a:rPr lang="en-US" dirty="0"/>
                        <a:t>0</a:t>
                      </a:r>
                      <a:endParaRPr lang="en-IN" dirty="0"/>
                    </a:p>
                  </a:txBody>
                  <a:tcPr/>
                </a:tc>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tc>
                  <a:txBody>
                    <a:bodyPr/>
                    <a:lstStyle/>
                    <a:p>
                      <a:pPr algn="ctr"/>
                      <a:r>
                        <a:rPr lang="en-US" dirty="0"/>
                        <a:t>4</a:t>
                      </a:r>
                      <a:endParaRPr lang="en-IN" dirty="0"/>
                    </a:p>
                  </a:txBody>
                  <a:tcPr/>
                </a:tc>
                <a:extLst>
                  <a:ext uri="{0D108BD9-81ED-4DB2-BD59-A6C34878D82A}">
                    <a16:rowId xmlns:a16="http://schemas.microsoft.com/office/drawing/2014/main" val="2589846729"/>
                  </a:ext>
                </a:extLst>
              </a:tr>
              <a:tr h="370840">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tc>
                  <a:txBody>
                    <a:bodyPr/>
                    <a:lstStyle/>
                    <a:p>
                      <a:pPr algn="ctr"/>
                      <a:r>
                        <a:rPr lang="en-US" dirty="0"/>
                        <a:t>4</a:t>
                      </a:r>
                      <a:endParaRPr lang="en-IN" dirty="0"/>
                    </a:p>
                  </a:txBody>
                  <a:tcPr/>
                </a:tc>
                <a:tc>
                  <a:txBody>
                    <a:bodyPr/>
                    <a:lstStyle/>
                    <a:p>
                      <a:pPr algn="ctr"/>
                      <a:r>
                        <a:rPr lang="en-US" dirty="0"/>
                        <a:t>5</a:t>
                      </a:r>
                      <a:endParaRPr lang="en-IN" dirty="0"/>
                    </a:p>
                  </a:txBody>
                  <a:tcPr/>
                </a:tc>
                <a:extLst>
                  <a:ext uri="{0D108BD9-81ED-4DB2-BD59-A6C34878D82A}">
                    <a16:rowId xmlns:a16="http://schemas.microsoft.com/office/drawing/2014/main" val="2164270684"/>
                  </a:ext>
                </a:extLst>
              </a:tr>
            </a:tbl>
          </a:graphicData>
        </a:graphic>
      </p:graphicFrame>
      <p:sp>
        <p:nvSpPr>
          <p:cNvPr id="7" name="TextBox 6">
            <a:extLst>
              <a:ext uri="{FF2B5EF4-FFF2-40B4-BE49-F238E27FC236}">
                <a16:creationId xmlns:a16="http://schemas.microsoft.com/office/drawing/2014/main" id="{7EEE576C-880B-491D-596A-5557B8F3752A}"/>
              </a:ext>
            </a:extLst>
          </p:cNvPr>
          <p:cNvSpPr txBox="1"/>
          <p:nvPr/>
        </p:nvSpPr>
        <p:spPr>
          <a:xfrm>
            <a:off x="243400" y="2568744"/>
            <a:ext cx="110873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numbers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Arrow: Down 13">
            <a:extLst>
              <a:ext uri="{FF2B5EF4-FFF2-40B4-BE49-F238E27FC236}">
                <a16:creationId xmlns:a16="http://schemas.microsoft.com/office/drawing/2014/main" id="{716CFE26-5947-3AC8-8B08-AACF2721C477}"/>
              </a:ext>
            </a:extLst>
          </p:cNvPr>
          <p:cNvSpPr/>
          <p:nvPr/>
        </p:nvSpPr>
        <p:spPr>
          <a:xfrm>
            <a:off x="2509155" y="3455863"/>
            <a:ext cx="397904" cy="298757"/>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D3DABD2B-1AD4-6643-832C-7478582637A1}"/>
              </a:ext>
            </a:extLst>
          </p:cNvPr>
          <p:cNvSpPr/>
          <p:nvPr/>
        </p:nvSpPr>
        <p:spPr>
          <a:xfrm>
            <a:off x="1291530" y="4680040"/>
            <a:ext cx="2833155" cy="436702"/>
          </a:xfrm>
          <a:prstGeom prst="rect">
            <a:avLst/>
          </a:prstGeom>
          <a:solidFill>
            <a:schemeClr val="accent6">
              <a:lumMod val="20000"/>
              <a:lumOff val="80000"/>
            </a:schemeClr>
          </a:solidFill>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15</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Arrow: Down 16">
            <a:extLst>
              <a:ext uri="{FF2B5EF4-FFF2-40B4-BE49-F238E27FC236}">
                <a16:creationId xmlns:a16="http://schemas.microsoft.com/office/drawing/2014/main" id="{9F993600-0070-DC09-8375-21DDCE3046BE}"/>
              </a:ext>
            </a:extLst>
          </p:cNvPr>
          <p:cNvSpPr/>
          <p:nvPr/>
        </p:nvSpPr>
        <p:spPr>
          <a:xfrm>
            <a:off x="2509155" y="4339527"/>
            <a:ext cx="397904" cy="298757"/>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88CCBFB6-F276-6C27-EA9F-029D00A33CD8}"/>
              </a:ext>
            </a:extLst>
          </p:cNvPr>
          <p:cNvSpPr txBox="1"/>
          <p:nvPr/>
        </p:nvSpPr>
        <p:spPr>
          <a:xfrm>
            <a:off x="600086" y="4705772"/>
            <a:ext cx="6914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sum</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26DC50B0-7D4D-6CA1-15E2-4EB863ACC8CD}"/>
              </a:ext>
            </a:extLst>
          </p:cNvPr>
          <p:cNvSpPr/>
          <p:nvPr/>
        </p:nvSpPr>
        <p:spPr>
          <a:xfrm>
            <a:off x="390455" y="973976"/>
            <a:ext cx="4323483" cy="931722"/>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Tip: Break down the big problem into smaller problems and then solve them.</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F6974394-7B3F-D7CD-E85C-25524181E7BF}"/>
              </a:ext>
            </a:extLst>
          </p:cNvPr>
          <p:cNvSpPr txBox="1"/>
          <p:nvPr/>
        </p:nvSpPr>
        <p:spPr>
          <a:xfrm>
            <a:off x="600086" y="3868047"/>
            <a:ext cx="6914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sum</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Freeform: Shape 7">
            <a:extLst>
              <a:ext uri="{FF2B5EF4-FFF2-40B4-BE49-F238E27FC236}">
                <a16:creationId xmlns:a16="http://schemas.microsoft.com/office/drawing/2014/main" id="{BB4F95D3-F0E2-3127-9071-F7CDED34C69E}"/>
              </a:ext>
            </a:extLst>
          </p:cNvPr>
          <p:cNvSpPr/>
          <p:nvPr/>
        </p:nvSpPr>
        <p:spPr>
          <a:xfrm>
            <a:off x="1568724" y="3149600"/>
            <a:ext cx="498764"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Shape 9">
            <a:extLst>
              <a:ext uri="{FF2B5EF4-FFF2-40B4-BE49-F238E27FC236}">
                <a16:creationId xmlns:a16="http://schemas.microsoft.com/office/drawing/2014/main" id="{FDBA7676-4D8E-3D36-B693-E526A8AF1CE9}"/>
              </a:ext>
            </a:extLst>
          </p:cNvPr>
          <p:cNvSpPr/>
          <p:nvPr/>
        </p:nvSpPr>
        <p:spPr>
          <a:xfrm>
            <a:off x="2190520" y="3149600"/>
            <a:ext cx="498764"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Shape 10">
            <a:extLst>
              <a:ext uri="{FF2B5EF4-FFF2-40B4-BE49-F238E27FC236}">
                <a16:creationId xmlns:a16="http://schemas.microsoft.com/office/drawing/2014/main" id="{EB1D7A7D-36FD-4B65-9E59-9E95B5B478FD}"/>
              </a:ext>
            </a:extLst>
          </p:cNvPr>
          <p:cNvSpPr/>
          <p:nvPr/>
        </p:nvSpPr>
        <p:spPr>
          <a:xfrm>
            <a:off x="2766859" y="3149600"/>
            <a:ext cx="498764"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Shape 11">
            <a:extLst>
              <a:ext uri="{FF2B5EF4-FFF2-40B4-BE49-F238E27FC236}">
                <a16:creationId xmlns:a16="http://schemas.microsoft.com/office/drawing/2014/main" id="{F2CDB1F5-5262-3A1B-3C49-985493930E79}"/>
              </a:ext>
            </a:extLst>
          </p:cNvPr>
          <p:cNvSpPr/>
          <p:nvPr/>
        </p:nvSpPr>
        <p:spPr>
          <a:xfrm>
            <a:off x="3338119" y="3149600"/>
            <a:ext cx="498764"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13" name="Table 12">
            <a:extLst>
              <a:ext uri="{FF2B5EF4-FFF2-40B4-BE49-F238E27FC236}">
                <a16:creationId xmlns:a16="http://schemas.microsoft.com/office/drawing/2014/main" id="{67DD80BC-4F37-3459-0608-51F48CB13CD3}"/>
              </a:ext>
            </a:extLst>
          </p:cNvPr>
          <p:cNvGraphicFramePr>
            <a:graphicFrameLocks noGrp="1"/>
          </p:cNvGraphicFramePr>
          <p:nvPr/>
        </p:nvGraphicFramePr>
        <p:xfrm>
          <a:off x="1291529" y="3854012"/>
          <a:ext cx="3555173" cy="439236"/>
        </p:xfrm>
        <a:graphic>
          <a:graphicData uri="http://schemas.openxmlformats.org/drawingml/2006/table">
            <a:tbl>
              <a:tblPr firstRow="1" bandRow="1">
                <a:tableStyleId>{5DA37D80-6434-44D0-A028-1B22A696006F}</a:tableStyleId>
              </a:tblPr>
              <a:tblGrid>
                <a:gridCol w="811530">
                  <a:extLst>
                    <a:ext uri="{9D8B030D-6E8A-4147-A177-3AD203B41FA5}">
                      <a16:colId xmlns:a16="http://schemas.microsoft.com/office/drawing/2014/main" val="806146989"/>
                    </a:ext>
                  </a:extLst>
                </a:gridCol>
                <a:gridCol w="811530">
                  <a:extLst>
                    <a:ext uri="{9D8B030D-6E8A-4147-A177-3AD203B41FA5}">
                      <a16:colId xmlns:a16="http://schemas.microsoft.com/office/drawing/2014/main" val="1042581215"/>
                    </a:ext>
                  </a:extLst>
                </a:gridCol>
                <a:gridCol w="927418">
                  <a:extLst>
                    <a:ext uri="{9D8B030D-6E8A-4147-A177-3AD203B41FA5}">
                      <a16:colId xmlns:a16="http://schemas.microsoft.com/office/drawing/2014/main" val="1055456683"/>
                    </a:ext>
                  </a:extLst>
                </a:gridCol>
                <a:gridCol w="1004695">
                  <a:extLst>
                    <a:ext uri="{9D8B030D-6E8A-4147-A177-3AD203B41FA5}">
                      <a16:colId xmlns:a16="http://schemas.microsoft.com/office/drawing/2014/main" val="4267117164"/>
                    </a:ext>
                  </a:extLst>
                </a:gridCol>
              </a:tblGrid>
              <a:tr h="439236">
                <a:tc>
                  <a:txBody>
                    <a:bodyPr/>
                    <a:lstStyle/>
                    <a:p>
                      <a:pPr algn="ctr"/>
                      <a:r>
                        <a:rPr lang="en-US" b="0" dirty="0"/>
                        <a:t>1+2=3</a:t>
                      </a:r>
                      <a:endParaRPr lang="en-IN" b="0" dirty="0"/>
                    </a:p>
                  </a:txBody>
                  <a:tcPr anchor="ctr">
                    <a:solidFill>
                      <a:schemeClr val="accent1">
                        <a:lumMod val="20000"/>
                        <a:lumOff val="80000"/>
                        <a:alpha val="20000"/>
                      </a:schemeClr>
                    </a:solidFill>
                  </a:tcPr>
                </a:tc>
                <a:tc>
                  <a:txBody>
                    <a:bodyPr/>
                    <a:lstStyle/>
                    <a:p>
                      <a:pPr algn="ctr"/>
                      <a:r>
                        <a:rPr lang="en-US" b="0" dirty="0"/>
                        <a:t>3+3=6</a:t>
                      </a:r>
                      <a:endParaRPr lang="en-IN" b="0" dirty="0"/>
                    </a:p>
                  </a:txBody>
                  <a:tcPr anchor="ctr">
                    <a:solidFill>
                      <a:schemeClr val="accent1">
                        <a:lumMod val="20000"/>
                        <a:lumOff val="80000"/>
                        <a:alpha val="20000"/>
                      </a:schemeClr>
                    </a:solidFill>
                  </a:tcPr>
                </a:tc>
                <a:tc>
                  <a:txBody>
                    <a:bodyPr/>
                    <a:lstStyle/>
                    <a:p>
                      <a:pPr algn="ctr"/>
                      <a:r>
                        <a:rPr lang="en-US" b="0" dirty="0"/>
                        <a:t>6+4=10</a:t>
                      </a:r>
                      <a:endParaRPr lang="en-IN" b="0" dirty="0"/>
                    </a:p>
                  </a:txBody>
                  <a:tcPr anchor="ctr">
                    <a:solidFill>
                      <a:schemeClr val="accent1">
                        <a:lumMod val="20000"/>
                        <a:lumOff val="80000"/>
                        <a:alpha val="20000"/>
                      </a:schemeClr>
                    </a:solidFill>
                  </a:tcPr>
                </a:tc>
                <a:tc>
                  <a:txBody>
                    <a:bodyPr/>
                    <a:lstStyle/>
                    <a:p>
                      <a:pPr algn="ctr"/>
                      <a:r>
                        <a:rPr lang="en-US" b="0" dirty="0"/>
                        <a:t>10+5=15</a:t>
                      </a:r>
                      <a:endParaRPr lang="en-IN" b="0" dirty="0"/>
                    </a:p>
                  </a:txBody>
                  <a:tcPr anchor="ctr">
                    <a:solidFill>
                      <a:schemeClr val="accent1">
                        <a:lumMod val="20000"/>
                        <a:lumOff val="80000"/>
                        <a:alpha val="20000"/>
                      </a:schemeClr>
                    </a:solidFill>
                  </a:tcPr>
                </a:tc>
                <a:extLst>
                  <a:ext uri="{0D108BD9-81ED-4DB2-BD59-A6C34878D82A}">
                    <a16:rowId xmlns:a16="http://schemas.microsoft.com/office/drawing/2014/main" val="2164270684"/>
                  </a:ext>
                </a:extLst>
              </a:tr>
            </a:tbl>
          </a:graphicData>
        </a:graphic>
      </p:graphicFrame>
      <p:sp>
        <p:nvSpPr>
          <p:cNvPr id="19" name="TextBox 18">
            <a:extLst>
              <a:ext uri="{FF2B5EF4-FFF2-40B4-BE49-F238E27FC236}">
                <a16:creationId xmlns:a16="http://schemas.microsoft.com/office/drawing/2014/main" id="{723296DA-D343-25E6-D972-FB12A6391142}"/>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304999883"/>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to calculate the </a:t>
            </a:r>
            <a:r>
              <a:rPr lang="en-US" sz="2400" b="1" dirty="0">
                <a:solidFill>
                  <a:srgbClr val="FFFF00"/>
                </a:solidFill>
                <a:ea typeface="+mn-ea"/>
                <a:cs typeface="+mn-cs"/>
              </a:rPr>
              <a:t>average</a:t>
            </a:r>
            <a:r>
              <a:rPr lang="en-US" sz="2400" b="1" dirty="0">
                <a:solidFill>
                  <a:schemeClr val="bg1"/>
                </a:solidFill>
                <a:ea typeface="+mn-ea"/>
                <a:cs typeface="+mn-cs"/>
              </a:rPr>
              <a:t> of an array of numbers.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E4A44720-51F6-E1D1-2882-89612CA69788}"/>
              </a:ext>
            </a:extLst>
          </p:cNvPr>
          <p:cNvSpPr/>
          <p:nvPr/>
        </p:nvSpPr>
        <p:spPr>
          <a:xfrm>
            <a:off x="5518298" y="1127846"/>
            <a:ext cx="6283248" cy="535802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AverageOfArrayElements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Input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average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calculateAverage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average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3.0</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calculateAverage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 each element to the sum</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17" name="Table 16">
            <a:extLst>
              <a:ext uri="{FF2B5EF4-FFF2-40B4-BE49-F238E27FC236}">
                <a16:creationId xmlns:a16="http://schemas.microsoft.com/office/drawing/2014/main" id="{1E266027-EFDE-29CF-C54D-DB7A2B3271DE}"/>
              </a:ext>
            </a:extLst>
          </p:cNvPr>
          <p:cNvGraphicFramePr>
            <a:graphicFrameLocks noGrp="1"/>
          </p:cNvGraphicFramePr>
          <p:nvPr/>
        </p:nvGraphicFramePr>
        <p:xfrm>
          <a:off x="1348185" y="1156503"/>
          <a:ext cx="2833155" cy="741680"/>
        </p:xfrm>
        <a:graphic>
          <a:graphicData uri="http://schemas.openxmlformats.org/drawingml/2006/table">
            <a:tbl>
              <a:tblPr firstRow="1" bandRow="1">
                <a:tableStyleId>{BDBED569-4797-4DF1-A0F4-6AAB3CD982D8}</a:tableStyleId>
              </a:tblPr>
              <a:tblGrid>
                <a:gridCol w="566631">
                  <a:extLst>
                    <a:ext uri="{9D8B030D-6E8A-4147-A177-3AD203B41FA5}">
                      <a16:colId xmlns:a16="http://schemas.microsoft.com/office/drawing/2014/main" val="1042581215"/>
                    </a:ext>
                  </a:extLst>
                </a:gridCol>
                <a:gridCol w="566631">
                  <a:extLst>
                    <a:ext uri="{9D8B030D-6E8A-4147-A177-3AD203B41FA5}">
                      <a16:colId xmlns:a16="http://schemas.microsoft.com/office/drawing/2014/main" val="1055456683"/>
                    </a:ext>
                  </a:extLst>
                </a:gridCol>
                <a:gridCol w="566631">
                  <a:extLst>
                    <a:ext uri="{9D8B030D-6E8A-4147-A177-3AD203B41FA5}">
                      <a16:colId xmlns:a16="http://schemas.microsoft.com/office/drawing/2014/main" val="4267117164"/>
                    </a:ext>
                  </a:extLst>
                </a:gridCol>
                <a:gridCol w="566631">
                  <a:extLst>
                    <a:ext uri="{9D8B030D-6E8A-4147-A177-3AD203B41FA5}">
                      <a16:colId xmlns:a16="http://schemas.microsoft.com/office/drawing/2014/main" val="1787610018"/>
                    </a:ext>
                  </a:extLst>
                </a:gridCol>
                <a:gridCol w="566631">
                  <a:extLst>
                    <a:ext uri="{9D8B030D-6E8A-4147-A177-3AD203B41FA5}">
                      <a16:colId xmlns:a16="http://schemas.microsoft.com/office/drawing/2014/main" val="2635665585"/>
                    </a:ext>
                  </a:extLst>
                </a:gridCol>
              </a:tblGrid>
              <a:tr h="370840">
                <a:tc>
                  <a:txBody>
                    <a:bodyPr/>
                    <a:lstStyle/>
                    <a:p>
                      <a:pPr algn="ctr"/>
                      <a:r>
                        <a:rPr lang="en-US" dirty="0"/>
                        <a:t>0</a:t>
                      </a:r>
                      <a:endParaRPr lang="en-IN" dirty="0"/>
                    </a:p>
                  </a:txBody>
                  <a:tcPr/>
                </a:tc>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tc>
                  <a:txBody>
                    <a:bodyPr/>
                    <a:lstStyle/>
                    <a:p>
                      <a:pPr algn="ctr"/>
                      <a:r>
                        <a:rPr lang="en-US" dirty="0"/>
                        <a:t>4</a:t>
                      </a:r>
                      <a:endParaRPr lang="en-IN" dirty="0"/>
                    </a:p>
                  </a:txBody>
                  <a:tcPr/>
                </a:tc>
                <a:extLst>
                  <a:ext uri="{0D108BD9-81ED-4DB2-BD59-A6C34878D82A}">
                    <a16:rowId xmlns:a16="http://schemas.microsoft.com/office/drawing/2014/main" val="2589846729"/>
                  </a:ext>
                </a:extLst>
              </a:tr>
              <a:tr h="370840">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tc>
                  <a:txBody>
                    <a:bodyPr/>
                    <a:lstStyle/>
                    <a:p>
                      <a:pPr algn="ctr"/>
                      <a:r>
                        <a:rPr lang="en-US" dirty="0"/>
                        <a:t>4</a:t>
                      </a:r>
                      <a:endParaRPr lang="en-IN" dirty="0"/>
                    </a:p>
                  </a:txBody>
                  <a:tcPr/>
                </a:tc>
                <a:tc>
                  <a:txBody>
                    <a:bodyPr/>
                    <a:lstStyle/>
                    <a:p>
                      <a:pPr algn="ctr"/>
                      <a:r>
                        <a:rPr lang="en-US" dirty="0"/>
                        <a:t>5</a:t>
                      </a:r>
                      <a:endParaRPr lang="en-IN" dirty="0"/>
                    </a:p>
                  </a:txBody>
                  <a:tcPr/>
                </a:tc>
                <a:extLst>
                  <a:ext uri="{0D108BD9-81ED-4DB2-BD59-A6C34878D82A}">
                    <a16:rowId xmlns:a16="http://schemas.microsoft.com/office/drawing/2014/main" val="2164270684"/>
                  </a:ext>
                </a:extLst>
              </a:tr>
            </a:tbl>
          </a:graphicData>
        </a:graphic>
      </p:graphicFrame>
      <p:sp>
        <p:nvSpPr>
          <p:cNvPr id="18" name="TextBox 17">
            <a:extLst>
              <a:ext uri="{FF2B5EF4-FFF2-40B4-BE49-F238E27FC236}">
                <a16:creationId xmlns:a16="http://schemas.microsoft.com/office/drawing/2014/main" id="{B4CCDF61-78C1-8514-5223-94F6E10F5387}"/>
              </a:ext>
            </a:extLst>
          </p:cNvPr>
          <p:cNvSpPr txBox="1"/>
          <p:nvPr/>
        </p:nvSpPr>
        <p:spPr>
          <a:xfrm>
            <a:off x="300054" y="1342677"/>
            <a:ext cx="110873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numbers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Arrow: Down 18">
            <a:extLst>
              <a:ext uri="{FF2B5EF4-FFF2-40B4-BE49-F238E27FC236}">
                <a16:creationId xmlns:a16="http://schemas.microsoft.com/office/drawing/2014/main" id="{FC841A82-20EA-2C0C-04B5-B8171EA7B21A}"/>
              </a:ext>
            </a:extLst>
          </p:cNvPr>
          <p:cNvSpPr/>
          <p:nvPr/>
        </p:nvSpPr>
        <p:spPr>
          <a:xfrm>
            <a:off x="2565809" y="2229796"/>
            <a:ext cx="397904" cy="298757"/>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Rectangle 21">
            <a:extLst>
              <a:ext uri="{FF2B5EF4-FFF2-40B4-BE49-F238E27FC236}">
                <a16:creationId xmlns:a16="http://schemas.microsoft.com/office/drawing/2014/main" id="{F53EA15E-E656-4C93-594A-86577543C198}"/>
              </a:ext>
            </a:extLst>
          </p:cNvPr>
          <p:cNvSpPr/>
          <p:nvPr/>
        </p:nvSpPr>
        <p:spPr>
          <a:xfrm>
            <a:off x="1348184" y="3453973"/>
            <a:ext cx="2833155" cy="436702"/>
          </a:xfrm>
          <a:prstGeom prst="rect">
            <a:avLst/>
          </a:prstGeom>
          <a:solidFill>
            <a:schemeClr val="accent6">
              <a:lumMod val="20000"/>
              <a:lumOff val="80000"/>
            </a:schemeClr>
          </a:solidFill>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15</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Arrow: Down 22">
            <a:extLst>
              <a:ext uri="{FF2B5EF4-FFF2-40B4-BE49-F238E27FC236}">
                <a16:creationId xmlns:a16="http://schemas.microsoft.com/office/drawing/2014/main" id="{C924EC6D-3A88-DEAB-E4E7-DC0EE4DE0C95}"/>
              </a:ext>
            </a:extLst>
          </p:cNvPr>
          <p:cNvSpPr/>
          <p:nvPr/>
        </p:nvSpPr>
        <p:spPr>
          <a:xfrm>
            <a:off x="2565809" y="3113460"/>
            <a:ext cx="397904" cy="298757"/>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9AA5638B-8509-FCC0-FF66-06BC59BB238A}"/>
              </a:ext>
            </a:extLst>
          </p:cNvPr>
          <p:cNvSpPr txBox="1"/>
          <p:nvPr/>
        </p:nvSpPr>
        <p:spPr>
          <a:xfrm>
            <a:off x="656740" y="3479705"/>
            <a:ext cx="6914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sum</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48D1E549-DCA3-E5A4-D67C-AB74427E2948}"/>
              </a:ext>
            </a:extLst>
          </p:cNvPr>
          <p:cNvSpPr txBox="1"/>
          <p:nvPr/>
        </p:nvSpPr>
        <p:spPr>
          <a:xfrm>
            <a:off x="656740" y="2641980"/>
            <a:ext cx="6914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sum</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Shape 25">
            <a:extLst>
              <a:ext uri="{FF2B5EF4-FFF2-40B4-BE49-F238E27FC236}">
                <a16:creationId xmlns:a16="http://schemas.microsoft.com/office/drawing/2014/main" id="{4A82D744-6A80-02CE-C607-6F8F48694881}"/>
              </a:ext>
            </a:extLst>
          </p:cNvPr>
          <p:cNvSpPr/>
          <p:nvPr/>
        </p:nvSpPr>
        <p:spPr>
          <a:xfrm>
            <a:off x="1625378" y="1923533"/>
            <a:ext cx="498764"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F90EC9CB-91B1-4592-144B-D3FD755CE467}"/>
              </a:ext>
            </a:extLst>
          </p:cNvPr>
          <p:cNvSpPr/>
          <p:nvPr/>
        </p:nvSpPr>
        <p:spPr>
          <a:xfrm>
            <a:off x="2247174" y="1923533"/>
            <a:ext cx="498764"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Freeform: Shape 27">
            <a:extLst>
              <a:ext uri="{FF2B5EF4-FFF2-40B4-BE49-F238E27FC236}">
                <a16:creationId xmlns:a16="http://schemas.microsoft.com/office/drawing/2014/main" id="{D67620C6-A71D-CF2C-D1F2-B6EC80F8074B}"/>
              </a:ext>
            </a:extLst>
          </p:cNvPr>
          <p:cNvSpPr/>
          <p:nvPr/>
        </p:nvSpPr>
        <p:spPr>
          <a:xfrm>
            <a:off x="2823513" y="1923533"/>
            <a:ext cx="498764"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Freeform: Shape 28">
            <a:extLst>
              <a:ext uri="{FF2B5EF4-FFF2-40B4-BE49-F238E27FC236}">
                <a16:creationId xmlns:a16="http://schemas.microsoft.com/office/drawing/2014/main" id="{535D903F-DC46-FBFF-A8C5-560E50EECAE2}"/>
              </a:ext>
            </a:extLst>
          </p:cNvPr>
          <p:cNvSpPr/>
          <p:nvPr/>
        </p:nvSpPr>
        <p:spPr>
          <a:xfrm>
            <a:off x="3394773" y="1923533"/>
            <a:ext cx="498764"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30" name="Table 29">
            <a:extLst>
              <a:ext uri="{FF2B5EF4-FFF2-40B4-BE49-F238E27FC236}">
                <a16:creationId xmlns:a16="http://schemas.microsoft.com/office/drawing/2014/main" id="{0090F35C-D644-ABB6-3387-E78E87D9C54B}"/>
              </a:ext>
            </a:extLst>
          </p:cNvPr>
          <p:cNvGraphicFramePr>
            <a:graphicFrameLocks noGrp="1"/>
          </p:cNvGraphicFramePr>
          <p:nvPr/>
        </p:nvGraphicFramePr>
        <p:xfrm>
          <a:off x="1348183" y="2627945"/>
          <a:ext cx="3555173" cy="439236"/>
        </p:xfrm>
        <a:graphic>
          <a:graphicData uri="http://schemas.openxmlformats.org/drawingml/2006/table">
            <a:tbl>
              <a:tblPr firstRow="1" bandRow="1">
                <a:tableStyleId>{5DA37D80-6434-44D0-A028-1B22A696006F}</a:tableStyleId>
              </a:tblPr>
              <a:tblGrid>
                <a:gridCol w="811530">
                  <a:extLst>
                    <a:ext uri="{9D8B030D-6E8A-4147-A177-3AD203B41FA5}">
                      <a16:colId xmlns:a16="http://schemas.microsoft.com/office/drawing/2014/main" val="806146989"/>
                    </a:ext>
                  </a:extLst>
                </a:gridCol>
                <a:gridCol w="811530">
                  <a:extLst>
                    <a:ext uri="{9D8B030D-6E8A-4147-A177-3AD203B41FA5}">
                      <a16:colId xmlns:a16="http://schemas.microsoft.com/office/drawing/2014/main" val="1042581215"/>
                    </a:ext>
                  </a:extLst>
                </a:gridCol>
                <a:gridCol w="927418">
                  <a:extLst>
                    <a:ext uri="{9D8B030D-6E8A-4147-A177-3AD203B41FA5}">
                      <a16:colId xmlns:a16="http://schemas.microsoft.com/office/drawing/2014/main" val="1055456683"/>
                    </a:ext>
                  </a:extLst>
                </a:gridCol>
                <a:gridCol w="1004695">
                  <a:extLst>
                    <a:ext uri="{9D8B030D-6E8A-4147-A177-3AD203B41FA5}">
                      <a16:colId xmlns:a16="http://schemas.microsoft.com/office/drawing/2014/main" val="4267117164"/>
                    </a:ext>
                  </a:extLst>
                </a:gridCol>
              </a:tblGrid>
              <a:tr h="439236">
                <a:tc>
                  <a:txBody>
                    <a:bodyPr/>
                    <a:lstStyle/>
                    <a:p>
                      <a:pPr algn="ctr"/>
                      <a:r>
                        <a:rPr lang="en-US" dirty="0"/>
                        <a:t>1+2=3</a:t>
                      </a:r>
                      <a:endParaRPr lang="en-IN" dirty="0"/>
                    </a:p>
                  </a:txBody>
                  <a:tcPr anchor="ctr">
                    <a:solidFill>
                      <a:schemeClr val="accent1">
                        <a:lumMod val="20000"/>
                        <a:lumOff val="80000"/>
                        <a:alpha val="20000"/>
                      </a:schemeClr>
                    </a:solidFill>
                  </a:tcPr>
                </a:tc>
                <a:tc>
                  <a:txBody>
                    <a:bodyPr/>
                    <a:lstStyle/>
                    <a:p>
                      <a:pPr algn="ctr"/>
                      <a:r>
                        <a:rPr lang="en-US" dirty="0"/>
                        <a:t>3+3=6</a:t>
                      </a:r>
                      <a:endParaRPr lang="en-IN" dirty="0"/>
                    </a:p>
                  </a:txBody>
                  <a:tcPr anchor="ctr">
                    <a:solidFill>
                      <a:schemeClr val="accent1">
                        <a:lumMod val="20000"/>
                        <a:lumOff val="80000"/>
                        <a:alpha val="20000"/>
                      </a:schemeClr>
                    </a:solidFill>
                  </a:tcPr>
                </a:tc>
                <a:tc>
                  <a:txBody>
                    <a:bodyPr/>
                    <a:lstStyle/>
                    <a:p>
                      <a:pPr algn="ctr"/>
                      <a:r>
                        <a:rPr lang="en-US" dirty="0"/>
                        <a:t>6+4=10</a:t>
                      </a:r>
                      <a:endParaRPr lang="en-IN" dirty="0"/>
                    </a:p>
                  </a:txBody>
                  <a:tcPr anchor="ctr">
                    <a:solidFill>
                      <a:schemeClr val="accent1">
                        <a:lumMod val="20000"/>
                        <a:lumOff val="80000"/>
                        <a:alpha val="20000"/>
                      </a:schemeClr>
                    </a:solidFill>
                  </a:tcPr>
                </a:tc>
                <a:tc>
                  <a:txBody>
                    <a:bodyPr/>
                    <a:lstStyle/>
                    <a:p>
                      <a:pPr algn="ctr"/>
                      <a:r>
                        <a:rPr lang="en-US" dirty="0"/>
                        <a:t>10+5=15</a:t>
                      </a:r>
                      <a:endParaRPr lang="en-IN" dirty="0"/>
                    </a:p>
                  </a:txBody>
                  <a:tcPr anchor="ctr">
                    <a:solidFill>
                      <a:schemeClr val="accent1">
                        <a:lumMod val="20000"/>
                        <a:lumOff val="80000"/>
                        <a:alpha val="20000"/>
                      </a:schemeClr>
                    </a:solidFill>
                  </a:tcPr>
                </a:tc>
                <a:extLst>
                  <a:ext uri="{0D108BD9-81ED-4DB2-BD59-A6C34878D82A}">
                    <a16:rowId xmlns:a16="http://schemas.microsoft.com/office/drawing/2014/main" val="2164270684"/>
                  </a:ext>
                </a:extLst>
              </a:tr>
            </a:tbl>
          </a:graphicData>
        </a:graphic>
      </p:graphicFrame>
      <p:sp>
        <p:nvSpPr>
          <p:cNvPr id="31" name="Rectangle 30">
            <a:extLst>
              <a:ext uri="{FF2B5EF4-FFF2-40B4-BE49-F238E27FC236}">
                <a16:creationId xmlns:a16="http://schemas.microsoft.com/office/drawing/2014/main" id="{677C57A0-E3F8-5CE4-A8F8-B5E34A1D0526}"/>
              </a:ext>
            </a:extLst>
          </p:cNvPr>
          <p:cNvSpPr/>
          <p:nvPr/>
        </p:nvSpPr>
        <p:spPr>
          <a:xfrm>
            <a:off x="1348184" y="4359068"/>
            <a:ext cx="2833155" cy="436702"/>
          </a:xfrm>
          <a:prstGeom prst="rect">
            <a:avLst/>
          </a:prstGeom>
          <a:solidFill>
            <a:schemeClr val="accent6">
              <a:lumMod val="20000"/>
              <a:lumOff val="80000"/>
            </a:schemeClr>
          </a:solidFill>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15/5 = 3.0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7B0A5164-DAA6-593E-8D11-C3E0853AF77D}"/>
              </a:ext>
            </a:extLst>
          </p:cNvPr>
          <p:cNvSpPr txBox="1"/>
          <p:nvPr/>
        </p:nvSpPr>
        <p:spPr>
          <a:xfrm>
            <a:off x="390454" y="4384800"/>
            <a:ext cx="95773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average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Arrow: Down 32">
            <a:extLst>
              <a:ext uri="{FF2B5EF4-FFF2-40B4-BE49-F238E27FC236}">
                <a16:creationId xmlns:a16="http://schemas.microsoft.com/office/drawing/2014/main" id="{6D3BAB4D-484C-C84A-3C5B-E4385F0A1EED}"/>
              </a:ext>
            </a:extLst>
          </p:cNvPr>
          <p:cNvSpPr/>
          <p:nvPr/>
        </p:nvSpPr>
        <p:spPr>
          <a:xfrm>
            <a:off x="2565809" y="4021570"/>
            <a:ext cx="397904" cy="298757"/>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862340D9-3B23-A9C3-C5AE-28111C79A4A9}"/>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162268678"/>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to find the </a:t>
            </a:r>
            <a:r>
              <a:rPr lang="en-US" sz="2400" b="1" dirty="0">
                <a:solidFill>
                  <a:srgbClr val="FFFF00"/>
                </a:solidFill>
                <a:ea typeface="+mn-ea"/>
                <a:cs typeface="+mn-cs"/>
              </a:rPr>
              <a:t>smallest number</a:t>
            </a:r>
            <a:r>
              <a:rPr lang="en-US" sz="2400" b="1" dirty="0">
                <a:solidFill>
                  <a:schemeClr val="bg1"/>
                </a:solidFill>
                <a:ea typeface="+mn-ea"/>
                <a:cs typeface="+mn-cs"/>
              </a:rPr>
              <a:t> in an array.</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E4A44720-51F6-E1D1-2882-89612CA69788}"/>
              </a:ext>
            </a:extLst>
          </p:cNvPr>
          <p:cNvSpPr/>
          <p:nvPr/>
        </p:nvSpPr>
        <p:spPr>
          <a:xfrm>
            <a:off x="5127844" y="1002324"/>
            <a:ext cx="6963730" cy="543324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SmallestNumberFinder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8</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smallest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findSmallestNumber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smallest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2</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findSmallestNumber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Assume the first element as the smallest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smallest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3</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Iterate through the array to find the smallest number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Update the smallest number if a smaller number is found</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smallest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&gt;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3&gt;5, 3&gt;7, 3&gt;2, 2&gt;8</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smallest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smallest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11" name="Table 10">
            <a:extLst>
              <a:ext uri="{FF2B5EF4-FFF2-40B4-BE49-F238E27FC236}">
                <a16:creationId xmlns:a16="http://schemas.microsoft.com/office/drawing/2014/main" id="{D9AB8815-00A2-2116-40B6-BA32D9533A29}"/>
              </a:ext>
            </a:extLst>
          </p:cNvPr>
          <p:cNvGraphicFramePr>
            <a:graphicFrameLocks noGrp="1"/>
          </p:cNvGraphicFramePr>
          <p:nvPr/>
        </p:nvGraphicFramePr>
        <p:xfrm>
          <a:off x="1403825" y="1127846"/>
          <a:ext cx="2934260" cy="741680"/>
        </p:xfrm>
        <a:graphic>
          <a:graphicData uri="http://schemas.openxmlformats.org/drawingml/2006/table">
            <a:tbl>
              <a:tblPr firstRow="1" bandRow="1">
                <a:tableStyleId>{BDBED569-4797-4DF1-A0F4-6AAB3CD982D8}</a:tableStyleId>
              </a:tblPr>
              <a:tblGrid>
                <a:gridCol w="586852">
                  <a:extLst>
                    <a:ext uri="{9D8B030D-6E8A-4147-A177-3AD203B41FA5}">
                      <a16:colId xmlns:a16="http://schemas.microsoft.com/office/drawing/2014/main" val="1042581215"/>
                    </a:ext>
                  </a:extLst>
                </a:gridCol>
                <a:gridCol w="586852">
                  <a:extLst>
                    <a:ext uri="{9D8B030D-6E8A-4147-A177-3AD203B41FA5}">
                      <a16:colId xmlns:a16="http://schemas.microsoft.com/office/drawing/2014/main" val="1055456683"/>
                    </a:ext>
                  </a:extLst>
                </a:gridCol>
                <a:gridCol w="586852">
                  <a:extLst>
                    <a:ext uri="{9D8B030D-6E8A-4147-A177-3AD203B41FA5}">
                      <a16:colId xmlns:a16="http://schemas.microsoft.com/office/drawing/2014/main" val="4267117164"/>
                    </a:ext>
                  </a:extLst>
                </a:gridCol>
                <a:gridCol w="586852">
                  <a:extLst>
                    <a:ext uri="{9D8B030D-6E8A-4147-A177-3AD203B41FA5}">
                      <a16:colId xmlns:a16="http://schemas.microsoft.com/office/drawing/2014/main" val="1787610018"/>
                    </a:ext>
                  </a:extLst>
                </a:gridCol>
                <a:gridCol w="586852">
                  <a:extLst>
                    <a:ext uri="{9D8B030D-6E8A-4147-A177-3AD203B41FA5}">
                      <a16:colId xmlns:a16="http://schemas.microsoft.com/office/drawing/2014/main" val="2635665585"/>
                    </a:ext>
                  </a:extLst>
                </a:gridCol>
              </a:tblGrid>
              <a:tr h="370840">
                <a:tc>
                  <a:txBody>
                    <a:bodyPr/>
                    <a:lstStyle/>
                    <a:p>
                      <a:pPr algn="ctr"/>
                      <a:r>
                        <a:rPr lang="en-US" dirty="0"/>
                        <a:t>0</a:t>
                      </a:r>
                      <a:endParaRPr lang="en-IN" dirty="0"/>
                    </a:p>
                  </a:txBody>
                  <a:tcPr/>
                </a:tc>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tc>
                  <a:txBody>
                    <a:bodyPr/>
                    <a:lstStyle/>
                    <a:p>
                      <a:pPr algn="ctr"/>
                      <a:r>
                        <a:rPr lang="en-US" dirty="0"/>
                        <a:t>4</a:t>
                      </a:r>
                      <a:endParaRPr lang="en-IN" dirty="0"/>
                    </a:p>
                  </a:txBody>
                  <a:tcPr/>
                </a:tc>
                <a:extLst>
                  <a:ext uri="{0D108BD9-81ED-4DB2-BD59-A6C34878D82A}">
                    <a16:rowId xmlns:a16="http://schemas.microsoft.com/office/drawing/2014/main" val="2589846729"/>
                  </a:ext>
                </a:extLst>
              </a:tr>
              <a:tr h="370840">
                <a:tc>
                  <a:txBody>
                    <a:bodyPr/>
                    <a:lstStyle/>
                    <a:p>
                      <a:pPr algn="ctr"/>
                      <a:r>
                        <a:rPr lang="en-US" dirty="0"/>
                        <a:t>3</a:t>
                      </a:r>
                      <a:endParaRPr lang="en-IN" dirty="0"/>
                    </a:p>
                  </a:txBody>
                  <a:tcPr/>
                </a:tc>
                <a:tc>
                  <a:txBody>
                    <a:bodyPr/>
                    <a:lstStyle/>
                    <a:p>
                      <a:pPr algn="ctr"/>
                      <a:r>
                        <a:rPr lang="en-US" dirty="0"/>
                        <a:t>5</a:t>
                      </a:r>
                      <a:endParaRPr lang="en-IN" dirty="0"/>
                    </a:p>
                  </a:txBody>
                  <a:tcPr/>
                </a:tc>
                <a:tc>
                  <a:txBody>
                    <a:bodyPr/>
                    <a:lstStyle/>
                    <a:p>
                      <a:pPr algn="ctr"/>
                      <a:r>
                        <a:rPr lang="en-US" dirty="0"/>
                        <a:t>7</a:t>
                      </a:r>
                      <a:endParaRPr lang="en-IN" dirty="0"/>
                    </a:p>
                  </a:txBody>
                  <a:tcPr/>
                </a:tc>
                <a:tc>
                  <a:txBody>
                    <a:bodyPr/>
                    <a:lstStyle/>
                    <a:p>
                      <a:pPr algn="ctr"/>
                      <a:r>
                        <a:rPr lang="en-US" dirty="0"/>
                        <a:t>2</a:t>
                      </a:r>
                      <a:endParaRPr lang="en-IN" dirty="0"/>
                    </a:p>
                  </a:txBody>
                  <a:tcPr/>
                </a:tc>
                <a:tc>
                  <a:txBody>
                    <a:bodyPr/>
                    <a:lstStyle/>
                    <a:p>
                      <a:pPr algn="ctr"/>
                      <a:r>
                        <a:rPr lang="en-US" dirty="0"/>
                        <a:t>8</a:t>
                      </a:r>
                      <a:endParaRPr lang="en-IN" dirty="0"/>
                    </a:p>
                  </a:txBody>
                  <a:tcPr/>
                </a:tc>
                <a:extLst>
                  <a:ext uri="{0D108BD9-81ED-4DB2-BD59-A6C34878D82A}">
                    <a16:rowId xmlns:a16="http://schemas.microsoft.com/office/drawing/2014/main" val="2164270684"/>
                  </a:ext>
                </a:extLst>
              </a:tr>
            </a:tbl>
          </a:graphicData>
        </a:graphic>
      </p:graphicFrame>
      <p:sp>
        <p:nvSpPr>
          <p:cNvPr id="12" name="TextBox 11">
            <a:extLst>
              <a:ext uri="{FF2B5EF4-FFF2-40B4-BE49-F238E27FC236}">
                <a16:creationId xmlns:a16="http://schemas.microsoft.com/office/drawing/2014/main" id="{82E7D85B-5EC6-F010-4000-ACF30AA0C451}"/>
              </a:ext>
            </a:extLst>
          </p:cNvPr>
          <p:cNvSpPr txBox="1"/>
          <p:nvPr/>
        </p:nvSpPr>
        <p:spPr>
          <a:xfrm>
            <a:off x="355693" y="1314020"/>
            <a:ext cx="110873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numbers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Arrow: Down 12">
            <a:extLst>
              <a:ext uri="{FF2B5EF4-FFF2-40B4-BE49-F238E27FC236}">
                <a16:creationId xmlns:a16="http://schemas.microsoft.com/office/drawing/2014/main" id="{DF3E2278-56D9-D28D-78B3-8DA90941FC89}"/>
              </a:ext>
            </a:extLst>
          </p:cNvPr>
          <p:cNvSpPr/>
          <p:nvPr/>
        </p:nvSpPr>
        <p:spPr>
          <a:xfrm>
            <a:off x="2654372" y="2178897"/>
            <a:ext cx="397904" cy="315530"/>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74F1FE25-17C1-52A5-D151-5C02EE57AE97}"/>
              </a:ext>
            </a:extLst>
          </p:cNvPr>
          <p:cNvSpPr/>
          <p:nvPr/>
        </p:nvSpPr>
        <p:spPr>
          <a:xfrm>
            <a:off x="1369064" y="3937365"/>
            <a:ext cx="2934260" cy="436702"/>
          </a:xfrm>
          <a:prstGeom prst="rect">
            <a:avLst/>
          </a:prstGeom>
          <a:solidFill>
            <a:schemeClr val="accent6">
              <a:lumMod val="20000"/>
              <a:lumOff val="80000"/>
            </a:schemeClr>
          </a:solidFill>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Arrow: Down 15">
            <a:extLst>
              <a:ext uri="{FF2B5EF4-FFF2-40B4-BE49-F238E27FC236}">
                <a16:creationId xmlns:a16="http://schemas.microsoft.com/office/drawing/2014/main" id="{443B6E4B-6511-0E2F-A0AF-7AEBA01E732D}"/>
              </a:ext>
            </a:extLst>
          </p:cNvPr>
          <p:cNvSpPr/>
          <p:nvPr/>
        </p:nvSpPr>
        <p:spPr>
          <a:xfrm>
            <a:off x="2637242" y="3587632"/>
            <a:ext cx="397904" cy="298464"/>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75EBB120-7FF9-FE0B-61BA-14C9203FB6FE}"/>
              </a:ext>
            </a:extLst>
          </p:cNvPr>
          <p:cNvSpPr txBox="1"/>
          <p:nvPr/>
        </p:nvSpPr>
        <p:spPr>
          <a:xfrm>
            <a:off x="355694" y="3990805"/>
            <a:ext cx="101337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smallest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1D2B9EF4-21FE-8E23-741D-D7AFA1D64926}"/>
              </a:ext>
            </a:extLst>
          </p:cNvPr>
          <p:cNvSpPr txBox="1"/>
          <p:nvPr/>
        </p:nvSpPr>
        <p:spPr>
          <a:xfrm>
            <a:off x="355693" y="3109448"/>
            <a:ext cx="101337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compare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34" name="Table 33">
            <a:extLst>
              <a:ext uri="{FF2B5EF4-FFF2-40B4-BE49-F238E27FC236}">
                <a16:creationId xmlns:a16="http://schemas.microsoft.com/office/drawing/2014/main" id="{50E25609-562D-A1DE-6B18-4813CEFCA7B0}"/>
              </a:ext>
            </a:extLst>
          </p:cNvPr>
          <p:cNvGraphicFramePr>
            <a:graphicFrameLocks noGrp="1"/>
          </p:cNvGraphicFramePr>
          <p:nvPr/>
        </p:nvGraphicFramePr>
        <p:xfrm>
          <a:off x="1390328" y="2565663"/>
          <a:ext cx="2934260" cy="949106"/>
        </p:xfrm>
        <a:graphic>
          <a:graphicData uri="http://schemas.openxmlformats.org/drawingml/2006/table">
            <a:tbl>
              <a:tblPr firstRow="1" bandRow="1">
                <a:tableStyleId>{5DA37D80-6434-44D0-A028-1B22A696006F}</a:tableStyleId>
              </a:tblPr>
              <a:tblGrid>
                <a:gridCol w="733565">
                  <a:extLst>
                    <a:ext uri="{9D8B030D-6E8A-4147-A177-3AD203B41FA5}">
                      <a16:colId xmlns:a16="http://schemas.microsoft.com/office/drawing/2014/main" val="1042581215"/>
                    </a:ext>
                  </a:extLst>
                </a:gridCol>
                <a:gridCol w="733565">
                  <a:extLst>
                    <a:ext uri="{9D8B030D-6E8A-4147-A177-3AD203B41FA5}">
                      <a16:colId xmlns:a16="http://schemas.microsoft.com/office/drawing/2014/main" val="1055456683"/>
                    </a:ext>
                  </a:extLst>
                </a:gridCol>
                <a:gridCol w="733565">
                  <a:extLst>
                    <a:ext uri="{9D8B030D-6E8A-4147-A177-3AD203B41FA5}">
                      <a16:colId xmlns:a16="http://schemas.microsoft.com/office/drawing/2014/main" val="4267117164"/>
                    </a:ext>
                  </a:extLst>
                </a:gridCol>
                <a:gridCol w="733565">
                  <a:extLst>
                    <a:ext uri="{9D8B030D-6E8A-4147-A177-3AD203B41FA5}">
                      <a16:colId xmlns:a16="http://schemas.microsoft.com/office/drawing/2014/main" val="1787610018"/>
                    </a:ext>
                  </a:extLst>
                </a:gridCol>
              </a:tblGrid>
              <a:tr h="474553">
                <a:tc>
                  <a:txBody>
                    <a:bodyPr/>
                    <a:lstStyle/>
                    <a:p>
                      <a:pPr algn="ctr"/>
                      <a:r>
                        <a:rPr lang="en-US" b="0" dirty="0"/>
                        <a:t>3</a:t>
                      </a:r>
                      <a:endParaRPr lang="en-IN" b="0" dirty="0"/>
                    </a:p>
                  </a:txBody>
                  <a:tcPr anchor="ctr">
                    <a:solidFill>
                      <a:srgbClr val="FFCCFF"/>
                    </a:solidFill>
                  </a:tcPr>
                </a:tc>
                <a:tc>
                  <a:txBody>
                    <a:bodyPr/>
                    <a:lstStyle/>
                    <a:p>
                      <a:pPr algn="ctr"/>
                      <a:r>
                        <a:rPr lang="en-US" b="0" dirty="0"/>
                        <a:t>3</a:t>
                      </a:r>
                      <a:endParaRPr lang="en-IN" b="0" dirty="0"/>
                    </a:p>
                  </a:txBody>
                  <a:tcPr anchor="ctr">
                    <a:solidFill>
                      <a:srgbClr val="FFCCFF"/>
                    </a:solidFill>
                  </a:tcPr>
                </a:tc>
                <a:tc>
                  <a:txBody>
                    <a:bodyPr/>
                    <a:lstStyle/>
                    <a:p>
                      <a:pPr algn="ctr"/>
                      <a:r>
                        <a:rPr lang="en-US" b="0" dirty="0"/>
                        <a:t>2</a:t>
                      </a:r>
                      <a:endParaRPr lang="en-IN" b="0" dirty="0"/>
                    </a:p>
                  </a:txBody>
                  <a:tcPr anchor="ctr">
                    <a:solidFill>
                      <a:schemeClr val="accent6">
                        <a:lumMod val="20000"/>
                        <a:lumOff val="80000"/>
                      </a:schemeClr>
                    </a:solidFill>
                  </a:tcPr>
                </a:tc>
                <a:tc>
                  <a:txBody>
                    <a:bodyPr/>
                    <a:lstStyle/>
                    <a:p>
                      <a:pPr algn="ctr"/>
                      <a:r>
                        <a:rPr lang="en-US" b="0" dirty="0"/>
                        <a:t>2</a:t>
                      </a:r>
                      <a:endParaRPr lang="en-IN" b="0" dirty="0"/>
                    </a:p>
                  </a:txBody>
                  <a:tcPr anchor="ctr">
                    <a:solidFill>
                      <a:srgbClr val="FFCCFF"/>
                    </a:solidFill>
                  </a:tcPr>
                </a:tc>
                <a:extLst>
                  <a:ext uri="{0D108BD9-81ED-4DB2-BD59-A6C34878D82A}">
                    <a16:rowId xmlns:a16="http://schemas.microsoft.com/office/drawing/2014/main" val="2589846729"/>
                  </a:ext>
                </a:extLst>
              </a:tr>
              <a:tr h="474553">
                <a:tc>
                  <a:txBody>
                    <a:bodyPr/>
                    <a:lstStyle/>
                    <a:p>
                      <a:pPr algn="ctr"/>
                      <a:r>
                        <a:rPr lang="en-US" dirty="0"/>
                        <a:t>3&gt;5</a:t>
                      </a:r>
                      <a:endParaRPr lang="en-IN" dirty="0"/>
                    </a:p>
                  </a:txBody>
                  <a:tcPr anchor="ctr">
                    <a:solidFill>
                      <a:schemeClr val="accent1">
                        <a:lumMod val="20000"/>
                        <a:lumOff val="80000"/>
                        <a:alpha val="20000"/>
                      </a:schemeClr>
                    </a:solidFill>
                  </a:tcPr>
                </a:tc>
                <a:tc>
                  <a:txBody>
                    <a:bodyPr/>
                    <a:lstStyle/>
                    <a:p>
                      <a:pPr algn="ctr"/>
                      <a:r>
                        <a:rPr lang="en-US" dirty="0"/>
                        <a:t>3&gt;7</a:t>
                      </a:r>
                      <a:endParaRPr lang="en-IN" dirty="0"/>
                    </a:p>
                  </a:txBody>
                  <a:tcPr anchor="ctr">
                    <a:solidFill>
                      <a:schemeClr val="accent1">
                        <a:lumMod val="20000"/>
                        <a:lumOff val="80000"/>
                        <a:alpha val="20000"/>
                      </a:schemeClr>
                    </a:solidFill>
                  </a:tcPr>
                </a:tc>
                <a:tc>
                  <a:txBody>
                    <a:bodyPr/>
                    <a:lstStyle/>
                    <a:p>
                      <a:pPr algn="ctr"/>
                      <a:r>
                        <a:rPr lang="en-US" dirty="0"/>
                        <a:t>3&gt;2</a:t>
                      </a:r>
                      <a:endParaRPr lang="en-IN" dirty="0"/>
                    </a:p>
                  </a:txBody>
                  <a:tcPr anchor="ctr">
                    <a:solidFill>
                      <a:schemeClr val="accent1">
                        <a:lumMod val="20000"/>
                        <a:lumOff val="80000"/>
                        <a:alpha val="20000"/>
                      </a:schemeClr>
                    </a:solidFill>
                  </a:tcPr>
                </a:tc>
                <a:tc>
                  <a:txBody>
                    <a:bodyPr/>
                    <a:lstStyle/>
                    <a:p>
                      <a:pPr algn="ctr"/>
                      <a:r>
                        <a:rPr lang="en-US" dirty="0"/>
                        <a:t>2&gt;8</a:t>
                      </a:r>
                      <a:endParaRPr lang="en-IN" dirty="0"/>
                    </a:p>
                  </a:txBody>
                  <a:tcPr anchor="ctr">
                    <a:solidFill>
                      <a:schemeClr val="accent1">
                        <a:lumMod val="20000"/>
                        <a:lumOff val="80000"/>
                        <a:alpha val="20000"/>
                      </a:schemeClr>
                    </a:solidFill>
                  </a:tcPr>
                </a:tc>
                <a:extLst>
                  <a:ext uri="{0D108BD9-81ED-4DB2-BD59-A6C34878D82A}">
                    <a16:rowId xmlns:a16="http://schemas.microsoft.com/office/drawing/2014/main" val="2164270684"/>
                  </a:ext>
                </a:extLst>
              </a:tr>
            </a:tbl>
          </a:graphicData>
        </a:graphic>
      </p:graphicFrame>
      <p:sp>
        <p:nvSpPr>
          <p:cNvPr id="35" name="TextBox 34">
            <a:extLst>
              <a:ext uri="{FF2B5EF4-FFF2-40B4-BE49-F238E27FC236}">
                <a16:creationId xmlns:a16="http://schemas.microsoft.com/office/drawing/2014/main" id="{3B900F32-55DA-182F-D6F0-B29C07C49D64}"/>
              </a:ext>
            </a:extLst>
          </p:cNvPr>
          <p:cNvSpPr txBox="1"/>
          <p:nvPr/>
        </p:nvSpPr>
        <p:spPr>
          <a:xfrm>
            <a:off x="355693" y="2624792"/>
            <a:ext cx="101337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smallest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45F9FF51-4AF2-F011-36C0-39AF99A9B7A8}"/>
              </a:ext>
            </a:extLst>
          </p:cNvPr>
          <p:cNvSpPr/>
          <p:nvPr/>
        </p:nvSpPr>
        <p:spPr>
          <a:xfrm>
            <a:off x="355692" y="5032240"/>
            <a:ext cx="4262489" cy="1199123"/>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Tip: Most of the coding problems need a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for loop</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for iterating over elements and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if condition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for comparing elements.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 name="Straight Arrow Connector 7">
            <a:extLst>
              <a:ext uri="{FF2B5EF4-FFF2-40B4-BE49-F238E27FC236}">
                <a16:creationId xmlns:a16="http://schemas.microsoft.com/office/drawing/2014/main" id="{87673ED3-3E8F-3CD9-202E-257510454A57}"/>
              </a:ext>
            </a:extLst>
          </p:cNvPr>
          <p:cNvCxnSpPr>
            <a:cxnSpLocks/>
            <a:endCxn id="6" idx="3"/>
          </p:cNvCxnSpPr>
          <p:nvPr/>
        </p:nvCxnSpPr>
        <p:spPr>
          <a:xfrm flipH="1">
            <a:off x="4618181" y="4257964"/>
            <a:ext cx="1013370" cy="137383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B742014B-62AA-6E1F-B1E5-DB4F335A6328}"/>
              </a:ext>
            </a:extLst>
          </p:cNvPr>
          <p:cNvCxnSpPr>
            <a:cxnSpLocks/>
            <a:endCxn id="6" idx="3"/>
          </p:cNvCxnSpPr>
          <p:nvPr/>
        </p:nvCxnSpPr>
        <p:spPr>
          <a:xfrm flipH="1">
            <a:off x="4618181" y="4932218"/>
            <a:ext cx="1328227" cy="69958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Freeform: Shape 6">
            <a:extLst>
              <a:ext uri="{FF2B5EF4-FFF2-40B4-BE49-F238E27FC236}">
                <a16:creationId xmlns:a16="http://schemas.microsoft.com/office/drawing/2014/main" id="{4FC9C0B5-A85B-C336-6A5D-D31863396AF8}"/>
              </a:ext>
            </a:extLst>
          </p:cNvPr>
          <p:cNvSpPr/>
          <p:nvPr/>
        </p:nvSpPr>
        <p:spPr>
          <a:xfrm>
            <a:off x="1597667" y="1877353"/>
            <a:ext cx="567627"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Shape 9">
            <a:extLst>
              <a:ext uri="{FF2B5EF4-FFF2-40B4-BE49-F238E27FC236}">
                <a16:creationId xmlns:a16="http://schemas.microsoft.com/office/drawing/2014/main" id="{E52DF79A-F722-BA70-EB46-33C1E2DA1995}"/>
              </a:ext>
            </a:extLst>
          </p:cNvPr>
          <p:cNvSpPr/>
          <p:nvPr/>
        </p:nvSpPr>
        <p:spPr>
          <a:xfrm>
            <a:off x="2219465" y="1877353"/>
            <a:ext cx="567627"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Freeform: Shape 13">
            <a:extLst>
              <a:ext uri="{FF2B5EF4-FFF2-40B4-BE49-F238E27FC236}">
                <a16:creationId xmlns:a16="http://schemas.microsoft.com/office/drawing/2014/main" id="{1ABA7C57-A07E-B43F-7C85-F4E27BF60C4F}"/>
              </a:ext>
            </a:extLst>
          </p:cNvPr>
          <p:cNvSpPr/>
          <p:nvPr/>
        </p:nvSpPr>
        <p:spPr>
          <a:xfrm>
            <a:off x="2869692" y="1877353"/>
            <a:ext cx="567627"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DC7156B6-79B7-F041-CC47-F0732EB12CFA}"/>
              </a:ext>
            </a:extLst>
          </p:cNvPr>
          <p:cNvSpPr/>
          <p:nvPr/>
        </p:nvSpPr>
        <p:spPr>
          <a:xfrm>
            <a:off x="3625680" y="1877353"/>
            <a:ext cx="567627"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81E9C235-56BC-805B-B461-2076A86865B2}"/>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884587849"/>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to find the </a:t>
            </a:r>
            <a:r>
              <a:rPr lang="en-US" sz="2400" b="1" dirty="0">
                <a:solidFill>
                  <a:srgbClr val="FFFF00"/>
                </a:solidFill>
                <a:ea typeface="+mn-ea"/>
                <a:cs typeface="+mn-cs"/>
              </a:rPr>
              <a:t>largest number</a:t>
            </a:r>
            <a:r>
              <a:rPr lang="en-US" sz="2400" b="1" dirty="0">
                <a:solidFill>
                  <a:schemeClr val="bg1"/>
                </a:solidFill>
                <a:ea typeface="+mn-ea"/>
                <a:cs typeface="+mn-cs"/>
              </a:rPr>
              <a:t> in an array.</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E4A44720-51F6-E1D1-2882-89612CA69788}"/>
              </a:ext>
            </a:extLst>
          </p:cNvPr>
          <p:cNvSpPr/>
          <p:nvPr/>
        </p:nvSpPr>
        <p:spPr>
          <a:xfrm>
            <a:off x="5580465" y="1002325"/>
            <a:ext cx="6454995" cy="553133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LargestNumberFinder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23</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8</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Input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largestNumber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findLargestNumber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largestNumber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45</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findLargestNumber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Assume the first element as the largest number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Iterate through the array to find the largest number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Update the largest if a larger number is found</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6" name="Table 5">
            <a:extLst>
              <a:ext uri="{FF2B5EF4-FFF2-40B4-BE49-F238E27FC236}">
                <a16:creationId xmlns:a16="http://schemas.microsoft.com/office/drawing/2014/main" id="{8995B700-C44C-5E50-50D8-AAC28D45E49C}"/>
              </a:ext>
            </a:extLst>
          </p:cNvPr>
          <p:cNvGraphicFramePr>
            <a:graphicFrameLocks noGrp="1"/>
          </p:cNvGraphicFramePr>
          <p:nvPr/>
        </p:nvGraphicFramePr>
        <p:xfrm>
          <a:off x="1403825" y="1127846"/>
          <a:ext cx="3128510" cy="741680"/>
        </p:xfrm>
        <a:graphic>
          <a:graphicData uri="http://schemas.openxmlformats.org/drawingml/2006/table">
            <a:tbl>
              <a:tblPr firstRow="1" bandRow="1">
                <a:tableStyleId>{BDBED569-4797-4DF1-A0F4-6AAB3CD982D8}</a:tableStyleId>
              </a:tblPr>
              <a:tblGrid>
                <a:gridCol w="625702">
                  <a:extLst>
                    <a:ext uri="{9D8B030D-6E8A-4147-A177-3AD203B41FA5}">
                      <a16:colId xmlns:a16="http://schemas.microsoft.com/office/drawing/2014/main" val="1042581215"/>
                    </a:ext>
                  </a:extLst>
                </a:gridCol>
                <a:gridCol w="625702">
                  <a:extLst>
                    <a:ext uri="{9D8B030D-6E8A-4147-A177-3AD203B41FA5}">
                      <a16:colId xmlns:a16="http://schemas.microsoft.com/office/drawing/2014/main" val="1055456683"/>
                    </a:ext>
                  </a:extLst>
                </a:gridCol>
                <a:gridCol w="625702">
                  <a:extLst>
                    <a:ext uri="{9D8B030D-6E8A-4147-A177-3AD203B41FA5}">
                      <a16:colId xmlns:a16="http://schemas.microsoft.com/office/drawing/2014/main" val="4267117164"/>
                    </a:ext>
                  </a:extLst>
                </a:gridCol>
                <a:gridCol w="625702">
                  <a:extLst>
                    <a:ext uri="{9D8B030D-6E8A-4147-A177-3AD203B41FA5}">
                      <a16:colId xmlns:a16="http://schemas.microsoft.com/office/drawing/2014/main" val="1787610018"/>
                    </a:ext>
                  </a:extLst>
                </a:gridCol>
                <a:gridCol w="625702">
                  <a:extLst>
                    <a:ext uri="{9D8B030D-6E8A-4147-A177-3AD203B41FA5}">
                      <a16:colId xmlns:a16="http://schemas.microsoft.com/office/drawing/2014/main" val="2635665585"/>
                    </a:ext>
                  </a:extLst>
                </a:gridCol>
              </a:tblGrid>
              <a:tr h="370840">
                <a:tc>
                  <a:txBody>
                    <a:bodyPr/>
                    <a:lstStyle/>
                    <a:p>
                      <a:pPr algn="ctr"/>
                      <a:r>
                        <a:rPr lang="en-US" dirty="0"/>
                        <a:t>0</a:t>
                      </a:r>
                      <a:endParaRPr lang="en-IN" dirty="0"/>
                    </a:p>
                  </a:txBody>
                  <a:tcPr/>
                </a:tc>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tc>
                  <a:txBody>
                    <a:bodyPr/>
                    <a:lstStyle/>
                    <a:p>
                      <a:pPr algn="ctr"/>
                      <a:r>
                        <a:rPr lang="en-US" dirty="0"/>
                        <a:t>4</a:t>
                      </a:r>
                      <a:endParaRPr lang="en-IN" dirty="0"/>
                    </a:p>
                  </a:txBody>
                  <a:tcPr/>
                </a:tc>
                <a:extLst>
                  <a:ext uri="{0D108BD9-81ED-4DB2-BD59-A6C34878D82A}">
                    <a16:rowId xmlns:a16="http://schemas.microsoft.com/office/drawing/2014/main" val="2589846729"/>
                  </a:ext>
                </a:extLst>
              </a:tr>
              <a:tr h="370840">
                <a:tc>
                  <a:txBody>
                    <a:bodyPr/>
                    <a:lstStyle/>
                    <a:p>
                      <a:pPr algn="ctr"/>
                      <a:r>
                        <a:rPr lang="en-US" dirty="0"/>
                        <a:t>10</a:t>
                      </a:r>
                      <a:endParaRPr lang="en-IN" dirty="0"/>
                    </a:p>
                  </a:txBody>
                  <a:tcPr/>
                </a:tc>
                <a:tc>
                  <a:txBody>
                    <a:bodyPr/>
                    <a:lstStyle/>
                    <a:p>
                      <a:pPr algn="ctr"/>
                      <a:r>
                        <a:rPr lang="en-US" dirty="0"/>
                        <a:t>7</a:t>
                      </a:r>
                      <a:endParaRPr lang="en-IN" dirty="0"/>
                    </a:p>
                  </a:txBody>
                  <a:tcPr/>
                </a:tc>
                <a:tc>
                  <a:txBody>
                    <a:bodyPr/>
                    <a:lstStyle/>
                    <a:p>
                      <a:pPr algn="ctr"/>
                      <a:r>
                        <a:rPr lang="en-US" dirty="0"/>
                        <a:t>23</a:t>
                      </a:r>
                      <a:endParaRPr lang="en-IN" dirty="0"/>
                    </a:p>
                  </a:txBody>
                  <a:tcPr/>
                </a:tc>
                <a:tc>
                  <a:txBody>
                    <a:bodyPr/>
                    <a:lstStyle/>
                    <a:p>
                      <a:pPr algn="ctr"/>
                      <a:r>
                        <a:rPr lang="en-US" dirty="0"/>
                        <a:t>45</a:t>
                      </a:r>
                      <a:endParaRPr lang="en-IN" dirty="0"/>
                    </a:p>
                  </a:txBody>
                  <a:tcPr/>
                </a:tc>
                <a:tc>
                  <a:txBody>
                    <a:bodyPr/>
                    <a:lstStyle/>
                    <a:p>
                      <a:pPr algn="ctr"/>
                      <a:r>
                        <a:rPr lang="en-US" dirty="0"/>
                        <a:t>8</a:t>
                      </a:r>
                      <a:endParaRPr lang="en-IN" dirty="0"/>
                    </a:p>
                  </a:txBody>
                  <a:tcPr/>
                </a:tc>
                <a:extLst>
                  <a:ext uri="{0D108BD9-81ED-4DB2-BD59-A6C34878D82A}">
                    <a16:rowId xmlns:a16="http://schemas.microsoft.com/office/drawing/2014/main" val="2164270684"/>
                  </a:ext>
                </a:extLst>
              </a:tr>
            </a:tbl>
          </a:graphicData>
        </a:graphic>
      </p:graphicFrame>
      <p:sp>
        <p:nvSpPr>
          <p:cNvPr id="7" name="TextBox 6">
            <a:extLst>
              <a:ext uri="{FF2B5EF4-FFF2-40B4-BE49-F238E27FC236}">
                <a16:creationId xmlns:a16="http://schemas.microsoft.com/office/drawing/2014/main" id="{94482ACD-761A-7185-411C-11F6E98F00B2}"/>
              </a:ext>
            </a:extLst>
          </p:cNvPr>
          <p:cNvSpPr txBox="1"/>
          <p:nvPr/>
        </p:nvSpPr>
        <p:spPr>
          <a:xfrm>
            <a:off x="355694" y="1314020"/>
            <a:ext cx="110873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numbers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Arrow: Down 7">
            <a:extLst>
              <a:ext uri="{FF2B5EF4-FFF2-40B4-BE49-F238E27FC236}">
                <a16:creationId xmlns:a16="http://schemas.microsoft.com/office/drawing/2014/main" id="{1436DA27-C25B-DB3D-710E-C2DEBF1825C0}"/>
              </a:ext>
            </a:extLst>
          </p:cNvPr>
          <p:cNvSpPr/>
          <p:nvPr/>
        </p:nvSpPr>
        <p:spPr>
          <a:xfrm>
            <a:off x="2759679" y="2151007"/>
            <a:ext cx="397904" cy="298757"/>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8C02A9A6-B707-A8DF-F8D3-E133A7BF497A}"/>
              </a:ext>
            </a:extLst>
          </p:cNvPr>
          <p:cNvSpPr/>
          <p:nvPr/>
        </p:nvSpPr>
        <p:spPr>
          <a:xfrm>
            <a:off x="1369064" y="3800086"/>
            <a:ext cx="3128510" cy="436702"/>
          </a:xfrm>
          <a:prstGeom prst="rect">
            <a:avLst/>
          </a:prstGeom>
          <a:solidFill>
            <a:schemeClr val="accent6">
              <a:lumMod val="20000"/>
              <a:lumOff val="80000"/>
            </a:schemeClr>
          </a:solidFill>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45</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Arrow: Down 16">
            <a:extLst>
              <a:ext uri="{FF2B5EF4-FFF2-40B4-BE49-F238E27FC236}">
                <a16:creationId xmlns:a16="http://schemas.microsoft.com/office/drawing/2014/main" id="{C01BB2AE-6FC7-B1F1-BA59-69D0A3967E88}"/>
              </a:ext>
            </a:extLst>
          </p:cNvPr>
          <p:cNvSpPr/>
          <p:nvPr/>
        </p:nvSpPr>
        <p:spPr>
          <a:xfrm>
            <a:off x="2724918" y="3423585"/>
            <a:ext cx="397904" cy="328681"/>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C4497930-6B50-1C43-2C4E-A47E0F687FA5}"/>
              </a:ext>
            </a:extLst>
          </p:cNvPr>
          <p:cNvSpPr txBox="1"/>
          <p:nvPr/>
        </p:nvSpPr>
        <p:spPr>
          <a:xfrm>
            <a:off x="355694" y="3825818"/>
            <a:ext cx="101337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largest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18AE5DDA-D75D-D8C6-A10B-175BF246F2B9}"/>
              </a:ext>
            </a:extLst>
          </p:cNvPr>
          <p:cNvSpPr txBox="1"/>
          <p:nvPr/>
        </p:nvSpPr>
        <p:spPr>
          <a:xfrm>
            <a:off x="355693" y="2911928"/>
            <a:ext cx="101337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compare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20" name="Table 19">
            <a:extLst>
              <a:ext uri="{FF2B5EF4-FFF2-40B4-BE49-F238E27FC236}">
                <a16:creationId xmlns:a16="http://schemas.microsoft.com/office/drawing/2014/main" id="{E8033441-4413-F557-CA9A-AE900D7DA512}"/>
              </a:ext>
            </a:extLst>
          </p:cNvPr>
          <p:cNvGraphicFramePr>
            <a:graphicFrameLocks noGrp="1"/>
          </p:cNvGraphicFramePr>
          <p:nvPr/>
        </p:nvGraphicFramePr>
        <p:xfrm>
          <a:off x="1369062" y="2516999"/>
          <a:ext cx="3128512" cy="864948"/>
        </p:xfrm>
        <a:graphic>
          <a:graphicData uri="http://schemas.openxmlformats.org/drawingml/2006/table">
            <a:tbl>
              <a:tblPr firstRow="1" bandRow="1">
                <a:tableStyleId>{5DA37D80-6434-44D0-A028-1B22A696006F}</a:tableStyleId>
              </a:tblPr>
              <a:tblGrid>
                <a:gridCol w="782128">
                  <a:extLst>
                    <a:ext uri="{9D8B030D-6E8A-4147-A177-3AD203B41FA5}">
                      <a16:colId xmlns:a16="http://schemas.microsoft.com/office/drawing/2014/main" val="1042581215"/>
                    </a:ext>
                  </a:extLst>
                </a:gridCol>
                <a:gridCol w="782128">
                  <a:extLst>
                    <a:ext uri="{9D8B030D-6E8A-4147-A177-3AD203B41FA5}">
                      <a16:colId xmlns:a16="http://schemas.microsoft.com/office/drawing/2014/main" val="1055456683"/>
                    </a:ext>
                  </a:extLst>
                </a:gridCol>
                <a:gridCol w="782128">
                  <a:extLst>
                    <a:ext uri="{9D8B030D-6E8A-4147-A177-3AD203B41FA5}">
                      <a16:colId xmlns:a16="http://schemas.microsoft.com/office/drawing/2014/main" val="4267117164"/>
                    </a:ext>
                  </a:extLst>
                </a:gridCol>
                <a:gridCol w="782128">
                  <a:extLst>
                    <a:ext uri="{9D8B030D-6E8A-4147-A177-3AD203B41FA5}">
                      <a16:colId xmlns:a16="http://schemas.microsoft.com/office/drawing/2014/main" val="1787610018"/>
                    </a:ext>
                  </a:extLst>
                </a:gridCol>
              </a:tblGrid>
              <a:tr h="432474">
                <a:tc>
                  <a:txBody>
                    <a:bodyPr/>
                    <a:lstStyle/>
                    <a:p>
                      <a:pPr algn="ctr"/>
                      <a:r>
                        <a:rPr lang="en-US" b="0" dirty="0"/>
                        <a:t>10</a:t>
                      </a:r>
                      <a:endParaRPr lang="en-IN" b="0" dirty="0"/>
                    </a:p>
                  </a:txBody>
                  <a:tcPr anchor="ctr">
                    <a:solidFill>
                      <a:srgbClr val="FFCCFF"/>
                    </a:solidFill>
                  </a:tcPr>
                </a:tc>
                <a:tc>
                  <a:txBody>
                    <a:bodyPr/>
                    <a:lstStyle/>
                    <a:p>
                      <a:pPr algn="ctr"/>
                      <a:r>
                        <a:rPr lang="en-US" b="0" dirty="0"/>
                        <a:t>23</a:t>
                      </a:r>
                      <a:endParaRPr lang="en-IN" b="0" dirty="0"/>
                    </a:p>
                  </a:txBody>
                  <a:tcPr anchor="ctr">
                    <a:solidFill>
                      <a:schemeClr val="accent6">
                        <a:lumMod val="20000"/>
                        <a:lumOff val="80000"/>
                      </a:schemeClr>
                    </a:solidFill>
                  </a:tcPr>
                </a:tc>
                <a:tc>
                  <a:txBody>
                    <a:bodyPr/>
                    <a:lstStyle/>
                    <a:p>
                      <a:pPr algn="ctr"/>
                      <a:r>
                        <a:rPr lang="en-US" b="0" dirty="0"/>
                        <a:t>45</a:t>
                      </a:r>
                      <a:endParaRPr lang="en-IN" b="0" dirty="0"/>
                    </a:p>
                  </a:txBody>
                  <a:tcPr anchor="ctr">
                    <a:solidFill>
                      <a:schemeClr val="accent6">
                        <a:lumMod val="20000"/>
                        <a:lumOff val="80000"/>
                      </a:schemeClr>
                    </a:solidFill>
                  </a:tcPr>
                </a:tc>
                <a:tc>
                  <a:txBody>
                    <a:bodyPr/>
                    <a:lstStyle/>
                    <a:p>
                      <a:pPr algn="ctr"/>
                      <a:r>
                        <a:rPr lang="en-US" b="0" dirty="0"/>
                        <a:t>45</a:t>
                      </a:r>
                      <a:endParaRPr lang="en-IN" b="0" dirty="0"/>
                    </a:p>
                  </a:txBody>
                  <a:tcPr anchor="ctr">
                    <a:solidFill>
                      <a:srgbClr val="FFCCFF"/>
                    </a:solidFill>
                  </a:tcPr>
                </a:tc>
                <a:extLst>
                  <a:ext uri="{0D108BD9-81ED-4DB2-BD59-A6C34878D82A}">
                    <a16:rowId xmlns:a16="http://schemas.microsoft.com/office/drawing/2014/main" val="2589846729"/>
                  </a:ext>
                </a:extLst>
              </a:tr>
              <a:tr h="432474">
                <a:tc>
                  <a:txBody>
                    <a:bodyPr/>
                    <a:lstStyle/>
                    <a:p>
                      <a:pPr algn="ctr"/>
                      <a:r>
                        <a:rPr lang="en-US" dirty="0"/>
                        <a:t>10&lt;7</a:t>
                      </a:r>
                      <a:endParaRPr lang="en-IN" dirty="0"/>
                    </a:p>
                  </a:txBody>
                  <a:tcPr anchor="ctr">
                    <a:solidFill>
                      <a:schemeClr val="accent1">
                        <a:lumMod val="20000"/>
                        <a:lumOff val="80000"/>
                        <a:alpha val="20000"/>
                      </a:schemeClr>
                    </a:solidFill>
                  </a:tcPr>
                </a:tc>
                <a:tc>
                  <a:txBody>
                    <a:bodyPr/>
                    <a:lstStyle/>
                    <a:p>
                      <a:pPr algn="ctr"/>
                      <a:r>
                        <a:rPr lang="en-US" dirty="0"/>
                        <a:t>10&lt;23</a:t>
                      </a:r>
                      <a:endParaRPr lang="en-IN" dirty="0"/>
                    </a:p>
                  </a:txBody>
                  <a:tcPr anchor="ctr">
                    <a:solidFill>
                      <a:schemeClr val="accent1">
                        <a:lumMod val="20000"/>
                        <a:lumOff val="80000"/>
                        <a:alpha val="20000"/>
                      </a:schemeClr>
                    </a:solidFill>
                  </a:tcPr>
                </a:tc>
                <a:tc>
                  <a:txBody>
                    <a:bodyPr/>
                    <a:lstStyle/>
                    <a:p>
                      <a:pPr algn="ctr"/>
                      <a:r>
                        <a:rPr lang="en-US" dirty="0"/>
                        <a:t>23&lt;45</a:t>
                      </a:r>
                      <a:endParaRPr lang="en-IN" dirty="0"/>
                    </a:p>
                  </a:txBody>
                  <a:tcPr anchor="ctr">
                    <a:solidFill>
                      <a:schemeClr val="accent1">
                        <a:lumMod val="20000"/>
                        <a:lumOff val="80000"/>
                        <a:alpha val="20000"/>
                      </a:schemeClr>
                    </a:solidFill>
                  </a:tcPr>
                </a:tc>
                <a:tc>
                  <a:txBody>
                    <a:bodyPr/>
                    <a:lstStyle/>
                    <a:p>
                      <a:pPr algn="ctr"/>
                      <a:r>
                        <a:rPr lang="en-US" dirty="0"/>
                        <a:t>45&lt;8</a:t>
                      </a:r>
                      <a:endParaRPr lang="en-IN" dirty="0"/>
                    </a:p>
                  </a:txBody>
                  <a:tcPr anchor="ctr">
                    <a:solidFill>
                      <a:schemeClr val="accent1">
                        <a:lumMod val="20000"/>
                        <a:lumOff val="80000"/>
                        <a:alpha val="20000"/>
                      </a:schemeClr>
                    </a:solidFill>
                  </a:tcPr>
                </a:tc>
                <a:extLst>
                  <a:ext uri="{0D108BD9-81ED-4DB2-BD59-A6C34878D82A}">
                    <a16:rowId xmlns:a16="http://schemas.microsoft.com/office/drawing/2014/main" val="2164270684"/>
                  </a:ext>
                </a:extLst>
              </a:tr>
            </a:tbl>
          </a:graphicData>
        </a:graphic>
      </p:graphicFrame>
      <p:sp>
        <p:nvSpPr>
          <p:cNvPr id="21" name="TextBox 20">
            <a:extLst>
              <a:ext uri="{FF2B5EF4-FFF2-40B4-BE49-F238E27FC236}">
                <a16:creationId xmlns:a16="http://schemas.microsoft.com/office/drawing/2014/main" id="{2EAE328A-AD45-A4C8-2AF6-E3EB4DEEE9F4}"/>
              </a:ext>
            </a:extLst>
          </p:cNvPr>
          <p:cNvSpPr txBox="1"/>
          <p:nvPr/>
        </p:nvSpPr>
        <p:spPr>
          <a:xfrm>
            <a:off x="355693" y="2533600"/>
            <a:ext cx="101337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largest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Rectangle 21">
            <a:extLst>
              <a:ext uri="{FF2B5EF4-FFF2-40B4-BE49-F238E27FC236}">
                <a16:creationId xmlns:a16="http://schemas.microsoft.com/office/drawing/2014/main" id="{F0F65A29-0498-03CD-75F2-FE3A3EABD617}"/>
              </a:ext>
            </a:extLst>
          </p:cNvPr>
          <p:cNvSpPr/>
          <p:nvPr/>
        </p:nvSpPr>
        <p:spPr>
          <a:xfrm>
            <a:off x="355693" y="4800108"/>
            <a:ext cx="4176642" cy="1733547"/>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Tip: To find the result, first set result initial values with either array first value/ minimum value/ 0/ blank. Then by the logic update them with the new result values.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 name="Straight Arrow Connector 22">
            <a:extLst>
              <a:ext uri="{FF2B5EF4-FFF2-40B4-BE49-F238E27FC236}">
                <a16:creationId xmlns:a16="http://schemas.microsoft.com/office/drawing/2014/main" id="{CF904778-FAF7-BF21-B26C-C7BCA5416291}"/>
              </a:ext>
            </a:extLst>
          </p:cNvPr>
          <p:cNvCxnSpPr>
            <a:cxnSpLocks/>
            <a:endCxn id="22" idx="3"/>
          </p:cNvCxnSpPr>
          <p:nvPr/>
        </p:nvCxnSpPr>
        <p:spPr>
          <a:xfrm flipH="1">
            <a:off x="4532335" y="3615070"/>
            <a:ext cx="1563665" cy="205181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0" name="Freeform: Shape 9">
            <a:extLst>
              <a:ext uri="{FF2B5EF4-FFF2-40B4-BE49-F238E27FC236}">
                <a16:creationId xmlns:a16="http://schemas.microsoft.com/office/drawing/2014/main" id="{CC888C68-9899-F336-D468-724BB78AED40}"/>
              </a:ext>
            </a:extLst>
          </p:cNvPr>
          <p:cNvSpPr/>
          <p:nvPr/>
        </p:nvSpPr>
        <p:spPr>
          <a:xfrm>
            <a:off x="1597667" y="1877353"/>
            <a:ext cx="567627"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Shape 10">
            <a:extLst>
              <a:ext uri="{FF2B5EF4-FFF2-40B4-BE49-F238E27FC236}">
                <a16:creationId xmlns:a16="http://schemas.microsoft.com/office/drawing/2014/main" id="{1500BC2A-787D-38CB-E789-31F05FAE5D8B}"/>
              </a:ext>
            </a:extLst>
          </p:cNvPr>
          <p:cNvSpPr/>
          <p:nvPr/>
        </p:nvSpPr>
        <p:spPr>
          <a:xfrm>
            <a:off x="2219465" y="1877353"/>
            <a:ext cx="567627"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Shape 11">
            <a:extLst>
              <a:ext uri="{FF2B5EF4-FFF2-40B4-BE49-F238E27FC236}">
                <a16:creationId xmlns:a16="http://schemas.microsoft.com/office/drawing/2014/main" id="{AB1DF1F5-4AB2-7128-3020-75D23CCA5533}"/>
              </a:ext>
            </a:extLst>
          </p:cNvPr>
          <p:cNvSpPr/>
          <p:nvPr/>
        </p:nvSpPr>
        <p:spPr>
          <a:xfrm>
            <a:off x="2869692" y="1877353"/>
            <a:ext cx="567627"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Shape 12">
            <a:extLst>
              <a:ext uri="{FF2B5EF4-FFF2-40B4-BE49-F238E27FC236}">
                <a16:creationId xmlns:a16="http://schemas.microsoft.com/office/drawing/2014/main" id="{D2DF43C6-2D1B-91D3-AF1B-9F193B13DE7B}"/>
              </a:ext>
            </a:extLst>
          </p:cNvPr>
          <p:cNvSpPr/>
          <p:nvPr/>
        </p:nvSpPr>
        <p:spPr>
          <a:xfrm>
            <a:off x="3625680" y="1877353"/>
            <a:ext cx="567627"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341BF822-D363-0EB3-D409-56D65B079EDD}"/>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142270765"/>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to find the </a:t>
            </a:r>
            <a:r>
              <a:rPr lang="en-US" sz="2400" b="1" dirty="0">
                <a:solidFill>
                  <a:srgbClr val="FFFF00"/>
                </a:solidFill>
                <a:ea typeface="+mn-ea"/>
                <a:cs typeface="+mn-cs"/>
              </a:rPr>
              <a:t>second</a:t>
            </a:r>
            <a:r>
              <a:rPr lang="en-US" sz="2400" b="1" dirty="0">
                <a:solidFill>
                  <a:schemeClr val="bg1"/>
                </a:solidFill>
                <a:ea typeface="+mn-ea"/>
                <a:cs typeface="+mn-cs"/>
              </a:rPr>
              <a:t> </a:t>
            </a:r>
            <a:r>
              <a:rPr lang="en-US" sz="2400" b="1" dirty="0">
                <a:solidFill>
                  <a:srgbClr val="FFFF00"/>
                </a:solidFill>
                <a:ea typeface="+mn-ea"/>
                <a:cs typeface="+mn-cs"/>
              </a:rPr>
              <a:t>largest number</a:t>
            </a:r>
            <a:r>
              <a:rPr lang="en-US" sz="2400" b="1" dirty="0">
                <a:solidFill>
                  <a:schemeClr val="bg1"/>
                </a:solidFill>
                <a:ea typeface="+mn-ea"/>
                <a:cs typeface="+mn-cs"/>
              </a:rPr>
              <a:t> in an array.</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E4A44720-51F6-E1D1-2882-89612CA69788}"/>
              </a:ext>
            </a:extLst>
          </p:cNvPr>
          <p:cNvSpPr/>
          <p:nvPr/>
        </p:nvSpPr>
        <p:spPr>
          <a:xfrm>
            <a:off x="5922334" y="903682"/>
            <a:ext cx="6184101" cy="585294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SecondLargestElement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23</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8</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secondLargest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findSecondLargest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secondLargest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23</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findSecondLargest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MIN_VALUE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OR 0</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secondLargest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Integer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MIN_VALUE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OR 0</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secondLargest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10, 7, 23, 45, 30 }; // complex case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else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&gt;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secondLargest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&amp;&amp;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largest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secondLargest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secondLargest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8" name="Picture 7">
            <a:extLst>
              <a:ext uri="{FF2B5EF4-FFF2-40B4-BE49-F238E27FC236}">
                <a16:creationId xmlns:a16="http://schemas.microsoft.com/office/drawing/2014/main" id="{2D946C56-4327-8066-430C-B1F810E79C1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70633" y="319537"/>
            <a:ext cx="914784" cy="363946"/>
          </a:xfrm>
          <a:prstGeom prst="rect">
            <a:avLst/>
          </a:prstGeom>
        </p:spPr>
      </p:pic>
      <p:sp>
        <p:nvSpPr>
          <p:cNvPr id="13" name="Left Brace 12">
            <a:extLst>
              <a:ext uri="{FF2B5EF4-FFF2-40B4-BE49-F238E27FC236}">
                <a16:creationId xmlns:a16="http://schemas.microsoft.com/office/drawing/2014/main" id="{B81CEF59-4AEC-9A67-63CD-71A71217E1E6}"/>
              </a:ext>
            </a:extLst>
          </p:cNvPr>
          <p:cNvSpPr/>
          <p:nvPr/>
        </p:nvSpPr>
        <p:spPr>
          <a:xfrm>
            <a:off x="5283886" y="4262443"/>
            <a:ext cx="1329568" cy="561663"/>
          </a:xfrm>
          <a:prstGeom prst="leftBrace">
            <a:avLst>
              <a:gd name="adj1" fmla="val 8333"/>
              <a:gd name="adj2" fmla="val 51841"/>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 name="Left Brace 13">
            <a:extLst>
              <a:ext uri="{FF2B5EF4-FFF2-40B4-BE49-F238E27FC236}">
                <a16:creationId xmlns:a16="http://schemas.microsoft.com/office/drawing/2014/main" id="{22F0515D-36E8-6923-4724-78B0366099CD}"/>
              </a:ext>
            </a:extLst>
          </p:cNvPr>
          <p:cNvSpPr/>
          <p:nvPr/>
        </p:nvSpPr>
        <p:spPr>
          <a:xfrm>
            <a:off x="5264688" y="4982322"/>
            <a:ext cx="1329568" cy="632177"/>
          </a:xfrm>
          <a:prstGeom prst="leftBrace">
            <a:avLst>
              <a:gd name="adj1" fmla="val 8333"/>
              <a:gd name="adj2" fmla="val 50534"/>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D0580D7D-FA44-2FCB-C023-206482323796}"/>
              </a:ext>
            </a:extLst>
          </p:cNvPr>
          <p:cNvSpPr/>
          <p:nvPr/>
        </p:nvSpPr>
        <p:spPr>
          <a:xfrm>
            <a:off x="1876652" y="4471181"/>
            <a:ext cx="3397105" cy="500855"/>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Tip: Solve the simple case first.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01BD22AE-151B-FADE-1DB8-2D47BCB4B601}"/>
              </a:ext>
            </a:extLst>
          </p:cNvPr>
          <p:cNvSpPr/>
          <p:nvPr/>
        </p:nvSpPr>
        <p:spPr>
          <a:xfrm>
            <a:off x="1876652" y="5130252"/>
            <a:ext cx="3397105" cy="736269"/>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Tip: Solve the edge case or complex cases later.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7" name="Table 6">
            <a:extLst>
              <a:ext uri="{FF2B5EF4-FFF2-40B4-BE49-F238E27FC236}">
                <a16:creationId xmlns:a16="http://schemas.microsoft.com/office/drawing/2014/main" id="{F46C3A24-924F-1180-2073-A606F64F73D0}"/>
              </a:ext>
            </a:extLst>
          </p:cNvPr>
          <p:cNvGraphicFramePr>
            <a:graphicFrameLocks noGrp="1"/>
          </p:cNvGraphicFramePr>
          <p:nvPr/>
        </p:nvGraphicFramePr>
        <p:xfrm>
          <a:off x="1305124" y="1249822"/>
          <a:ext cx="3128510" cy="365760"/>
        </p:xfrm>
        <a:graphic>
          <a:graphicData uri="http://schemas.openxmlformats.org/drawingml/2006/table">
            <a:tbl>
              <a:tblPr firstRow="1" bandRow="1">
                <a:tableStyleId>{BDBED569-4797-4DF1-A0F4-6AAB3CD982D8}</a:tableStyleId>
              </a:tblPr>
              <a:tblGrid>
                <a:gridCol w="625702">
                  <a:extLst>
                    <a:ext uri="{9D8B030D-6E8A-4147-A177-3AD203B41FA5}">
                      <a16:colId xmlns:a16="http://schemas.microsoft.com/office/drawing/2014/main" val="1042581215"/>
                    </a:ext>
                  </a:extLst>
                </a:gridCol>
                <a:gridCol w="625702">
                  <a:extLst>
                    <a:ext uri="{9D8B030D-6E8A-4147-A177-3AD203B41FA5}">
                      <a16:colId xmlns:a16="http://schemas.microsoft.com/office/drawing/2014/main" val="1055456683"/>
                    </a:ext>
                  </a:extLst>
                </a:gridCol>
                <a:gridCol w="625702">
                  <a:extLst>
                    <a:ext uri="{9D8B030D-6E8A-4147-A177-3AD203B41FA5}">
                      <a16:colId xmlns:a16="http://schemas.microsoft.com/office/drawing/2014/main" val="4267117164"/>
                    </a:ext>
                  </a:extLst>
                </a:gridCol>
                <a:gridCol w="625702">
                  <a:extLst>
                    <a:ext uri="{9D8B030D-6E8A-4147-A177-3AD203B41FA5}">
                      <a16:colId xmlns:a16="http://schemas.microsoft.com/office/drawing/2014/main" val="1787610018"/>
                    </a:ext>
                  </a:extLst>
                </a:gridCol>
                <a:gridCol w="625702">
                  <a:extLst>
                    <a:ext uri="{9D8B030D-6E8A-4147-A177-3AD203B41FA5}">
                      <a16:colId xmlns:a16="http://schemas.microsoft.com/office/drawing/2014/main" val="2635665585"/>
                    </a:ext>
                  </a:extLst>
                </a:gridCol>
              </a:tblGrid>
              <a:tr h="277753">
                <a:tc>
                  <a:txBody>
                    <a:bodyPr/>
                    <a:lstStyle/>
                    <a:p>
                      <a:pPr algn="ctr"/>
                      <a:r>
                        <a:rPr lang="en-US" dirty="0"/>
                        <a:t>10</a:t>
                      </a:r>
                      <a:endParaRPr lang="en-IN" dirty="0"/>
                    </a:p>
                  </a:txBody>
                  <a:tcPr/>
                </a:tc>
                <a:tc>
                  <a:txBody>
                    <a:bodyPr/>
                    <a:lstStyle/>
                    <a:p>
                      <a:pPr algn="ctr"/>
                      <a:r>
                        <a:rPr lang="en-US" dirty="0"/>
                        <a:t>7</a:t>
                      </a:r>
                      <a:endParaRPr lang="en-IN" dirty="0"/>
                    </a:p>
                  </a:txBody>
                  <a:tcPr/>
                </a:tc>
                <a:tc>
                  <a:txBody>
                    <a:bodyPr/>
                    <a:lstStyle/>
                    <a:p>
                      <a:pPr algn="ctr"/>
                      <a:r>
                        <a:rPr lang="en-US" dirty="0"/>
                        <a:t>23</a:t>
                      </a:r>
                      <a:endParaRPr lang="en-IN" dirty="0"/>
                    </a:p>
                  </a:txBody>
                  <a:tcPr/>
                </a:tc>
                <a:tc>
                  <a:txBody>
                    <a:bodyPr/>
                    <a:lstStyle/>
                    <a:p>
                      <a:pPr algn="ctr"/>
                      <a:r>
                        <a:rPr lang="en-US" dirty="0"/>
                        <a:t>45</a:t>
                      </a:r>
                      <a:endParaRPr lang="en-IN" dirty="0"/>
                    </a:p>
                  </a:txBody>
                  <a:tcPr/>
                </a:tc>
                <a:tc>
                  <a:txBody>
                    <a:bodyPr/>
                    <a:lstStyle/>
                    <a:p>
                      <a:pPr algn="ctr"/>
                      <a:r>
                        <a:rPr lang="en-US" dirty="0"/>
                        <a:t>8</a:t>
                      </a:r>
                      <a:endParaRPr lang="en-IN" dirty="0"/>
                    </a:p>
                  </a:txBody>
                  <a:tcPr/>
                </a:tc>
                <a:extLst>
                  <a:ext uri="{0D108BD9-81ED-4DB2-BD59-A6C34878D82A}">
                    <a16:rowId xmlns:a16="http://schemas.microsoft.com/office/drawing/2014/main" val="2164270684"/>
                  </a:ext>
                </a:extLst>
              </a:tr>
            </a:tbl>
          </a:graphicData>
        </a:graphic>
      </p:graphicFrame>
      <p:sp>
        <p:nvSpPr>
          <p:cNvPr id="10" name="TextBox 9">
            <a:extLst>
              <a:ext uri="{FF2B5EF4-FFF2-40B4-BE49-F238E27FC236}">
                <a16:creationId xmlns:a16="http://schemas.microsoft.com/office/drawing/2014/main" id="{7D3557D0-7977-FB5B-7CEA-985C291B3C97}"/>
              </a:ext>
            </a:extLst>
          </p:cNvPr>
          <p:cNvSpPr txBox="1"/>
          <p:nvPr/>
        </p:nvSpPr>
        <p:spPr>
          <a:xfrm>
            <a:off x="143044" y="1258604"/>
            <a:ext cx="110873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numbers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Arrow: Down 18">
            <a:extLst>
              <a:ext uri="{FF2B5EF4-FFF2-40B4-BE49-F238E27FC236}">
                <a16:creationId xmlns:a16="http://schemas.microsoft.com/office/drawing/2014/main" id="{B42FAC11-0678-8B9C-15D3-9994C12FCD83}"/>
              </a:ext>
            </a:extLst>
          </p:cNvPr>
          <p:cNvSpPr/>
          <p:nvPr/>
        </p:nvSpPr>
        <p:spPr>
          <a:xfrm>
            <a:off x="2547029" y="1658014"/>
            <a:ext cx="397904" cy="374414"/>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E2124075-E5A3-35F4-DEBF-69F948832608}"/>
              </a:ext>
            </a:extLst>
          </p:cNvPr>
          <p:cNvSpPr/>
          <p:nvPr/>
        </p:nvSpPr>
        <p:spPr>
          <a:xfrm>
            <a:off x="1318771" y="3856687"/>
            <a:ext cx="3128510" cy="365786"/>
          </a:xfrm>
          <a:prstGeom prst="rect">
            <a:avLst/>
          </a:prstGeom>
          <a:solidFill>
            <a:schemeClr val="accent6">
              <a:lumMod val="20000"/>
              <a:lumOff val="80000"/>
            </a:schemeClr>
          </a:solidFill>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23</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3AF920E-1452-E410-C06F-EDBF6C76E9AF}"/>
              </a:ext>
            </a:extLst>
          </p:cNvPr>
          <p:cNvSpPr txBox="1"/>
          <p:nvPr/>
        </p:nvSpPr>
        <p:spPr>
          <a:xfrm>
            <a:off x="169001" y="3893111"/>
            <a:ext cx="11669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nd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largest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ADBAFD1E-0BE7-9566-CC17-604AC590334F}"/>
              </a:ext>
            </a:extLst>
          </p:cNvPr>
          <p:cNvSpPr txBox="1"/>
          <p:nvPr/>
        </p:nvSpPr>
        <p:spPr>
          <a:xfrm>
            <a:off x="145189" y="2634763"/>
            <a:ext cx="101337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compare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24" name="Table 23">
            <a:extLst>
              <a:ext uri="{FF2B5EF4-FFF2-40B4-BE49-F238E27FC236}">
                <a16:creationId xmlns:a16="http://schemas.microsoft.com/office/drawing/2014/main" id="{597B5DE9-38FE-D19C-3F99-781CC5595BFF}"/>
              </a:ext>
            </a:extLst>
          </p:cNvPr>
          <p:cNvGraphicFramePr>
            <a:graphicFrameLocks noGrp="1"/>
          </p:cNvGraphicFramePr>
          <p:nvPr/>
        </p:nvGraphicFramePr>
        <p:xfrm>
          <a:off x="1335927" y="2122134"/>
          <a:ext cx="3937830" cy="1317708"/>
        </p:xfrm>
        <a:graphic>
          <a:graphicData uri="http://schemas.openxmlformats.org/drawingml/2006/table">
            <a:tbl>
              <a:tblPr firstRow="1" bandRow="1">
                <a:tableStyleId>{5DA37D80-6434-44D0-A028-1B22A696006F}</a:tableStyleId>
              </a:tblPr>
              <a:tblGrid>
                <a:gridCol w="787566">
                  <a:extLst>
                    <a:ext uri="{9D8B030D-6E8A-4147-A177-3AD203B41FA5}">
                      <a16:colId xmlns:a16="http://schemas.microsoft.com/office/drawing/2014/main" val="806146989"/>
                    </a:ext>
                  </a:extLst>
                </a:gridCol>
                <a:gridCol w="787566">
                  <a:extLst>
                    <a:ext uri="{9D8B030D-6E8A-4147-A177-3AD203B41FA5}">
                      <a16:colId xmlns:a16="http://schemas.microsoft.com/office/drawing/2014/main" val="1042581215"/>
                    </a:ext>
                  </a:extLst>
                </a:gridCol>
                <a:gridCol w="787566">
                  <a:extLst>
                    <a:ext uri="{9D8B030D-6E8A-4147-A177-3AD203B41FA5}">
                      <a16:colId xmlns:a16="http://schemas.microsoft.com/office/drawing/2014/main" val="1055456683"/>
                    </a:ext>
                  </a:extLst>
                </a:gridCol>
                <a:gridCol w="787566">
                  <a:extLst>
                    <a:ext uri="{9D8B030D-6E8A-4147-A177-3AD203B41FA5}">
                      <a16:colId xmlns:a16="http://schemas.microsoft.com/office/drawing/2014/main" val="4267117164"/>
                    </a:ext>
                  </a:extLst>
                </a:gridCol>
                <a:gridCol w="787566">
                  <a:extLst>
                    <a:ext uri="{9D8B030D-6E8A-4147-A177-3AD203B41FA5}">
                      <a16:colId xmlns:a16="http://schemas.microsoft.com/office/drawing/2014/main" val="1787610018"/>
                    </a:ext>
                  </a:extLst>
                </a:gridCol>
              </a:tblGrid>
              <a:tr h="439236">
                <a:tc>
                  <a:txBody>
                    <a:bodyPr/>
                    <a:lstStyle/>
                    <a:p>
                      <a:pPr algn="ctr"/>
                      <a:r>
                        <a:rPr lang="en-US" b="0" dirty="0"/>
                        <a:t>10</a:t>
                      </a:r>
                      <a:endParaRPr lang="en-IN" b="0" dirty="0"/>
                    </a:p>
                  </a:txBody>
                  <a:tcPr anchor="ctr">
                    <a:solidFill>
                      <a:schemeClr val="accent6">
                        <a:lumMod val="20000"/>
                        <a:lumOff val="80000"/>
                      </a:schemeClr>
                    </a:solidFill>
                  </a:tcPr>
                </a:tc>
                <a:tc>
                  <a:txBody>
                    <a:bodyPr/>
                    <a:lstStyle/>
                    <a:p>
                      <a:pPr algn="ctr"/>
                      <a:r>
                        <a:rPr lang="en-US" b="0" dirty="0"/>
                        <a:t>10</a:t>
                      </a:r>
                      <a:endParaRPr lang="en-IN" b="0" dirty="0"/>
                    </a:p>
                  </a:txBody>
                  <a:tcPr anchor="ctr">
                    <a:solidFill>
                      <a:srgbClr val="FFCCFF"/>
                    </a:solidFill>
                  </a:tcPr>
                </a:tc>
                <a:tc>
                  <a:txBody>
                    <a:bodyPr/>
                    <a:lstStyle/>
                    <a:p>
                      <a:pPr algn="ctr"/>
                      <a:r>
                        <a:rPr lang="en-US" b="0" dirty="0"/>
                        <a:t>23</a:t>
                      </a:r>
                      <a:endParaRPr lang="en-IN" b="0" dirty="0"/>
                    </a:p>
                  </a:txBody>
                  <a:tcPr anchor="ctr">
                    <a:solidFill>
                      <a:schemeClr val="accent6">
                        <a:lumMod val="20000"/>
                        <a:lumOff val="80000"/>
                      </a:schemeClr>
                    </a:solidFill>
                  </a:tcPr>
                </a:tc>
                <a:tc>
                  <a:txBody>
                    <a:bodyPr/>
                    <a:lstStyle/>
                    <a:p>
                      <a:pPr algn="ctr"/>
                      <a:r>
                        <a:rPr lang="en-US" b="0" dirty="0"/>
                        <a:t>45</a:t>
                      </a:r>
                      <a:endParaRPr lang="en-IN" b="0" dirty="0"/>
                    </a:p>
                  </a:txBody>
                  <a:tcPr anchor="ctr">
                    <a:solidFill>
                      <a:schemeClr val="accent6">
                        <a:lumMod val="20000"/>
                        <a:lumOff val="80000"/>
                      </a:schemeClr>
                    </a:solidFill>
                  </a:tcPr>
                </a:tc>
                <a:tc>
                  <a:txBody>
                    <a:bodyPr/>
                    <a:lstStyle/>
                    <a:p>
                      <a:pPr algn="ctr"/>
                      <a:r>
                        <a:rPr lang="en-US" b="0" dirty="0"/>
                        <a:t>45</a:t>
                      </a:r>
                      <a:endParaRPr lang="en-IN" b="0" dirty="0"/>
                    </a:p>
                  </a:txBody>
                  <a:tcPr anchor="ctr">
                    <a:solidFill>
                      <a:srgbClr val="FFCCFF"/>
                    </a:solidFill>
                  </a:tcPr>
                </a:tc>
                <a:extLst>
                  <a:ext uri="{0D108BD9-81ED-4DB2-BD59-A6C34878D82A}">
                    <a16:rowId xmlns:a16="http://schemas.microsoft.com/office/drawing/2014/main" val="2589846729"/>
                  </a:ext>
                </a:extLst>
              </a:tr>
              <a:tr h="439236">
                <a:tc>
                  <a:txBody>
                    <a:bodyPr/>
                    <a:lstStyle/>
                    <a:p>
                      <a:pPr algn="ctr"/>
                      <a:r>
                        <a:rPr lang="en-US" dirty="0"/>
                        <a:t>0&lt;10</a:t>
                      </a:r>
                      <a:endParaRPr lang="en-IN" dirty="0"/>
                    </a:p>
                  </a:txBody>
                  <a:tcPr anchor="ctr">
                    <a:solidFill>
                      <a:schemeClr val="accent1">
                        <a:lumMod val="20000"/>
                        <a:lumOff val="80000"/>
                        <a:alpha val="20000"/>
                      </a:schemeClr>
                    </a:solidFill>
                  </a:tcPr>
                </a:tc>
                <a:tc>
                  <a:txBody>
                    <a:bodyPr/>
                    <a:lstStyle/>
                    <a:p>
                      <a:pPr algn="ctr"/>
                      <a:r>
                        <a:rPr lang="en-US" dirty="0"/>
                        <a:t>10&lt;7</a:t>
                      </a:r>
                      <a:endParaRPr lang="en-IN" dirty="0"/>
                    </a:p>
                  </a:txBody>
                  <a:tcPr anchor="ctr">
                    <a:solidFill>
                      <a:schemeClr val="accent1">
                        <a:lumMod val="20000"/>
                        <a:lumOff val="80000"/>
                        <a:alpha val="20000"/>
                      </a:schemeClr>
                    </a:solidFill>
                  </a:tcPr>
                </a:tc>
                <a:tc>
                  <a:txBody>
                    <a:bodyPr/>
                    <a:lstStyle/>
                    <a:p>
                      <a:pPr algn="ctr"/>
                      <a:r>
                        <a:rPr lang="en-US" dirty="0"/>
                        <a:t>10&lt;23</a:t>
                      </a:r>
                      <a:endParaRPr lang="en-IN" dirty="0"/>
                    </a:p>
                  </a:txBody>
                  <a:tcPr anchor="ctr">
                    <a:solidFill>
                      <a:schemeClr val="accent1">
                        <a:lumMod val="20000"/>
                        <a:lumOff val="80000"/>
                        <a:alpha val="20000"/>
                      </a:schemeClr>
                    </a:solidFill>
                  </a:tcPr>
                </a:tc>
                <a:tc>
                  <a:txBody>
                    <a:bodyPr/>
                    <a:lstStyle/>
                    <a:p>
                      <a:pPr algn="ctr"/>
                      <a:r>
                        <a:rPr lang="en-US" dirty="0"/>
                        <a:t>23&lt;45</a:t>
                      </a:r>
                      <a:endParaRPr lang="en-IN" dirty="0"/>
                    </a:p>
                  </a:txBody>
                  <a:tcPr anchor="ctr">
                    <a:solidFill>
                      <a:schemeClr val="accent1">
                        <a:lumMod val="20000"/>
                        <a:lumOff val="80000"/>
                        <a:alpha val="20000"/>
                      </a:schemeClr>
                    </a:solidFill>
                  </a:tcPr>
                </a:tc>
                <a:tc>
                  <a:txBody>
                    <a:bodyPr/>
                    <a:lstStyle/>
                    <a:p>
                      <a:pPr algn="ctr"/>
                      <a:r>
                        <a:rPr lang="en-US" dirty="0"/>
                        <a:t>45&lt;8</a:t>
                      </a:r>
                      <a:endParaRPr lang="en-IN" dirty="0"/>
                    </a:p>
                  </a:txBody>
                  <a:tcPr anchor="ctr">
                    <a:solidFill>
                      <a:schemeClr val="accent1">
                        <a:lumMod val="20000"/>
                        <a:lumOff val="80000"/>
                        <a:alpha val="20000"/>
                      </a:schemeClr>
                    </a:solidFill>
                  </a:tcPr>
                </a:tc>
                <a:extLst>
                  <a:ext uri="{0D108BD9-81ED-4DB2-BD59-A6C34878D82A}">
                    <a16:rowId xmlns:a16="http://schemas.microsoft.com/office/drawing/2014/main" val="2164270684"/>
                  </a:ext>
                </a:extLst>
              </a:tr>
              <a:tr h="439236">
                <a:tc>
                  <a:txBody>
                    <a:bodyPr/>
                    <a:lstStyle/>
                    <a:p>
                      <a:pPr algn="ctr"/>
                      <a:r>
                        <a:rPr lang="en-US" dirty="0"/>
                        <a:t>0</a:t>
                      </a:r>
                      <a:endParaRPr lang="en-IN" dirty="0"/>
                    </a:p>
                  </a:txBody>
                  <a:tcPr anchor="ctr">
                    <a:solidFill>
                      <a:schemeClr val="accent6">
                        <a:lumMod val="20000"/>
                        <a:lumOff val="80000"/>
                      </a:schemeClr>
                    </a:solidFill>
                  </a:tcPr>
                </a:tc>
                <a:tc>
                  <a:txBody>
                    <a:bodyPr/>
                    <a:lstStyle/>
                    <a:p>
                      <a:pPr algn="ctr"/>
                      <a:r>
                        <a:rPr lang="en-US" dirty="0"/>
                        <a:t>0</a:t>
                      </a:r>
                      <a:endParaRPr lang="en-IN" dirty="0"/>
                    </a:p>
                  </a:txBody>
                  <a:tcPr anchor="ctr">
                    <a:solidFill>
                      <a:srgbClr val="FFCCFF"/>
                    </a:solidFill>
                  </a:tcPr>
                </a:tc>
                <a:tc>
                  <a:txBody>
                    <a:bodyPr/>
                    <a:lstStyle/>
                    <a:p>
                      <a:pPr algn="ctr"/>
                      <a:r>
                        <a:rPr lang="en-US" dirty="0"/>
                        <a:t>10</a:t>
                      </a:r>
                      <a:endParaRPr lang="en-IN" dirty="0"/>
                    </a:p>
                  </a:txBody>
                  <a:tcPr anchor="ctr">
                    <a:solidFill>
                      <a:schemeClr val="accent6">
                        <a:lumMod val="20000"/>
                        <a:lumOff val="80000"/>
                      </a:schemeClr>
                    </a:solidFill>
                  </a:tcPr>
                </a:tc>
                <a:tc>
                  <a:txBody>
                    <a:bodyPr/>
                    <a:lstStyle/>
                    <a:p>
                      <a:pPr algn="ctr"/>
                      <a:r>
                        <a:rPr lang="en-US" dirty="0"/>
                        <a:t>23</a:t>
                      </a:r>
                      <a:endParaRPr lang="en-IN" dirty="0"/>
                    </a:p>
                  </a:txBody>
                  <a:tcPr anchor="ctr">
                    <a:solidFill>
                      <a:schemeClr val="accent6">
                        <a:lumMod val="20000"/>
                        <a:lumOff val="80000"/>
                      </a:schemeClr>
                    </a:solidFill>
                  </a:tcPr>
                </a:tc>
                <a:tc>
                  <a:txBody>
                    <a:bodyPr/>
                    <a:lstStyle/>
                    <a:p>
                      <a:pPr algn="ctr"/>
                      <a:r>
                        <a:rPr lang="en-US" dirty="0"/>
                        <a:t>23</a:t>
                      </a:r>
                      <a:endParaRPr lang="en-IN" dirty="0"/>
                    </a:p>
                  </a:txBody>
                  <a:tcPr anchor="ctr">
                    <a:solidFill>
                      <a:srgbClr val="FFCCFF"/>
                    </a:solidFill>
                  </a:tcPr>
                </a:tc>
                <a:extLst>
                  <a:ext uri="{0D108BD9-81ED-4DB2-BD59-A6C34878D82A}">
                    <a16:rowId xmlns:a16="http://schemas.microsoft.com/office/drawing/2014/main" val="3642298234"/>
                  </a:ext>
                </a:extLst>
              </a:tr>
            </a:tbl>
          </a:graphicData>
        </a:graphic>
      </p:graphicFrame>
      <p:sp>
        <p:nvSpPr>
          <p:cNvPr id="25" name="TextBox 24">
            <a:extLst>
              <a:ext uri="{FF2B5EF4-FFF2-40B4-BE49-F238E27FC236}">
                <a16:creationId xmlns:a16="http://schemas.microsoft.com/office/drawing/2014/main" id="{DE214556-437B-645C-3E7F-8A85179E7B9D}"/>
              </a:ext>
            </a:extLst>
          </p:cNvPr>
          <p:cNvSpPr txBox="1"/>
          <p:nvPr/>
        </p:nvSpPr>
        <p:spPr>
          <a:xfrm>
            <a:off x="169001" y="2141140"/>
            <a:ext cx="101337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largest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9CA40428-95E9-9902-A558-7C449615BC6E}"/>
              </a:ext>
            </a:extLst>
          </p:cNvPr>
          <p:cNvSpPr txBox="1"/>
          <p:nvPr/>
        </p:nvSpPr>
        <p:spPr>
          <a:xfrm>
            <a:off x="149280" y="3047832"/>
            <a:ext cx="126153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nd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largest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Arrow: Down 20">
            <a:extLst>
              <a:ext uri="{FF2B5EF4-FFF2-40B4-BE49-F238E27FC236}">
                <a16:creationId xmlns:a16="http://schemas.microsoft.com/office/drawing/2014/main" id="{CA492126-5352-35E3-99A7-43D7EADE962A}"/>
              </a:ext>
            </a:extLst>
          </p:cNvPr>
          <p:cNvSpPr/>
          <p:nvPr/>
        </p:nvSpPr>
        <p:spPr>
          <a:xfrm rot="3599775">
            <a:off x="3476569" y="3121092"/>
            <a:ext cx="194742" cy="1030712"/>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833D1BC-49D0-46BD-1ED9-4C80C9E8820A}"/>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866263978"/>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954381"/>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are the top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5 important array functions</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used in coding problems?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Write a function to check whether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two arrays are same or not</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Write a function to check if a given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array is sorted</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in ascending order or not.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Write a function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merge two arrays into a single sorted array</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Write a function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remove a specific element </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from an array.</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Array Coding Problems Using Functions</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517DE35E-EB83-7003-1661-E37712C8DC54}"/>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249206" y="1516555"/>
            <a:ext cx="636255" cy="253133"/>
          </a:xfrm>
          <a:prstGeom prst="rect">
            <a:avLst/>
          </a:prstGeom>
        </p:spPr>
      </p:pic>
      <p:pic>
        <p:nvPicPr>
          <p:cNvPr id="10" name="Picture 9">
            <a:extLst>
              <a:ext uri="{FF2B5EF4-FFF2-40B4-BE49-F238E27FC236}">
                <a16:creationId xmlns:a16="http://schemas.microsoft.com/office/drawing/2014/main" id="{DBDC7CC0-2A0F-AD76-2A10-A6EBB3E42C2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449975" y="2711213"/>
            <a:ext cx="636255" cy="253133"/>
          </a:xfrm>
          <a:prstGeom prst="rect">
            <a:avLst/>
          </a:prstGeom>
        </p:spPr>
      </p:pic>
      <p:pic>
        <p:nvPicPr>
          <p:cNvPr id="12" name="Picture 6" descr="Coding - Free computer icons">
            <a:extLst>
              <a:ext uri="{FF2B5EF4-FFF2-40B4-BE49-F238E27FC236}">
                <a16:creationId xmlns:a16="http://schemas.microsoft.com/office/drawing/2014/main" id="{606F9003-55B3-EE1D-F8B2-6A1580D10563}"/>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184950" y="365597"/>
            <a:ext cx="720615" cy="720615"/>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F816C1FB-BD35-81E0-D061-F1A8450A7FAF}"/>
              </a:ext>
            </a:extLst>
          </p:cNvPr>
          <p:cNvSpPr txBox="1"/>
          <p:nvPr/>
        </p:nvSpPr>
        <p:spPr>
          <a:xfrm>
            <a:off x="10342731" y="6373174"/>
            <a:ext cx="1972639" cy="307777"/>
          </a:xfrm>
          <a:prstGeom prst="rect">
            <a:avLst/>
          </a:prstGeom>
          <a:noFill/>
        </p:spPr>
        <p:txBody>
          <a:bodyPr wrap="square">
            <a:spAutoFit/>
          </a:bodyPr>
          <a:lstStyle/>
          <a:p>
            <a:r>
              <a:rPr lang="en-US" sz="1400" dirty="0">
                <a:hlinkClick r:id="rId11" action="ppaction://hlinksldjump"/>
              </a:rPr>
              <a:t>Back to main index</a:t>
            </a:r>
            <a:endParaRPr lang="en-IN" sz="1400" dirty="0"/>
          </a:p>
        </p:txBody>
      </p:sp>
    </p:spTree>
    <p:extLst>
      <p:ext uri="{BB962C8B-B14F-4D97-AF65-F5344CB8AC3E}">
        <p14:creationId xmlns:p14="http://schemas.microsoft.com/office/powerpoint/2010/main" val="2873790973"/>
      </p:ext>
    </p:extLst>
  </p:cSld>
  <p:clrMapOvr>
    <a:overrideClrMapping bg1="dk1" tx1="lt1" bg2="dk2" tx2="lt2" accent1="accent1" accent2="accent2" accent3="accent3" accent4="accent4" accent5="accent5" accent6="accent6" hlink="hlink" folHlink="folHlink"/>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What are the top </a:t>
            </a:r>
            <a:r>
              <a:rPr lang="en-US" sz="2400" b="1" dirty="0">
                <a:solidFill>
                  <a:srgbClr val="FFFF00"/>
                </a:solidFill>
                <a:ea typeface="+mn-ea"/>
                <a:cs typeface="+mn-cs"/>
              </a:rPr>
              <a:t>5 important array functions</a:t>
            </a:r>
            <a:r>
              <a:rPr lang="en-US" sz="2400" b="1" dirty="0">
                <a:solidFill>
                  <a:schemeClr val="bg1"/>
                </a:solidFill>
                <a:ea typeface="+mn-ea"/>
                <a:cs typeface="+mn-cs"/>
              </a:rPr>
              <a:t> used in coding problems?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E4A44720-51F6-E1D1-2882-89612CA69788}"/>
              </a:ext>
            </a:extLst>
          </p:cNvPr>
          <p:cNvSpPr/>
          <p:nvPr/>
        </p:nvSpPr>
        <p:spPr>
          <a:xfrm>
            <a:off x="4475118" y="968830"/>
            <a:ext cx="7633918" cy="587286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ArrayMethodsExample1</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  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Initializing an array</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arrayStr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toString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Convert array to a string</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arrayStr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[5, 3, 1, 4, 2]</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sort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Sort the array in ascending order</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toString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 2, 3, 4, 5]</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fill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Fill the array with a specific value</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toString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 1, 1, 1, 1]</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Reinitialize the array</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Copy the array to a new array of specified length</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newArray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copyOf</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toString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newArray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//[5, 3, 1, 4, 2, 0, 0]</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Check if two arrays are equal</a:t>
            </a: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array1</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US"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array2</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US"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isEqual</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US"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equals</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array1</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array2</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isEqual</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pic>
        <p:nvPicPr>
          <p:cNvPr id="6" name="Picture 5">
            <a:extLst>
              <a:ext uri="{FF2B5EF4-FFF2-40B4-BE49-F238E27FC236}">
                <a16:creationId xmlns:a16="http://schemas.microsoft.com/office/drawing/2014/main" id="{50A57709-A9FD-0477-9FD7-DCCDC485F66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90540" y="287453"/>
            <a:ext cx="914784" cy="363946"/>
          </a:xfrm>
          <a:prstGeom prst="rect">
            <a:avLst/>
          </a:prstGeom>
        </p:spPr>
      </p:pic>
      <p:graphicFrame>
        <p:nvGraphicFramePr>
          <p:cNvPr id="7" name="Diagram 6">
            <a:extLst>
              <a:ext uri="{FF2B5EF4-FFF2-40B4-BE49-F238E27FC236}">
                <a16:creationId xmlns:a16="http://schemas.microsoft.com/office/drawing/2014/main" id="{876B52C5-5C0D-AEC1-E037-11805ED9CF70}"/>
              </a:ext>
            </a:extLst>
          </p:cNvPr>
          <p:cNvGraphicFramePr/>
          <p:nvPr/>
        </p:nvGraphicFramePr>
        <p:xfrm>
          <a:off x="242454" y="1043261"/>
          <a:ext cx="3245025" cy="4910972"/>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8" name="TextBox 7">
            <a:extLst>
              <a:ext uri="{FF2B5EF4-FFF2-40B4-BE49-F238E27FC236}">
                <a16:creationId xmlns:a16="http://schemas.microsoft.com/office/drawing/2014/main" id="{51624094-81F4-0D1E-DAA3-057A112CE55B}"/>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1"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032502722"/>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to check </a:t>
            </a:r>
            <a:r>
              <a:rPr lang="en-US" sz="2400" b="1" dirty="0">
                <a:solidFill>
                  <a:srgbClr val="FFFF00"/>
                </a:solidFill>
                <a:ea typeface="+mn-ea"/>
                <a:cs typeface="+mn-cs"/>
              </a:rPr>
              <a:t>whether two arrays are same or not</a:t>
            </a:r>
            <a:r>
              <a:rPr lang="en-US" sz="2400" b="1" dirty="0">
                <a:solidFill>
                  <a:schemeClr val="bg1"/>
                </a:solidFill>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E4A44720-51F6-E1D1-2882-89612CA69788}"/>
              </a:ext>
            </a:extLst>
          </p:cNvPr>
          <p:cNvSpPr/>
          <p:nvPr/>
        </p:nvSpPr>
        <p:spPr>
          <a:xfrm>
            <a:off x="4837815" y="978985"/>
            <a:ext cx="6484544" cy="321024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6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CompareArrays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9</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6</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Input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9</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6</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Input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equals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Rectangle 5">
            <a:extLst>
              <a:ext uri="{FF2B5EF4-FFF2-40B4-BE49-F238E27FC236}">
                <a16:creationId xmlns:a16="http://schemas.microsoft.com/office/drawing/2014/main" id="{6C1A9451-25CB-1E4A-8A3E-45B78D1A773F}"/>
              </a:ext>
            </a:extLst>
          </p:cNvPr>
          <p:cNvSpPr/>
          <p:nvPr/>
        </p:nvSpPr>
        <p:spPr>
          <a:xfrm>
            <a:off x="355694" y="1006966"/>
            <a:ext cx="3663414" cy="1215239"/>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Tip: Knowing important A</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rray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class methods is beneficial for solving coding problems.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 name="Straight Arrow Connector 6">
            <a:extLst>
              <a:ext uri="{FF2B5EF4-FFF2-40B4-BE49-F238E27FC236}">
                <a16:creationId xmlns:a16="http://schemas.microsoft.com/office/drawing/2014/main" id="{3147B937-40E9-F77E-B544-29312BF0FB90}"/>
              </a:ext>
            </a:extLst>
          </p:cNvPr>
          <p:cNvCxnSpPr>
            <a:cxnSpLocks/>
            <a:endCxn id="6" idx="3"/>
          </p:cNvCxnSpPr>
          <p:nvPr/>
        </p:nvCxnSpPr>
        <p:spPr>
          <a:xfrm flipH="1" flipV="1">
            <a:off x="4019108" y="1614586"/>
            <a:ext cx="4428206" cy="146244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FE845E09-1A5D-AF17-E3DE-C6EF05F946FE}"/>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892489810"/>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Write a function to check if a given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array is sorted </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in ascending order or not.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D88FDBC9-3555-AF27-21FF-915ABD023817}"/>
              </a:ext>
            </a:extLst>
          </p:cNvPr>
          <p:cNvSpPr/>
          <p:nvPr/>
        </p:nvSpPr>
        <p:spPr>
          <a:xfrm>
            <a:off x="6455088" y="1116519"/>
            <a:ext cx="5341803" cy="499923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CheckIfArraySorted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isSorted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endPar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Output: true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isSorted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&gt;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false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true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Rectangle 7">
            <a:extLst>
              <a:ext uri="{FF2B5EF4-FFF2-40B4-BE49-F238E27FC236}">
                <a16:creationId xmlns:a16="http://schemas.microsoft.com/office/drawing/2014/main" id="{126F8C00-2945-AE4E-E147-CB44D8C6F712}"/>
              </a:ext>
            </a:extLst>
          </p:cNvPr>
          <p:cNvSpPr/>
          <p:nvPr/>
        </p:nvSpPr>
        <p:spPr>
          <a:xfrm>
            <a:off x="486259" y="4660895"/>
            <a:ext cx="4855762" cy="1465886"/>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Don’t start code immediately. First read and understand the problem carefully and try to think about the input, output and the simplest logic to solve it.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2" name="Table 11">
            <a:extLst>
              <a:ext uri="{FF2B5EF4-FFF2-40B4-BE49-F238E27FC236}">
                <a16:creationId xmlns:a16="http://schemas.microsoft.com/office/drawing/2014/main" id="{1E747A21-A4C0-B1AD-F7E2-2730F875917B}"/>
              </a:ext>
            </a:extLst>
          </p:cNvPr>
          <p:cNvGraphicFramePr>
            <a:graphicFrameLocks noGrp="1"/>
          </p:cNvGraphicFramePr>
          <p:nvPr/>
        </p:nvGraphicFramePr>
        <p:xfrm>
          <a:off x="1591449" y="1249822"/>
          <a:ext cx="3128510" cy="365760"/>
        </p:xfrm>
        <a:graphic>
          <a:graphicData uri="http://schemas.openxmlformats.org/drawingml/2006/table">
            <a:tbl>
              <a:tblPr firstRow="1" bandRow="1">
                <a:tableStyleId>{BDBED569-4797-4DF1-A0F4-6AAB3CD982D8}</a:tableStyleId>
              </a:tblPr>
              <a:tblGrid>
                <a:gridCol w="625702">
                  <a:extLst>
                    <a:ext uri="{9D8B030D-6E8A-4147-A177-3AD203B41FA5}">
                      <a16:colId xmlns:a16="http://schemas.microsoft.com/office/drawing/2014/main" val="1042581215"/>
                    </a:ext>
                  </a:extLst>
                </a:gridCol>
                <a:gridCol w="625702">
                  <a:extLst>
                    <a:ext uri="{9D8B030D-6E8A-4147-A177-3AD203B41FA5}">
                      <a16:colId xmlns:a16="http://schemas.microsoft.com/office/drawing/2014/main" val="1055456683"/>
                    </a:ext>
                  </a:extLst>
                </a:gridCol>
                <a:gridCol w="625702">
                  <a:extLst>
                    <a:ext uri="{9D8B030D-6E8A-4147-A177-3AD203B41FA5}">
                      <a16:colId xmlns:a16="http://schemas.microsoft.com/office/drawing/2014/main" val="4267117164"/>
                    </a:ext>
                  </a:extLst>
                </a:gridCol>
                <a:gridCol w="625702">
                  <a:extLst>
                    <a:ext uri="{9D8B030D-6E8A-4147-A177-3AD203B41FA5}">
                      <a16:colId xmlns:a16="http://schemas.microsoft.com/office/drawing/2014/main" val="1787610018"/>
                    </a:ext>
                  </a:extLst>
                </a:gridCol>
                <a:gridCol w="625702">
                  <a:extLst>
                    <a:ext uri="{9D8B030D-6E8A-4147-A177-3AD203B41FA5}">
                      <a16:colId xmlns:a16="http://schemas.microsoft.com/office/drawing/2014/main" val="2635665585"/>
                    </a:ext>
                  </a:extLst>
                </a:gridCol>
              </a:tblGrid>
              <a:tr h="277753">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tc>
                  <a:txBody>
                    <a:bodyPr/>
                    <a:lstStyle/>
                    <a:p>
                      <a:pPr algn="ctr"/>
                      <a:r>
                        <a:rPr lang="en-US" dirty="0"/>
                        <a:t>4</a:t>
                      </a:r>
                      <a:endParaRPr lang="en-IN" dirty="0"/>
                    </a:p>
                  </a:txBody>
                  <a:tcPr/>
                </a:tc>
                <a:tc>
                  <a:txBody>
                    <a:bodyPr/>
                    <a:lstStyle/>
                    <a:p>
                      <a:pPr algn="ctr"/>
                      <a:r>
                        <a:rPr lang="en-US" dirty="0"/>
                        <a:t>5</a:t>
                      </a:r>
                      <a:endParaRPr lang="en-IN" dirty="0"/>
                    </a:p>
                  </a:txBody>
                  <a:tcPr/>
                </a:tc>
                <a:extLst>
                  <a:ext uri="{0D108BD9-81ED-4DB2-BD59-A6C34878D82A}">
                    <a16:rowId xmlns:a16="http://schemas.microsoft.com/office/drawing/2014/main" val="2164270684"/>
                  </a:ext>
                </a:extLst>
              </a:tr>
            </a:tbl>
          </a:graphicData>
        </a:graphic>
      </p:graphicFrame>
      <p:sp>
        <p:nvSpPr>
          <p:cNvPr id="13" name="TextBox 12">
            <a:extLst>
              <a:ext uri="{FF2B5EF4-FFF2-40B4-BE49-F238E27FC236}">
                <a16:creationId xmlns:a16="http://schemas.microsoft.com/office/drawing/2014/main" id="{AD8785F2-3598-55FA-DB46-09F4AA1E3938}"/>
              </a:ext>
            </a:extLst>
          </p:cNvPr>
          <p:cNvSpPr txBox="1"/>
          <p:nvPr/>
        </p:nvSpPr>
        <p:spPr>
          <a:xfrm>
            <a:off x="429369" y="1258604"/>
            <a:ext cx="110873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numbers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Arrow: Down 13">
            <a:extLst>
              <a:ext uri="{FF2B5EF4-FFF2-40B4-BE49-F238E27FC236}">
                <a16:creationId xmlns:a16="http://schemas.microsoft.com/office/drawing/2014/main" id="{69CAD58B-FB6D-F3C5-50BF-B62120E33F46}"/>
              </a:ext>
            </a:extLst>
          </p:cNvPr>
          <p:cNvSpPr/>
          <p:nvPr/>
        </p:nvSpPr>
        <p:spPr>
          <a:xfrm>
            <a:off x="2833354" y="1930728"/>
            <a:ext cx="397904" cy="374414"/>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AD89038F-1A73-A592-AFA9-F3981352E90E}"/>
              </a:ext>
            </a:extLst>
          </p:cNvPr>
          <p:cNvSpPr/>
          <p:nvPr/>
        </p:nvSpPr>
        <p:spPr>
          <a:xfrm>
            <a:off x="1569694" y="3755525"/>
            <a:ext cx="3150263" cy="365786"/>
          </a:xfrm>
          <a:prstGeom prst="rect">
            <a:avLst/>
          </a:prstGeom>
          <a:solidFill>
            <a:schemeClr val="accent6">
              <a:lumMod val="20000"/>
              <a:lumOff val="80000"/>
            </a:schemeClr>
          </a:solidFill>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true (sorted)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60960CFE-EB8C-4896-AFBF-D1B6AA093DCC}"/>
              </a:ext>
            </a:extLst>
          </p:cNvPr>
          <p:cNvSpPr txBox="1"/>
          <p:nvPr/>
        </p:nvSpPr>
        <p:spPr>
          <a:xfrm>
            <a:off x="425691" y="2834084"/>
            <a:ext cx="101337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compare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8" name="Table 17">
            <a:extLst>
              <a:ext uri="{FF2B5EF4-FFF2-40B4-BE49-F238E27FC236}">
                <a16:creationId xmlns:a16="http://schemas.microsoft.com/office/drawing/2014/main" id="{1FEA1422-3686-C15F-DED5-E720A29672E4}"/>
              </a:ext>
            </a:extLst>
          </p:cNvPr>
          <p:cNvGraphicFramePr>
            <a:graphicFrameLocks noGrp="1"/>
          </p:cNvGraphicFramePr>
          <p:nvPr/>
        </p:nvGraphicFramePr>
        <p:xfrm>
          <a:off x="1569695" y="2394848"/>
          <a:ext cx="3150264" cy="878472"/>
        </p:xfrm>
        <a:graphic>
          <a:graphicData uri="http://schemas.openxmlformats.org/drawingml/2006/table">
            <a:tbl>
              <a:tblPr firstRow="1" bandRow="1">
                <a:tableStyleId>{5DA37D80-6434-44D0-A028-1B22A696006F}</a:tableStyleId>
              </a:tblPr>
              <a:tblGrid>
                <a:gridCol w="787566">
                  <a:extLst>
                    <a:ext uri="{9D8B030D-6E8A-4147-A177-3AD203B41FA5}">
                      <a16:colId xmlns:a16="http://schemas.microsoft.com/office/drawing/2014/main" val="806146989"/>
                    </a:ext>
                  </a:extLst>
                </a:gridCol>
                <a:gridCol w="787566">
                  <a:extLst>
                    <a:ext uri="{9D8B030D-6E8A-4147-A177-3AD203B41FA5}">
                      <a16:colId xmlns:a16="http://schemas.microsoft.com/office/drawing/2014/main" val="1042581215"/>
                    </a:ext>
                  </a:extLst>
                </a:gridCol>
                <a:gridCol w="787566">
                  <a:extLst>
                    <a:ext uri="{9D8B030D-6E8A-4147-A177-3AD203B41FA5}">
                      <a16:colId xmlns:a16="http://schemas.microsoft.com/office/drawing/2014/main" val="1055456683"/>
                    </a:ext>
                  </a:extLst>
                </a:gridCol>
                <a:gridCol w="787566">
                  <a:extLst>
                    <a:ext uri="{9D8B030D-6E8A-4147-A177-3AD203B41FA5}">
                      <a16:colId xmlns:a16="http://schemas.microsoft.com/office/drawing/2014/main" val="4267117164"/>
                    </a:ext>
                  </a:extLst>
                </a:gridCol>
              </a:tblGrid>
              <a:tr h="439236">
                <a:tc>
                  <a:txBody>
                    <a:bodyPr/>
                    <a:lstStyle/>
                    <a:p>
                      <a:pPr algn="ctr"/>
                      <a:r>
                        <a:rPr lang="en-US" b="0" dirty="0"/>
                        <a:t>false</a:t>
                      </a:r>
                      <a:endParaRPr lang="en-IN" b="0" dirty="0"/>
                    </a:p>
                  </a:txBody>
                  <a:tcPr anchor="ctr">
                    <a:solidFill>
                      <a:srgbClr val="FFCCFF">
                        <a:alpha val="20000"/>
                      </a:srgbClr>
                    </a:solidFill>
                  </a:tcPr>
                </a:tc>
                <a:tc>
                  <a:txBody>
                    <a:bodyPr/>
                    <a:lstStyle/>
                    <a:p>
                      <a:pPr algn="ctr"/>
                      <a:r>
                        <a:rPr lang="en-US" b="0" dirty="0"/>
                        <a:t>false</a:t>
                      </a:r>
                      <a:endParaRPr lang="en-IN" b="0" dirty="0"/>
                    </a:p>
                  </a:txBody>
                  <a:tcPr anchor="ctr">
                    <a:solidFill>
                      <a:srgbClr val="FFCCFF">
                        <a:alpha val="20000"/>
                      </a:srgbClr>
                    </a:solidFill>
                  </a:tcPr>
                </a:tc>
                <a:tc>
                  <a:txBody>
                    <a:bodyPr/>
                    <a:lstStyle/>
                    <a:p>
                      <a:pPr algn="ctr"/>
                      <a:r>
                        <a:rPr lang="en-US" b="0" dirty="0"/>
                        <a:t>false</a:t>
                      </a:r>
                      <a:endParaRPr lang="en-IN" b="0" dirty="0"/>
                    </a:p>
                  </a:txBody>
                  <a:tcPr anchor="ctr">
                    <a:solidFill>
                      <a:srgbClr val="FFCCFF">
                        <a:alpha val="20000"/>
                      </a:srgbClr>
                    </a:solidFill>
                  </a:tcPr>
                </a:tc>
                <a:tc>
                  <a:txBody>
                    <a:bodyPr/>
                    <a:lstStyle/>
                    <a:p>
                      <a:pPr algn="ctr"/>
                      <a:r>
                        <a:rPr lang="en-US" b="0" dirty="0"/>
                        <a:t>false</a:t>
                      </a:r>
                      <a:endParaRPr lang="en-IN" b="0" dirty="0"/>
                    </a:p>
                  </a:txBody>
                  <a:tcPr anchor="ctr">
                    <a:solidFill>
                      <a:srgbClr val="FFCCFF">
                        <a:alpha val="20000"/>
                      </a:srgbClr>
                    </a:solidFill>
                  </a:tcPr>
                </a:tc>
                <a:extLst>
                  <a:ext uri="{0D108BD9-81ED-4DB2-BD59-A6C34878D82A}">
                    <a16:rowId xmlns:a16="http://schemas.microsoft.com/office/drawing/2014/main" val="128700415"/>
                  </a:ext>
                </a:extLst>
              </a:tr>
              <a:tr h="439236">
                <a:tc>
                  <a:txBody>
                    <a:bodyPr/>
                    <a:lstStyle/>
                    <a:p>
                      <a:pPr algn="ctr"/>
                      <a:r>
                        <a:rPr lang="en-US" dirty="0"/>
                        <a:t>1&gt;2</a:t>
                      </a:r>
                      <a:endParaRPr lang="en-IN" dirty="0"/>
                    </a:p>
                  </a:txBody>
                  <a:tcPr anchor="ctr">
                    <a:solidFill>
                      <a:schemeClr val="accent1">
                        <a:lumMod val="20000"/>
                        <a:lumOff val="80000"/>
                        <a:alpha val="20000"/>
                      </a:schemeClr>
                    </a:solidFill>
                  </a:tcPr>
                </a:tc>
                <a:tc>
                  <a:txBody>
                    <a:bodyPr/>
                    <a:lstStyle/>
                    <a:p>
                      <a:pPr algn="ctr"/>
                      <a:r>
                        <a:rPr lang="en-US" dirty="0"/>
                        <a:t>2&gt;3</a:t>
                      </a:r>
                      <a:endParaRPr lang="en-IN" dirty="0"/>
                    </a:p>
                  </a:txBody>
                  <a:tcPr anchor="ctr">
                    <a:solidFill>
                      <a:schemeClr val="accent1">
                        <a:lumMod val="20000"/>
                        <a:lumOff val="80000"/>
                        <a:alpha val="20000"/>
                      </a:schemeClr>
                    </a:solidFill>
                  </a:tcPr>
                </a:tc>
                <a:tc>
                  <a:txBody>
                    <a:bodyPr/>
                    <a:lstStyle/>
                    <a:p>
                      <a:pPr algn="ctr"/>
                      <a:r>
                        <a:rPr lang="en-US" dirty="0"/>
                        <a:t>3&gt;4</a:t>
                      </a:r>
                      <a:endParaRPr lang="en-IN" dirty="0"/>
                    </a:p>
                  </a:txBody>
                  <a:tcPr anchor="ctr">
                    <a:solidFill>
                      <a:schemeClr val="accent1">
                        <a:lumMod val="20000"/>
                        <a:lumOff val="80000"/>
                        <a:alpha val="20000"/>
                      </a:schemeClr>
                    </a:solidFill>
                  </a:tcPr>
                </a:tc>
                <a:tc>
                  <a:txBody>
                    <a:bodyPr/>
                    <a:lstStyle/>
                    <a:p>
                      <a:pPr algn="ctr"/>
                      <a:r>
                        <a:rPr lang="en-US" dirty="0"/>
                        <a:t>4&gt;5</a:t>
                      </a:r>
                      <a:endParaRPr lang="en-IN" dirty="0"/>
                    </a:p>
                  </a:txBody>
                  <a:tcPr anchor="ctr">
                    <a:solidFill>
                      <a:schemeClr val="accent1">
                        <a:lumMod val="20000"/>
                        <a:lumOff val="80000"/>
                        <a:alpha val="20000"/>
                      </a:schemeClr>
                    </a:solidFill>
                  </a:tcPr>
                </a:tc>
                <a:extLst>
                  <a:ext uri="{0D108BD9-81ED-4DB2-BD59-A6C34878D82A}">
                    <a16:rowId xmlns:a16="http://schemas.microsoft.com/office/drawing/2014/main" val="2164270684"/>
                  </a:ext>
                </a:extLst>
              </a:tr>
            </a:tbl>
          </a:graphicData>
        </a:graphic>
      </p:graphicFrame>
      <p:sp>
        <p:nvSpPr>
          <p:cNvPr id="22" name="Arrow: Down 21">
            <a:extLst>
              <a:ext uri="{FF2B5EF4-FFF2-40B4-BE49-F238E27FC236}">
                <a16:creationId xmlns:a16="http://schemas.microsoft.com/office/drawing/2014/main" id="{29F165AC-2F78-84AB-A63A-786F6FD665D2}"/>
              </a:ext>
            </a:extLst>
          </p:cNvPr>
          <p:cNvSpPr/>
          <p:nvPr/>
        </p:nvSpPr>
        <p:spPr>
          <a:xfrm>
            <a:off x="2834635" y="3344114"/>
            <a:ext cx="397904" cy="374414"/>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1DCC837E-95A0-258B-6C50-0334BB80CE25}"/>
              </a:ext>
            </a:extLst>
          </p:cNvPr>
          <p:cNvSpPr/>
          <p:nvPr/>
        </p:nvSpPr>
        <p:spPr>
          <a:xfrm>
            <a:off x="1838297" y="1620681"/>
            <a:ext cx="567627"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7851AD7B-5248-D31A-E557-5C8642AF5EBD}"/>
              </a:ext>
            </a:extLst>
          </p:cNvPr>
          <p:cNvSpPr/>
          <p:nvPr/>
        </p:nvSpPr>
        <p:spPr>
          <a:xfrm>
            <a:off x="2460095" y="1620681"/>
            <a:ext cx="567627"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3BFEB65B-DEFE-6FEE-03E3-FD99F40DA7A3}"/>
              </a:ext>
            </a:extLst>
          </p:cNvPr>
          <p:cNvSpPr/>
          <p:nvPr/>
        </p:nvSpPr>
        <p:spPr>
          <a:xfrm>
            <a:off x="3110322" y="1620681"/>
            <a:ext cx="567627"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20BFBCF0-9D9C-D894-1356-7CDE1E272F62}"/>
              </a:ext>
            </a:extLst>
          </p:cNvPr>
          <p:cNvSpPr/>
          <p:nvPr/>
        </p:nvSpPr>
        <p:spPr>
          <a:xfrm>
            <a:off x="3866310" y="1620681"/>
            <a:ext cx="567627" cy="240160"/>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634522D-52A0-A0F4-AFEA-6EFAC5167A02}"/>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372769453"/>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to merge two arrays into a </a:t>
            </a:r>
            <a:r>
              <a:rPr lang="en-US" sz="2400" b="1" dirty="0">
                <a:solidFill>
                  <a:srgbClr val="FFFF00"/>
                </a:solidFill>
                <a:ea typeface="+mn-ea"/>
                <a:cs typeface="+mn-cs"/>
              </a:rPr>
              <a:t>single sorted array</a:t>
            </a:r>
            <a:r>
              <a:rPr lang="en-US" sz="2400" b="1" dirty="0">
                <a:solidFill>
                  <a:schemeClr val="bg1"/>
                </a:solidFill>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D88FDBC9-3555-AF27-21FF-915ABD023817}"/>
              </a:ext>
            </a:extLst>
          </p:cNvPr>
          <p:cNvSpPr/>
          <p:nvPr/>
        </p:nvSpPr>
        <p:spPr>
          <a:xfrm>
            <a:off x="5005136" y="903681"/>
            <a:ext cx="7090271" cy="593801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MergeAndSortArrays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8</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6</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mergedArray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mergeAndSortArrays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toString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mergedArray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 2, 3, 4, 5, 6, 7, 8]</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mergeAndSortArrays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mergedArray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new array</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Copy elements from first array</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mergedArray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//Copy elements from second array</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mergedArray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sort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mergedArray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Sort the merged array</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mergedArray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6" name="Table 5">
            <a:extLst>
              <a:ext uri="{FF2B5EF4-FFF2-40B4-BE49-F238E27FC236}">
                <a16:creationId xmlns:a16="http://schemas.microsoft.com/office/drawing/2014/main" id="{4C009972-BE86-6F31-C85F-02CE1DF7CF27}"/>
              </a:ext>
            </a:extLst>
          </p:cNvPr>
          <p:cNvGraphicFramePr>
            <a:graphicFrameLocks noGrp="1"/>
          </p:cNvGraphicFramePr>
          <p:nvPr/>
        </p:nvGraphicFramePr>
        <p:xfrm>
          <a:off x="766795" y="1328465"/>
          <a:ext cx="1544940" cy="731520"/>
        </p:xfrm>
        <a:graphic>
          <a:graphicData uri="http://schemas.openxmlformats.org/drawingml/2006/table">
            <a:tbl>
              <a:tblPr firstRow="1" bandRow="1">
                <a:tableStyleId>{BDBED569-4797-4DF1-A0F4-6AAB3CD982D8}</a:tableStyleId>
              </a:tblPr>
              <a:tblGrid>
                <a:gridCol w="386235">
                  <a:extLst>
                    <a:ext uri="{9D8B030D-6E8A-4147-A177-3AD203B41FA5}">
                      <a16:colId xmlns:a16="http://schemas.microsoft.com/office/drawing/2014/main" val="1042581215"/>
                    </a:ext>
                  </a:extLst>
                </a:gridCol>
                <a:gridCol w="386235">
                  <a:extLst>
                    <a:ext uri="{9D8B030D-6E8A-4147-A177-3AD203B41FA5}">
                      <a16:colId xmlns:a16="http://schemas.microsoft.com/office/drawing/2014/main" val="1055456683"/>
                    </a:ext>
                  </a:extLst>
                </a:gridCol>
                <a:gridCol w="386235">
                  <a:extLst>
                    <a:ext uri="{9D8B030D-6E8A-4147-A177-3AD203B41FA5}">
                      <a16:colId xmlns:a16="http://schemas.microsoft.com/office/drawing/2014/main" val="4267117164"/>
                    </a:ext>
                  </a:extLst>
                </a:gridCol>
                <a:gridCol w="386235">
                  <a:extLst>
                    <a:ext uri="{9D8B030D-6E8A-4147-A177-3AD203B41FA5}">
                      <a16:colId xmlns:a16="http://schemas.microsoft.com/office/drawing/2014/main" val="1787610018"/>
                    </a:ext>
                  </a:extLst>
                </a:gridCol>
              </a:tblGrid>
              <a:tr h="300319">
                <a:tc>
                  <a:txBody>
                    <a:bodyPr/>
                    <a:lstStyle/>
                    <a:p>
                      <a:pPr algn="ctr"/>
                      <a:r>
                        <a:rPr lang="en-US" dirty="0"/>
                        <a:t>0</a:t>
                      </a:r>
                      <a:endParaRPr lang="en-IN" dirty="0"/>
                    </a:p>
                  </a:txBody>
                  <a:tcPr/>
                </a:tc>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extLst>
                  <a:ext uri="{0D108BD9-81ED-4DB2-BD59-A6C34878D82A}">
                    <a16:rowId xmlns:a16="http://schemas.microsoft.com/office/drawing/2014/main" val="2589846729"/>
                  </a:ext>
                </a:extLst>
              </a:tr>
              <a:tr h="300319">
                <a:tc>
                  <a:txBody>
                    <a:bodyPr/>
                    <a:lstStyle/>
                    <a:p>
                      <a:pPr algn="ctr"/>
                      <a:r>
                        <a:rPr lang="en-US" dirty="0"/>
                        <a:t>3</a:t>
                      </a:r>
                      <a:endParaRPr lang="en-IN" dirty="0"/>
                    </a:p>
                  </a:txBody>
                  <a:tcPr/>
                </a:tc>
                <a:tc>
                  <a:txBody>
                    <a:bodyPr/>
                    <a:lstStyle/>
                    <a:p>
                      <a:pPr algn="ctr"/>
                      <a:r>
                        <a:rPr lang="en-US" dirty="0"/>
                        <a:t>5</a:t>
                      </a:r>
                      <a:endParaRPr lang="en-IN" dirty="0"/>
                    </a:p>
                  </a:txBody>
                  <a:tcPr/>
                </a:tc>
                <a:tc>
                  <a:txBody>
                    <a:bodyPr/>
                    <a:lstStyle/>
                    <a:p>
                      <a:pPr algn="ctr"/>
                      <a:r>
                        <a:rPr lang="en-US" dirty="0"/>
                        <a:t>1</a:t>
                      </a:r>
                      <a:endParaRPr lang="en-IN" dirty="0"/>
                    </a:p>
                  </a:txBody>
                  <a:tcPr/>
                </a:tc>
                <a:tc>
                  <a:txBody>
                    <a:bodyPr/>
                    <a:lstStyle/>
                    <a:p>
                      <a:pPr algn="ctr"/>
                      <a:r>
                        <a:rPr lang="en-US" dirty="0"/>
                        <a:t>4</a:t>
                      </a:r>
                      <a:endParaRPr lang="en-IN" dirty="0"/>
                    </a:p>
                  </a:txBody>
                  <a:tcPr/>
                </a:tc>
                <a:extLst>
                  <a:ext uri="{0D108BD9-81ED-4DB2-BD59-A6C34878D82A}">
                    <a16:rowId xmlns:a16="http://schemas.microsoft.com/office/drawing/2014/main" val="2164270684"/>
                  </a:ext>
                </a:extLst>
              </a:tr>
            </a:tbl>
          </a:graphicData>
        </a:graphic>
      </p:graphicFrame>
      <p:graphicFrame>
        <p:nvGraphicFramePr>
          <p:cNvPr id="8" name="Table 7">
            <a:extLst>
              <a:ext uri="{FF2B5EF4-FFF2-40B4-BE49-F238E27FC236}">
                <a16:creationId xmlns:a16="http://schemas.microsoft.com/office/drawing/2014/main" id="{A5CBCBE2-FEFF-7F6C-E276-87671BD9D36B}"/>
              </a:ext>
            </a:extLst>
          </p:cNvPr>
          <p:cNvGraphicFramePr>
            <a:graphicFrameLocks noGrp="1"/>
          </p:cNvGraphicFramePr>
          <p:nvPr/>
        </p:nvGraphicFramePr>
        <p:xfrm>
          <a:off x="2848760" y="1343162"/>
          <a:ext cx="1544940" cy="731520"/>
        </p:xfrm>
        <a:graphic>
          <a:graphicData uri="http://schemas.openxmlformats.org/drawingml/2006/table">
            <a:tbl>
              <a:tblPr firstRow="1" bandRow="1">
                <a:tableStyleId>{BDBED569-4797-4DF1-A0F4-6AAB3CD982D8}</a:tableStyleId>
              </a:tblPr>
              <a:tblGrid>
                <a:gridCol w="386235">
                  <a:extLst>
                    <a:ext uri="{9D8B030D-6E8A-4147-A177-3AD203B41FA5}">
                      <a16:colId xmlns:a16="http://schemas.microsoft.com/office/drawing/2014/main" val="1042581215"/>
                    </a:ext>
                  </a:extLst>
                </a:gridCol>
                <a:gridCol w="386235">
                  <a:extLst>
                    <a:ext uri="{9D8B030D-6E8A-4147-A177-3AD203B41FA5}">
                      <a16:colId xmlns:a16="http://schemas.microsoft.com/office/drawing/2014/main" val="1055456683"/>
                    </a:ext>
                  </a:extLst>
                </a:gridCol>
                <a:gridCol w="386235">
                  <a:extLst>
                    <a:ext uri="{9D8B030D-6E8A-4147-A177-3AD203B41FA5}">
                      <a16:colId xmlns:a16="http://schemas.microsoft.com/office/drawing/2014/main" val="4267117164"/>
                    </a:ext>
                  </a:extLst>
                </a:gridCol>
                <a:gridCol w="386235">
                  <a:extLst>
                    <a:ext uri="{9D8B030D-6E8A-4147-A177-3AD203B41FA5}">
                      <a16:colId xmlns:a16="http://schemas.microsoft.com/office/drawing/2014/main" val="1787610018"/>
                    </a:ext>
                  </a:extLst>
                </a:gridCol>
              </a:tblGrid>
              <a:tr h="300319">
                <a:tc>
                  <a:txBody>
                    <a:bodyPr/>
                    <a:lstStyle/>
                    <a:p>
                      <a:pPr algn="ctr"/>
                      <a:r>
                        <a:rPr lang="en-US" dirty="0"/>
                        <a:t>0</a:t>
                      </a:r>
                      <a:endParaRPr lang="en-IN" dirty="0"/>
                    </a:p>
                  </a:txBody>
                  <a:tcPr/>
                </a:tc>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extLst>
                  <a:ext uri="{0D108BD9-81ED-4DB2-BD59-A6C34878D82A}">
                    <a16:rowId xmlns:a16="http://schemas.microsoft.com/office/drawing/2014/main" val="2589846729"/>
                  </a:ext>
                </a:extLst>
              </a:tr>
              <a:tr h="300319">
                <a:tc>
                  <a:txBody>
                    <a:bodyPr/>
                    <a:lstStyle/>
                    <a:p>
                      <a:pPr algn="ctr"/>
                      <a:r>
                        <a:rPr lang="en-US" dirty="0"/>
                        <a:t>8</a:t>
                      </a:r>
                      <a:endParaRPr lang="en-IN" dirty="0"/>
                    </a:p>
                  </a:txBody>
                  <a:tcPr/>
                </a:tc>
                <a:tc>
                  <a:txBody>
                    <a:bodyPr/>
                    <a:lstStyle/>
                    <a:p>
                      <a:pPr algn="ctr"/>
                      <a:r>
                        <a:rPr lang="en-US" dirty="0"/>
                        <a:t>2</a:t>
                      </a:r>
                      <a:endParaRPr lang="en-IN" dirty="0"/>
                    </a:p>
                  </a:txBody>
                  <a:tcPr/>
                </a:tc>
                <a:tc>
                  <a:txBody>
                    <a:bodyPr/>
                    <a:lstStyle/>
                    <a:p>
                      <a:pPr algn="ctr"/>
                      <a:r>
                        <a:rPr lang="en-US" dirty="0"/>
                        <a:t>7</a:t>
                      </a:r>
                      <a:endParaRPr lang="en-IN" dirty="0"/>
                    </a:p>
                  </a:txBody>
                  <a:tcPr/>
                </a:tc>
                <a:tc>
                  <a:txBody>
                    <a:bodyPr/>
                    <a:lstStyle/>
                    <a:p>
                      <a:pPr algn="ctr"/>
                      <a:r>
                        <a:rPr lang="en-US" dirty="0"/>
                        <a:t>6</a:t>
                      </a:r>
                      <a:endParaRPr lang="en-IN" dirty="0"/>
                    </a:p>
                  </a:txBody>
                  <a:tcPr/>
                </a:tc>
                <a:extLst>
                  <a:ext uri="{0D108BD9-81ED-4DB2-BD59-A6C34878D82A}">
                    <a16:rowId xmlns:a16="http://schemas.microsoft.com/office/drawing/2014/main" val="2164270684"/>
                  </a:ext>
                </a:extLst>
              </a:tr>
            </a:tbl>
          </a:graphicData>
        </a:graphic>
      </p:graphicFrame>
      <p:sp>
        <p:nvSpPr>
          <p:cNvPr id="11" name="TextBox 10">
            <a:extLst>
              <a:ext uri="{FF2B5EF4-FFF2-40B4-BE49-F238E27FC236}">
                <a16:creationId xmlns:a16="http://schemas.microsoft.com/office/drawing/2014/main" id="{C7201F21-760F-67A0-DEA8-ECD976A35A77}"/>
              </a:ext>
            </a:extLst>
          </p:cNvPr>
          <p:cNvSpPr txBox="1"/>
          <p:nvPr/>
        </p:nvSpPr>
        <p:spPr>
          <a:xfrm>
            <a:off x="1191808" y="973565"/>
            <a:ext cx="92767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array1</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0BA5EF62-F189-388B-8E54-A3D783A76052}"/>
              </a:ext>
            </a:extLst>
          </p:cNvPr>
          <p:cNvSpPr txBox="1"/>
          <p:nvPr/>
        </p:nvSpPr>
        <p:spPr>
          <a:xfrm>
            <a:off x="3298538" y="964599"/>
            <a:ext cx="92767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array2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Plus Sign 12">
            <a:extLst>
              <a:ext uri="{FF2B5EF4-FFF2-40B4-BE49-F238E27FC236}">
                <a16:creationId xmlns:a16="http://schemas.microsoft.com/office/drawing/2014/main" id="{F1973821-D067-921A-9C85-55FEDBA40868}"/>
              </a:ext>
            </a:extLst>
          </p:cNvPr>
          <p:cNvSpPr/>
          <p:nvPr/>
        </p:nvSpPr>
        <p:spPr>
          <a:xfrm>
            <a:off x="2421561" y="1534874"/>
            <a:ext cx="316679" cy="318701"/>
          </a:xfrm>
          <a:prstGeom prst="mathPlus">
            <a:avLst/>
          </a:prstGeom>
          <a:solidFill>
            <a:schemeClr val="accent4">
              <a:lumMod val="60000"/>
              <a:lumOff val="40000"/>
            </a:schemeClr>
          </a:solidFill>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Arrow: Down 13">
            <a:extLst>
              <a:ext uri="{FF2B5EF4-FFF2-40B4-BE49-F238E27FC236}">
                <a16:creationId xmlns:a16="http://schemas.microsoft.com/office/drawing/2014/main" id="{21A263FA-CCDB-EEF2-D326-E94226F0B90B}"/>
              </a:ext>
            </a:extLst>
          </p:cNvPr>
          <p:cNvSpPr/>
          <p:nvPr/>
        </p:nvSpPr>
        <p:spPr>
          <a:xfrm>
            <a:off x="2369571" y="2246984"/>
            <a:ext cx="397904" cy="277376"/>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15" name="Table 14">
            <a:extLst>
              <a:ext uri="{FF2B5EF4-FFF2-40B4-BE49-F238E27FC236}">
                <a16:creationId xmlns:a16="http://schemas.microsoft.com/office/drawing/2014/main" id="{C745511E-6CAC-E7C2-4D75-825B4E963A5B}"/>
              </a:ext>
            </a:extLst>
          </p:cNvPr>
          <p:cNvGraphicFramePr>
            <a:graphicFrameLocks noGrp="1"/>
          </p:cNvGraphicFramePr>
          <p:nvPr/>
        </p:nvGraphicFramePr>
        <p:xfrm>
          <a:off x="1131714" y="3907598"/>
          <a:ext cx="3216794" cy="731520"/>
        </p:xfrm>
        <a:graphic>
          <a:graphicData uri="http://schemas.openxmlformats.org/drawingml/2006/table">
            <a:tbl>
              <a:tblPr firstRow="1" bandRow="1">
                <a:tableStyleId>{5DA37D80-6434-44D0-A028-1B22A696006F}</a:tableStyleId>
              </a:tblPr>
              <a:tblGrid>
                <a:gridCol w="409377">
                  <a:extLst>
                    <a:ext uri="{9D8B030D-6E8A-4147-A177-3AD203B41FA5}">
                      <a16:colId xmlns:a16="http://schemas.microsoft.com/office/drawing/2014/main" val="1042581215"/>
                    </a:ext>
                  </a:extLst>
                </a:gridCol>
                <a:gridCol w="409377">
                  <a:extLst>
                    <a:ext uri="{9D8B030D-6E8A-4147-A177-3AD203B41FA5}">
                      <a16:colId xmlns:a16="http://schemas.microsoft.com/office/drawing/2014/main" val="1055456683"/>
                    </a:ext>
                  </a:extLst>
                </a:gridCol>
                <a:gridCol w="409377">
                  <a:extLst>
                    <a:ext uri="{9D8B030D-6E8A-4147-A177-3AD203B41FA5}">
                      <a16:colId xmlns:a16="http://schemas.microsoft.com/office/drawing/2014/main" val="4267117164"/>
                    </a:ext>
                  </a:extLst>
                </a:gridCol>
                <a:gridCol w="409377">
                  <a:extLst>
                    <a:ext uri="{9D8B030D-6E8A-4147-A177-3AD203B41FA5}">
                      <a16:colId xmlns:a16="http://schemas.microsoft.com/office/drawing/2014/main" val="537293372"/>
                    </a:ext>
                  </a:extLst>
                </a:gridCol>
                <a:gridCol w="409377">
                  <a:extLst>
                    <a:ext uri="{9D8B030D-6E8A-4147-A177-3AD203B41FA5}">
                      <a16:colId xmlns:a16="http://schemas.microsoft.com/office/drawing/2014/main" val="261930077"/>
                    </a:ext>
                  </a:extLst>
                </a:gridCol>
                <a:gridCol w="409377">
                  <a:extLst>
                    <a:ext uri="{9D8B030D-6E8A-4147-A177-3AD203B41FA5}">
                      <a16:colId xmlns:a16="http://schemas.microsoft.com/office/drawing/2014/main" val="2537459239"/>
                    </a:ext>
                  </a:extLst>
                </a:gridCol>
                <a:gridCol w="409377">
                  <a:extLst>
                    <a:ext uri="{9D8B030D-6E8A-4147-A177-3AD203B41FA5}">
                      <a16:colId xmlns:a16="http://schemas.microsoft.com/office/drawing/2014/main" val="1354453126"/>
                    </a:ext>
                  </a:extLst>
                </a:gridCol>
                <a:gridCol w="351155">
                  <a:extLst>
                    <a:ext uri="{9D8B030D-6E8A-4147-A177-3AD203B41FA5}">
                      <a16:colId xmlns:a16="http://schemas.microsoft.com/office/drawing/2014/main" val="1787610018"/>
                    </a:ext>
                  </a:extLst>
                </a:gridCol>
              </a:tblGrid>
              <a:tr h="192180">
                <a:tc>
                  <a:txBody>
                    <a:bodyPr/>
                    <a:lstStyle/>
                    <a:p>
                      <a:pPr algn="ctr"/>
                      <a:r>
                        <a:rPr lang="en-US" dirty="0"/>
                        <a:t>0</a:t>
                      </a:r>
                      <a:endParaRPr lang="en-IN" dirty="0"/>
                    </a:p>
                  </a:txBody>
                  <a:tcPr/>
                </a:tc>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tc>
                  <a:txBody>
                    <a:bodyPr/>
                    <a:lstStyle/>
                    <a:p>
                      <a:pPr algn="ctr"/>
                      <a:r>
                        <a:rPr lang="en-US" dirty="0"/>
                        <a:t>4</a:t>
                      </a:r>
                      <a:endParaRPr lang="en-IN" dirty="0"/>
                    </a:p>
                  </a:txBody>
                  <a:tcPr/>
                </a:tc>
                <a:tc>
                  <a:txBody>
                    <a:bodyPr/>
                    <a:lstStyle/>
                    <a:p>
                      <a:pPr algn="ctr"/>
                      <a:r>
                        <a:rPr lang="en-US" dirty="0"/>
                        <a:t>5</a:t>
                      </a:r>
                      <a:endParaRPr lang="en-IN" dirty="0"/>
                    </a:p>
                  </a:txBody>
                  <a:tcPr/>
                </a:tc>
                <a:tc>
                  <a:txBody>
                    <a:bodyPr/>
                    <a:lstStyle/>
                    <a:p>
                      <a:pPr algn="ctr"/>
                      <a:r>
                        <a:rPr lang="en-US" dirty="0"/>
                        <a:t>6</a:t>
                      </a:r>
                      <a:endParaRPr lang="en-IN" dirty="0"/>
                    </a:p>
                  </a:txBody>
                  <a:tcPr/>
                </a:tc>
                <a:tc>
                  <a:txBody>
                    <a:bodyPr/>
                    <a:lstStyle/>
                    <a:p>
                      <a:pPr algn="ctr"/>
                      <a:r>
                        <a:rPr lang="en-US" dirty="0"/>
                        <a:t>7</a:t>
                      </a:r>
                      <a:endParaRPr lang="en-IN" dirty="0"/>
                    </a:p>
                  </a:txBody>
                  <a:tcPr/>
                </a:tc>
                <a:extLst>
                  <a:ext uri="{0D108BD9-81ED-4DB2-BD59-A6C34878D82A}">
                    <a16:rowId xmlns:a16="http://schemas.microsoft.com/office/drawing/2014/main" val="2589846729"/>
                  </a:ext>
                </a:extLst>
              </a:tr>
              <a:tr h="192180">
                <a:tc>
                  <a:txBody>
                    <a:bodyPr/>
                    <a:lstStyle/>
                    <a:p>
                      <a:pPr algn="ctr"/>
                      <a:r>
                        <a:rPr lang="en-US" dirty="0"/>
                        <a:t>3</a:t>
                      </a:r>
                      <a:endParaRPr lang="en-IN" dirty="0"/>
                    </a:p>
                  </a:txBody>
                  <a:tcPr/>
                </a:tc>
                <a:tc>
                  <a:txBody>
                    <a:bodyPr/>
                    <a:lstStyle/>
                    <a:p>
                      <a:pPr algn="ctr"/>
                      <a:r>
                        <a:rPr lang="en-US" dirty="0"/>
                        <a:t>5</a:t>
                      </a:r>
                      <a:endParaRPr lang="en-IN" dirty="0"/>
                    </a:p>
                  </a:txBody>
                  <a:tcPr/>
                </a:tc>
                <a:tc>
                  <a:txBody>
                    <a:bodyPr/>
                    <a:lstStyle/>
                    <a:p>
                      <a:pPr algn="ctr"/>
                      <a:r>
                        <a:rPr lang="en-US" dirty="0"/>
                        <a:t>1</a:t>
                      </a:r>
                      <a:endParaRPr lang="en-IN" dirty="0"/>
                    </a:p>
                  </a:txBody>
                  <a:tcPr/>
                </a:tc>
                <a:tc>
                  <a:txBody>
                    <a:bodyPr/>
                    <a:lstStyle/>
                    <a:p>
                      <a:pPr algn="ctr"/>
                      <a:r>
                        <a:rPr lang="en-US" dirty="0"/>
                        <a:t>4</a:t>
                      </a:r>
                      <a:endParaRPr lang="en-IN" dirty="0"/>
                    </a:p>
                  </a:txBody>
                  <a:tcPr/>
                </a:tc>
                <a:tc>
                  <a:txBody>
                    <a:bodyPr/>
                    <a:lstStyle/>
                    <a:p>
                      <a:pPr algn="ctr"/>
                      <a:r>
                        <a:rPr lang="en-US" dirty="0"/>
                        <a:t>8</a:t>
                      </a:r>
                      <a:endParaRPr lang="en-IN" dirty="0"/>
                    </a:p>
                  </a:txBody>
                  <a:tcPr/>
                </a:tc>
                <a:tc>
                  <a:txBody>
                    <a:bodyPr/>
                    <a:lstStyle/>
                    <a:p>
                      <a:pPr algn="ctr"/>
                      <a:r>
                        <a:rPr lang="en-US" dirty="0"/>
                        <a:t>2</a:t>
                      </a:r>
                      <a:endParaRPr lang="en-IN" dirty="0"/>
                    </a:p>
                  </a:txBody>
                  <a:tcPr/>
                </a:tc>
                <a:tc>
                  <a:txBody>
                    <a:bodyPr/>
                    <a:lstStyle/>
                    <a:p>
                      <a:pPr algn="ctr"/>
                      <a:r>
                        <a:rPr lang="en-US" dirty="0"/>
                        <a:t>7</a:t>
                      </a:r>
                      <a:endParaRPr lang="en-IN" dirty="0"/>
                    </a:p>
                  </a:txBody>
                  <a:tcPr/>
                </a:tc>
                <a:tc>
                  <a:txBody>
                    <a:bodyPr/>
                    <a:lstStyle/>
                    <a:p>
                      <a:pPr algn="ctr"/>
                      <a:r>
                        <a:rPr lang="en-US" dirty="0"/>
                        <a:t>6</a:t>
                      </a:r>
                      <a:endParaRPr lang="en-IN" dirty="0"/>
                    </a:p>
                  </a:txBody>
                  <a:tcPr/>
                </a:tc>
                <a:extLst>
                  <a:ext uri="{0D108BD9-81ED-4DB2-BD59-A6C34878D82A}">
                    <a16:rowId xmlns:a16="http://schemas.microsoft.com/office/drawing/2014/main" val="2164270684"/>
                  </a:ext>
                </a:extLst>
              </a:tr>
            </a:tbl>
          </a:graphicData>
        </a:graphic>
      </p:graphicFrame>
      <p:sp>
        <p:nvSpPr>
          <p:cNvPr id="16" name="TextBox 15">
            <a:extLst>
              <a:ext uri="{FF2B5EF4-FFF2-40B4-BE49-F238E27FC236}">
                <a16:creationId xmlns:a16="http://schemas.microsoft.com/office/drawing/2014/main" id="{0953D570-A3B4-27F2-C0DA-C56E8526925B}"/>
              </a:ext>
            </a:extLst>
          </p:cNvPr>
          <p:cNvSpPr txBox="1"/>
          <p:nvPr/>
        </p:nvSpPr>
        <p:spPr>
          <a:xfrm>
            <a:off x="204040" y="4002947"/>
            <a:ext cx="927674"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Merged array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7" name="Table 16">
            <a:extLst>
              <a:ext uri="{FF2B5EF4-FFF2-40B4-BE49-F238E27FC236}">
                <a16:creationId xmlns:a16="http://schemas.microsoft.com/office/drawing/2014/main" id="{F59F449B-DE73-6893-EA51-752F08E8B83D}"/>
              </a:ext>
            </a:extLst>
          </p:cNvPr>
          <p:cNvGraphicFramePr>
            <a:graphicFrameLocks noGrp="1"/>
          </p:cNvGraphicFramePr>
          <p:nvPr/>
        </p:nvGraphicFramePr>
        <p:xfrm>
          <a:off x="1108329" y="5234761"/>
          <a:ext cx="3216794" cy="731520"/>
        </p:xfrm>
        <a:graphic>
          <a:graphicData uri="http://schemas.openxmlformats.org/drawingml/2006/table">
            <a:tbl>
              <a:tblPr firstRow="1" bandRow="1">
                <a:tableStyleId>{5DA37D80-6434-44D0-A028-1B22A696006F}</a:tableStyleId>
              </a:tblPr>
              <a:tblGrid>
                <a:gridCol w="351155">
                  <a:extLst>
                    <a:ext uri="{9D8B030D-6E8A-4147-A177-3AD203B41FA5}">
                      <a16:colId xmlns:a16="http://schemas.microsoft.com/office/drawing/2014/main" val="1042581215"/>
                    </a:ext>
                  </a:extLst>
                </a:gridCol>
                <a:gridCol w="409377">
                  <a:extLst>
                    <a:ext uri="{9D8B030D-6E8A-4147-A177-3AD203B41FA5}">
                      <a16:colId xmlns:a16="http://schemas.microsoft.com/office/drawing/2014/main" val="1055456683"/>
                    </a:ext>
                  </a:extLst>
                </a:gridCol>
                <a:gridCol w="409377">
                  <a:extLst>
                    <a:ext uri="{9D8B030D-6E8A-4147-A177-3AD203B41FA5}">
                      <a16:colId xmlns:a16="http://schemas.microsoft.com/office/drawing/2014/main" val="4267117164"/>
                    </a:ext>
                  </a:extLst>
                </a:gridCol>
                <a:gridCol w="409377">
                  <a:extLst>
                    <a:ext uri="{9D8B030D-6E8A-4147-A177-3AD203B41FA5}">
                      <a16:colId xmlns:a16="http://schemas.microsoft.com/office/drawing/2014/main" val="537293372"/>
                    </a:ext>
                  </a:extLst>
                </a:gridCol>
                <a:gridCol w="409377">
                  <a:extLst>
                    <a:ext uri="{9D8B030D-6E8A-4147-A177-3AD203B41FA5}">
                      <a16:colId xmlns:a16="http://schemas.microsoft.com/office/drawing/2014/main" val="261930077"/>
                    </a:ext>
                  </a:extLst>
                </a:gridCol>
                <a:gridCol w="409377">
                  <a:extLst>
                    <a:ext uri="{9D8B030D-6E8A-4147-A177-3AD203B41FA5}">
                      <a16:colId xmlns:a16="http://schemas.microsoft.com/office/drawing/2014/main" val="2537459239"/>
                    </a:ext>
                  </a:extLst>
                </a:gridCol>
                <a:gridCol w="409377">
                  <a:extLst>
                    <a:ext uri="{9D8B030D-6E8A-4147-A177-3AD203B41FA5}">
                      <a16:colId xmlns:a16="http://schemas.microsoft.com/office/drawing/2014/main" val="1354453126"/>
                    </a:ext>
                  </a:extLst>
                </a:gridCol>
                <a:gridCol w="409377">
                  <a:extLst>
                    <a:ext uri="{9D8B030D-6E8A-4147-A177-3AD203B41FA5}">
                      <a16:colId xmlns:a16="http://schemas.microsoft.com/office/drawing/2014/main" val="1787610018"/>
                    </a:ext>
                  </a:extLst>
                </a:gridCol>
              </a:tblGrid>
              <a:tr h="192180">
                <a:tc>
                  <a:txBody>
                    <a:bodyPr/>
                    <a:lstStyle/>
                    <a:p>
                      <a:pPr algn="ctr"/>
                      <a:r>
                        <a:rPr lang="en-US" dirty="0"/>
                        <a:t>0</a:t>
                      </a:r>
                      <a:endParaRPr lang="en-IN" dirty="0"/>
                    </a:p>
                  </a:txBody>
                  <a:tcPr/>
                </a:tc>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tc>
                  <a:txBody>
                    <a:bodyPr/>
                    <a:lstStyle/>
                    <a:p>
                      <a:pPr algn="ctr"/>
                      <a:r>
                        <a:rPr lang="en-US" dirty="0"/>
                        <a:t>4</a:t>
                      </a:r>
                      <a:endParaRPr lang="en-IN" dirty="0"/>
                    </a:p>
                  </a:txBody>
                  <a:tcPr/>
                </a:tc>
                <a:tc>
                  <a:txBody>
                    <a:bodyPr/>
                    <a:lstStyle/>
                    <a:p>
                      <a:pPr algn="ctr"/>
                      <a:r>
                        <a:rPr lang="en-US" dirty="0"/>
                        <a:t>5</a:t>
                      </a:r>
                      <a:endParaRPr lang="en-IN" dirty="0"/>
                    </a:p>
                  </a:txBody>
                  <a:tcPr/>
                </a:tc>
                <a:tc>
                  <a:txBody>
                    <a:bodyPr/>
                    <a:lstStyle/>
                    <a:p>
                      <a:pPr algn="ctr"/>
                      <a:r>
                        <a:rPr lang="en-US" dirty="0"/>
                        <a:t>6</a:t>
                      </a:r>
                      <a:endParaRPr lang="en-IN" dirty="0"/>
                    </a:p>
                  </a:txBody>
                  <a:tcPr/>
                </a:tc>
                <a:tc>
                  <a:txBody>
                    <a:bodyPr/>
                    <a:lstStyle/>
                    <a:p>
                      <a:pPr algn="ctr"/>
                      <a:r>
                        <a:rPr lang="en-US" dirty="0"/>
                        <a:t>7</a:t>
                      </a:r>
                      <a:endParaRPr lang="en-IN" dirty="0"/>
                    </a:p>
                  </a:txBody>
                  <a:tcPr/>
                </a:tc>
                <a:extLst>
                  <a:ext uri="{0D108BD9-81ED-4DB2-BD59-A6C34878D82A}">
                    <a16:rowId xmlns:a16="http://schemas.microsoft.com/office/drawing/2014/main" val="2589846729"/>
                  </a:ext>
                </a:extLst>
              </a:tr>
              <a:tr h="192180">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tc>
                  <a:txBody>
                    <a:bodyPr/>
                    <a:lstStyle/>
                    <a:p>
                      <a:pPr algn="ctr"/>
                      <a:r>
                        <a:rPr lang="en-US" dirty="0"/>
                        <a:t>4</a:t>
                      </a:r>
                      <a:endParaRPr lang="en-IN" dirty="0"/>
                    </a:p>
                  </a:txBody>
                  <a:tcPr/>
                </a:tc>
                <a:tc>
                  <a:txBody>
                    <a:bodyPr/>
                    <a:lstStyle/>
                    <a:p>
                      <a:pPr algn="ctr"/>
                      <a:r>
                        <a:rPr lang="en-US" dirty="0"/>
                        <a:t>5</a:t>
                      </a:r>
                      <a:endParaRPr lang="en-IN" dirty="0"/>
                    </a:p>
                  </a:txBody>
                  <a:tcPr/>
                </a:tc>
                <a:tc>
                  <a:txBody>
                    <a:bodyPr/>
                    <a:lstStyle/>
                    <a:p>
                      <a:pPr algn="ctr"/>
                      <a:r>
                        <a:rPr lang="en-US" dirty="0"/>
                        <a:t>6</a:t>
                      </a:r>
                      <a:endParaRPr lang="en-IN" dirty="0"/>
                    </a:p>
                  </a:txBody>
                  <a:tcPr/>
                </a:tc>
                <a:tc>
                  <a:txBody>
                    <a:bodyPr/>
                    <a:lstStyle/>
                    <a:p>
                      <a:pPr algn="ctr"/>
                      <a:r>
                        <a:rPr lang="en-US" dirty="0"/>
                        <a:t>7</a:t>
                      </a:r>
                      <a:endParaRPr lang="en-IN" dirty="0"/>
                    </a:p>
                  </a:txBody>
                  <a:tcPr/>
                </a:tc>
                <a:tc>
                  <a:txBody>
                    <a:bodyPr/>
                    <a:lstStyle/>
                    <a:p>
                      <a:pPr algn="ctr"/>
                      <a:r>
                        <a:rPr lang="en-US" dirty="0"/>
                        <a:t>8</a:t>
                      </a:r>
                      <a:endParaRPr lang="en-IN" dirty="0"/>
                    </a:p>
                  </a:txBody>
                  <a:tcPr/>
                </a:tc>
                <a:extLst>
                  <a:ext uri="{0D108BD9-81ED-4DB2-BD59-A6C34878D82A}">
                    <a16:rowId xmlns:a16="http://schemas.microsoft.com/office/drawing/2014/main" val="2164270684"/>
                  </a:ext>
                </a:extLst>
              </a:tr>
            </a:tbl>
          </a:graphicData>
        </a:graphic>
      </p:graphicFrame>
      <p:sp>
        <p:nvSpPr>
          <p:cNvPr id="18" name="TextBox 17">
            <a:extLst>
              <a:ext uri="{FF2B5EF4-FFF2-40B4-BE49-F238E27FC236}">
                <a16:creationId xmlns:a16="http://schemas.microsoft.com/office/drawing/2014/main" id="{67DE33EE-56C9-C49B-BA8D-074A722D8381}"/>
              </a:ext>
            </a:extLst>
          </p:cNvPr>
          <p:cNvSpPr txBox="1"/>
          <p:nvPr/>
        </p:nvSpPr>
        <p:spPr>
          <a:xfrm>
            <a:off x="180655" y="5041354"/>
            <a:ext cx="927674" cy="1200329"/>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Merged &amp; sorted array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Arrow: Down 18">
            <a:extLst>
              <a:ext uri="{FF2B5EF4-FFF2-40B4-BE49-F238E27FC236}">
                <a16:creationId xmlns:a16="http://schemas.microsoft.com/office/drawing/2014/main" id="{105E0928-FE94-CB45-D185-F3FC909FE8B0}"/>
              </a:ext>
            </a:extLst>
          </p:cNvPr>
          <p:cNvSpPr/>
          <p:nvPr/>
        </p:nvSpPr>
        <p:spPr>
          <a:xfrm>
            <a:off x="2369571" y="3543614"/>
            <a:ext cx="397904" cy="277376"/>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5" name="Table 4">
            <a:extLst>
              <a:ext uri="{FF2B5EF4-FFF2-40B4-BE49-F238E27FC236}">
                <a16:creationId xmlns:a16="http://schemas.microsoft.com/office/drawing/2014/main" id="{02DA1BD0-B92D-6318-644C-FA2E210173F5}"/>
              </a:ext>
            </a:extLst>
          </p:cNvPr>
          <p:cNvGraphicFramePr>
            <a:graphicFrameLocks noGrp="1"/>
          </p:cNvGraphicFramePr>
          <p:nvPr/>
        </p:nvGraphicFramePr>
        <p:xfrm>
          <a:off x="1129843" y="2707938"/>
          <a:ext cx="3216794" cy="731520"/>
        </p:xfrm>
        <a:graphic>
          <a:graphicData uri="http://schemas.openxmlformats.org/drawingml/2006/table">
            <a:tbl>
              <a:tblPr firstRow="1" bandRow="1">
                <a:tableStyleId>{5DA37D80-6434-44D0-A028-1B22A696006F}</a:tableStyleId>
              </a:tblPr>
              <a:tblGrid>
                <a:gridCol w="409377">
                  <a:extLst>
                    <a:ext uri="{9D8B030D-6E8A-4147-A177-3AD203B41FA5}">
                      <a16:colId xmlns:a16="http://schemas.microsoft.com/office/drawing/2014/main" val="1042581215"/>
                    </a:ext>
                  </a:extLst>
                </a:gridCol>
                <a:gridCol w="409377">
                  <a:extLst>
                    <a:ext uri="{9D8B030D-6E8A-4147-A177-3AD203B41FA5}">
                      <a16:colId xmlns:a16="http://schemas.microsoft.com/office/drawing/2014/main" val="1055456683"/>
                    </a:ext>
                  </a:extLst>
                </a:gridCol>
                <a:gridCol w="409377">
                  <a:extLst>
                    <a:ext uri="{9D8B030D-6E8A-4147-A177-3AD203B41FA5}">
                      <a16:colId xmlns:a16="http://schemas.microsoft.com/office/drawing/2014/main" val="4267117164"/>
                    </a:ext>
                  </a:extLst>
                </a:gridCol>
                <a:gridCol w="409377">
                  <a:extLst>
                    <a:ext uri="{9D8B030D-6E8A-4147-A177-3AD203B41FA5}">
                      <a16:colId xmlns:a16="http://schemas.microsoft.com/office/drawing/2014/main" val="537293372"/>
                    </a:ext>
                  </a:extLst>
                </a:gridCol>
                <a:gridCol w="409377">
                  <a:extLst>
                    <a:ext uri="{9D8B030D-6E8A-4147-A177-3AD203B41FA5}">
                      <a16:colId xmlns:a16="http://schemas.microsoft.com/office/drawing/2014/main" val="261930077"/>
                    </a:ext>
                  </a:extLst>
                </a:gridCol>
                <a:gridCol w="409377">
                  <a:extLst>
                    <a:ext uri="{9D8B030D-6E8A-4147-A177-3AD203B41FA5}">
                      <a16:colId xmlns:a16="http://schemas.microsoft.com/office/drawing/2014/main" val="2537459239"/>
                    </a:ext>
                  </a:extLst>
                </a:gridCol>
                <a:gridCol w="409377">
                  <a:extLst>
                    <a:ext uri="{9D8B030D-6E8A-4147-A177-3AD203B41FA5}">
                      <a16:colId xmlns:a16="http://schemas.microsoft.com/office/drawing/2014/main" val="1354453126"/>
                    </a:ext>
                  </a:extLst>
                </a:gridCol>
                <a:gridCol w="351155">
                  <a:extLst>
                    <a:ext uri="{9D8B030D-6E8A-4147-A177-3AD203B41FA5}">
                      <a16:colId xmlns:a16="http://schemas.microsoft.com/office/drawing/2014/main" val="1787610018"/>
                    </a:ext>
                  </a:extLst>
                </a:gridCol>
              </a:tblGrid>
              <a:tr h="192180">
                <a:tc>
                  <a:txBody>
                    <a:bodyPr/>
                    <a:lstStyle/>
                    <a:p>
                      <a:pPr algn="ctr"/>
                      <a:r>
                        <a:rPr lang="en-US" dirty="0"/>
                        <a:t>0</a:t>
                      </a:r>
                      <a:endParaRPr lang="en-IN" dirty="0"/>
                    </a:p>
                  </a:txBody>
                  <a:tcPr/>
                </a:tc>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tc>
                  <a:txBody>
                    <a:bodyPr/>
                    <a:lstStyle/>
                    <a:p>
                      <a:pPr algn="ctr"/>
                      <a:r>
                        <a:rPr lang="en-US" dirty="0"/>
                        <a:t>4</a:t>
                      </a:r>
                      <a:endParaRPr lang="en-IN" dirty="0"/>
                    </a:p>
                  </a:txBody>
                  <a:tcPr/>
                </a:tc>
                <a:tc>
                  <a:txBody>
                    <a:bodyPr/>
                    <a:lstStyle/>
                    <a:p>
                      <a:pPr algn="ctr"/>
                      <a:r>
                        <a:rPr lang="en-US" dirty="0"/>
                        <a:t>5</a:t>
                      </a:r>
                      <a:endParaRPr lang="en-IN" dirty="0"/>
                    </a:p>
                  </a:txBody>
                  <a:tcPr/>
                </a:tc>
                <a:tc>
                  <a:txBody>
                    <a:bodyPr/>
                    <a:lstStyle/>
                    <a:p>
                      <a:pPr algn="ctr"/>
                      <a:r>
                        <a:rPr lang="en-US" dirty="0"/>
                        <a:t>6</a:t>
                      </a:r>
                      <a:endParaRPr lang="en-IN" dirty="0"/>
                    </a:p>
                  </a:txBody>
                  <a:tcPr/>
                </a:tc>
                <a:tc>
                  <a:txBody>
                    <a:bodyPr/>
                    <a:lstStyle/>
                    <a:p>
                      <a:pPr algn="ctr"/>
                      <a:r>
                        <a:rPr lang="en-US" dirty="0"/>
                        <a:t>7</a:t>
                      </a:r>
                      <a:endParaRPr lang="en-IN" dirty="0"/>
                    </a:p>
                  </a:txBody>
                  <a:tcPr/>
                </a:tc>
                <a:extLst>
                  <a:ext uri="{0D108BD9-81ED-4DB2-BD59-A6C34878D82A}">
                    <a16:rowId xmlns:a16="http://schemas.microsoft.com/office/drawing/2014/main" val="2589846729"/>
                  </a:ext>
                </a:extLst>
              </a:tr>
              <a:tr h="192180">
                <a:tc>
                  <a:txBody>
                    <a:bodyPr/>
                    <a:lstStyle/>
                    <a:p>
                      <a:pPr algn="ctr"/>
                      <a:endParaRPr lang="en-IN" dirty="0"/>
                    </a:p>
                  </a:txBody>
                  <a:tcPr/>
                </a:tc>
                <a:tc>
                  <a:txBody>
                    <a:bodyPr/>
                    <a:lstStyle/>
                    <a:p>
                      <a:pPr algn="ctr"/>
                      <a:endParaRPr lang="en-IN" dirty="0"/>
                    </a:p>
                  </a:txBody>
                  <a:tcPr/>
                </a:tc>
                <a:tc>
                  <a:txBody>
                    <a:bodyPr/>
                    <a:lstStyle/>
                    <a:p>
                      <a:pPr algn="ctr"/>
                      <a:endParaRPr lang="en-IN" dirty="0"/>
                    </a:p>
                  </a:txBody>
                  <a:tcPr/>
                </a:tc>
                <a:tc>
                  <a:txBody>
                    <a:bodyPr/>
                    <a:lstStyle/>
                    <a:p>
                      <a:pPr algn="ctr"/>
                      <a:endParaRPr lang="en-IN" dirty="0"/>
                    </a:p>
                  </a:txBody>
                  <a:tcPr/>
                </a:tc>
                <a:tc>
                  <a:txBody>
                    <a:bodyPr/>
                    <a:lstStyle/>
                    <a:p>
                      <a:pPr algn="ctr"/>
                      <a:endParaRPr lang="en-IN" dirty="0"/>
                    </a:p>
                  </a:txBody>
                  <a:tcPr/>
                </a:tc>
                <a:tc>
                  <a:txBody>
                    <a:bodyPr/>
                    <a:lstStyle/>
                    <a:p>
                      <a:pPr algn="ctr"/>
                      <a:endParaRPr lang="en-IN" dirty="0"/>
                    </a:p>
                  </a:txBody>
                  <a:tcPr/>
                </a:tc>
                <a:tc>
                  <a:txBody>
                    <a:bodyPr/>
                    <a:lstStyle/>
                    <a:p>
                      <a:pPr algn="ctr"/>
                      <a:endParaRPr lang="en-IN" dirty="0"/>
                    </a:p>
                  </a:txBody>
                  <a:tcPr/>
                </a:tc>
                <a:tc>
                  <a:txBody>
                    <a:bodyPr/>
                    <a:lstStyle/>
                    <a:p>
                      <a:pPr algn="ctr"/>
                      <a:endParaRPr lang="en-IN" dirty="0"/>
                    </a:p>
                  </a:txBody>
                  <a:tcPr/>
                </a:tc>
                <a:extLst>
                  <a:ext uri="{0D108BD9-81ED-4DB2-BD59-A6C34878D82A}">
                    <a16:rowId xmlns:a16="http://schemas.microsoft.com/office/drawing/2014/main" val="2164270684"/>
                  </a:ext>
                </a:extLst>
              </a:tr>
            </a:tbl>
          </a:graphicData>
        </a:graphic>
      </p:graphicFrame>
      <p:sp>
        <p:nvSpPr>
          <p:cNvPr id="10" name="TextBox 9">
            <a:extLst>
              <a:ext uri="{FF2B5EF4-FFF2-40B4-BE49-F238E27FC236}">
                <a16:creationId xmlns:a16="http://schemas.microsoft.com/office/drawing/2014/main" id="{9DE0827E-088F-C2B6-EEE3-7E7E47399F00}"/>
              </a:ext>
            </a:extLst>
          </p:cNvPr>
          <p:cNvSpPr txBox="1"/>
          <p:nvPr/>
        </p:nvSpPr>
        <p:spPr>
          <a:xfrm>
            <a:off x="202169" y="2616249"/>
            <a:ext cx="927674" cy="92333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Empty new array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Arrow: Down 19">
            <a:extLst>
              <a:ext uri="{FF2B5EF4-FFF2-40B4-BE49-F238E27FC236}">
                <a16:creationId xmlns:a16="http://schemas.microsoft.com/office/drawing/2014/main" id="{092CD9C5-00B5-90D9-2431-06FB6BB2DC81}"/>
              </a:ext>
            </a:extLst>
          </p:cNvPr>
          <p:cNvSpPr/>
          <p:nvPr/>
        </p:nvSpPr>
        <p:spPr>
          <a:xfrm>
            <a:off x="2375244" y="4832525"/>
            <a:ext cx="397904" cy="277376"/>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1" name="Picture 20">
            <a:extLst>
              <a:ext uri="{FF2B5EF4-FFF2-40B4-BE49-F238E27FC236}">
                <a16:creationId xmlns:a16="http://schemas.microsoft.com/office/drawing/2014/main" id="{CBA4F9BB-FE32-B316-5D1A-C5C282B4544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95117" y="287453"/>
            <a:ext cx="914784" cy="363946"/>
          </a:xfrm>
          <a:prstGeom prst="rect">
            <a:avLst/>
          </a:prstGeom>
        </p:spPr>
      </p:pic>
      <p:sp>
        <p:nvSpPr>
          <p:cNvPr id="22" name="TextBox 21">
            <a:extLst>
              <a:ext uri="{FF2B5EF4-FFF2-40B4-BE49-F238E27FC236}">
                <a16:creationId xmlns:a16="http://schemas.microsoft.com/office/drawing/2014/main" id="{20AF4B10-4171-E192-06C0-A2006CD839B6}"/>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84480596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prstClr val="white"/>
                </a:solidFill>
                <a:effectLst/>
                <a:uLnTx/>
                <a:uFillTx/>
                <a:latin typeface="Calibri Light" panose="020F0302020204030204"/>
                <a:ea typeface="+mj-ea"/>
                <a:cs typeface="+mj-cs"/>
              </a:rPr>
              <a:t>Q. Write a function to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j-ea"/>
                <a:cs typeface="+mj-cs"/>
              </a:rPr>
              <a:t>remove a specific element </a:t>
            </a:r>
            <a:r>
              <a:rPr kumimoji="0" lang="en-US" sz="2400" b="1" i="0" u="none" strike="noStrike" kern="1200" cap="none" spc="0" normalizeH="0" baseline="0" noProof="0" dirty="0">
                <a:ln>
                  <a:noFill/>
                </a:ln>
                <a:solidFill>
                  <a:prstClr val="white"/>
                </a:solidFill>
                <a:effectLst/>
                <a:uLnTx/>
                <a:uFillTx/>
                <a:latin typeface="Calibri Light" panose="020F0302020204030204"/>
                <a:ea typeface="+mj-ea"/>
                <a:cs typeface="+mj-cs"/>
              </a:rPr>
              <a:t>from an array.</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D88FDBC9-3555-AF27-21FF-915ABD023817}"/>
              </a:ext>
            </a:extLst>
          </p:cNvPr>
          <p:cNvSpPr/>
          <p:nvPr/>
        </p:nvSpPr>
        <p:spPr>
          <a:xfrm>
            <a:off x="5791200" y="937099"/>
            <a:ext cx="6241701" cy="585567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RemoveElementFromArray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6</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elementToRemove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newArray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removeElement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elementToRemove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toString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newArray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 2, 4, 5, 6]</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removeElement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element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Count occurrences of the element to be removed</a:t>
            </a: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item</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item</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element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new array of the appropriate size</a:t>
            </a: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newArray</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array</a:t>
            </a:r>
            <a:r>
              <a:rPr kumimoji="0" lang="en-US"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length</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index</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Copy elements except the one to be removed</a:t>
            </a: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item</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item</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element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US"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newArray</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index</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item</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newArray</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graphicFrame>
        <p:nvGraphicFramePr>
          <p:cNvPr id="6" name="Table 5">
            <a:extLst>
              <a:ext uri="{FF2B5EF4-FFF2-40B4-BE49-F238E27FC236}">
                <a16:creationId xmlns:a16="http://schemas.microsoft.com/office/drawing/2014/main" id="{BFE60DC8-5BF6-87D6-7544-3ED7B4B4CDB2}"/>
              </a:ext>
            </a:extLst>
          </p:cNvPr>
          <p:cNvGraphicFramePr>
            <a:graphicFrameLocks noGrp="1"/>
          </p:cNvGraphicFramePr>
          <p:nvPr/>
        </p:nvGraphicFramePr>
        <p:xfrm>
          <a:off x="1466126" y="1237438"/>
          <a:ext cx="3153997" cy="741680"/>
        </p:xfrm>
        <a:graphic>
          <a:graphicData uri="http://schemas.openxmlformats.org/drawingml/2006/table">
            <a:tbl>
              <a:tblPr firstRow="1" bandRow="1">
                <a:tableStyleId>{BDBED569-4797-4DF1-A0F4-6AAB3CD982D8}</a:tableStyleId>
              </a:tblPr>
              <a:tblGrid>
                <a:gridCol w="450571">
                  <a:extLst>
                    <a:ext uri="{9D8B030D-6E8A-4147-A177-3AD203B41FA5}">
                      <a16:colId xmlns:a16="http://schemas.microsoft.com/office/drawing/2014/main" val="1042581215"/>
                    </a:ext>
                  </a:extLst>
                </a:gridCol>
                <a:gridCol w="450571">
                  <a:extLst>
                    <a:ext uri="{9D8B030D-6E8A-4147-A177-3AD203B41FA5}">
                      <a16:colId xmlns:a16="http://schemas.microsoft.com/office/drawing/2014/main" val="1055456683"/>
                    </a:ext>
                  </a:extLst>
                </a:gridCol>
                <a:gridCol w="450571">
                  <a:extLst>
                    <a:ext uri="{9D8B030D-6E8A-4147-A177-3AD203B41FA5}">
                      <a16:colId xmlns:a16="http://schemas.microsoft.com/office/drawing/2014/main" val="4267117164"/>
                    </a:ext>
                  </a:extLst>
                </a:gridCol>
                <a:gridCol w="450571">
                  <a:extLst>
                    <a:ext uri="{9D8B030D-6E8A-4147-A177-3AD203B41FA5}">
                      <a16:colId xmlns:a16="http://schemas.microsoft.com/office/drawing/2014/main" val="1787610018"/>
                    </a:ext>
                  </a:extLst>
                </a:gridCol>
                <a:gridCol w="450571">
                  <a:extLst>
                    <a:ext uri="{9D8B030D-6E8A-4147-A177-3AD203B41FA5}">
                      <a16:colId xmlns:a16="http://schemas.microsoft.com/office/drawing/2014/main" val="1378267169"/>
                    </a:ext>
                  </a:extLst>
                </a:gridCol>
                <a:gridCol w="450571">
                  <a:extLst>
                    <a:ext uri="{9D8B030D-6E8A-4147-A177-3AD203B41FA5}">
                      <a16:colId xmlns:a16="http://schemas.microsoft.com/office/drawing/2014/main" val="467157870"/>
                    </a:ext>
                  </a:extLst>
                </a:gridCol>
                <a:gridCol w="450571">
                  <a:extLst>
                    <a:ext uri="{9D8B030D-6E8A-4147-A177-3AD203B41FA5}">
                      <a16:colId xmlns:a16="http://schemas.microsoft.com/office/drawing/2014/main" val="3965806404"/>
                    </a:ext>
                  </a:extLst>
                </a:gridCol>
              </a:tblGrid>
              <a:tr h="370840">
                <a:tc>
                  <a:txBody>
                    <a:bodyPr/>
                    <a:lstStyle/>
                    <a:p>
                      <a:pPr algn="ctr"/>
                      <a:r>
                        <a:rPr lang="en-US" dirty="0"/>
                        <a:t>0</a:t>
                      </a:r>
                      <a:endParaRPr lang="en-IN" dirty="0"/>
                    </a:p>
                  </a:txBody>
                  <a:tcPr/>
                </a:tc>
                <a:tc>
                  <a:txBody>
                    <a:bodyPr/>
                    <a:lstStyle/>
                    <a:p>
                      <a:pPr algn="ctr"/>
                      <a:r>
                        <a:rPr lang="en-US" dirty="0"/>
                        <a:t>1</a:t>
                      </a:r>
                      <a:endParaRPr lang="en-IN" dirty="0"/>
                    </a:p>
                  </a:txBody>
                  <a:tcPr/>
                </a:tc>
                <a:tc>
                  <a:txBody>
                    <a:bodyPr/>
                    <a:lstStyle/>
                    <a:p>
                      <a:pPr algn="ctr"/>
                      <a:r>
                        <a:rPr lang="en-US" dirty="0"/>
                        <a:t>2</a:t>
                      </a:r>
                      <a:endParaRPr lang="en-IN" dirty="0"/>
                    </a:p>
                  </a:txBody>
                  <a:tcPr>
                    <a:solidFill>
                      <a:srgbClr val="FFCCFF"/>
                    </a:solidFill>
                  </a:tcPr>
                </a:tc>
                <a:tc>
                  <a:txBody>
                    <a:bodyPr/>
                    <a:lstStyle/>
                    <a:p>
                      <a:pPr algn="ctr"/>
                      <a:r>
                        <a:rPr lang="en-US" dirty="0"/>
                        <a:t>3</a:t>
                      </a:r>
                      <a:endParaRPr lang="en-IN" dirty="0"/>
                    </a:p>
                  </a:txBody>
                  <a:tcPr/>
                </a:tc>
                <a:tc>
                  <a:txBody>
                    <a:bodyPr/>
                    <a:lstStyle/>
                    <a:p>
                      <a:pPr algn="ctr"/>
                      <a:r>
                        <a:rPr lang="en-US" dirty="0"/>
                        <a:t>4</a:t>
                      </a:r>
                      <a:endParaRPr lang="en-IN" dirty="0"/>
                    </a:p>
                  </a:txBody>
                  <a:tcPr/>
                </a:tc>
                <a:tc>
                  <a:txBody>
                    <a:bodyPr/>
                    <a:lstStyle/>
                    <a:p>
                      <a:pPr algn="ctr"/>
                      <a:r>
                        <a:rPr lang="en-US" dirty="0"/>
                        <a:t>5</a:t>
                      </a:r>
                      <a:endParaRPr lang="en-IN" dirty="0"/>
                    </a:p>
                  </a:txBody>
                  <a:tcPr>
                    <a:solidFill>
                      <a:srgbClr val="FFCCFF"/>
                    </a:solidFill>
                  </a:tcPr>
                </a:tc>
                <a:tc>
                  <a:txBody>
                    <a:bodyPr/>
                    <a:lstStyle/>
                    <a:p>
                      <a:pPr algn="ctr"/>
                      <a:r>
                        <a:rPr lang="en-US" dirty="0"/>
                        <a:t>6</a:t>
                      </a:r>
                      <a:endParaRPr lang="en-IN" dirty="0"/>
                    </a:p>
                  </a:txBody>
                  <a:tcPr/>
                </a:tc>
                <a:extLst>
                  <a:ext uri="{0D108BD9-81ED-4DB2-BD59-A6C34878D82A}">
                    <a16:rowId xmlns:a16="http://schemas.microsoft.com/office/drawing/2014/main" val="2589846729"/>
                  </a:ext>
                </a:extLst>
              </a:tr>
              <a:tr h="370840">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solidFill>
                      <a:srgbClr val="FFCCFF"/>
                    </a:solidFill>
                  </a:tcPr>
                </a:tc>
                <a:tc>
                  <a:txBody>
                    <a:bodyPr/>
                    <a:lstStyle/>
                    <a:p>
                      <a:pPr algn="ctr"/>
                      <a:r>
                        <a:rPr lang="en-US" dirty="0"/>
                        <a:t>4</a:t>
                      </a:r>
                      <a:endParaRPr lang="en-IN" dirty="0"/>
                    </a:p>
                  </a:txBody>
                  <a:tcPr/>
                </a:tc>
                <a:tc>
                  <a:txBody>
                    <a:bodyPr/>
                    <a:lstStyle/>
                    <a:p>
                      <a:pPr algn="ctr"/>
                      <a:r>
                        <a:rPr lang="en-US" dirty="0"/>
                        <a:t>5</a:t>
                      </a:r>
                      <a:endParaRPr lang="en-IN" dirty="0"/>
                    </a:p>
                  </a:txBody>
                  <a:tcPr/>
                </a:tc>
                <a:tc>
                  <a:txBody>
                    <a:bodyPr/>
                    <a:lstStyle/>
                    <a:p>
                      <a:pPr algn="ctr"/>
                      <a:r>
                        <a:rPr lang="en-US" dirty="0"/>
                        <a:t>3</a:t>
                      </a:r>
                      <a:endParaRPr lang="en-IN" dirty="0"/>
                    </a:p>
                  </a:txBody>
                  <a:tcPr>
                    <a:solidFill>
                      <a:srgbClr val="FFCCFF"/>
                    </a:solidFill>
                  </a:tcPr>
                </a:tc>
                <a:tc>
                  <a:txBody>
                    <a:bodyPr/>
                    <a:lstStyle/>
                    <a:p>
                      <a:pPr algn="ctr"/>
                      <a:r>
                        <a:rPr lang="en-US" dirty="0"/>
                        <a:t>6</a:t>
                      </a:r>
                      <a:endParaRPr lang="en-IN" dirty="0"/>
                    </a:p>
                  </a:txBody>
                  <a:tcPr/>
                </a:tc>
                <a:extLst>
                  <a:ext uri="{0D108BD9-81ED-4DB2-BD59-A6C34878D82A}">
                    <a16:rowId xmlns:a16="http://schemas.microsoft.com/office/drawing/2014/main" val="2164270684"/>
                  </a:ext>
                </a:extLst>
              </a:tr>
            </a:tbl>
          </a:graphicData>
        </a:graphic>
      </p:graphicFrame>
      <p:sp>
        <p:nvSpPr>
          <p:cNvPr id="8" name="TextBox 7">
            <a:extLst>
              <a:ext uri="{FF2B5EF4-FFF2-40B4-BE49-F238E27FC236}">
                <a16:creationId xmlns:a16="http://schemas.microsoft.com/office/drawing/2014/main" id="{02145F2F-556E-F71F-D237-04EE81A16720}"/>
              </a:ext>
            </a:extLst>
          </p:cNvPr>
          <p:cNvSpPr txBox="1"/>
          <p:nvPr/>
        </p:nvSpPr>
        <p:spPr>
          <a:xfrm>
            <a:off x="708618" y="1423612"/>
            <a:ext cx="73274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array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0" name="Table 9">
            <a:extLst>
              <a:ext uri="{FF2B5EF4-FFF2-40B4-BE49-F238E27FC236}">
                <a16:creationId xmlns:a16="http://schemas.microsoft.com/office/drawing/2014/main" id="{7166EF83-E8B5-258D-C061-B324B7D3CF29}"/>
              </a:ext>
            </a:extLst>
          </p:cNvPr>
          <p:cNvGraphicFramePr>
            <a:graphicFrameLocks noGrp="1"/>
          </p:cNvGraphicFramePr>
          <p:nvPr/>
        </p:nvGraphicFramePr>
        <p:xfrm>
          <a:off x="1900631" y="5419061"/>
          <a:ext cx="2270317" cy="741680"/>
        </p:xfrm>
        <a:graphic>
          <a:graphicData uri="http://schemas.openxmlformats.org/drawingml/2006/table">
            <a:tbl>
              <a:tblPr firstRow="1" bandRow="1">
                <a:tableStyleId>{5DA37D80-6434-44D0-A028-1B22A696006F}</a:tableStyleId>
              </a:tblPr>
              <a:tblGrid>
                <a:gridCol w="400889">
                  <a:extLst>
                    <a:ext uri="{9D8B030D-6E8A-4147-A177-3AD203B41FA5}">
                      <a16:colId xmlns:a16="http://schemas.microsoft.com/office/drawing/2014/main" val="1042581215"/>
                    </a:ext>
                  </a:extLst>
                </a:gridCol>
                <a:gridCol w="467357">
                  <a:extLst>
                    <a:ext uri="{9D8B030D-6E8A-4147-A177-3AD203B41FA5}">
                      <a16:colId xmlns:a16="http://schemas.microsoft.com/office/drawing/2014/main" val="1055456683"/>
                    </a:ext>
                  </a:extLst>
                </a:gridCol>
                <a:gridCol w="467357">
                  <a:extLst>
                    <a:ext uri="{9D8B030D-6E8A-4147-A177-3AD203B41FA5}">
                      <a16:colId xmlns:a16="http://schemas.microsoft.com/office/drawing/2014/main" val="4267117164"/>
                    </a:ext>
                  </a:extLst>
                </a:gridCol>
                <a:gridCol w="467357">
                  <a:extLst>
                    <a:ext uri="{9D8B030D-6E8A-4147-A177-3AD203B41FA5}">
                      <a16:colId xmlns:a16="http://schemas.microsoft.com/office/drawing/2014/main" val="537293372"/>
                    </a:ext>
                  </a:extLst>
                </a:gridCol>
                <a:gridCol w="467357">
                  <a:extLst>
                    <a:ext uri="{9D8B030D-6E8A-4147-A177-3AD203B41FA5}">
                      <a16:colId xmlns:a16="http://schemas.microsoft.com/office/drawing/2014/main" val="261930077"/>
                    </a:ext>
                  </a:extLst>
                </a:gridCol>
              </a:tblGrid>
              <a:tr h="370840">
                <a:tc>
                  <a:txBody>
                    <a:bodyPr/>
                    <a:lstStyle/>
                    <a:p>
                      <a:pPr algn="ctr"/>
                      <a:r>
                        <a:rPr lang="en-US" dirty="0"/>
                        <a:t>0</a:t>
                      </a:r>
                      <a:endParaRPr lang="en-IN" dirty="0"/>
                    </a:p>
                  </a:txBody>
                  <a:tcPr/>
                </a:tc>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tc>
                  <a:txBody>
                    <a:bodyPr/>
                    <a:lstStyle/>
                    <a:p>
                      <a:pPr algn="ctr"/>
                      <a:r>
                        <a:rPr lang="en-US" dirty="0"/>
                        <a:t>4</a:t>
                      </a:r>
                      <a:endParaRPr lang="en-IN" dirty="0"/>
                    </a:p>
                  </a:txBody>
                  <a:tcPr/>
                </a:tc>
                <a:extLst>
                  <a:ext uri="{0D108BD9-81ED-4DB2-BD59-A6C34878D82A}">
                    <a16:rowId xmlns:a16="http://schemas.microsoft.com/office/drawing/2014/main" val="2589846729"/>
                  </a:ext>
                </a:extLst>
              </a:tr>
              <a:tr h="370840">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4</a:t>
                      </a:r>
                      <a:endParaRPr lang="en-IN" dirty="0"/>
                    </a:p>
                  </a:txBody>
                  <a:tcPr/>
                </a:tc>
                <a:tc>
                  <a:txBody>
                    <a:bodyPr/>
                    <a:lstStyle/>
                    <a:p>
                      <a:pPr algn="ctr"/>
                      <a:r>
                        <a:rPr lang="en-US" dirty="0"/>
                        <a:t>5</a:t>
                      </a:r>
                      <a:endParaRPr lang="en-IN" dirty="0"/>
                    </a:p>
                  </a:txBody>
                  <a:tcPr/>
                </a:tc>
                <a:tc>
                  <a:txBody>
                    <a:bodyPr/>
                    <a:lstStyle/>
                    <a:p>
                      <a:pPr algn="ctr"/>
                      <a:r>
                        <a:rPr lang="en-US" dirty="0"/>
                        <a:t>6</a:t>
                      </a:r>
                      <a:endParaRPr lang="en-IN" dirty="0"/>
                    </a:p>
                  </a:txBody>
                  <a:tcPr/>
                </a:tc>
                <a:extLst>
                  <a:ext uri="{0D108BD9-81ED-4DB2-BD59-A6C34878D82A}">
                    <a16:rowId xmlns:a16="http://schemas.microsoft.com/office/drawing/2014/main" val="2164270684"/>
                  </a:ext>
                </a:extLst>
              </a:tr>
            </a:tbl>
          </a:graphicData>
        </a:graphic>
      </p:graphicFrame>
      <p:sp>
        <p:nvSpPr>
          <p:cNvPr id="11" name="TextBox 10">
            <a:extLst>
              <a:ext uri="{FF2B5EF4-FFF2-40B4-BE49-F238E27FC236}">
                <a16:creationId xmlns:a16="http://schemas.microsoft.com/office/drawing/2014/main" id="{E0AAE488-118C-6403-80DA-8B5A10B915EB}"/>
              </a:ext>
            </a:extLst>
          </p:cNvPr>
          <p:cNvSpPr txBox="1"/>
          <p:nvPr/>
        </p:nvSpPr>
        <p:spPr>
          <a:xfrm>
            <a:off x="250840" y="5347746"/>
            <a:ext cx="1586757" cy="92333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Array with element removed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Arrow: Down 11">
            <a:extLst>
              <a:ext uri="{FF2B5EF4-FFF2-40B4-BE49-F238E27FC236}">
                <a16:creationId xmlns:a16="http://schemas.microsoft.com/office/drawing/2014/main" id="{38F53697-A419-4CE6-3759-B8FB3087CE93}"/>
              </a:ext>
            </a:extLst>
          </p:cNvPr>
          <p:cNvSpPr/>
          <p:nvPr/>
        </p:nvSpPr>
        <p:spPr>
          <a:xfrm>
            <a:off x="2844172" y="4829117"/>
            <a:ext cx="397904" cy="436702"/>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13" name="Table 12">
            <a:extLst>
              <a:ext uri="{FF2B5EF4-FFF2-40B4-BE49-F238E27FC236}">
                <a16:creationId xmlns:a16="http://schemas.microsoft.com/office/drawing/2014/main" id="{0F1A4017-C65F-4E7D-E3B8-99ADC860E857}"/>
              </a:ext>
            </a:extLst>
          </p:cNvPr>
          <p:cNvGraphicFramePr>
            <a:graphicFrameLocks noGrp="1"/>
          </p:cNvGraphicFramePr>
          <p:nvPr/>
        </p:nvGraphicFramePr>
        <p:xfrm>
          <a:off x="1900631" y="3929113"/>
          <a:ext cx="2270315" cy="741680"/>
        </p:xfrm>
        <a:graphic>
          <a:graphicData uri="http://schemas.openxmlformats.org/drawingml/2006/table">
            <a:tbl>
              <a:tblPr firstRow="1" bandRow="1">
                <a:tableStyleId>{5DA37D80-6434-44D0-A028-1B22A696006F}</a:tableStyleId>
              </a:tblPr>
              <a:tblGrid>
                <a:gridCol w="454063">
                  <a:extLst>
                    <a:ext uri="{9D8B030D-6E8A-4147-A177-3AD203B41FA5}">
                      <a16:colId xmlns:a16="http://schemas.microsoft.com/office/drawing/2014/main" val="1042581215"/>
                    </a:ext>
                  </a:extLst>
                </a:gridCol>
                <a:gridCol w="454063">
                  <a:extLst>
                    <a:ext uri="{9D8B030D-6E8A-4147-A177-3AD203B41FA5}">
                      <a16:colId xmlns:a16="http://schemas.microsoft.com/office/drawing/2014/main" val="1055456683"/>
                    </a:ext>
                  </a:extLst>
                </a:gridCol>
                <a:gridCol w="454063">
                  <a:extLst>
                    <a:ext uri="{9D8B030D-6E8A-4147-A177-3AD203B41FA5}">
                      <a16:colId xmlns:a16="http://schemas.microsoft.com/office/drawing/2014/main" val="4267117164"/>
                    </a:ext>
                  </a:extLst>
                </a:gridCol>
                <a:gridCol w="454063">
                  <a:extLst>
                    <a:ext uri="{9D8B030D-6E8A-4147-A177-3AD203B41FA5}">
                      <a16:colId xmlns:a16="http://schemas.microsoft.com/office/drawing/2014/main" val="537293372"/>
                    </a:ext>
                  </a:extLst>
                </a:gridCol>
                <a:gridCol w="454063">
                  <a:extLst>
                    <a:ext uri="{9D8B030D-6E8A-4147-A177-3AD203B41FA5}">
                      <a16:colId xmlns:a16="http://schemas.microsoft.com/office/drawing/2014/main" val="261930077"/>
                    </a:ext>
                  </a:extLst>
                </a:gridCol>
              </a:tblGrid>
              <a:tr h="370840">
                <a:tc>
                  <a:txBody>
                    <a:bodyPr/>
                    <a:lstStyle/>
                    <a:p>
                      <a:pPr algn="ctr"/>
                      <a:r>
                        <a:rPr lang="en-US" dirty="0"/>
                        <a:t>0</a:t>
                      </a:r>
                      <a:endParaRPr lang="en-IN" dirty="0"/>
                    </a:p>
                  </a:txBody>
                  <a:tcPr/>
                </a:tc>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3</a:t>
                      </a:r>
                      <a:endParaRPr lang="en-IN" dirty="0"/>
                    </a:p>
                  </a:txBody>
                  <a:tcPr/>
                </a:tc>
                <a:tc>
                  <a:txBody>
                    <a:bodyPr/>
                    <a:lstStyle/>
                    <a:p>
                      <a:pPr algn="ctr"/>
                      <a:r>
                        <a:rPr lang="en-US" dirty="0"/>
                        <a:t>4</a:t>
                      </a:r>
                      <a:endParaRPr lang="en-IN" dirty="0"/>
                    </a:p>
                  </a:txBody>
                  <a:tcPr/>
                </a:tc>
                <a:extLst>
                  <a:ext uri="{0D108BD9-81ED-4DB2-BD59-A6C34878D82A}">
                    <a16:rowId xmlns:a16="http://schemas.microsoft.com/office/drawing/2014/main" val="2589846729"/>
                  </a:ext>
                </a:extLst>
              </a:tr>
              <a:tr h="370840">
                <a:tc>
                  <a:txBody>
                    <a:bodyPr/>
                    <a:lstStyle/>
                    <a:p>
                      <a:pPr algn="ctr"/>
                      <a:endParaRPr lang="en-IN" dirty="0"/>
                    </a:p>
                  </a:txBody>
                  <a:tcPr/>
                </a:tc>
                <a:tc>
                  <a:txBody>
                    <a:bodyPr/>
                    <a:lstStyle/>
                    <a:p>
                      <a:pPr algn="ctr"/>
                      <a:endParaRPr lang="en-IN" dirty="0"/>
                    </a:p>
                  </a:txBody>
                  <a:tcPr/>
                </a:tc>
                <a:tc>
                  <a:txBody>
                    <a:bodyPr/>
                    <a:lstStyle/>
                    <a:p>
                      <a:pPr algn="ctr"/>
                      <a:endParaRPr lang="en-IN" dirty="0"/>
                    </a:p>
                  </a:txBody>
                  <a:tcPr/>
                </a:tc>
                <a:tc>
                  <a:txBody>
                    <a:bodyPr/>
                    <a:lstStyle/>
                    <a:p>
                      <a:pPr algn="ctr"/>
                      <a:endParaRPr lang="en-IN" dirty="0"/>
                    </a:p>
                  </a:txBody>
                  <a:tcPr/>
                </a:tc>
                <a:tc>
                  <a:txBody>
                    <a:bodyPr/>
                    <a:lstStyle/>
                    <a:p>
                      <a:pPr algn="ctr"/>
                      <a:endParaRPr lang="en-IN" dirty="0"/>
                    </a:p>
                  </a:txBody>
                  <a:tcPr/>
                </a:tc>
                <a:extLst>
                  <a:ext uri="{0D108BD9-81ED-4DB2-BD59-A6C34878D82A}">
                    <a16:rowId xmlns:a16="http://schemas.microsoft.com/office/drawing/2014/main" val="2164270684"/>
                  </a:ext>
                </a:extLst>
              </a:tr>
            </a:tbl>
          </a:graphicData>
        </a:graphic>
      </p:graphicFrame>
      <p:sp>
        <p:nvSpPr>
          <p:cNvPr id="14" name="TextBox 13">
            <a:extLst>
              <a:ext uri="{FF2B5EF4-FFF2-40B4-BE49-F238E27FC236}">
                <a16:creationId xmlns:a16="http://schemas.microsoft.com/office/drawing/2014/main" id="{92C1BE85-1A74-87E9-F7C4-A34AC5458BAF}"/>
              </a:ext>
            </a:extLst>
          </p:cNvPr>
          <p:cNvSpPr txBox="1"/>
          <p:nvPr/>
        </p:nvSpPr>
        <p:spPr>
          <a:xfrm>
            <a:off x="355694" y="4024462"/>
            <a:ext cx="1277231"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New empty array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Arrow: Down 14">
            <a:extLst>
              <a:ext uri="{FF2B5EF4-FFF2-40B4-BE49-F238E27FC236}">
                <a16:creationId xmlns:a16="http://schemas.microsoft.com/office/drawing/2014/main" id="{230305D4-4135-C5F5-1FE4-3689B78F6691}"/>
              </a:ext>
            </a:extLst>
          </p:cNvPr>
          <p:cNvSpPr/>
          <p:nvPr/>
        </p:nvSpPr>
        <p:spPr>
          <a:xfrm rot="19530974">
            <a:off x="2701459" y="2032587"/>
            <a:ext cx="239099" cy="680414"/>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F4AEDD20-3D72-E9DE-EC3C-075BCB522C70}"/>
              </a:ext>
            </a:extLst>
          </p:cNvPr>
          <p:cNvSpPr txBox="1"/>
          <p:nvPr/>
        </p:nvSpPr>
        <p:spPr>
          <a:xfrm>
            <a:off x="41385" y="2585537"/>
            <a:ext cx="1796213" cy="92333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Number of occurrences of element(3)</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Rectangle: Rounded Corners 16">
            <a:extLst>
              <a:ext uri="{FF2B5EF4-FFF2-40B4-BE49-F238E27FC236}">
                <a16:creationId xmlns:a16="http://schemas.microsoft.com/office/drawing/2014/main" id="{754ECFF8-BA6B-1486-AD8E-2571F83EF315}"/>
              </a:ext>
            </a:extLst>
          </p:cNvPr>
          <p:cNvSpPr/>
          <p:nvPr/>
        </p:nvSpPr>
        <p:spPr>
          <a:xfrm>
            <a:off x="2719560" y="2710167"/>
            <a:ext cx="770021" cy="487897"/>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Arrow: Down 17">
            <a:extLst>
              <a:ext uri="{FF2B5EF4-FFF2-40B4-BE49-F238E27FC236}">
                <a16:creationId xmlns:a16="http://schemas.microsoft.com/office/drawing/2014/main" id="{76DCDA0E-9B1B-5D47-1234-1CFAD104E984}"/>
              </a:ext>
            </a:extLst>
          </p:cNvPr>
          <p:cNvSpPr/>
          <p:nvPr/>
        </p:nvSpPr>
        <p:spPr>
          <a:xfrm rot="2457340">
            <a:off x="3489926" y="2027471"/>
            <a:ext cx="239099" cy="680414"/>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Arrow: Down 18">
            <a:extLst>
              <a:ext uri="{FF2B5EF4-FFF2-40B4-BE49-F238E27FC236}">
                <a16:creationId xmlns:a16="http://schemas.microsoft.com/office/drawing/2014/main" id="{6EB15444-B4E6-4A71-FBAC-8CB4F8E1F2E2}"/>
              </a:ext>
            </a:extLst>
          </p:cNvPr>
          <p:cNvSpPr/>
          <p:nvPr/>
        </p:nvSpPr>
        <p:spPr>
          <a:xfrm>
            <a:off x="2853710" y="3329900"/>
            <a:ext cx="397904" cy="436702"/>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48802409-6F89-39C1-2AE6-834EE0B6F24B}"/>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4146607923"/>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551194"/>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Write a function that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counts the number of characters</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in a string?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How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iterate a string</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Write a function that returns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reverse of a string</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Write a function that checks whether a given string is a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palindrome</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or not?</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String Coding Problems</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517DE35E-EB83-7003-1661-E37712C8DC54}"/>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5496078" y="2340076"/>
            <a:ext cx="636255" cy="253133"/>
          </a:xfrm>
          <a:prstGeom prst="rect">
            <a:avLst/>
          </a:prstGeom>
        </p:spPr>
      </p:pic>
      <p:pic>
        <p:nvPicPr>
          <p:cNvPr id="6" name="Picture 5">
            <a:extLst>
              <a:ext uri="{FF2B5EF4-FFF2-40B4-BE49-F238E27FC236}">
                <a16:creationId xmlns:a16="http://schemas.microsoft.com/office/drawing/2014/main" id="{30648CF1-3379-E0A0-895B-9D5987A6E31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564630" y="2726179"/>
            <a:ext cx="636255" cy="253133"/>
          </a:xfrm>
          <a:prstGeom prst="rect">
            <a:avLst/>
          </a:prstGeom>
        </p:spPr>
      </p:pic>
      <p:pic>
        <p:nvPicPr>
          <p:cNvPr id="12" name="Picture 6" descr="Coding - Free computer icons">
            <a:extLst>
              <a:ext uri="{FF2B5EF4-FFF2-40B4-BE49-F238E27FC236}">
                <a16:creationId xmlns:a16="http://schemas.microsoft.com/office/drawing/2014/main" id="{606F9003-55B3-EE1D-F8B2-6A1580D1056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735692" y="336972"/>
            <a:ext cx="720615" cy="720615"/>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F045A68D-918D-A1F5-D8FD-5413D0E596F0}"/>
              </a:ext>
            </a:extLst>
          </p:cNvPr>
          <p:cNvSpPr txBox="1"/>
          <p:nvPr/>
        </p:nvSpPr>
        <p:spPr>
          <a:xfrm>
            <a:off x="10342731" y="6373174"/>
            <a:ext cx="1972639" cy="307777"/>
          </a:xfrm>
          <a:prstGeom prst="rect">
            <a:avLst/>
          </a:prstGeom>
          <a:noFill/>
        </p:spPr>
        <p:txBody>
          <a:bodyPr wrap="square">
            <a:spAutoFit/>
          </a:bodyPr>
          <a:lstStyle/>
          <a:p>
            <a:r>
              <a:rPr lang="en-US" sz="1400" dirty="0">
                <a:hlinkClick r:id="rId10" action="ppaction://hlinksldjump"/>
              </a:rPr>
              <a:t>Back to main index</a:t>
            </a:r>
            <a:endParaRPr lang="en-IN" sz="1400" dirty="0"/>
          </a:p>
        </p:txBody>
      </p:sp>
    </p:spTree>
    <p:extLst>
      <p:ext uri="{BB962C8B-B14F-4D97-AF65-F5344CB8AC3E}">
        <p14:creationId xmlns:p14="http://schemas.microsoft.com/office/powerpoint/2010/main" val="3646468492"/>
      </p:ext>
    </p:extLst>
  </p:cSld>
  <p:clrMapOvr>
    <a:overrideClrMapping bg1="dk1" tx1="lt1" bg2="dk2" tx2="lt2" accent1="accent1" accent2="accent2" accent3="accent3" accent4="accent4" accent5="accent5" accent6="accent6" hlink="hlink" folHlink="folHlink"/>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that counts the </a:t>
            </a:r>
            <a:r>
              <a:rPr lang="en-US" sz="2400" b="1" dirty="0">
                <a:solidFill>
                  <a:srgbClr val="FFFF00"/>
                </a:solidFill>
                <a:ea typeface="+mn-ea"/>
                <a:cs typeface="+mn-cs"/>
              </a:rPr>
              <a:t>number of characters</a:t>
            </a:r>
            <a:r>
              <a:rPr lang="en-US" sz="2400" b="1" dirty="0">
                <a:solidFill>
                  <a:schemeClr val="bg1"/>
                </a:solidFill>
                <a:ea typeface="+mn-ea"/>
                <a:cs typeface="+mn-cs"/>
              </a:rPr>
              <a:t> in a string?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a:extLst>
              <a:ext uri="{FF2B5EF4-FFF2-40B4-BE49-F238E27FC236}">
                <a16:creationId xmlns:a16="http://schemas.microsoft.com/office/drawing/2014/main" id="{144C070A-2205-26D3-0B6D-595F3F106496}"/>
              </a:ext>
            </a:extLst>
          </p:cNvPr>
          <p:cNvSpPr/>
          <p:nvPr/>
        </p:nvSpPr>
        <p:spPr>
          <a:xfrm>
            <a:off x="6045815" y="915186"/>
            <a:ext cx="5736761" cy="578332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CharacterCounter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 input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 result received by the function</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characterCount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countCharacters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Print result: Output: 15</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characterCount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Function </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countCharacters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Edge case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null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Handle null input by returning 0</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Logic</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input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5" name="Rectangle 4">
            <a:extLst>
              <a:ext uri="{FF2B5EF4-FFF2-40B4-BE49-F238E27FC236}">
                <a16:creationId xmlns:a16="http://schemas.microsoft.com/office/drawing/2014/main" id="{66419639-464E-4C0C-785D-97AB5DA022F8}"/>
              </a:ext>
            </a:extLst>
          </p:cNvPr>
          <p:cNvSpPr/>
          <p:nvPr/>
        </p:nvSpPr>
        <p:spPr>
          <a:xfrm>
            <a:off x="6472904" y="5848358"/>
            <a:ext cx="2623367" cy="319339"/>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6" name="Diagram 5">
            <a:extLst>
              <a:ext uri="{FF2B5EF4-FFF2-40B4-BE49-F238E27FC236}">
                <a16:creationId xmlns:a16="http://schemas.microsoft.com/office/drawing/2014/main" id="{7DF70FCD-CF62-EB55-0B05-34A744ADE7D4}"/>
              </a:ext>
            </a:extLst>
          </p:cNvPr>
          <p:cNvGraphicFramePr/>
          <p:nvPr/>
        </p:nvGraphicFramePr>
        <p:xfrm>
          <a:off x="559773" y="1266230"/>
          <a:ext cx="4121955" cy="4989117"/>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cxnSp>
        <p:nvCxnSpPr>
          <p:cNvPr id="10" name="Straight Arrow Connector 9">
            <a:extLst>
              <a:ext uri="{FF2B5EF4-FFF2-40B4-BE49-F238E27FC236}">
                <a16:creationId xmlns:a16="http://schemas.microsoft.com/office/drawing/2014/main" id="{C62E6459-0517-3785-88CA-61110E2B9262}"/>
              </a:ext>
            </a:extLst>
          </p:cNvPr>
          <p:cNvCxnSpPr>
            <a:cxnSpLocks/>
          </p:cNvCxnSpPr>
          <p:nvPr/>
        </p:nvCxnSpPr>
        <p:spPr>
          <a:xfrm>
            <a:off x="4681728" y="2157984"/>
            <a:ext cx="1756886"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137DE561-F921-891B-F086-8C565DFBBA50}"/>
              </a:ext>
            </a:extLst>
          </p:cNvPr>
          <p:cNvCxnSpPr>
            <a:cxnSpLocks/>
          </p:cNvCxnSpPr>
          <p:nvPr/>
        </p:nvCxnSpPr>
        <p:spPr>
          <a:xfrm>
            <a:off x="4681728" y="2816352"/>
            <a:ext cx="1756886"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54F07511-F92A-C364-595E-989050F993D0}"/>
              </a:ext>
            </a:extLst>
          </p:cNvPr>
          <p:cNvCxnSpPr>
            <a:cxnSpLocks/>
            <a:stCxn id="6" idx="3"/>
          </p:cNvCxnSpPr>
          <p:nvPr/>
        </p:nvCxnSpPr>
        <p:spPr>
          <a:xfrm flipV="1">
            <a:off x="4681728" y="3429000"/>
            <a:ext cx="1756886" cy="33178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849A229B-265D-025F-9F4B-B6145582881C}"/>
              </a:ext>
            </a:extLst>
          </p:cNvPr>
          <p:cNvCxnSpPr>
            <a:cxnSpLocks/>
          </p:cNvCxnSpPr>
          <p:nvPr/>
        </p:nvCxnSpPr>
        <p:spPr>
          <a:xfrm flipV="1">
            <a:off x="4681728" y="4407408"/>
            <a:ext cx="1609344" cy="14630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66E6D4E1-60AE-FF2B-919D-C76AFC58D634}"/>
              </a:ext>
            </a:extLst>
          </p:cNvPr>
          <p:cNvCxnSpPr>
            <a:cxnSpLocks/>
          </p:cNvCxnSpPr>
          <p:nvPr/>
        </p:nvCxnSpPr>
        <p:spPr>
          <a:xfrm flipV="1">
            <a:off x="4681728" y="4974336"/>
            <a:ext cx="1756886" cy="96847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5A63DD82-7EE7-D470-20F0-FF10AF491056}"/>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0"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16514900"/>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How to iterate a string?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8DB7D75B-DB94-1C32-38F8-527B5BAD3C1B}"/>
              </a:ext>
            </a:extLst>
          </p:cNvPr>
          <p:cNvSpPr/>
          <p:nvPr/>
        </p:nvSpPr>
        <p:spPr>
          <a:xfrm>
            <a:off x="6194578" y="1009190"/>
            <a:ext cx="5641523" cy="330923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IterateString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charAt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7" name="Rectangle 16">
            <a:extLst>
              <a:ext uri="{FF2B5EF4-FFF2-40B4-BE49-F238E27FC236}">
                <a16:creationId xmlns:a16="http://schemas.microsoft.com/office/drawing/2014/main" id="{858DA498-F717-688B-28EA-F76D4645FF7E}"/>
              </a:ext>
            </a:extLst>
          </p:cNvPr>
          <p:cNvSpPr/>
          <p:nvPr/>
        </p:nvSpPr>
        <p:spPr>
          <a:xfrm>
            <a:off x="460518" y="1156503"/>
            <a:ext cx="4619482" cy="1101275"/>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To iterate a string in Java, use a for loop(0 to string's length), and use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charAt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i</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method to access each character.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AB133E9C-384B-613F-9DA7-DCB89B17B569}"/>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123539851"/>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27" name="Rectangle: Rounded Corners 26">
            <a:extLst>
              <a:ext uri="{FF2B5EF4-FFF2-40B4-BE49-F238E27FC236}">
                <a16:creationId xmlns:a16="http://schemas.microsoft.com/office/drawing/2014/main" id="{DC94C796-BA9A-AAA4-375A-5CE534217226}"/>
              </a:ext>
            </a:extLst>
          </p:cNvPr>
          <p:cNvSpPr/>
          <p:nvPr/>
        </p:nvSpPr>
        <p:spPr>
          <a:xfrm>
            <a:off x="1120335" y="2449915"/>
            <a:ext cx="2525976" cy="436702"/>
          </a:xfrm>
          <a:prstGeom prst="roundRect">
            <a:avLst/>
          </a:prstGeom>
          <a:solidFill>
            <a:schemeClr val="accent6">
              <a:lumMod val="20000"/>
              <a:lumOff val="80000"/>
            </a:schemeClr>
          </a:solidFill>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yppaH</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weivretnI</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Rounded Corners 24">
            <a:extLst>
              <a:ext uri="{FF2B5EF4-FFF2-40B4-BE49-F238E27FC236}">
                <a16:creationId xmlns:a16="http://schemas.microsoft.com/office/drawing/2014/main" id="{0B727CB4-D8A8-6E93-E16E-6FD27BFDE679}"/>
              </a:ext>
            </a:extLst>
          </p:cNvPr>
          <p:cNvSpPr/>
          <p:nvPr/>
        </p:nvSpPr>
        <p:spPr>
          <a:xfrm>
            <a:off x="1120335" y="1220683"/>
            <a:ext cx="2525976" cy="436702"/>
          </a:xfrm>
          <a:prstGeom prst="roundRect">
            <a:avLst/>
          </a:prstGeom>
          <a:solidFill>
            <a:schemeClr val="accent5">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Interview Happy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Arrow: Down 18">
            <a:extLst>
              <a:ext uri="{FF2B5EF4-FFF2-40B4-BE49-F238E27FC236}">
                <a16:creationId xmlns:a16="http://schemas.microsoft.com/office/drawing/2014/main" id="{15341A5E-ACA3-DBCC-64AF-3369060DA6EE}"/>
              </a:ext>
            </a:extLst>
          </p:cNvPr>
          <p:cNvSpPr/>
          <p:nvPr/>
        </p:nvSpPr>
        <p:spPr>
          <a:xfrm rot="3260368">
            <a:off x="2326326" y="1262249"/>
            <a:ext cx="131122" cy="1646900"/>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that returns the </a:t>
            </a:r>
            <a:r>
              <a:rPr lang="en-US" sz="2400" b="1" dirty="0">
                <a:solidFill>
                  <a:srgbClr val="FFFF00"/>
                </a:solidFill>
                <a:ea typeface="+mn-ea"/>
                <a:cs typeface="+mn-cs"/>
              </a:rPr>
              <a:t>reverse</a:t>
            </a:r>
            <a:r>
              <a:rPr lang="en-US" sz="2400" b="1" dirty="0">
                <a:solidFill>
                  <a:schemeClr val="bg1"/>
                </a:solidFill>
                <a:ea typeface="+mn-ea"/>
                <a:cs typeface="+mn-cs"/>
              </a:rPr>
              <a:t> of a string?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8DB7D75B-DB94-1C32-38F8-527B5BAD3C1B}"/>
              </a:ext>
            </a:extLst>
          </p:cNvPr>
          <p:cNvSpPr/>
          <p:nvPr/>
        </p:nvSpPr>
        <p:spPr>
          <a:xfrm>
            <a:off x="4853354" y="921265"/>
            <a:ext cx="7188970" cy="577679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ReverseString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inputStr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 input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reversedString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reverseString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inputStr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Get result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reversedString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Print result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reverseString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Function</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null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Edge case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null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Logic</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StringBuilder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reversed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StringBuilder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Empty string</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Iterate all elements in reverse order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input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&gt;=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reversed</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append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input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charAt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yppa</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reversed</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toString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yppaH</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weivretnI</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pic>
        <p:nvPicPr>
          <p:cNvPr id="6" name="Picture 5">
            <a:extLst>
              <a:ext uri="{FF2B5EF4-FFF2-40B4-BE49-F238E27FC236}">
                <a16:creationId xmlns:a16="http://schemas.microsoft.com/office/drawing/2014/main" id="{439952F9-E497-16F4-46C3-1CEE4A82522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157292" y="287453"/>
            <a:ext cx="914784" cy="363946"/>
          </a:xfrm>
          <a:prstGeom prst="rect">
            <a:avLst/>
          </a:prstGeom>
        </p:spPr>
      </p:pic>
      <p:sp>
        <p:nvSpPr>
          <p:cNvPr id="16" name="TextBox 15">
            <a:extLst>
              <a:ext uri="{FF2B5EF4-FFF2-40B4-BE49-F238E27FC236}">
                <a16:creationId xmlns:a16="http://schemas.microsoft.com/office/drawing/2014/main" id="{878530EA-97F4-51BA-03BA-43C731BD2539}"/>
              </a:ext>
            </a:extLst>
          </p:cNvPr>
          <p:cNvSpPr txBox="1"/>
          <p:nvPr/>
        </p:nvSpPr>
        <p:spPr>
          <a:xfrm>
            <a:off x="160759" y="1231699"/>
            <a:ext cx="1083249"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string</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02B626FE-8E34-2659-8A02-3932C9D60CD4}"/>
              </a:ext>
            </a:extLst>
          </p:cNvPr>
          <p:cNvSpPr txBox="1"/>
          <p:nvPr/>
        </p:nvSpPr>
        <p:spPr>
          <a:xfrm>
            <a:off x="160759" y="2393561"/>
            <a:ext cx="1083249"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reverse string</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475DCEEF-829D-6E01-8AC2-339579C61730}"/>
              </a:ext>
            </a:extLst>
          </p:cNvPr>
          <p:cNvSpPr/>
          <p:nvPr/>
        </p:nvSpPr>
        <p:spPr>
          <a:xfrm>
            <a:off x="372964" y="3531147"/>
            <a:ext cx="3798986" cy="773709"/>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Tip: Handle the edge cases after successfully running the program.</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 name="Straight Arrow Connector 7">
            <a:extLst>
              <a:ext uri="{FF2B5EF4-FFF2-40B4-BE49-F238E27FC236}">
                <a16:creationId xmlns:a16="http://schemas.microsoft.com/office/drawing/2014/main" id="{0341771B-F5EF-A963-5D94-7B477F2274A7}"/>
              </a:ext>
            </a:extLst>
          </p:cNvPr>
          <p:cNvCxnSpPr>
            <a:cxnSpLocks/>
          </p:cNvCxnSpPr>
          <p:nvPr/>
        </p:nvCxnSpPr>
        <p:spPr>
          <a:xfrm flipH="1">
            <a:off x="4171949" y="3692724"/>
            <a:ext cx="1201562" cy="225277"/>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7A2B4509-D668-41DE-ED5D-070FF060F846}"/>
              </a:ext>
            </a:extLst>
          </p:cNvPr>
          <p:cNvSpPr/>
          <p:nvPr/>
        </p:nvSpPr>
        <p:spPr>
          <a:xfrm>
            <a:off x="372964" y="4623795"/>
            <a:ext cx="3816256" cy="732513"/>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Tip: Set the initial values blank rings and replace them with result later.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4" name="Straight Arrow Connector 13">
            <a:extLst>
              <a:ext uri="{FF2B5EF4-FFF2-40B4-BE49-F238E27FC236}">
                <a16:creationId xmlns:a16="http://schemas.microsoft.com/office/drawing/2014/main" id="{E618B453-F4D9-39BE-049F-F02EFCF7CBF3}"/>
              </a:ext>
            </a:extLst>
          </p:cNvPr>
          <p:cNvCxnSpPr>
            <a:cxnSpLocks/>
            <a:endCxn id="13" idx="3"/>
          </p:cNvCxnSpPr>
          <p:nvPr/>
        </p:nvCxnSpPr>
        <p:spPr>
          <a:xfrm flipH="1">
            <a:off x="4189220" y="4905213"/>
            <a:ext cx="1184291" cy="8483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ED449D0C-86F8-295D-C858-79579E9B45D6}"/>
              </a:ext>
            </a:extLst>
          </p:cNvPr>
          <p:cNvSpPr/>
          <p:nvPr/>
        </p:nvSpPr>
        <p:spPr>
          <a:xfrm>
            <a:off x="332833" y="5579105"/>
            <a:ext cx="3839116" cy="773709"/>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Tip: Knowing basic and important string functions are very important.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0" name="Straight Arrow Connector 19">
            <a:extLst>
              <a:ext uri="{FF2B5EF4-FFF2-40B4-BE49-F238E27FC236}">
                <a16:creationId xmlns:a16="http://schemas.microsoft.com/office/drawing/2014/main" id="{42F1E33F-D480-5E01-29E5-B50EF3341D3B}"/>
              </a:ext>
            </a:extLst>
          </p:cNvPr>
          <p:cNvCxnSpPr>
            <a:cxnSpLocks/>
            <a:endCxn id="18" idx="3"/>
          </p:cNvCxnSpPr>
          <p:nvPr/>
        </p:nvCxnSpPr>
        <p:spPr>
          <a:xfrm flipH="1">
            <a:off x="4171949" y="5637317"/>
            <a:ext cx="3816256" cy="32864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C85E6753-46B1-04FF-7503-7DB02EA13C6B}"/>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44962981"/>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that checks whether a given string is a </a:t>
            </a:r>
            <a:r>
              <a:rPr lang="en-US" sz="2400" b="1" dirty="0">
                <a:solidFill>
                  <a:srgbClr val="FFFF00"/>
                </a:solidFill>
                <a:ea typeface="+mn-ea"/>
                <a:cs typeface="+mn-cs"/>
              </a:rPr>
              <a:t>palindrome </a:t>
            </a:r>
            <a:r>
              <a:rPr lang="en-US" sz="2400" b="1" dirty="0">
                <a:solidFill>
                  <a:schemeClr val="bg1"/>
                </a:solidFill>
                <a:ea typeface="+mn-ea"/>
                <a:cs typeface="+mn-cs"/>
              </a:rPr>
              <a:t>or not?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B6306A4E-C690-6647-C0F9-A0BBF9F6F83E}"/>
              </a:ext>
            </a:extLst>
          </p:cNvPr>
          <p:cNvSpPr/>
          <p:nvPr/>
        </p:nvSpPr>
        <p:spPr>
          <a:xfrm>
            <a:off x="4229099" y="933541"/>
            <a:ext cx="7884013" cy="560011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PalindromeChecker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testString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"abba"</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 input</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isPalindrome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testString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 result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Print result (Output: true)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isPalindrome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input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null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Edge case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false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StringBuilder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reversed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StringBuilder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Empty string</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input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&gt;=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Reverse the string</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reversed</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append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input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charAt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Compare strings and return true or false</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input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equals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reversed</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toString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true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else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false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Rectangle 4">
            <a:extLst>
              <a:ext uri="{FF2B5EF4-FFF2-40B4-BE49-F238E27FC236}">
                <a16:creationId xmlns:a16="http://schemas.microsoft.com/office/drawing/2014/main" id="{4D4EE9A1-7421-EE55-2520-71F2666C945A}"/>
              </a:ext>
            </a:extLst>
          </p:cNvPr>
          <p:cNvSpPr/>
          <p:nvPr/>
        </p:nvSpPr>
        <p:spPr>
          <a:xfrm>
            <a:off x="355694" y="4067247"/>
            <a:ext cx="3468626" cy="1154683"/>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Tip: Break down the big problem into smaller problems and then solve them.</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Rounded Corners 6">
            <a:extLst>
              <a:ext uri="{FF2B5EF4-FFF2-40B4-BE49-F238E27FC236}">
                <a16:creationId xmlns:a16="http://schemas.microsoft.com/office/drawing/2014/main" id="{645C363F-563A-5AEC-4B7C-6E82F88686A7}"/>
              </a:ext>
            </a:extLst>
          </p:cNvPr>
          <p:cNvSpPr/>
          <p:nvPr/>
        </p:nvSpPr>
        <p:spPr>
          <a:xfrm>
            <a:off x="1041314" y="3152764"/>
            <a:ext cx="1848642" cy="436702"/>
          </a:xfrm>
          <a:prstGeom prst="roundRect">
            <a:avLst/>
          </a:prstGeom>
          <a:solidFill>
            <a:schemeClr val="accent6">
              <a:lumMod val="20000"/>
              <a:lumOff val="80000"/>
            </a:schemeClr>
          </a:solidFill>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level</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Rounded Corners 10">
            <a:extLst>
              <a:ext uri="{FF2B5EF4-FFF2-40B4-BE49-F238E27FC236}">
                <a16:creationId xmlns:a16="http://schemas.microsoft.com/office/drawing/2014/main" id="{91A843A4-DD6B-B08A-6D7E-5A58F893D905}"/>
              </a:ext>
            </a:extLst>
          </p:cNvPr>
          <p:cNvSpPr/>
          <p:nvPr/>
        </p:nvSpPr>
        <p:spPr>
          <a:xfrm>
            <a:off x="1041314" y="1156503"/>
            <a:ext cx="1848642" cy="436702"/>
          </a:xfrm>
          <a:prstGeom prst="roundRect">
            <a:avLst/>
          </a:prstGeom>
          <a:solidFill>
            <a:schemeClr val="accent5">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level</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Arrow: Up-Down 11">
            <a:extLst>
              <a:ext uri="{FF2B5EF4-FFF2-40B4-BE49-F238E27FC236}">
                <a16:creationId xmlns:a16="http://schemas.microsoft.com/office/drawing/2014/main" id="{7D713D79-E409-B10F-986E-17F1D55A1E48}"/>
              </a:ext>
            </a:extLst>
          </p:cNvPr>
          <p:cNvSpPr/>
          <p:nvPr/>
        </p:nvSpPr>
        <p:spPr>
          <a:xfrm>
            <a:off x="1828800" y="1682044"/>
            <a:ext cx="440267" cy="1402986"/>
          </a:xfrm>
          <a:prstGeom prst="upDownArrow">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REVERSE</a:t>
            </a:r>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D22D22E6-C438-F1BF-9093-192296DF1986}"/>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072149755"/>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235756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important methods</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of String class?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some more important methods of String class?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Write a function that returns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longest word</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in the sentence.</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Write a function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remove all whitespace</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characters from a string.</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Write a function that counts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number of vowels</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in a string?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Write a function that checks whether two strings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anagrams</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 or not?</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String Coding Problems Using Functions</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517DE35E-EB83-7003-1661-E37712C8DC54}"/>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5904818" y="1945677"/>
            <a:ext cx="636255" cy="253133"/>
          </a:xfrm>
          <a:prstGeom prst="rect">
            <a:avLst/>
          </a:prstGeom>
        </p:spPr>
      </p:pic>
      <p:pic>
        <p:nvPicPr>
          <p:cNvPr id="10" name="Picture 9">
            <a:extLst>
              <a:ext uri="{FF2B5EF4-FFF2-40B4-BE49-F238E27FC236}">
                <a16:creationId xmlns:a16="http://schemas.microsoft.com/office/drawing/2014/main" id="{DBDC7CC0-2A0F-AD76-2A10-A6EBB3E42C23}"/>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284933" y="3514713"/>
            <a:ext cx="636255" cy="253133"/>
          </a:xfrm>
          <a:prstGeom prst="rect">
            <a:avLst/>
          </a:prstGeom>
        </p:spPr>
      </p:pic>
      <p:pic>
        <p:nvPicPr>
          <p:cNvPr id="12" name="Picture 6" descr="Coding - Free computer icons">
            <a:extLst>
              <a:ext uri="{FF2B5EF4-FFF2-40B4-BE49-F238E27FC236}">
                <a16:creationId xmlns:a16="http://schemas.microsoft.com/office/drawing/2014/main" id="{606F9003-55B3-EE1D-F8B2-6A1580D1056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201917" y="336972"/>
            <a:ext cx="720615" cy="720615"/>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11BBE980-E048-5468-E445-B58D75D361CF}"/>
              </a:ext>
            </a:extLst>
          </p:cNvPr>
          <p:cNvSpPr txBox="1"/>
          <p:nvPr/>
        </p:nvSpPr>
        <p:spPr>
          <a:xfrm>
            <a:off x="10342731" y="6373174"/>
            <a:ext cx="1972639" cy="307777"/>
          </a:xfrm>
          <a:prstGeom prst="rect">
            <a:avLst/>
          </a:prstGeom>
          <a:noFill/>
        </p:spPr>
        <p:txBody>
          <a:bodyPr wrap="square">
            <a:spAutoFit/>
          </a:bodyPr>
          <a:lstStyle/>
          <a:p>
            <a:r>
              <a:rPr lang="en-US" sz="1400" dirty="0">
                <a:hlinkClick r:id="rId12" action="ppaction://hlinksldjump"/>
              </a:rPr>
              <a:t>Back to main index</a:t>
            </a:r>
            <a:endParaRPr lang="en-IN" sz="1400" dirty="0"/>
          </a:p>
        </p:txBody>
      </p:sp>
    </p:spTree>
    <p:extLst>
      <p:ext uri="{BB962C8B-B14F-4D97-AF65-F5344CB8AC3E}">
        <p14:creationId xmlns:p14="http://schemas.microsoft.com/office/powerpoint/2010/main" val="2218095766"/>
      </p:ext>
    </p:extLst>
  </p:cSld>
  <p:clrMapOvr>
    <a:overrideClrMapping bg1="dk1" tx1="lt1" bg2="dk2" tx2="lt2" accent1="accent1" accent2="accent2" accent3="accent3" accent4="accent4" accent5="accent5" accent6="accent6" hlink="hlink" folHlink="folHlink"/>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the </a:t>
            </a:r>
            <a:r>
              <a:rPr lang="en-US" sz="2400" b="1" dirty="0">
                <a:solidFill>
                  <a:srgbClr val="FFFF00"/>
                </a:solidFill>
                <a:ea typeface="+mn-ea"/>
                <a:cs typeface="+mn-cs"/>
              </a:rPr>
              <a:t>important methods </a:t>
            </a:r>
            <a:r>
              <a:rPr lang="en-US" sz="2400" b="1" dirty="0">
                <a:solidFill>
                  <a:schemeClr val="bg1"/>
                </a:solidFill>
                <a:ea typeface="+mn-ea"/>
                <a:cs typeface="+mn-cs"/>
              </a:rPr>
              <a:t>of String class?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4">
            <a:extLst>
              <a:ext uri="{FF2B5EF4-FFF2-40B4-BE49-F238E27FC236}">
                <a16:creationId xmlns:a16="http://schemas.microsoft.com/office/drawing/2014/main" id="{3D6C8CF0-449C-18F8-4985-1B607C9D0BAC}"/>
              </a:ext>
            </a:extLst>
          </p:cNvPr>
          <p:cNvSpPr/>
          <p:nvPr/>
        </p:nvSpPr>
        <p:spPr>
          <a:xfrm>
            <a:off x="448911" y="1522215"/>
            <a:ext cx="5254243" cy="381356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StringExample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1.Length of the string</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9</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2.Concatenation -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joing</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two strings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concat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Interview, Happy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Rectangle 3">
            <a:extLst>
              <a:ext uri="{FF2B5EF4-FFF2-40B4-BE49-F238E27FC236}">
                <a16:creationId xmlns:a16="http://schemas.microsoft.com/office/drawing/2014/main" id="{A0F3CA3C-0AA6-5FA0-ABF3-C2CB1D58289C}"/>
              </a:ext>
            </a:extLst>
          </p:cNvPr>
          <p:cNvSpPr/>
          <p:nvPr/>
        </p:nvSpPr>
        <p:spPr>
          <a:xfrm>
            <a:off x="6096000" y="1522215"/>
            <a:ext cx="5964999" cy="417128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3. Substring - Retrieves substring from index 5 to 9</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substring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substring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9</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substring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view</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4. Index of - // Finds index of character 'H'</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index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indexOf</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index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11</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5. Equality - Checks if strings are equal</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isEqual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equals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isEqual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false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TextBox 5">
            <a:extLst>
              <a:ext uri="{FF2B5EF4-FFF2-40B4-BE49-F238E27FC236}">
                <a16:creationId xmlns:a16="http://schemas.microsoft.com/office/drawing/2014/main" id="{6474879D-06B9-EB17-AC2E-02456C0B2FE0}"/>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116410783"/>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lang="en-US" sz="2400" b="1" dirty="0">
                <a:solidFill>
                  <a:schemeClr val="bg1"/>
                </a:solidFill>
                <a:ea typeface="+mn-ea"/>
                <a:cs typeface="+mn-cs"/>
              </a:rPr>
              <a:t>Q. What are some more </a:t>
            </a:r>
            <a:r>
              <a:rPr lang="en-US" sz="2400" b="1" dirty="0">
                <a:solidFill>
                  <a:srgbClr val="FFFF00"/>
                </a:solidFill>
                <a:ea typeface="+mn-ea"/>
                <a:cs typeface="+mn-cs"/>
              </a:rPr>
              <a:t>important methods </a:t>
            </a:r>
            <a:r>
              <a:rPr lang="en-US" sz="2400" b="1" dirty="0">
                <a:solidFill>
                  <a:schemeClr val="bg1"/>
                </a:solidFill>
                <a:ea typeface="+mn-ea"/>
                <a:cs typeface="+mn-cs"/>
              </a:rPr>
              <a:t>of String class?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4">
            <a:extLst>
              <a:ext uri="{FF2B5EF4-FFF2-40B4-BE49-F238E27FC236}">
                <a16:creationId xmlns:a16="http://schemas.microsoft.com/office/drawing/2014/main" id="{3D6C8CF0-449C-18F8-4985-1B607C9D0BAC}"/>
              </a:ext>
            </a:extLst>
          </p:cNvPr>
          <p:cNvSpPr/>
          <p:nvPr/>
        </p:nvSpPr>
        <p:spPr>
          <a:xfrm>
            <a:off x="192505" y="1035385"/>
            <a:ext cx="6160169" cy="525108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StringMethodsExample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Example string</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Interview Happy   "</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Returns the char value at the specified index</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char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charAt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Removes leading and trailing whitespaces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trimmedStr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trim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trimmedStr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Interview Happy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Replaces occurrences of the specified target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sequence with the specified replacement sequence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replacedStr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replace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"Crack"</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replacedStr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Interview Crack</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4" name="Rectangle 3">
            <a:extLst>
              <a:ext uri="{FF2B5EF4-FFF2-40B4-BE49-F238E27FC236}">
                <a16:creationId xmlns:a16="http://schemas.microsoft.com/office/drawing/2014/main" id="{A0F3CA3C-0AA6-5FA0-ABF3-C2CB1D58289C}"/>
              </a:ext>
            </a:extLst>
          </p:cNvPr>
          <p:cNvSpPr/>
          <p:nvPr/>
        </p:nvSpPr>
        <p:spPr>
          <a:xfrm>
            <a:off x="6641433" y="1035385"/>
            <a:ext cx="5406190" cy="390558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Splits the string into an array of substrings </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parts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trim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split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part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parts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part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trim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Interview Happy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Converts the string to a character array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char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charArray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toCharArray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char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charArray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Interview Happy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TextBox 5">
            <a:extLst>
              <a:ext uri="{FF2B5EF4-FFF2-40B4-BE49-F238E27FC236}">
                <a16:creationId xmlns:a16="http://schemas.microsoft.com/office/drawing/2014/main" id="{A7A3280F-C0CC-86D1-7732-9D6540808315}"/>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223941889"/>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that returns the </a:t>
            </a:r>
            <a:r>
              <a:rPr lang="en-US" sz="2400" b="1" dirty="0">
                <a:solidFill>
                  <a:srgbClr val="FFFF00"/>
                </a:solidFill>
                <a:ea typeface="+mn-ea"/>
                <a:cs typeface="+mn-cs"/>
              </a:rPr>
              <a:t>longest word </a:t>
            </a:r>
            <a:r>
              <a:rPr lang="en-US" sz="2400" b="1" dirty="0">
                <a:solidFill>
                  <a:schemeClr val="bg1"/>
                </a:solidFill>
                <a:ea typeface="+mn-ea"/>
                <a:cs typeface="+mn-cs"/>
              </a:rPr>
              <a:t>in the sentence.</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E4A44720-51F6-E1D1-2882-89612CA69788}"/>
              </a:ext>
            </a:extLst>
          </p:cNvPr>
          <p:cNvSpPr/>
          <p:nvPr/>
        </p:nvSpPr>
        <p:spPr>
          <a:xfrm>
            <a:off x="4639733" y="1009679"/>
            <a:ext cx="7333329" cy="573712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LongestWordFinder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testSentence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"Interviews are the best"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input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longestWord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findLongestWord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testSentence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result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longestWord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//Output: Interviews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findLongestWord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sentence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sentence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null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sentence</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isEmpty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edge case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longestWord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 the empty word</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words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sentence</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split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break to array of words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word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words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iterate all the words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word</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&gt;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longestWord</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longestWord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word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longestWord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6" name="Rectangle 5">
            <a:extLst>
              <a:ext uri="{FF2B5EF4-FFF2-40B4-BE49-F238E27FC236}">
                <a16:creationId xmlns:a16="http://schemas.microsoft.com/office/drawing/2014/main" id="{9AA03D0A-FA00-B74E-3FF9-9A54EEAF6EBD}"/>
              </a:ext>
            </a:extLst>
          </p:cNvPr>
          <p:cNvSpPr/>
          <p:nvPr/>
        </p:nvSpPr>
        <p:spPr>
          <a:xfrm>
            <a:off x="355694" y="4536965"/>
            <a:ext cx="3630549" cy="1184713"/>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Tip: Knowing how to convert string to array and vice versa is important.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Rounded Corners 6">
            <a:extLst>
              <a:ext uri="{FF2B5EF4-FFF2-40B4-BE49-F238E27FC236}">
                <a16:creationId xmlns:a16="http://schemas.microsoft.com/office/drawing/2014/main" id="{FD66D745-BE56-42CE-1DAB-8EA0FF39EE29}"/>
              </a:ext>
            </a:extLst>
          </p:cNvPr>
          <p:cNvSpPr/>
          <p:nvPr/>
        </p:nvSpPr>
        <p:spPr>
          <a:xfrm>
            <a:off x="1334824" y="3358623"/>
            <a:ext cx="1848642" cy="436702"/>
          </a:xfrm>
          <a:prstGeom prst="roundRect">
            <a:avLst/>
          </a:prstGeom>
          <a:solidFill>
            <a:schemeClr val="accent6">
              <a:lumMod val="20000"/>
              <a:lumOff val="80000"/>
            </a:schemeClr>
          </a:solidFill>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Interviews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Rectangle: Rounded Corners 7">
            <a:extLst>
              <a:ext uri="{FF2B5EF4-FFF2-40B4-BE49-F238E27FC236}">
                <a16:creationId xmlns:a16="http://schemas.microsoft.com/office/drawing/2014/main" id="{A4C5BFC8-E03D-0B82-BC6B-149B32563388}"/>
              </a:ext>
            </a:extLst>
          </p:cNvPr>
          <p:cNvSpPr/>
          <p:nvPr/>
        </p:nvSpPr>
        <p:spPr>
          <a:xfrm>
            <a:off x="768614" y="1136322"/>
            <a:ext cx="2981063" cy="436702"/>
          </a:xfrm>
          <a:prstGeom prst="roundRect">
            <a:avLst/>
          </a:prstGeom>
          <a:solidFill>
            <a:schemeClr val="accent5">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Interviews are the best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1" name="Table 10">
            <a:extLst>
              <a:ext uri="{FF2B5EF4-FFF2-40B4-BE49-F238E27FC236}">
                <a16:creationId xmlns:a16="http://schemas.microsoft.com/office/drawing/2014/main" id="{E9F5AFE5-A4B6-25EC-CF1E-91F37E261C4E}"/>
              </a:ext>
            </a:extLst>
          </p:cNvPr>
          <p:cNvGraphicFramePr>
            <a:graphicFrameLocks noGrp="1"/>
          </p:cNvGraphicFramePr>
          <p:nvPr/>
        </p:nvGraphicFramePr>
        <p:xfrm>
          <a:off x="355694" y="2185295"/>
          <a:ext cx="3630549" cy="370840"/>
        </p:xfrm>
        <a:graphic>
          <a:graphicData uri="http://schemas.openxmlformats.org/drawingml/2006/table">
            <a:tbl>
              <a:tblPr firstRow="1" bandRow="1">
                <a:tableStyleId>{5DA37D80-6434-44D0-A028-1B22A696006F}</a:tableStyleId>
              </a:tblPr>
              <a:tblGrid>
                <a:gridCol w="1225169">
                  <a:extLst>
                    <a:ext uri="{9D8B030D-6E8A-4147-A177-3AD203B41FA5}">
                      <a16:colId xmlns:a16="http://schemas.microsoft.com/office/drawing/2014/main" val="1732579230"/>
                    </a:ext>
                  </a:extLst>
                </a:gridCol>
                <a:gridCol w="927100">
                  <a:extLst>
                    <a:ext uri="{9D8B030D-6E8A-4147-A177-3AD203B41FA5}">
                      <a16:colId xmlns:a16="http://schemas.microsoft.com/office/drawing/2014/main" val="3860190379"/>
                    </a:ext>
                  </a:extLst>
                </a:gridCol>
                <a:gridCol w="551180">
                  <a:extLst>
                    <a:ext uri="{9D8B030D-6E8A-4147-A177-3AD203B41FA5}">
                      <a16:colId xmlns:a16="http://schemas.microsoft.com/office/drawing/2014/main" val="3204533812"/>
                    </a:ext>
                  </a:extLst>
                </a:gridCol>
                <a:gridCol w="927100">
                  <a:extLst>
                    <a:ext uri="{9D8B030D-6E8A-4147-A177-3AD203B41FA5}">
                      <a16:colId xmlns:a16="http://schemas.microsoft.com/office/drawing/2014/main" val="946627454"/>
                    </a:ext>
                  </a:extLst>
                </a:gridCol>
              </a:tblGrid>
              <a:tr h="370840">
                <a:tc>
                  <a:txBody>
                    <a:bodyPr/>
                    <a:lstStyle/>
                    <a:p>
                      <a:pPr algn="ctr"/>
                      <a:r>
                        <a:rPr lang="en-US" dirty="0"/>
                        <a:t>Interviews</a:t>
                      </a:r>
                      <a:endParaRPr lang="en-IN" dirty="0"/>
                    </a:p>
                  </a:txBody>
                  <a:tcPr anchor="ctr"/>
                </a:tc>
                <a:tc>
                  <a:txBody>
                    <a:bodyPr/>
                    <a:lstStyle/>
                    <a:p>
                      <a:pPr algn="ctr"/>
                      <a:r>
                        <a:rPr lang="en-US" dirty="0"/>
                        <a:t>are</a:t>
                      </a:r>
                      <a:endParaRPr lang="en-IN" dirty="0"/>
                    </a:p>
                  </a:txBody>
                  <a:tcPr anchor="ctr"/>
                </a:tc>
                <a:tc>
                  <a:txBody>
                    <a:bodyPr/>
                    <a:lstStyle/>
                    <a:p>
                      <a:pPr algn="ctr"/>
                      <a:r>
                        <a:rPr lang="en-US" dirty="0"/>
                        <a:t>the</a:t>
                      </a:r>
                      <a:endParaRPr lang="en-IN" dirty="0"/>
                    </a:p>
                  </a:txBody>
                  <a:tcPr anchor="ctr"/>
                </a:tc>
                <a:tc>
                  <a:txBody>
                    <a:bodyPr/>
                    <a:lstStyle/>
                    <a:p>
                      <a:pPr algn="ctr"/>
                      <a:r>
                        <a:rPr lang="en-US" dirty="0"/>
                        <a:t>best</a:t>
                      </a:r>
                      <a:endParaRPr lang="en-IN" dirty="0"/>
                    </a:p>
                  </a:txBody>
                  <a:tcPr anchor="ctr"/>
                </a:tc>
                <a:extLst>
                  <a:ext uri="{0D108BD9-81ED-4DB2-BD59-A6C34878D82A}">
                    <a16:rowId xmlns:a16="http://schemas.microsoft.com/office/drawing/2014/main" val="615531065"/>
                  </a:ext>
                </a:extLst>
              </a:tr>
            </a:tbl>
          </a:graphicData>
        </a:graphic>
      </p:graphicFrame>
      <p:cxnSp>
        <p:nvCxnSpPr>
          <p:cNvPr id="13" name="Straight Arrow Connector 12">
            <a:extLst>
              <a:ext uri="{FF2B5EF4-FFF2-40B4-BE49-F238E27FC236}">
                <a16:creationId xmlns:a16="http://schemas.microsoft.com/office/drawing/2014/main" id="{E57B7134-81D9-3FEB-F9DF-2CE47EA02843}"/>
              </a:ext>
            </a:extLst>
          </p:cNvPr>
          <p:cNvCxnSpPr>
            <a:cxnSpLocks/>
          </p:cNvCxnSpPr>
          <p:nvPr/>
        </p:nvCxnSpPr>
        <p:spPr>
          <a:xfrm flipH="1">
            <a:off x="1174044" y="1507028"/>
            <a:ext cx="575734" cy="719947"/>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5641D25E-D863-90ED-6B3C-BB053B2C651E}"/>
              </a:ext>
            </a:extLst>
          </p:cNvPr>
          <p:cNvCxnSpPr>
            <a:cxnSpLocks/>
          </p:cNvCxnSpPr>
          <p:nvPr/>
        </p:nvCxnSpPr>
        <p:spPr>
          <a:xfrm flipH="1">
            <a:off x="2032000" y="1507028"/>
            <a:ext cx="227145" cy="687592"/>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27F635E1-5E2F-A859-958A-844F5B4E9C55}"/>
              </a:ext>
            </a:extLst>
          </p:cNvPr>
          <p:cNvCxnSpPr>
            <a:cxnSpLocks/>
          </p:cNvCxnSpPr>
          <p:nvPr/>
        </p:nvCxnSpPr>
        <p:spPr>
          <a:xfrm>
            <a:off x="2639834" y="1490207"/>
            <a:ext cx="136860" cy="70441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a16="http://schemas.microsoft.com/office/drawing/2014/main" id="{98F9E08A-8808-3CE7-1601-221933163D6C}"/>
              </a:ext>
            </a:extLst>
          </p:cNvPr>
          <p:cNvCxnSpPr>
            <a:cxnSpLocks/>
          </p:cNvCxnSpPr>
          <p:nvPr/>
        </p:nvCxnSpPr>
        <p:spPr>
          <a:xfrm>
            <a:off x="3149201" y="1490207"/>
            <a:ext cx="322609" cy="666059"/>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a:extLst>
              <a:ext uri="{FF2B5EF4-FFF2-40B4-BE49-F238E27FC236}">
                <a16:creationId xmlns:a16="http://schemas.microsoft.com/office/drawing/2014/main" id="{4805C38A-5D47-800B-1A86-A4B5F40ECE7E}"/>
              </a:ext>
            </a:extLst>
          </p:cNvPr>
          <p:cNvCxnSpPr>
            <a:cxnSpLocks/>
          </p:cNvCxnSpPr>
          <p:nvPr/>
        </p:nvCxnSpPr>
        <p:spPr>
          <a:xfrm>
            <a:off x="1174044" y="2556135"/>
            <a:ext cx="971528" cy="872865"/>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CBC50A3D-5B74-757E-537B-AEABB4AC2D3A}"/>
              </a:ext>
            </a:extLst>
          </p:cNvPr>
          <p:cNvCxnSpPr>
            <a:cxnSpLocks/>
            <a:endCxn id="6" idx="3"/>
          </p:cNvCxnSpPr>
          <p:nvPr/>
        </p:nvCxnSpPr>
        <p:spPr>
          <a:xfrm flipH="1">
            <a:off x="3986243" y="4536965"/>
            <a:ext cx="1691384" cy="592357"/>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Freeform: Shape 13">
            <a:extLst>
              <a:ext uri="{FF2B5EF4-FFF2-40B4-BE49-F238E27FC236}">
                <a16:creationId xmlns:a16="http://schemas.microsoft.com/office/drawing/2014/main" id="{81261CE2-B4FF-98F6-CE37-A546E37BB2BA}"/>
              </a:ext>
            </a:extLst>
          </p:cNvPr>
          <p:cNvSpPr/>
          <p:nvPr/>
        </p:nvSpPr>
        <p:spPr>
          <a:xfrm>
            <a:off x="1007298" y="2588579"/>
            <a:ext cx="825145" cy="258529"/>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Freeform: Shape 14">
            <a:extLst>
              <a:ext uri="{FF2B5EF4-FFF2-40B4-BE49-F238E27FC236}">
                <a16:creationId xmlns:a16="http://schemas.microsoft.com/office/drawing/2014/main" id="{E2611DCA-D3C8-9989-0EA0-745146CDDD5B}"/>
              </a:ext>
            </a:extLst>
          </p:cNvPr>
          <p:cNvSpPr/>
          <p:nvPr/>
        </p:nvSpPr>
        <p:spPr>
          <a:xfrm>
            <a:off x="1869724" y="2588579"/>
            <a:ext cx="825145" cy="258529"/>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DFF9B5C9-4D1F-67BB-EB97-FB5039312A19}"/>
              </a:ext>
            </a:extLst>
          </p:cNvPr>
          <p:cNvSpPr/>
          <p:nvPr/>
        </p:nvSpPr>
        <p:spPr>
          <a:xfrm>
            <a:off x="2831073" y="2588579"/>
            <a:ext cx="825145" cy="258529"/>
          </a:xfrm>
          <a:custGeom>
            <a:avLst/>
            <a:gdLst>
              <a:gd name="connsiteX0" fmla="*/ 0 w 498764"/>
              <a:gd name="connsiteY0" fmla="*/ 9236 h 240160"/>
              <a:gd name="connsiteX1" fmla="*/ 221673 w 498764"/>
              <a:gd name="connsiteY1" fmla="*/ 240145 h 240160"/>
              <a:gd name="connsiteX2" fmla="*/ 498764 w 498764"/>
              <a:gd name="connsiteY2" fmla="*/ 0 h 240160"/>
            </a:gdLst>
            <a:ahLst/>
            <a:cxnLst>
              <a:cxn ang="0">
                <a:pos x="connsiteX0" y="connsiteY0"/>
              </a:cxn>
              <a:cxn ang="0">
                <a:pos x="connsiteX1" y="connsiteY1"/>
              </a:cxn>
              <a:cxn ang="0">
                <a:pos x="connsiteX2" y="connsiteY2"/>
              </a:cxn>
            </a:cxnLst>
            <a:rect l="l" t="t" r="r" b="b"/>
            <a:pathLst>
              <a:path w="498764" h="240160">
                <a:moveTo>
                  <a:pt x="0" y="9236"/>
                </a:moveTo>
                <a:cubicBezTo>
                  <a:pt x="69273" y="125460"/>
                  <a:pt x="138546" y="241684"/>
                  <a:pt x="221673" y="240145"/>
                </a:cubicBezTo>
                <a:cubicBezTo>
                  <a:pt x="304800" y="238606"/>
                  <a:pt x="401782" y="119303"/>
                  <a:pt x="498764" y="0"/>
                </a:cubicBezTo>
              </a:path>
            </a:pathLst>
          </a:custGeom>
          <a:noFill/>
          <a:ln>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CE01067C-AD15-F66A-1030-0D67C87D7F74}"/>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854060583"/>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to remove all </a:t>
            </a:r>
            <a:r>
              <a:rPr lang="en-US" sz="2400" b="1" dirty="0">
                <a:solidFill>
                  <a:srgbClr val="FFFF00"/>
                </a:solidFill>
                <a:ea typeface="+mn-ea"/>
                <a:cs typeface="+mn-cs"/>
              </a:rPr>
              <a:t>whitespace characters</a:t>
            </a:r>
            <a:r>
              <a:rPr lang="en-US" sz="2400" b="1" dirty="0">
                <a:solidFill>
                  <a:schemeClr val="bg1"/>
                </a:solidFill>
                <a:ea typeface="+mn-ea"/>
                <a:cs typeface="+mn-cs"/>
              </a:rPr>
              <a:t> from a string.</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F86960DF-4DAA-8DC9-0EA7-1A126F4B8C5E}"/>
              </a:ext>
            </a:extLst>
          </p:cNvPr>
          <p:cNvSpPr/>
          <p:nvPr/>
        </p:nvSpPr>
        <p:spPr>
          <a:xfrm>
            <a:off x="5626333" y="1009679"/>
            <a:ext cx="6209973" cy="326189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RemoveWhitespace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Interview   Happy  !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removeWhitespace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removeWhitespace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replaceAll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1" name="Rectangle 10">
            <a:extLst>
              <a:ext uri="{FF2B5EF4-FFF2-40B4-BE49-F238E27FC236}">
                <a16:creationId xmlns:a16="http://schemas.microsoft.com/office/drawing/2014/main" id="{5EA190BB-9BE8-4F87-EC89-33F41F7A90CA}"/>
              </a:ext>
            </a:extLst>
          </p:cNvPr>
          <p:cNvSpPr/>
          <p:nvPr/>
        </p:nvSpPr>
        <p:spPr>
          <a:xfrm>
            <a:off x="573407" y="1922202"/>
            <a:ext cx="3839116" cy="832159"/>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Tip: Use Meaningful Names for variables and functions.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2" name="Straight Arrow Connector 11">
            <a:extLst>
              <a:ext uri="{FF2B5EF4-FFF2-40B4-BE49-F238E27FC236}">
                <a16:creationId xmlns:a16="http://schemas.microsoft.com/office/drawing/2014/main" id="{5C8804D9-B4A4-E234-D7F0-B8A2F91420CE}"/>
              </a:ext>
            </a:extLst>
          </p:cNvPr>
          <p:cNvCxnSpPr>
            <a:cxnSpLocks/>
            <a:endCxn id="11" idx="3"/>
          </p:cNvCxnSpPr>
          <p:nvPr/>
        </p:nvCxnSpPr>
        <p:spPr>
          <a:xfrm flipH="1" flipV="1">
            <a:off x="4412523" y="2338282"/>
            <a:ext cx="4358946" cy="830655"/>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7E3BB41B-C13A-FC0C-7E07-D268E2F828F8}"/>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431531474"/>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that </a:t>
            </a:r>
            <a:r>
              <a:rPr kumimoji="0" lang="en-US" sz="2400" b="1" i="0" u="none" strike="noStrike" kern="1200" cap="none" spc="0" normalizeH="0" baseline="0" noProof="0" dirty="0">
                <a:ln>
                  <a:noFill/>
                </a:ln>
                <a:solidFill>
                  <a:prstClr val="white"/>
                </a:solidFill>
                <a:effectLst/>
                <a:uLnTx/>
                <a:uFillTx/>
                <a:latin typeface="Calibri Light" panose="020F0302020204030204"/>
                <a:ea typeface="+mj-ea"/>
                <a:cs typeface="+mj-cs"/>
              </a:rPr>
              <a:t>counts the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j-ea"/>
                <a:cs typeface="+mj-cs"/>
              </a:rPr>
              <a:t>number of vowels</a:t>
            </a:r>
            <a:r>
              <a:rPr kumimoji="0" lang="en-US" sz="2400" b="1" i="0" u="none" strike="noStrike" kern="1200" cap="none" spc="0" normalizeH="0" baseline="0" noProof="0" dirty="0">
                <a:ln>
                  <a:noFill/>
                </a:ln>
                <a:solidFill>
                  <a:prstClr val="white"/>
                </a:solidFill>
                <a:effectLst/>
                <a:uLnTx/>
                <a:uFillTx/>
                <a:latin typeface="Calibri Light" panose="020F0302020204030204"/>
                <a:ea typeface="+mj-ea"/>
                <a:cs typeface="+mj-cs"/>
              </a:rPr>
              <a:t> in a string?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F86960DF-4DAA-8DC9-0EA7-1A126F4B8C5E}"/>
              </a:ext>
            </a:extLst>
          </p:cNvPr>
          <p:cNvSpPr/>
          <p:nvPr/>
        </p:nvSpPr>
        <p:spPr>
          <a:xfrm>
            <a:off x="4821732" y="906072"/>
            <a:ext cx="7161719" cy="585567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VowelCounter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inputString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Input</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numVowels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countVowels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inputString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Result</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numVowels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5</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countVowels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vowels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aeiouAEIOU</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Initialize a variable to count the number of vowels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vowelCount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Iterate through each character of the string</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char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charAt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Check if the character is a vowel</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vowels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indexOf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Increment the vowel count if the character is a vowel</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vowelCount</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vowelCount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Rectangle: Rounded Corners 4">
            <a:extLst>
              <a:ext uri="{FF2B5EF4-FFF2-40B4-BE49-F238E27FC236}">
                <a16:creationId xmlns:a16="http://schemas.microsoft.com/office/drawing/2014/main" id="{AD4E5E85-81D1-7FA3-82F9-86227B0468F3}"/>
              </a:ext>
            </a:extLst>
          </p:cNvPr>
          <p:cNvSpPr/>
          <p:nvPr/>
        </p:nvSpPr>
        <p:spPr>
          <a:xfrm>
            <a:off x="580743" y="1308790"/>
            <a:ext cx="3018528" cy="436702"/>
          </a:xfrm>
          <a:prstGeom prst="roundRect">
            <a:avLst/>
          </a:prstGeom>
          <a:solidFill>
            <a:schemeClr val="accent5">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600" normalizeH="0" baseline="0" noProof="0" dirty="0">
                <a:ln>
                  <a:noFill/>
                </a:ln>
                <a:solidFill>
                  <a:prstClr val="black"/>
                </a:solidFill>
                <a:effectLst/>
                <a:uLnTx/>
                <a:uFillTx/>
                <a:latin typeface="Calibri" panose="020F0502020204030204"/>
                <a:ea typeface="+mn-ea"/>
                <a:cs typeface="+mn-cs"/>
              </a:rPr>
              <a:t>Interview Happy</a:t>
            </a:r>
            <a:endParaRPr kumimoji="0" lang="en-IN" sz="1800" b="0" i="0" u="none" strike="noStrike" kern="1200" cap="none" spc="600" normalizeH="0" baseline="0" noProof="0" dirty="0">
              <a:ln>
                <a:noFill/>
              </a:ln>
              <a:solidFill>
                <a:prstClr val="black"/>
              </a:solidFill>
              <a:effectLst/>
              <a:uLnTx/>
              <a:uFillTx/>
              <a:latin typeface="Calibri" panose="020F0502020204030204"/>
              <a:ea typeface="+mn-ea"/>
              <a:cs typeface="+mn-cs"/>
            </a:endParaRPr>
          </a:p>
        </p:txBody>
      </p:sp>
      <p:cxnSp>
        <p:nvCxnSpPr>
          <p:cNvPr id="12" name="Straight Arrow Connector 11">
            <a:extLst>
              <a:ext uri="{FF2B5EF4-FFF2-40B4-BE49-F238E27FC236}">
                <a16:creationId xmlns:a16="http://schemas.microsoft.com/office/drawing/2014/main" id="{87B9B899-3B34-9FB0-2FC3-4D767D4369F3}"/>
              </a:ext>
            </a:extLst>
          </p:cNvPr>
          <p:cNvCxnSpPr>
            <a:cxnSpLocks/>
          </p:cNvCxnSpPr>
          <p:nvPr/>
        </p:nvCxnSpPr>
        <p:spPr>
          <a:xfrm>
            <a:off x="785681" y="1637533"/>
            <a:ext cx="459035" cy="1791467"/>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5FD10232-B1E0-523E-7425-51CC0D0921EC}"/>
              </a:ext>
            </a:extLst>
          </p:cNvPr>
          <p:cNvCxnSpPr>
            <a:cxnSpLocks/>
            <a:endCxn id="30" idx="0"/>
          </p:cNvCxnSpPr>
          <p:nvPr/>
        </p:nvCxnSpPr>
        <p:spPr>
          <a:xfrm>
            <a:off x="1780674" y="1647790"/>
            <a:ext cx="20421" cy="180542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2FBE8135-9C63-90C1-035B-D9049C08C2AC}"/>
              </a:ext>
            </a:extLst>
          </p:cNvPr>
          <p:cNvCxnSpPr>
            <a:cxnSpLocks/>
          </p:cNvCxnSpPr>
          <p:nvPr/>
        </p:nvCxnSpPr>
        <p:spPr>
          <a:xfrm>
            <a:off x="1937868" y="1637533"/>
            <a:ext cx="54087" cy="176725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4142FFF2-DA71-F7C7-0048-CC2486E93922}"/>
              </a:ext>
            </a:extLst>
          </p:cNvPr>
          <p:cNvCxnSpPr>
            <a:cxnSpLocks/>
          </p:cNvCxnSpPr>
          <p:nvPr/>
        </p:nvCxnSpPr>
        <p:spPr>
          <a:xfrm>
            <a:off x="1298877" y="1690131"/>
            <a:ext cx="252148" cy="176308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a16="http://schemas.microsoft.com/office/drawing/2014/main" id="{73F35780-9BDE-DBC8-CFFF-7341AB5BE2FE}"/>
              </a:ext>
            </a:extLst>
          </p:cNvPr>
          <p:cNvCxnSpPr>
            <a:cxnSpLocks/>
          </p:cNvCxnSpPr>
          <p:nvPr/>
        </p:nvCxnSpPr>
        <p:spPr>
          <a:xfrm flipH="1">
            <a:off x="2187938" y="1690131"/>
            <a:ext cx="517030" cy="173886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0" name="Rectangle: Rounded Corners 29">
            <a:extLst>
              <a:ext uri="{FF2B5EF4-FFF2-40B4-BE49-F238E27FC236}">
                <a16:creationId xmlns:a16="http://schemas.microsoft.com/office/drawing/2014/main" id="{3F06245A-B5B5-5118-96D4-749CA6BA741E}"/>
              </a:ext>
            </a:extLst>
          </p:cNvPr>
          <p:cNvSpPr/>
          <p:nvPr/>
        </p:nvSpPr>
        <p:spPr>
          <a:xfrm>
            <a:off x="876774" y="3453211"/>
            <a:ext cx="1848642" cy="436702"/>
          </a:xfrm>
          <a:prstGeom prst="roundRect">
            <a:avLst/>
          </a:prstGeom>
          <a:solidFill>
            <a:schemeClr val="accent6">
              <a:lumMod val="20000"/>
              <a:lumOff val="80000"/>
            </a:schemeClr>
          </a:solidFill>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Count = 5</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BF109B29-3683-0102-C9DB-D4CCE747694B}"/>
              </a:ext>
            </a:extLst>
          </p:cNvPr>
          <p:cNvSpPr txBox="1"/>
          <p:nvPr/>
        </p:nvSpPr>
        <p:spPr>
          <a:xfrm>
            <a:off x="580744" y="2448654"/>
            <a:ext cx="2353488" cy="369332"/>
          </a:xfrm>
          <a:prstGeom prst="rect">
            <a:avLst/>
          </a:prstGeom>
          <a:solidFill>
            <a:schemeClr val="accent4">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err="1">
                <a:ln>
                  <a:noFill/>
                </a:ln>
                <a:solidFill>
                  <a:prstClr val="black"/>
                </a:solidFill>
                <a:effectLst/>
                <a:uLnTx/>
                <a:uFillTx/>
                <a:latin typeface="Calibri" panose="020F0502020204030204"/>
                <a:ea typeface="+mn-ea"/>
                <a:cs typeface="+mn-cs"/>
              </a:rPr>
              <a:t>aeiouAEIOU</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D7A5F6A0-5499-34C7-19F3-9B429CEB0D53}"/>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684894654"/>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that checks whether two strings are </a:t>
            </a:r>
            <a:r>
              <a:rPr lang="en-US" sz="2400" b="1" dirty="0">
                <a:solidFill>
                  <a:srgbClr val="FFFF00"/>
                </a:solidFill>
                <a:ea typeface="+mn-ea"/>
                <a:cs typeface="+mn-cs"/>
              </a:rPr>
              <a:t>anagrams</a:t>
            </a:r>
            <a:r>
              <a:rPr lang="en-US" sz="2400" b="1" dirty="0">
                <a:solidFill>
                  <a:schemeClr val="bg1"/>
                </a:solidFill>
                <a:ea typeface="+mn-ea"/>
                <a:cs typeface="+mn-cs"/>
              </a:rPr>
              <a:t> or not?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F86960DF-4DAA-8DC9-0EA7-1A126F4B8C5E}"/>
              </a:ext>
            </a:extLst>
          </p:cNvPr>
          <p:cNvSpPr/>
          <p:nvPr/>
        </p:nvSpPr>
        <p:spPr>
          <a:xfrm>
            <a:off x="5125156" y="1002325"/>
            <a:ext cx="6826212" cy="527429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import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util</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AnagramChecker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"listen"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Input 1</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"silent"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Input 2</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areAnagrams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areAnagrams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Convert strings to character arrays and sort them</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char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charArray1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toCharArray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char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charArray2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toCharArray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sort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charArray1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eilnst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sort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charArray2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eilnst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Compare sorted character arrays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equals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charArray1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charArray2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pic>
        <p:nvPicPr>
          <p:cNvPr id="5" name="Picture 4">
            <a:extLst>
              <a:ext uri="{FF2B5EF4-FFF2-40B4-BE49-F238E27FC236}">
                <a16:creationId xmlns:a16="http://schemas.microsoft.com/office/drawing/2014/main" id="{9390143F-2006-16CC-561C-61E1BF33310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20206" y="287453"/>
            <a:ext cx="914784" cy="363946"/>
          </a:xfrm>
          <a:prstGeom prst="rect">
            <a:avLst/>
          </a:prstGeom>
        </p:spPr>
      </p:pic>
      <p:graphicFrame>
        <p:nvGraphicFramePr>
          <p:cNvPr id="10" name="Table 9">
            <a:extLst>
              <a:ext uri="{FF2B5EF4-FFF2-40B4-BE49-F238E27FC236}">
                <a16:creationId xmlns:a16="http://schemas.microsoft.com/office/drawing/2014/main" id="{0A12A2FC-42AC-F446-C681-5708590A6006}"/>
              </a:ext>
            </a:extLst>
          </p:cNvPr>
          <p:cNvGraphicFramePr>
            <a:graphicFrameLocks noGrp="1"/>
          </p:cNvGraphicFramePr>
          <p:nvPr/>
        </p:nvGraphicFramePr>
        <p:xfrm>
          <a:off x="355694" y="2239096"/>
          <a:ext cx="1508448" cy="370840"/>
        </p:xfrm>
        <a:graphic>
          <a:graphicData uri="http://schemas.openxmlformats.org/drawingml/2006/table">
            <a:tbl>
              <a:tblPr firstRow="1" bandRow="1">
                <a:tableStyleId>{BC89EF96-8CEA-46FF-86C4-4CE0E7609802}</a:tableStyleId>
              </a:tblPr>
              <a:tblGrid>
                <a:gridCol w="251408">
                  <a:extLst>
                    <a:ext uri="{9D8B030D-6E8A-4147-A177-3AD203B41FA5}">
                      <a16:colId xmlns:a16="http://schemas.microsoft.com/office/drawing/2014/main" val="1900111153"/>
                    </a:ext>
                  </a:extLst>
                </a:gridCol>
                <a:gridCol w="251408">
                  <a:extLst>
                    <a:ext uri="{9D8B030D-6E8A-4147-A177-3AD203B41FA5}">
                      <a16:colId xmlns:a16="http://schemas.microsoft.com/office/drawing/2014/main" val="2572689230"/>
                    </a:ext>
                  </a:extLst>
                </a:gridCol>
                <a:gridCol w="251408">
                  <a:extLst>
                    <a:ext uri="{9D8B030D-6E8A-4147-A177-3AD203B41FA5}">
                      <a16:colId xmlns:a16="http://schemas.microsoft.com/office/drawing/2014/main" val="1454150245"/>
                    </a:ext>
                  </a:extLst>
                </a:gridCol>
                <a:gridCol w="251408">
                  <a:extLst>
                    <a:ext uri="{9D8B030D-6E8A-4147-A177-3AD203B41FA5}">
                      <a16:colId xmlns:a16="http://schemas.microsoft.com/office/drawing/2014/main" val="3947477933"/>
                    </a:ext>
                  </a:extLst>
                </a:gridCol>
                <a:gridCol w="251408">
                  <a:extLst>
                    <a:ext uri="{9D8B030D-6E8A-4147-A177-3AD203B41FA5}">
                      <a16:colId xmlns:a16="http://schemas.microsoft.com/office/drawing/2014/main" val="3378867931"/>
                    </a:ext>
                  </a:extLst>
                </a:gridCol>
                <a:gridCol w="251408">
                  <a:extLst>
                    <a:ext uri="{9D8B030D-6E8A-4147-A177-3AD203B41FA5}">
                      <a16:colId xmlns:a16="http://schemas.microsoft.com/office/drawing/2014/main" val="3614877827"/>
                    </a:ext>
                  </a:extLst>
                </a:gridCol>
              </a:tblGrid>
              <a:tr h="370840">
                <a:tc>
                  <a:txBody>
                    <a:bodyPr/>
                    <a:lstStyle/>
                    <a:p>
                      <a:pPr algn="ctr"/>
                      <a:r>
                        <a:rPr lang="en-US" dirty="0"/>
                        <a:t>l</a:t>
                      </a:r>
                      <a:endParaRPr lang="en-IN" dirty="0"/>
                    </a:p>
                  </a:txBody>
                  <a:tcPr anchor="ctr"/>
                </a:tc>
                <a:tc>
                  <a:txBody>
                    <a:bodyPr/>
                    <a:lstStyle/>
                    <a:p>
                      <a:pPr algn="ctr"/>
                      <a:r>
                        <a:rPr lang="en-US" dirty="0" err="1"/>
                        <a:t>i</a:t>
                      </a:r>
                      <a:endParaRPr lang="en-IN" dirty="0"/>
                    </a:p>
                  </a:txBody>
                  <a:tcPr anchor="ctr"/>
                </a:tc>
                <a:tc>
                  <a:txBody>
                    <a:bodyPr/>
                    <a:lstStyle/>
                    <a:p>
                      <a:pPr algn="ctr"/>
                      <a:r>
                        <a:rPr lang="en-US" dirty="0"/>
                        <a:t>s</a:t>
                      </a:r>
                      <a:endParaRPr lang="en-IN" dirty="0"/>
                    </a:p>
                  </a:txBody>
                  <a:tcPr anchor="ctr"/>
                </a:tc>
                <a:tc>
                  <a:txBody>
                    <a:bodyPr/>
                    <a:lstStyle/>
                    <a:p>
                      <a:pPr algn="ctr"/>
                      <a:r>
                        <a:rPr lang="en-US" dirty="0"/>
                        <a:t>t</a:t>
                      </a:r>
                      <a:endParaRPr lang="en-IN" dirty="0"/>
                    </a:p>
                  </a:txBody>
                  <a:tcPr anchor="ctr"/>
                </a:tc>
                <a:tc>
                  <a:txBody>
                    <a:bodyPr/>
                    <a:lstStyle/>
                    <a:p>
                      <a:pPr algn="ctr"/>
                      <a:r>
                        <a:rPr lang="en-US" dirty="0"/>
                        <a:t>e</a:t>
                      </a:r>
                      <a:endParaRPr lang="en-IN" dirty="0"/>
                    </a:p>
                  </a:txBody>
                  <a:tcPr anchor="ctr"/>
                </a:tc>
                <a:tc>
                  <a:txBody>
                    <a:bodyPr/>
                    <a:lstStyle/>
                    <a:p>
                      <a:pPr algn="ctr"/>
                      <a:r>
                        <a:rPr lang="en-US" dirty="0"/>
                        <a:t>n</a:t>
                      </a:r>
                      <a:endParaRPr lang="en-IN" dirty="0"/>
                    </a:p>
                  </a:txBody>
                  <a:tcPr anchor="ctr"/>
                </a:tc>
                <a:extLst>
                  <a:ext uri="{0D108BD9-81ED-4DB2-BD59-A6C34878D82A}">
                    <a16:rowId xmlns:a16="http://schemas.microsoft.com/office/drawing/2014/main" val="207129344"/>
                  </a:ext>
                </a:extLst>
              </a:tr>
            </a:tbl>
          </a:graphicData>
        </a:graphic>
      </p:graphicFrame>
      <p:sp>
        <p:nvSpPr>
          <p:cNvPr id="11" name="Rectangle: Rounded Corners 10">
            <a:extLst>
              <a:ext uri="{FF2B5EF4-FFF2-40B4-BE49-F238E27FC236}">
                <a16:creationId xmlns:a16="http://schemas.microsoft.com/office/drawing/2014/main" id="{9286249E-3B96-56E8-0A2E-A089DF7E5EAB}"/>
              </a:ext>
            </a:extLst>
          </p:cNvPr>
          <p:cNvSpPr/>
          <p:nvPr/>
        </p:nvSpPr>
        <p:spPr>
          <a:xfrm>
            <a:off x="509782" y="1190066"/>
            <a:ext cx="1403543" cy="436702"/>
          </a:xfrm>
          <a:prstGeom prst="roundRect">
            <a:avLst/>
          </a:prstGeom>
          <a:solidFill>
            <a:schemeClr val="accent5">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listen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Rectangle: Rounded Corners 11">
            <a:extLst>
              <a:ext uri="{FF2B5EF4-FFF2-40B4-BE49-F238E27FC236}">
                <a16:creationId xmlns:a16="http://schemas.microsoft.com/office/drawing/2014/main" id="{E9E100B1-8D90-22EA-F878-0EB543083AAF}"/>
              </a:ext>
            </a:extLst>
          </p:cNvPr>
          <p:cNvSpPr/>
          <p:nvPr/>
        </p:nvSpPr>
        <p:spPr>
          <a:xfrm>
            <a:off x="1332088" y="4450558"/>
            <a:ext cx="1886902" cy="436702"/>
          </a:xfrm>
          <a:prstGeom prst="roundRect">
            <a:avLst/>
          </a:prstGeom>
          <a:solidFill>
            <a:schemeClr val="accent6">
              <a:lumMod val="20000"/>
              <a:lumOff val="80000"/>
            </a:schemeClr>
          </a:solidFill>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Anagrams =true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Rectangle: Rounded Corners 12">
            <a:extLst>
              <a:ext uri="{FF2B5EF4-FFF2-40B4-BE49-F238E27FC236}">
                <a16:creationId xmlns:a16="http://schemas.microsoft.com/office/drawing/2014/main" id="{8EAE896B-4667-F2F3-FF4C-AAD18B3DE8A3}"/>
              </a:ext>
            </a:extLst>
          </p:cNvPr>
          <p:cNvSpPr/>
          <p:nvPr/>
        </p:nvSpPr>
        <p:spPr>
          <a:xfrm>
            <a:off x="2861629" y="1192579"/>
            <a:ext cx="1403543" cy="436702"/>
          </a:xfrm>
          <a:prstGeom prst="roundRect">
            <a:avLst/>
          </a:prstGeom>
          <a:solidFill>
            <a:schemeClr val="accent2">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silent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4" name="Table 13">
            <a:extLst>
              <a:ext uri="{FF2B5EF4-FFF2-40B4-BE49-F238E27FC236}">
                <a16:creationId xmlns:a16="http://schemas.microsoft.com/office/drawing/2014/main" id="{3B21C869-F041-2275-4730-A046E3BF0998}"/>
              </a:ext>
            </a:extLst>
          </p:cNvPr>
          <p:cNvGraphicFramePr>
            <a:graphicFrameLocks noGrp="1"/>
          </p:cNvGraphicFramePr>
          <p:nvPr/>
        </p:nvGraphicFramePr>
        <p:xfrm>
          <a:off x="2835819" y="2243127"/>
          <a:ext cx="1509564" cy="370840"/>
        </p:xfrm>
        <a:graphic>
          <a:graphicData uri="http://schemas.openxmlformats.org/drawingml/2006/table">
            <a:tbl>
              <a:tblPr firstRow="1" bandRow="1">
                <a:tableStyleId>{5DA37D80-6434-44D0-A028-1B22A696006F}</a:tableStyleId>
              </a:tblPr>
              <a:tblGrid>
                <a:gridCol w="251594">
                  <a:extLst>
                    <a:ext uri="{9D8B030D-6E8A-4147-A177-3AD203B41FA5}">
                      <a16:colId xmlns:a16="http://schemas.microsoft.com/office/drawing/2014/main" val="1900111153"/>
                    </a:ext>
                  </a:extLst>
                </a:gridCol>
                <a:gridCol w="251594">
                  <a:extLst>
                    <a:ext uri="{9D8B030D-6E8A-4147-A177-3AD203B41FA5}">
                      <a16:colId xmlns:a16="http://schemas.microsoft.com/office/drawing/2014/main" val="2572689230"/>
                    </a:ext>
                  </a:extLst>
                </a:gridCol>
                <a:gridCol w="251594">
                  <a:extLst>
                    <a:ext uri="{9D8B030D-6E8A-4147-A177-3AD203B41FA5}">
                      <a16:colId xmlns:a16="http://schemas.microsoft.com/office/drawing/2014/main" val="1454150245"/>
                    </a:ext>
                  </a:extLst>
                </a:gridCol>
                <a:gridCol w="251594">
                  <a:extLst>
                    <a:ext uri="{9D8B030D-6E8A-4147-A177-3AD203B41FA5}">
                      <a16:colId xmlns:a16="http://schemas.microsoft.com/office/drawing/2014/main" val="3947477933"/>
                    </a:ext>
                  </a:extLst>
                </a:gridCol>
                <a:gridCol w="251594">
                  <a:extLst>
                    <a:ext uri="{9D8B030D-6E8A-4147-A177-3AD203B41FA5}">
                      <a16:colId xmlns:a16="http://schemas.microsoft.com/office/drawing/2014/main" val="3378867931"/>
                    </a:ext>
                  </a:extLst>
                </a:gridCol>
                <a:gridCol w="251594">
                  <a:extLst>
                    <a:ext uri="{9D8B030D-6E8A-4147-A177-3AD203B41FA5}">
                      <a16:colId xmlns:a16="http://schemas.microsoft.com/office/drawing/2014/main" val="3614877827"/>
                    </a:ext>
                  </a:extLst>
                </a:gridCol>
              </a:tblGrid>
              <a:tr h="370840">
                <a:tc>
                  <a:txBody>
                    <a:bodyPr/>
                    <a:lstStyle/>
                    <a:p>
                      <a:pPr algn="ctr"/>
                      <a:r>
                        <a:rPr lang="en-US" dirty="0"/>
                        <a:t>s</a:t>
                      </a:r>
                      <a:endParaRPr lang="en-IN" dirty="0"/>
                    </a:p>
                  </a:txBody>
                  <a:tcPr anchor="ctr"/>
                </a:tc>
                <a:tc>
                  <a:txBody>
                    <a:bodyPr/>
                    <a:lstStyle/>
                    <a:p>
                      <a:pPr algn="ctr"/>
                      <a:r>
                        <a:rPr lang="en-US" dirty="0" err="1"/>
                        <a:t>i</a:t>
                      </a:r>
                      <a:endParaRPr lang="en-IN" dirty="0"/>
                    </a:p>
                  </a:txBody>
                  <a:tcPr anchor="ctr"/>
                </a:tc>
                <a:tc>
                  <a:txBody>
                    <a:bodyPr/>
                    <a:lstStyle/>
                    <a:p>
                      <a:pPr algn="ctr"/>
                      <a:r>
                        <a:rPr lang="en-US" dirty="0"/>
                        <a:t>l</a:t>
                      </a:r>
                      <a:endParaRPr lang="en-IN" dirty="0"/>
                    </a:p>
                  </a:txBody>
                  <a:tcPr anchor="ctr"/>
                </a:tc>
                <a:tc>
                  <a:txBody>
                    <a:bodyPr/>
                    <a:lstStyle/>
                    <a:p>
                      <a:pPr algn="ctr"/>
                      <a:r>
                        <a:rPr lang="en-US" dirty="0"/>
                        <a:t>e</a:t>
                      </a:r>
                      <a:endParaRPr lang="en-IN" dirty="0"/>
                    </a:p>
                  </a:txBody>
                  <a:tcPr anchor="ctr"/>
                </a:tc>
                <a:tc>
                  <a:txBody>
                    <a:bodyPr/>
                    <a:lstStyle/>
                    <a:p>
                      <a:pPr algn="ctr"/>
                      <a:r>
                        <a:rPr lang="en-US" dirty="0"/>
                        <a:t>n</a:t>
                      </a:r>
                      <a:endParaRPr lang="en-IN" dirty="0"/>
                    </a:p>
                  </a:txBody>
                  <a:tcPr anchor="ctr"/>
                </a:tc>
                <a:tc>
                  <a:txBody>
                    <a:bodyPr/>
                    <a:lstStyle/>
                    <a:p>
                      <a:pPr algn="ctr"/>
                      <a:r>
                        <a:rPr lang="en-US" dirty="0"/>
                        <a:t>t</a:t>
                      </a:r>
                      <a:endParaRPr lang="en-IN" dirty="0"/>
                    </a:p>
                  </a:txBody>
                  <a:tcPr anchor="ctr"/>
                </a:tc>
                <a:extLst>
                  <a:ext uri="{0D108BD9-81ED-4DB2-BD59-A6C34878D82A}">
                    <a16:rowId xmlns:a16="http://schemas.microsoft.com/office/drawing/2014/main" val="207129344"/>
                  </a:ext>
                </a:extLst>
              </a:tr>
            </a:tbl>
          </a:graphicData>
        </a:graphic>
      </p:graphicFrame>
      <p:sp>
        <p:nvSpPr>
          <p:cNvPr id="17" name="Arrow: Down 16">
            <a:extLst>
              <a:ext uri="{FF2B5EF4-FFF2-40B4-BE49-F238E27FC236}">
                <a16:creationId xmlns:a16="http://schemas.microsoft.com/office/drawing/2014/main" id="{6A42E9CF-DFB6-AB21-B7B4-04022DC1A7F1}"/>
              </a:ext>
            </a:extLst>
          </p:cNvPr>
          <p:cNvSpPr/>
          <p:nvPr/>
        </p:nvSpPr>
        <p:spPr>
          <a:xfrm>
            <a:off x="1027289" y="1682508"/>
            <a:ext cx="304800" cy="513991"/>
          </a:xfrm>
          <a:prstGeom prst="downArrow">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Arrow: Down 18">
            <a:extLst>
              <a:ext uri="{FF2B5EF4-FFF2-40B4-BE49-F238E27FC236}">
                <a16:creationId xmlns:a16="http://schemas.microsoft.com/office/drawing/2014/main" id="{422AF8BE-9565-DFE8-2AF4-AA162CF2183A}"/>
              </a:ext>
            </a:extLst>
          </p:cNvPr>
          <p:cNvSpPr/>
          <p:nvPr/>
        </p:nvSpPr>
        <p:spPr>
          <a:xfrm>
            <a:off x="3322594" y="1669798"/>
            <a:ext cx="304800" cy="526701"/>
          </a:xfrm>
          <a:prstGeom prst="downArrow">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DCB33B1F-E1B7-1493-4BC7-35846C2732AB}"/>
              </a:ext>
            </a:extLst>
          </p:cNvPr>
          <p:cNvSpPr txBox="1"/>
          <p:nvPr/>
        </p:nvSpPr>
        <p:spPr>
          <a:xfrm>
            <a:off x="1887127" y="1731453"/>
            <a:ext cx="92237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to array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24" name="Table 23">
            <a:extLst>
              <a:ext uri="{FF2B5EF4-FFF2-40B4-BE49-F238E27FC236}">
                <a16:creationId xmlns:a16="http://schemas.microsoft.com/office/drawing/2014/main" id="{798935EE-4056-5DE2-6CF4-92F05C205798}"/>
              </a:ext>
            </a:extLst>
          </p:cNvPr>
          <p:cNvGraphicFramePr>
            <a:graphicFrameLocks noGrp="1"/>
          </p:cNvGraphicFramePr>
          <p:nvPr/>
        </p:nvGraphicFramePr>
        <p:xfrm>
          <a:off x="355694" y="3239549"/>
          <a:ext cx="1508448" cy="370840"/>
        </p:xfrm>
        <a:graphic>
          <a:graphicData uri="http://schemas.openxmlformats.org/drawingml/2006/table">
            <a:tbl>
              <a:tblPr firstRow="1" bandRow="1">
                <a:tableStyleId>{BC89EF96-8CEA-46FF-86C4-4CE0E7609802}</a:tableStyleId>
              </a:tblPr>
              <a:tblGrid>
                <a:gridCol w="251408">
                  <a:extLst>
                    <a:ext uri="{9D8B030D-6E8A-4147-A177-3AD203B41FA5}">
                      <a16:colId xmlns:a16="http://schemas.microsoft.com/office/drawing/2014/main" val="1900111153"/>
                    </a:ext>
                  </a:extLst>
                </a:gridCol>
                <a:gridCol w="251408">
                  <a:extLst>
                    <a:ext uri="{9D8B030D-6E8A-4147-A177-3AD203B41FA5}">
                      <a16:colId xmlns:a16="http://schemas.microsoft.com/office/drawing/2014/main" val="2572689230"/>
                    </a:ext>
                  </a:extLst>
                </a:gridCol>
                <a:gridCol w="251408">
                  <a:extLst>
                    <a:ext uri="{9D8B030D-6E8A-4147-A177-3AD203B41FA5}">
                      <a16:colId xmlns:a16="http://schemas.microsoft.com/office/drawing/2014/main" val="1454150245"/>
                    </a:ext>
                  </a:extLst>
                </a:gridCol>
                <a:gridCol w="251408">
                  <a:extLst>
                    <a:ext uri="{9D8B030D-6E8A-4147-A177-3AD203B41FA5}">
                      <a16:colId xmlns:a16="http://schemas.microsoft.com/office/drawing/2014/main" val="3947477933"/>
                    </a:ext>
                  </a:extLst>
                </a:gridCol>
                <a:gridCol w="251408">
                  <a:extLst>
                    <a:ext uri="{9D8B030D-6E8A-4147-A177-3AD203B41FA5}">
                      <a16:colId xmlns:a16="http://schemas.microsoft.com/office/drawing/2014/main" val="3378867931"/>
                    </a:ext>
                  </a:extLst>
                </a:gridCol>
                <a:gridCol w="251408">
                  <a:extLst>
                    <a:ext uri="{9D8B030D-6E8A-4147-A177-3AD203B41FA5}">
                      <a16:colId xmlns:a16="http://schemas.microsoft.com/office/drawing/2014/main" val="3614877827"/>
                    </a:ext>
                  </a:extLst>
                </a:gridCol>
              </a:tblGrid>
              <a:tr h="370840">
                <a:tc>
                  <a:txBody>
                    <a:bodyPr/>
                    <a:lstStyle/>
                    <a:p>
                      <a:pPr algn="ctr"/>
                      <a:r>
                        <a:rPr lang="en-US" dirty="0"/>
                        <a:t>e</a:t>
                      </a:r>
                      <a:endParaRPr lang="en-IN" dirty="0"/>
                    </a:p>
                  </a:txBody>
                  <a:tcPr anchor="ctr"/>
                </a:tc>
                <a:tc>
                  <a:txBody>
                    <a:bodyPr/>
                    <a:lstStyle/>
                    <a:p>
                      <a:pPr algn="ctr"/>
                      <a:r>
                        <a:rPr lang="en-US" dirty="0" err="1"/>
                        <a:t>i</a:t>
                      </a:r>
                      <a:endParaRPr lang="en-IN" dirty="0"/>
                    </a:p>
                  </a:txBody>
                  <a:tcPr anchor="ctr"/>
                </a:tc>
                <a:tc>
                  <a:txBody>
                    <a:bodyPr/>
                    <a:lstStyle/>
                    <a:p>
                      <a:pPr algn="ctr"/>
                      <a:r>
                        <a:rPr lang="en-US" dirty="0"/>
                        <a:t>l</a:t>
                      </a:r>
                      <a:endParaRPr lang="en-IN" dirty="0"/>
                    </a:p>
                  </a:txBody>
                  <a:tcPr anchor="ctr"/>
                </a:tc>
                <a:tc>
                  <a:txBody>
                    <a:bodyPr/>
                    <a:lstStyle/>
                    <a:p>
                      <a:pPr algn="ctr"/>
                      <a:r>
                        <a:rPr lang="en-US" dirty="0"/>
                        <a:t>n</a:t>
                      </a:r>
                      <a:endParaRPr lang="en-IN" dirty="0"/>
                    </a:p>
                  </a:txBody>
                  <a:tcPr anchor="ctr"/>
                </a:tc>
                <a:tc>
                  <a:txBody>
                    <a:bodyPr/>
                    <a:lstStyle/>
                    <a:p>
                      <a:pPr algn="ctr"/>
                      <a:r>
                        <a:rPr lang="en-US" dirty="0"/>
                        <a:t>s</a:t>
                      </a:r>
                      <a:endParaRPr lang="en-IN" dirty="0"/>
                    </a:p>
                  </a:txBody>
                  <a:tcPr anchor="ctr"/>
                </a:tc>
                <a:tc>
                  <a:txBody>
                    <a:bodyPr/>
                    <a:lstStyle/>
                    <a:p>
                      <a:pPr algn="ctr"/>
                      <a:r>
                        <a:rPr lang="en-US" dirty="0"/>
                        <a:t>t</a:t>
                      </a:r>
                      <a:endParaRPr lang="en-IN" dirty="0"/>
                    </a:p>
                  </a:txBody>
                  <a:tcPr anchor="ctr"/>
                </a:tc>
                <a:extLst>
                  <a:ext uri="{0D108BD9-81ED-4DB2-BD59-A6C34878D82A}">
                    <a16:rowId xmlns:a16="http://schemas.microsoft.com/office/drawing/2014/main" val="207129344"/>
                  </a:ext>
                </a:extLst>
              </a:tr>
            </a:tbl>
          </a:graphicData>
        </a:graphic>
      </p:graphicFrame>
      <p:graphicFrame>
        <p:nvGraphicFramePr>
          <p:cNvPr id="25" name="Table 24">
            <a:extLst>
              <a:ext uri="{FF2B5EF4-FFF2-40B4-BE49-F238E27FC236}">
                <a16:creationId xmlns:a16="http://schemas.microsoft.com/office/drawing/2014/main" id="{59181197-167B-6809-FA0D-3CA701FC6854}"/>
              </a:ext>
            </a:extLst>
          </p:cNvPr>
          <p:cNvGraphicFramePr>
            <a:graphicFrameLocks noGrp="1"/>
          </p:cNvGraphicFramePr>
          <p:nvPr/>
        </p:nvGraphicFramePr>
        <p:xfrm>
          <a:off x="2835819" y="3243580"/>
          <a:ext cx="1509564" cy="370840"/>
        </p:xfrm>
        <a:graphic>
          <a:graphicData uri="http://schemas.openxmlformats.org/drawingml/2006/table">
            <a:tbl>
              <a:tblPr firstRow="1" bandRow="1">
                <a:tableStyleId>{5DA37D80-6434-44D0-A028-1B22A696006F}</a:tableStyleId>
              </a:tblPr>
              <a:tblGrid>
                <a:gridCol w="251594">
                  <a:extLst>
                    <a:ext uri="{9D8B030D-6E8A-4147-A177-3AD203B41FA5}">
                      <a16:colId xmlns:a16="http://schemas.microsoft.com/office/drawing/2014/main" val="1900111153"/>
                    </a:ext>
                  </a:extLst>
                </a:gridCol>
                <a:gridCol w="251594">
                  <a:extLst>
                    <a:ext uri="{9D8B030D-6E8A-4147-A177-3AD203B41FA5}">
                      <a16:colId xmlns:a16="http://schemas.microsoft.com/office/drawing/2014/main" val="2572689230"/>
                    </a:ext>
                  </a:extLst>
                </a:gridCol>
                <a:gridCol w="251594">
                  <a:extLst>
                    <a:ext uri="{9D8B030D-6E8A-4147-A177-3AD203B41FA5}">
                      <a16:colId xmlns:a16="http://schemas.microsoft.com/office/drawing/2014/main" val="1454150245"/>
                    </a:ext>
                  </a:extLst>
                </a:gridCol>
                <a:gridCol w="251594">
                  <a:extLst>
                    <a:ext uri="{9D8B030D-6E8A-4147-A177-3AD203B41FA5}">
                      <a16:colId xmlns:a16="http://schemas.microsoft.com/office/drawing/2014/main" val="3947477933"/>
                    </a:ext>
                  </a:extLst>
                </a:gridCol>
                <a:gridCol w="251594">
                  <a:extLst>
                    <a:ext uri="{9D8B030D-6E8A-4147-A177-3AD203B41FA5}">
                      <a16:colId xmlns:a16="http://schemas.microsoft.com/office/drawing/2014/main" val="3378867931"/>
                    </a:ext>
                  </a:extLst>
                </a:gridCol>
                <a:gridCol w="251594">
                  <a:extLst>
                    <a:ext uri="{9D8B030D-6E8A-4147-A177-3AD203B41FA5}">
                      <a16:colId xmlns:a16="http://schemas.microsoft.com/office/drawing/2014/main" val="3614877827"/>
                    </a:ext>
                  </a:extLst>
                </a:gridCol>
              </a:tblGrid>
              <a:tr h="370840">
                <a:tc>
                  <a:txBody>
                    <a:bodyPr/>
                    <a:lstStyle/>
                    <a:p>
                      <a:pPr algn="ctr"/>
                      <a:r>
                        <a:rPr lang="en-US" dirty="0"/>
                        <a:t>e</a:t>
                      </a:r>
                      <a:endParaRPr lang="en-IN" dirty="0"/>
                    </a:p>
                  </a:txBody>
                  <a:tcPr anchor="ctr"/>
                </a:tc>
                <a:tc>
                  <a:txBody>
                    <a:bodyPr/>
                    <a:lstStyle/>
                    <a:p>
                      <a:pPr algn="ctr"/>
                      <a:r>
                        <a:rPr lang="en-US" dirty="0" err="1"/>
                        <a:t>i</a:t>
                      </a:r>
                      <a:endParaRPr lang="en-IN" dirty="0"/>
                    </a:p>
                  </a:txBody>
                  <a:tcPr anchor="ctr"/>
                </a:tc>
                <a:tc>
                  <a:txBody>
                    <a:bodyPr/>
                    <a:lstStyle/>
                    <a:p>
                      <a:pPr algn="ctr"/>
                      <a:r>
                        <a:rPr lang="en-US" dirty="0"/>
                        <a:t>l</a:t>
                      </a:r>
                      <a:endParaRPr lang="en-IN" dirty="0"/>
                    </a:p>
                  </a:txBody>
                  <a:tcPr anchor="ctr"/>
                </a:tc>
                <a:tc>
                  <a:txBody>
                    <a:bodyPr/>
                    <a:lstStyle/>
                    <a:p>
                      <a:pPr algn="ctr"/>
                      <a:r>
                        <a:rPr lang="en-US" dirty="0"/>
                        <a:t>n</a:t>
                      </a:r>
                      <a:endParaRPr lang="en-IN" dirty="0"/>
                    </a:p>
                  </a:txBody>
                  <a:tcPr anchor="ctr"/>
                </a:tc>
                <a:tc>
                  <a:txBody>
                    <a:bodyPr/>
                    <a:lstStyle/>
                    <a:p>
                      <a:pPr algn="ctr"/>
                      <a:r>
                        <a:rPr lang="en-US" dirty="0"/>
                        <a:t>S</a:t>
                      </a:r>
                      <a:endParaRPr lang="en-IN" dirty="0"/>
                    </a:p>
                  </a:txBody>
                  <a:tcPr anchor="ctr"/>
                </a:tc>
                <a:tc>
                  <a:txBody>
                    <a:bodyPr/>
                    <a:lstStyle/>
                    <a:p>
                      <a:pPr algn="ctr"/>
                      <a:r>
                        <a:rPr lang="en-US" dirty="0"/>
                        <a:t>t</a:t>
                      </a:r>
                      <a:endParaRPr lang="en-IN" dirty="0"/>
                    </a:p>
                  </a:txBody>
                  <a:tcPr anchor="ctr"/>
                </a:tc>
                <a:extLst>
                  <a:ext uri="{0D108BD9-81ED-4DB2-BD59-A6C34878D82A}">
                    <a16:rowId xmlns:a16="http://schemas.microsoft.com/office/drawing/2014/main" val="207129344"/>
                  </a:ext>
                </a:extLst>
              </a:tr>
            </a:tbl>
          </a:graphicData>
        </a:graphic>
      </p:graphicFrame>
      <p:sp>
        <p:nvSpPr>
          <p:cNvPr id="26" name="Arrow: Down 25">
            <a:extLst>
              <a:ext uri="{FF2B5EF4-FFF2-40B4-BE49-F238E27FC236}">
                <a16:creationId xmlns:a16="http://schemas.microsoft.com/office/drawing/2014/main" id="{72194899-6F4F-E388-339F-CC819EA51241}"/>
              </a:ext>
            </a:extLst>
          </p:cNvPr>
          <p:cNvSpPr/>
          <p:nvPr/>
        </p:nvSpPr>
        <p:spPr>
          <a:xfrm>
            <a:off x="1027289" y="2682961"/>
            <a:ext cx="304800" cy="513991"/>
          </a:xfrm>
          <a:prstGeom prst="downArrow">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Arrow: Down 26">
            <a:extLst>
              <a:ext uri="{FF2B5EF4-FFF2-40B4-BE49-F238E27FC236}">
                <a16:creationId xmlns:a16="http://schemas.microsoft.com/office/drawing/2014/main" id="{37186E1E-5512-FFD7-3646-3DB5548A89D7}"/>
              </a:ext>
            </a:extLst>
          </p:cNvPr>
          <p:cNvSpPr/>
          <p:nvPr/>
        </p:nvSpPr>
        <p:spPr>
          <a:xfrm>
            <a:off x="3322594" y="2670251"/>
            <a:ext cx="304800" cy="526701"/>
          </a:xfrm>
          <a:prstGeom prst="downArrow">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D5F2FCF2-13CC-1A5C-D863-02EE72E5A487}"/>
              </a:ext>
            </a:extLst>
          </p:cNvPr>
          <p:cNvSpPr txBox="1"/>
          <p:nvPr/>
        </p:nvSpPr>
        <p:spPr>
          <a:xfrm>
            <a:off x="2078633" y="2692522"/>
            <a:ext cx="59914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sort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B04601F8-C518-8646-8B15-145FCBB46CE5}"/>
              </a:ext>
            </a:extLst>
          </p:cNvPr>
          <p:cNvSpPr txBox="1"/>
          <p:nvPr/>
        </p:nvSpPr>
        <p:spPr>
          <a:xfrm>
            <a:off x="2224361" y="3227740"/>
            <a:ext cx="29885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Arrow: Down 29">
            <a:extLst>
              <a:ext uri="{FF2B5EF4-FFF2-40B4-BE49-F238E27FC236}">
                <a16:creationId xmlns:a16="http://schemas.microsoft.com/office/drawing/2014/main" id="{50212C07-0DCC-0E37-63D3-0A5DF750CA40}"/>
              </a:ext>
            </a:extLst>
          </p:cNvPr>
          <p:cNvSpPr/>
          <p:nvPr/>
        </p:nvSpPr>
        <p:spPr>
          <a:xfrm rot="18751245">
            <a:off x="1398033" y="3574256"/>
            <a:ext cx="304800" cy="956502"/>
          </a:xfrm>
          <a:prstGeom prst="downArrow">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Arrow: Down 30">
            <a:extLst>
              <a:ext uri="{FF2B5EF4-FFF2-40B4-BE49-F238E27FC236}">
                <a16:creationId xmlns:a16="http://schemas.microsoft.com/office/drawing/2014/main" id="{EB68AB94-25C0-610A-0FD6-1CAFE9FBD048}"/>
              </a:ext>
            </a:extLst>
          </p:cNvPr>
          <p:cNvSpPr/>
          <p:nvPr/>
        </p:nvSpPr>
        <p:spPr>
          <a:xfrm rot="2937988">
            <a:off x="2876627" y="3567168"/>
            <a:ext cx="304800" cy="969007"/>
          </a:xfrm>
          <a:prstGeom prst="downArrow">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6FEBFBD5-34A4-FADF-6B37-811CF8EC55E2}"/>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507130380"/>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2760756"/>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Write a function to calculate the factorial of a number.</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err="1">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i</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err="1">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i</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Write a function that checks whether a number is prime or not?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How to swap two numbers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Write a function to calculate the GCD for two numbers.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Write a function to sum the digits of a number.</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Write a function to calculate the Fibonacci sequence up to a given number.</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Number Coding Problems</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10">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517DE35E-EB83-7003-1661-E37712C8DC54}"/>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767651" y="1535968"/>
            <a:ext cx="636255" cy="253133"/>
          </a:xfrm>
          <a:prstGeom prst="rect">
            <a:avLst/>
          </a:prstGeom>
        </p:spPr>
      </p:pic>
      <p:pic>
        <p:nvPicPr>
          <p:cNvPr id="10" name="Picture 9">
            <a:extLst>
              <a:ext uri="{FF2B5EF4-FFF2-40B4-BE49-F238E27FC236}">
                <a16:creationId xmlns:a16="http://schemas.microsoft.com/office/drawing/2014/main" id="{DBDC7CC0-2A0F-AD76-2A10-A6EBB3E42C23}"/>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7602503" y="3942619"/>
            <a:ext cx="636255" cy="253133"/>
          </a:xfrm>
          <a:prstGeom prst="rect">
            <a:avLst/>
          </a:prstGeom>
        </p:spPr>
      </p:pic>
      <p:pic>
        <p:nvPicPr>
          <p:cNvPr id="12" name="Picture 6" descr="Coding - Free computer icons">
            <a:extLst>
              <a:ext uri="{FF2B5EF4-FFF2-40B4-BE49-F238E27FC236}">
                <a16:creationId xmlns:a16="http://schemas.microsoft.com/office/drawing/2014/main" id="{606F9003-55B3-EE1D-F8B2-6A1580D10563}"/>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403906" y="336972"/>
            <a:ext cx="720615" cy="720615"/>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0116511A-C31C-E5F0-FDAD-818ACF685175}"/>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4781661" y="1915773"/>
            <a:ext cx="636255" cy="253133"/>
          </a:xfrm>
          <a:prstGeom prst="rect">
            <a:avLst/>
          </a:prstGeom>
        </p:spPr>
      </p:pic>
      <p:sp>
        <p:nvSpPr>
          <p:cNvPr id="6" name="TextBox 5">
            <a:extLst>
              <a:ext uri="{FF2B5EF4-FFF2-40B4-BE49-F238E27FC236}">
                <a16:creationId xmlns:a16="http://schemas.microsoft.com/office/drawing/2014/main" id="{C7544DCC-8672-B8B5-1E94-DD40AB3F53E3}"/>
              </a:ext>
            </a:extLst>
          </p:cNvPr>
          <p:cNvSpPr txBox="1"/>
          <p:nvPr/>
        </p:nvSpPr>
        <p:spPr>
          <a:xfrm>
            <a:off x="10342731" y="6373174"/>
            <a:ext cx="1972639" cy="307777"/>
          </a:xfrm>
          <a:prstGeom prst="rect">
            <a:avLst/>
          </a:prstGeom>
          <a:noFill/>
        </p:spPr>
        <p:txBody>
          <a:bodyPr wrap="square">
            <a:spAutoFit/>
          </a:bodyPr>
          <a:lstStyle/>
          <a:p>
            <a:r>
              <a:rPr lang="en-US" sz="1400" dirty="0">
                <a:hlinkClick r:id="rId13" action="ppaction://hlinksldjump"/>
              </a:rPr>
              <a:t>Back to main index</a:t>
            </a:r>
            <a:endParaRPr lang="en-IN" sz="1400" dirty="0"/>
          </a:p>
        </p:txBody>
      </p:sp>
    </p:spTree>
    <p:extLst>
      <p:ext uri="{BB962C8B-B14F-4D97-AF65-F5344CB8AC3E}">
        <p14:creationId xmlns:p14="http://schemas.microsoft.com/office/powerpoint/2010/main" val="4018612030"/>
      </p:ext>
    </p:extLst>
  </p:cSld>
  <p:clrMapOvr>
    <a:overrideClrMapping bg1="dk1" tx1="lt1" bg2="dk2" tx2="lt2" accent1="accent1" accent2="accent2" accent3="accent3" accent4="accent4" accent5="accent5" accent6="accent6" hlink="hlink" folHlink="folHlink"/>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to calculate the </a:t>
            </a:r>
            <a:r>
              <a:rPr lang="en-US" sz="2400" b="1" dirty="0">
                <a:solidFill>
                  <a:srgbClr val="FFFF00"/>
                </a:solidFill>
                <a:ea typeface="+mn-ea"/>
                <a:cs typeface="+mn-cs"/>
              </a:rPr>
              <a:t>factorial of a number</a:t>
            </a:r>
            <a:r>
              <a:rPr lang="en-US" sz="2400" b="1" dirty="0">
                <a:solidFill>
                  <a:schemeClr val="bg1"/>
                </a:solidFill>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F86960DF-4DAA-8DC9-0EA7-1A126F4B8C5E}"/>
              </a:ext>
            </a:extLst>
          </p:cNvPr>
          <p:cNvSpPr/>
          <p:nvPr/>
        </p:nvSpPr>
        <p:spPr>
          <a:xfrm>
            <a:off x="5114260" y="996545"/>
            <a:ext cx="6634717" cy="568393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Factorial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Input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long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factorial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calculateFactorial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Result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factorial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120</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long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calculateFactorial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US"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Edge case</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long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 initial value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5" name="Picture 4">
            <a:extLst>
              <a:ext uri="{FF2B5EF4-FFF2-40B4-BE49-F238E27FC236}">
                <a16:creationId xmlns:a16="http://schemas.microsoft.com/office/drawing/2014/main" id="{3CF12D42-FAFD-79B6-2828-6812FD6E442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38653" y="303495"/>
            <a:ext cx="914784" cy="363946"/>
          </a:xfrm>
          <a:prstGeom prst="rect">
            <a:avLst/>
          </a:prstGeom>
        </p:spPr>
      </p:pic>
      <p:sp>
        <p:nvSpPr>
          <p:cNvPr id="7" name="Rectangle: Rounded Corners 6">
            <a:extLst>
              <a:ext uri="{FF2B5EF4-FFF2-40B4-BE49-F238E27FC236}">
                <a16:creationId xmlns:a16="http://schemas.microsoft.com/office/drawing/2014/main" id="{A1155D74-8808-CCBE-6B7E-C35DB2E594B0}"/>
              </a:ext>
            </a:extLst>
          </p:cNvPr>
          <p:cNvSpPr/>
          <p:nvPr/>
        </p:nvSpPr>
        <p:spPr>
          <a:xfrm>
            <a:off x="1636295" y="1124421"/>
            <a:ext cx="1155032" cy="687942"/>
          </a:xfrm>
          <a:prstGeom prst="roundRect">
            <a:avLst/>
          </a:prstGeom>
          <a:solidFill>
            <a:schemeClr val="accent5">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Arrow: Down 11">
            <a:extLst>
              <a:ext uri="{FF2B5EF4-FFF2-40B4-BE49-F238E27FC236}">
                <a16:creationId xmlns:a16="http://schemas.microsoft.com/office/drawing/2014/main" id="{8ACFCFAE-5E5D-DCFC-5D0E-4E68D7B20BA3}"/>
              </a:ext>
            </a:extLst>
          </p:cNvPr>
          <p:cNvSpPr/>
          <p:nvPr/>
        </p:nvSpPr>
        <p:spPr>
          <a:xfrm>
            <a:off x="2014859" y="1887000"/>
            <a:ext cx="397904" cy="546424"/>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Rounded Corners 13">
            <a:extLst>
              <a:ext uri="{FF2B5EF4-FFF2-40B4-BE49-F238E27FC236}">
                <a16:creationId xmlns:a16="http://schemas.microsoft.com/office/drawing/2014/main" id="{3C710990-BD03-DBC5-BB4D-0156F2146F3B}"/>
              </a:ext>
            </a:extLst>
          </p:cNvPr>
          <p:cNvSpPr/>
          <p:nvPr/>
        </p:nvSpPr>
        <p:spPr>
          <a:xfrm>
            <a:off x="1186150" y="2462860"/>
            <a:ext cx="2055322" cy="687942"/>
          </a:xfrm>
          <a:prstGeom prst="roundRect">
            <a:avLst/>
          </a:prstGeom>
          <a:solidFill>
            <a:schemeClr val="accent2">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1*2*3*4*5</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Arrow: Down 15">
            <a:extLst>
              <a:ext uri="{FF2B5EF4-FFF2-40B4-BE49-F238E27FC236}">
                <a16:creationId xmlns:a16="http://schemas.microsoft.com/office/drawing/2014/main" id="{92630085-8B61-B6F1-5FFB-FFB01A1DC316}"/>
              </a:ext>
            </a:extLst>
          </p:cNvPr>
          <p:cNvSpPr/>
          <p:nvPr/>
        </p:nvSpPr>
        <p:spPr>
          <a:xfrm>
            <a:off x="2014859" y="3274065"/>
            <a:ext cx="397904" cy="546424"/>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Rounded Corners 16">
            <a:extLst>
              <a:ext uri="{FF2B5EF4-FFF2-40B4-BE49-F238E27FC236}">
                <a16:creationId xmlns:a16="http://schemas.microsoft.com/office/drawing/2014/main" id="{2E67C379-10A5-3E44-780E-3E59776464F2}"/>
              </a:ext>
            </a:extLst>
          </p:cNvPr>
          <p:cNvSpPr/>
          <p:nvPr/>
        </p:nvSpPr>
        <p:spPr>
          <a:xfrm>
            <a:off x="1143494" y="3900099"/>
            <a:ext cx="2055322" cy="687942"/>
          </a:xfrm>
          <a:prstGeom prst="roundRect">
            <a:avLst/>
          </a:prstGeom>
          <a:solidFill>
            <a:schemeClr val="accent6">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120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792136B5-48B6-7E0E-460D-C661B6AB7F86}"/>
              </a:ext>
            </a:extLst>
          </p:cNvPr>
          <p:cNvSpPr/>
          <p:nvPr/>
        </p:nvSpPr>
        <p:spPr>
          <a:xfrm>
            <a:off x="355693" y="5085346"/>
            <a:ext cx="4176642" cy="1448309"/>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Tip: Edge cases are handled before the normal logic of the program, because for edge cases normal logic is not applicable.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 name="Straight Arrow Connector 9">
            <a:extLst>
              <a:ext uri="{FF2B5EF4-FFF2-40B4-BE49-F238E27FC236}">
                <a16:creationId xmlns:a16="http://schemas.microsoft.com/office/drawing/2014/main" id="{DF6052DE-9B3F-735A-7A3F-4ADEF4E127F8}"/>
              </a:ext>
            </a:extLst>
          </p:cNvPr>
          <p:cNvCxnSpPr>
            <a:cxnSpLocks/>
            <a:endCxn id="8" idx="3"/>
          </p:cNvCxnSpPr>
          <p:nvPr/>
        </p:nvCxnSpPr>
        <p:spPr>
          <a:xfrm flipH="1">
            <a:off x="4532335" y="4033000"/>
            <a:ext cx="1050318" cy="177650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2426B195-784F-ACAB-CC77-04CD25E7BFD9}"/>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879466869"/>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What is the difference between </a:t>
            </a:r>
            <a:r>
              <a:rPr lang="en-US" sz="2400" b="1" dirty="0">
                <a:solidFill>
                  <a:srgbClr val="FFFF00"/>
                </a:solidFill>
                <a:ea typeface="+mn-ea"/>
                <a:cs typeface="+mn-cs"/>
              </a:rPr>
              <a:t>++</a:t>
            </a:r>
            <a:r>
              <a:rPr lang="en-US" sz="2400" b="1" dirty="0" err="1">
                <a:solidFill>
                  <a:srgbClr val="FFFF00"/>
                </a:solidFill>
                <a:ea typeface="+mn-ea"/>
                <a:cs typeface="+mn-cs"/>
              </a:rPr>
              <a:t>i</a:t>
            </a:r>
            <a:r>
              <a:rPr lang="en-US" sz="2400" b="1" dirty="0">
                <a:solidFill>
                  <a:schemeClr val="bg1"/>
                </a:solidFill>
                <a:ea typeface="+mn-ea"/>
                <a:cs typeface="+mn-cs"/>
              </a:rPr>
              <a:t> and </a:t>
            </a:r>
            <a:r>
              <a:rPr lang="en-US" sz="2400" b="1" dirty="0" err="1">
                <a:solidFill>
                  <a:srgbClr val="FFFF00"/>
                </a:solidFill>
                <a:ea typeface="+mn-ea"/>
                <a:cs typeface="+mn-cs"/>
              </a:rPr>
              <a:t>i</a:t>
            </a:r>
            <a:r>
              <a:rPr lang="en-US" sz="2400" b="1" dirty="0">
                <a:solidFill>
                  <a:srgbClr val="FFFF00"/>
                </a:solidFill>
                <a:ea typeface="+mn-ea"/>
                <a:cs typeface="+mn-cs"/>
              </a:rPr>
              <a:t>++</a:t>
            </a:r>
            <a:r>
              <a:rPr lang="en-US" sz="2400" b="1" dirty="0">
                <a:solidFill>
                  <a:schemeClr val="bg1"/>
                </a:solidFill>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a:extLst>
              <a:ext uri="{FF2B5EF4-FFF2-40B4-BE49-F238E27FC236}">
                <a16:creationId xmlns:a16="http://schemas.microsoft.com/office/drawing/2014/main" id="{144C070A-2205-26D3-0B6D-595F3F106496}"/>
              </a:ext>
            </a:extLst>
          </p:cNvPr>
          <p:cNvSpPr/>
          <p:nvPr/>
        </p:nvSpPr>
        <p:spPr>
          <a:xfrm>
            <a:off x="545367" y="2647296"/>
            <a:ext cx="4563835" cy="96904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result = 6,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6</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5" name="Rectangle 4">
            <a:extLst>
              <a:ext uri="{FF2B5EF4-FFF2-40B4-BE49-F238E27FC236}">
                <a16:creationId xmlns:a16="http://schemas.microsoft.com/office/drawing/2014/main" id="{088A7522-0D0C-A628-52BF-577DE7A0D3C6}"/>
              </a:ext>
            </a:extLst>
          </p:cNvPr>
          <p:cNvSpPr/>
          <p:nvPr/>
        </p:nvSpPr>
        <p:spPr>
          <a:xfrm>
            <a:off x="7082798" y="2647295"/>
            <a:ext cx="4563835" cy="96904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result = 5,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i</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6</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cxnSp>
        <p:nvCxnSpPr>
          <p:cNvPr id="7" name="Straight Connector 6">
            <a:extLst>
              <a:ext uri="{FF2B5EF4-FFF2-40B4-BE49-F238E27FC236}">
                <a16:creationId xmlns:a16="http://schemas.microsoft.com/office/drawing/2014/main" id="{D30BBCF5-2E47-8BB8-662C-3CDEF5E05252}"/>
              </a:ext>
            </a:extLst>
          </p:cNvPr>
          <p:cNvCxnSpPr/>
          <p:nvPr/>
        </p:nvCxnSpPr>
        <p:spPr>
          <a:xfrm>
            <a:off x="6096000" y="1303020"/>
            <a:ext cx="0" cy="365760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F295DC71-A1F5-24F8-A7D6-61D0EC443393}"/>
              </a:ext>
            </a:extLst>
          </p:cNvPr>
          <p:cNvSpPr/>
          <p:nvPr/>
        </p:nvSpPr>
        <p:spPr>
          <a:xfrm>
            <a:off x="355693" y="1156503"/>
            <a:ext cx="4753509" cy="969047"/>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i</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(Pre-increment): it increments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i</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first and then uses the incremented value.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DFC7772A-51F1-2A74-3868-EAE7E0CD86F4}"/>
              </a:ext>
            </a:extLst>
          </p:cNvPr>
          <p:cNvSpPr/>
          <p:nvPr/>
        </p:nvSpPr>
        <p:spPr>
          <a:xfrm>
            <a:off x="6893124" y="1156503"/>
            <a:ext cx="4753509" cy="969047"/>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i</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(Post-increment): it uses the current value of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i</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first and then increments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i</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afterward.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 name="Picture 5">
            <a:extLst>
              <a:ext uri="{FF2B5EF4-FFF2-40B4-BE49-F238E27FC236}">
                <a16:creationId xmlns:a16="http://schemas.microsoft.com/office/drawing/2014/main" id="{43A4CE44-9779-D53D-11DE-BF32A8CC3E7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242901" y="303495"/>
            <a:ext cx="914784" cy="363946"/>
          </a:xfrm>
          <a:prstGeom prst="rect">
            <a:avLst/>
          </a:prstGeom>
        </p:spPr>
      </p:pic>
      <p:sp>
        <p:nvSpPr>
          <p:cNvPr id="12" name="TextBox 11">
            <a:extLst>
              <a:ext uri="{FF2B5EF4-FFF2-40B4-BE49-F238E27FC236}">
                <a16:creationId xmlns:a16="http://schemas.microsoft.com/office/drawing/2014/main" id="{80656DF9-A1BE-9C29-05AC-67A3E9A7DFE1}"/>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170570143"/>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that checks whether a number </a:t>
            </a:r>
            <a:r>
              <a:rPr lang="en-US" sz="2400" b="1" dirty="0">
                <a:solidFill>
                  <a:srgbClr val="FFFF00"/>
                </a:solidFill>
                <a:ea typeface="+mn-ea"/>
                <a:cs typeface="+mn-cs"/>
              </a:rPr>
              <a:t>is prime</a:t>
            </a:r>
            <a:r>
              <a:rPr lang="en-US" sz="2400" b="1" dirty="0">
                <a:solidFill>
                  <a:schemeClr val="bg1"/>
                </a:solidFill>
                <a:ea typeface="+mn-ea"/>
                <a:cs typeface="+mn-cs"/>
              </a:rPr>
              <a:t> or not?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F86960DF-4DAA-8DC9-0EA7-1A126F4B8C5E}"/>
              </a:ext>
            </a:extLst>
          </p:cNvPr>
          <p:cNvSpPr/>
          <p:nvPr/>
        </p:nvSpPr>
        <p:spPr>
          <a:xfrm>
            <a:off x="4844716" y="1050504"/>
            <a:ext cx="7138736" cy="562997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PrimeChecker</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17</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input</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isPrime</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print output</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isPrime</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Edge case: Check if the number is less than or equal to 1</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false</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 and numbers &lt;= 1 are not prime</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Check for divisibility from 2 to square root of the number</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 </a:t>
            </a:r>
            <a:r>
              <a:rPr kumimoji="0" lang="en-US"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US"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false</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Found a divisor other than 1 and itself</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true</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true</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8" name="Rectangle: Rounded Corners 7">
            <a:extLst>
              <a:ext uri="{FF2B5EF4-FFF2-40B4-BE49-F238E27FC236}">
                <a16:creationId xmlns:a16="http://schemas.microsoft.com/office/drawing/2014/main" id="{89E29187-6C91-9153-E815-DA07923C3DA2}"/>
              </a:ext>
            </a:extLst>
          </p:cNvPr>
          <p:cNvSpPr/>
          <p:nvPr/>
        </p:nvSpPr>
        <p:spPr>
          <a:xfrm>
            <a:off x="802105" y="1124420"/>
            <a:ext cx="2855495" cy="662621"/>
          </a:xfrm>
          <a:prstGeom prst="roundRect">
            <a:avLst/>
          </a:prstGeom>
          <a:solidFill>
            <a:schemeClr val="accent5">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17</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Arrow: Down 9">
            <a:extLst>
              <a:ext uri="{FF2B5EF4-FFF2-40B4-BE49-F238E27FC236}">
                <a16:creationId xmlns:a16="http://schemas.microsoft.com/office/drawing/2014/main" id="{C886AE63-B33F-95C3-497A-EE562AC91A90}"/>
              </a:ext>
            </a:extLst>
          </p:cNvPr>
          <p:cNvSpPr/>
          <p:nvPr/>
        </p:nvSpPr>
        <p:spPr>
          <a:xfrm>
            <a:off x="2014859" y="1856012"/>
            <a:ext cx="397904" cy="495006"/>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Rounded Corners 10">
            <a:extLst>
              <a:ext uri="{FF2B5EF4-FFF2-40B4-BE49-F238E27FC236}">
                <a16:creationId xmlns:a16="http://schemas.microsoft.com/office/drawing/2014/main" id="{A7FB303F-133F-D601-CAFA-3AEB439DDD51}"/>
              </a:ext>
            </a:extLst>
          </p:cNvPr>
          <p:cNvSpPr/>
          <p:nvPr/>
        </p:nvSpPr>
        <p:spPr>
          <a:xfrm>
            <a:off x="802105" y="2411089"/>
            <a:ext cx="2855495" cy="662621"/>
          </a:xfrm>
          <a:prstGeom prst="roundRect">
            <a:avLst/>
          </a:prstGeom>
          <a:solidFill>
            <a:schemeClr val="accent2">
              <a:lumMod val="20000"/>
              <a:lumOff val="80000"/>
            </a:schemeClr>
          </a:solidFill>
          <a:ln>
            <a:solidFill>
              <a:schemeClr val="accent2">
                <a:lumMod val="60000"/>
                <a:lumOff val="40000"/>
              </a:schemeClr>
            </a:solidFill>
          </a:ln>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17 % (2 to 16)  != 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Arrow: Down 11">
            <a:extLst>
              <a:ext uri="{FF2B5EF4-FFF2-40B4-BE49-F238E27FC236}">
                <a16:creationId xmlns:a16="http://schemas.microsoft.com/office/drawing/2014/main" id="{98D834D8-DCDB-6DA3-929B-ADA9E8135C81}"/>
              </a:ext>
            </a:extLst>
          </p:cNvPr>
          <p:cNvSpPr/>
          <p:nvPr/>
        </p:nvSpPr>
        <p:spPr>
          <a:xfrm>
            <a:off x="1972203" y="3134246"/>
            <a:ext cx="397904" cy="495006"/>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Rounded Corners 12">
            <a:extLst>
              <a:ext uri="{FF2B5EF4-FFF2-40B4-BE49-F238E27FC236}">
                <a16:creationId xmlns:a16="http://schemas.microsoft.com/office/drawing/2014/main" id="{B887BB03-F399-F932-F36D-4AE69AD81DAC}"/>
              </a:ext>
            </a:extLst>
          </p:cNvPr>
          <p:cNvSpPr/>
          <p:nvPr/>
        </p:nvSpPr>
        <p:spPr>
          <a:xfrm>
            <a:off x="802105" y="3697758"/>
            <a:ext cx="2855495" cy="662621"/>
          </a:xfrm>
          <a:prstGeom prst="roundRect">
            <a:avLst/>
          </a:prstGeom>
          <a:solidFill>
            <a:schemeClr val="accent6">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True (prime)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4FD8599C-2D18-6E2E-A456-7857CCD869C1}"/>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440368648"/>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How to </a:t>
            </a:r>
            <a:r>
              <a:rPr lang="en-US" sz="2400" b="1" dirty="0">
                <a:solidFill>
                  <a:srgbClr val="FFFF00"/>
                </a:solidFill>
                <a:ea typeface="+mn-ea"/>
                <a:cs typeface="+mn-cs"/>
              </a:rPr>
              <a:t>swap </a:t>
            </a:r>
            <a:r>
              <a:rPr lang="en-US" sz="2400" b="1" dirty="0">
                <a:solidFill>
                  <a:schemeClr val="bg1"/>
                </a:solidFill>
                <a:ea typeface="+mn-ea"/>
                <a:cs typeface="+mn-cs"/>
              </a:rPr>
              <a:t>two numbers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F86960DF-4DAA-8DC9-0EA7-1A126F4B8C5E}"/>
              </a:ext>
            </a:extLst>
          </p:cNvPr>
          <p:cNvSpPr/>
          <p:nvPr/>
        </p:nvSpPr>
        <p:spPr>
          <a:xfrm>
            <a:off x="5603358" y="1027623"/>
            <a:ext cx="5886619" cy="422404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SwapNumbers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Swap using a temporary variable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 =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b =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a = 10, b = 5</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34" name="Rectangle: Rounded Corners 33">
            <a:extLst>
              <a:ext uri="{FF2B5EF4-FFF2-40B4-BE49-F238E27FC236}">
                <a16:creationId xmlns:a16="http://schemas.microsoft.com/office/drawing/2014/main" id="{510072F4-DED1-3622-D765-605FA05551D4}"/>
              </a:ext>
            </a:extLst>
          </p:cNvPr>
          <p:cNvSpPr/>
          <p:nvPr/>
        </p:nvSpPr>
        <p:spPr>
          <a:xfrm>
            <a:off x="894173" y="1415969"/>
            <a:ext cx="629827" cy="426083"/>
          </a:xfrm>
          <a:prstGeom prst="roundRect">
            <a:avLst/>
          </a:prstGeom>
          <a:solidFill>
            <a:schemeClr val="accent5">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C5538B43-941F-A5CD-14AB-0722FB0F9604}"/>
              </a:ext>
            </a:extLst>
          </p:cNvPr>
          <p:cNvSpPr txBox="1"/>
          <p:nvPr/>
        </p:nvSpPr>
        <p:spPr>
          <a:xfrm>
            <a:off x="1051716" y="1002175"/>
            <a:ext cx="314739"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Rounded Corners 36">
            <a:extLst>
              <a:ext uri="{FF2B5EF4-FFF2-40B4-BE49-F238E27FC236}">
                <a16:creationId xmlns:a16="http://schemas.microsoft.com/office/drawing/2014/main" id="{BBC69490-09DD-7284-C172-CE5E1E578078}"/>
              </a:ext>
            </a:extLst>
          </p:cNvPr>
          <p:cNvSpPr/>
          <p:nvPr/>
        </p:nvSpPr>
        <p:spPr>
          <a:xfrm>
            <a:off x="2793336" y="1415969"/>
            <a:ext cx="629827" cy="426083"/>
          </a:xfrm>
          <a:prstGeom prst="roundRect">
            <a:avLst/>
          </a:prstGeom>
          <a:solidFill>
            <a:schemeClr val="accent2">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FB406A8A-98E3-DC1C-2374-DA64BCC2E488}"/>
              </a:ext>
            </a:extLst>
          </p:cNvPr>
          <p:cNvSpPr txBox="1"/>
          <p:nvPr/>
        </p:nvSpPr>
        <p:spPr>
          <a:xfrm>
            <a:off x="2950879" y="1002175"/>
            <a:ext cx="314739"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Rounded Corners 38">
            <a:extLst>
              <a:ext uri="{FF2B5EF4-FFF2-40B4-BE49-F238E27FC236}">
                <a16:creationId xmlns:a16="http://schemas.microsoft.com/office/drawing/2014/main" id="{D9F2EA24-B0D3-6723-177D-A58CAF80AA38}"/>
              </a:ext>
            </a:extLst>
          </p:cNvPr>
          <p:cNvSpPr/>
          <p:nvPr/>
        </p:nvSpPr>
        <p:spPr>
          <a:xfrm>
            <a:off x="894173" y="3800759"/>
            <a:ext cx="629827" cy="426083"/>
          </a:xfrm>
          <a:prstGeom prst="roundRect">
            <a:avLst/>
          </a:prstGeom>
          <a:solidFill>
            <a:schemeClr val="accent5">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Rounded Corners 39">
            <a:extLst>
              <a:ext uri="{FF2B5EF4-FFF2-40B4-BE49-F238E27FC236}">
                <a16:creationId xmlns:a16="http://schemas.microsoft.com/office/drawing/2014/main" id="{1A1DEFEB-5A9D-9DB0-8F9D-A8114156EF0C}"/>
              </a:ext>
            </a:extLst>
          </p:cNvPr>
          <p:cNvSpPr/>
          <p:nvPr/>
        </p:nvSpPr>
        <p:spPr>
          <a:xfrm>
            <a:off x="2793336" y="3800759"/>
            <a:ext cx="629827" cy="426083"/>
          </a:xfrm>
          <a:prstGeom prst="roundRect">
            <a:avLst/>
          </a:prstGeom>
          <a:solidFill>
            <a:schemeClr val="accent2">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Rounded Corners 40">
            <a:extLst>
              <a:ext uri="{FF2B5EF4-FFF2-40B4-BE49-F238E27FC236}">
                <a16:creationId xmlns:a16="http://schemas.microsoft.com/office/drawing/2014/main" id="{4C5941CD-1128-592A-5587-5E880ABA31EB}"/>
              </a:ext>
            </a:extLst>
          </p:cNvPr>
          <p:cNvSpPr/>
          <p:nvPr/>
        </p:nvSpPr>
        <p:spPr>
          <a:xfrm>
            <a:off x="1976278" y="2255594"/>
            <a:ext cx="629827" cy="426083"/>
          </a:xfrm>
          <a:prstGeom prst="roundRect">
            <a:avLst/>
          </a:prstGeom>
          <a:solidFill>
            <a:schemeClr val="accent6">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04F6B8F7-C7EC-C0B0-1FCA-FC18BBB1C0DC}"/>
              </a:ext>
            </a:extLst>
          </p:cNvPr>
          <p:cNvSpPr txBox="1"/>
          <p:nvPr/>
        </p:nvSpPr>
        <p:spPr>
          <a:xfrm>
            <a:off x="1976276" y="1912766"/>
            <a:ext cx="696089"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temp</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Arrow: Down 50">
            <a:extLst>
              <a:ext uri="{FF2B5EF4-FFF2-40B4-BE49-F238E27FC236}">
                <a16:creationId xmlns:a16="http://schemas.microsoft.com/office/drawing/2014/main" id="{38C4E2BD-487F-4A7E-AEEC-F879C74387A6}"/>
              </a:ext>
            </a:extLst>
          </p:cNvPr>
          <p:cNvSpPr/>
          <p:nvPr/>
        </p:nvSpPr>
        <p:spPr>
          <a:xfrm rot="18529677">
            <a:off x="1594070" y="1787858"/>
            <a:ext cx="275386" cy="586837"/>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Rectangle: Rounded Corners 52">
            <a:extLst>
              <a:ext uri="{FF2B5EF4-FFF2-40B4-BE49-F238E27FC236}">
                <a16:creationId xmlns:a16="http://schemas.microsoft.com/office/drawing/2014/main" id="{ABDA23DA-2A74-FEEF-4E8E-A086E8A4059B}"/>
              </a:ext>
            </a:extLst>
          </p:cNvPr>
          <p:cNvSpPr/>
          <p:nvPr/>
        </p:nvSpPr>
        <p:spPr>
          <a:xfrm>
            <a:off x="2793336" y="3008054"/>
            <a:ext cx="629827" cy="426083"/>
          </a:xfrm>
          <a:prstGeom prst="roundRect">
            <a:avLst/>
          </a:prstGeom>
          <a:solidFill>
            <a:schemeClr val="accent2">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Rounded Corners 54">
            <a:extLst>
              <a:ext uri="{FF2B5EF4-FFF2-40B4-BE49-F238E27FC236}">
                <a16:creationId xmlns:a16="http://schemas.microsoft.com/office/drawing/2014/main" id="{1C03177C-417A-CCC3-631F-10F65A97A50C}"/>
              </a:ext>
            </a:extLst>
          </p:cNvPr>
          <p:cNvSpPr/>
          <p:nvPr/>
        </p:nvSpPr>
        <p:spPr>
          <a:xfrm>
            <a:off x="892388" y="3008054"/>
            <a:ext cx="629827" cy="426083"/>
          </a:xfrm>
          <a:prstGeom prst="roundRect">
            <a:avLst/>
          </a:prstGeom>
          <a:solidFill>
            <a:schemeClr val="accent5">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Arrow: Down 56">
            <a:extLst>
              <a:ext uri="{FF2B5EF4-FFF2-40B4-BE49-F238E27FC236}">
                <a16:creationId xmlns:a16="http://schemas.microsoft.com/office/drawing/2014/main" id="{8C243019-7F30-73D1-55B6-B198A35AA0C1}"/>
              </a:ext>
            </a:extLst>
          </p:cNvPr>
          <p:cNvSpPr/>
          <p:nvPr/>
        </p:nvSpPr>
        <p:spPr>
          <a:xfrm rot="5400000">
            <a:off x="2052607" y="2610154"/>
            <a:ext cx="266833" cy="1214623"/>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 name="Arrow: U-Turn 59">
            <a:extLst>
              <a:ext uri="{FF2B5EF4-FFF2-40B4-BE49-F238E27FC236}">
                <a16:creationId xmlns:a16="http://schemas.microsoft.com/office/drawing/2014/main" id="{D6A440D4-5F0C-51A2-85F4-4D07185E0C81}"/>
              </a:ext>
            </a:extLst>
          </p:cNvPr>
          <p:cNvSpPr/>
          <p:nvPr/>
        </p:nvSpPr>
        <p:spPr>
          <a:xfrm rot="5400000">
            <a:off x="2490578" y="2510965"/>
            <a:ext cx="1757900" cy="1413003"/>
          </a:xfrm>
          <a:prstGeom prst="uturnArrow">
            <a:avLst>
              <a:gd name="adj1" fmla="val 25000"/>
              <a:gd name="adj2" fmla="val 4166"/>
              <a:gd name="adj3" fmla="val 11648"/>
              <a:gd name="adj4" fmla="val 43658"/>
              <a:gd name="adj5" fmla="val 40663"/>
            </a:avLst>
          </a:prstGeom>
          <a:ln>
            <a:solidFill>
              <a:schemeClr val="accent5"/>
            </a:solidFill>
          </a:ln>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Arrow: Right 61">
            <a:extLst>
              <a:ext uri="{FF2B5EF4-FFF2-40B4-BE49-F238E27FC236}">
                <a16:creationId xmlns:a16="http://schemas.microsoft.com/office/drawing/2014/main" id="{13F0A5B5-3548-CD44-4102-E0A874CEBBF3}"/>
              </a:ext>
            </a:extLst>
          </p:cNvPr>
          <p:cNvSpPr/>
          <p:nvPr/>
        </p:nvSpPr>
        <p:spPr>
          <a:xfrm flipH="1">
            <a:off x="3415249" y="3908466"/>
            <a:ext cx="333436" cy="224609"/>
          </a:xfrm>
          <a:prstGeom prst="rightArrow">
            <a:avLst/>
          </a:prstGeom>
          <a:solidFill>
            <a:schemeClr val="accent4">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5" name="Picture 4">
            <a:extLst>
              <a:ext uri="{FF2B5EF4-FFF2-40B4-BE49-F238E27FC236}">
                <a16:creationId xmlns:a16="http://schemas.microsoft.com/office/drawing/2014/main" id="{0866EE47-A086-36C2-5867-D2910B3FC6C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107314" y="308302"/>
            <a:ext cx="914784" cy="363946"/>
          </a:xfrm>
          <a:prstGeom prst="rect">
            <a:avLst/>
          </a:prstGeom>
        </p:spPr>
      </p:pic>
      <p:sp>
        <p:nvSpPr>
          <p:cNvPr id="13" name="Rectangle 12">
            <a:extLst>
              <a:ext uri="{FF2B5EF4-FFF2-40B4-BE49-F238E27FC236}">
                <a16:creationId xmlns:a16="http://schemas.microsoft.com/office/drawing/2014/main" id="{F16CD58A-E254-76FF-5624-10E26D7CBD46}"/>
              </a:ext>
            </a:extLst>
          </p:cNvPr>
          <p:cNvSpPr/>
          <p:nvPr/>
        </p:nvSpPr>
        <p:spPr>
          <a:xfrm>
            <a:off x="416580" y="4807953"/>
            <a:ext cx="3821985" cy="969047"/>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Tip: swapping will be used in many other coding problems.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CB013852-8DEA-12C6-A45E-83397D887E9A}"/>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629912127"/>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to calculate the </a:t>
            </a:r>
            <a:r>
              <a:rPr lang="en-US" sz="2400" b="1" dirty="0">
                <a:solidFill>
                  <a:srgbClr val="FFFF00"/>
                </a:solidFill>
                <a:ea typeface="+mn-ea"/>
                <a:cs typeface="+mn-cs"/>
              </a:rPr>
              <a:t>GCD </a:t>
            </a:r>
            <a:r>
              <a:rPr lang="en-US" sz="2400" b="1" dirty="0">
                <a:solidFill>
                  <a:schemeClr val="bg1"/>
                </a:solidFill>
                <a:ea typeface="+mn-ea"/>
                <a:cs typeface="+mn-cs"/>
              </a:rPr>
              <a:t>for two numbers.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F86960DF-4DAA-8DC9-0EA7-1A126F4B8C5E}"/>
              </a:ext>
            </a:extLst>
          </p:cNvPr>
          <p:cNvSpPr/>
          <p:nvPr/>
        </p:nvSpPr>
        <p:spPr>
          <a:xfrm>
            <a:off x="6272083" y="1057678"/>
            <a:ext cx="5709208" cy="499019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Greatest Common Divisor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GCD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18</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Multiple inputs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findGCD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//Result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Print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findGCD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&gt;=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&amp;&amp;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Return the GCD</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11" name="Rectangle: Rounded Corners 10">
            <a:extLst>
              <a:ext uri="{FF2B5EF4-FFF2-40B4-BE49-F238E27FC236}">
                <a16:creationId xmlns:a16="http://schemas.microsoft.com/office/drawing/2014/main" id="{115479BE-EF15-374E-102C-DC91A1CD1BCF}"/>
              </a:ext>
            </a:extLst>
          </p:cNvPr>
          <p:cNvSpPr/>
          <p:nvPr/>
        </p:nvSpPr>
        <p:spPr>
          <a:xfrm>
            <a:off x="1507313" y="1432011"/>
            <a:ext cx="1267118" cy="582473"/>
          </a:xfrm>
          <a:prstGeom prst="roundRect">
            <a:avLst/>
          </a:prstGeom>
          <a:solidFill>
            <a:schemeClr val="accent5">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62ACD630-F5E0-4E7B-0CCF-0F3E1EB91D33}"/>
              </a:ext>
            </a:extLst>
          </p:cNvPr>
          <p:cNvSpPr txBox="1"/>
          <p:nvPr/>
        </p:nvSpPr>
        <p:spPr>
          <a:xfrm>
            <a:off x="1791071" y="1018217"/>
            <a:ext cx="92456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num1</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Rectangle: Rounded Corners 12">
            <a:extLst>
              <a:ext uri="{FF2B5EF4-FFF2-40B4-BE49-F238E27FC236}">
                <a16:creationId xmlns:a16="http://schemas.microsoft.com/office/drawing/2014/main" id="{511410E3-380B-31D7-B93D-5027DF703A17}"/>
              </a:ext>
            </a:extLst>
          </p:cNvPr>
          <p:cNvSpPr/>
          <p:nvPr/>
        </p:nvSpPr>
        <p:spPr>
          <a:xfrm>
            <a:off x="3707730" y="1432011"/>
            <a:ext cx="1153024" cy="582473"/>
          </a:xfrm>
          <a:prstGeom prst="roundRect">
            <a:avLst/>
          </a:prstGeom>
          <a:solidFill>
            <a:schemeClr val="accent5">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18</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0AD26EC2-B5F2-FA15-4B8C-8FBAA10388FC}"/>
              </a:ext>
            </a:extLst>
          </p:cNvPr>
          <p:cNvSpPr txBox="1"/>
          <p:nvPr/>
        </p:nvSpPr>
        <p:spPr>
          <a:xfrm>
            <a:off x="3882206" y="1018217"/>
            <a:ext cx="75331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num2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Arrow: Down 15">
            <a:extLst>
              <a:ext uri="{FF2B5EF4-FFF2-40B4-BE49-F238E27FC236}">
                <a16:creationId xmlns:a16="http://schemas.microsoft.com/office/drawing/2014/main" id="{E8966BE5-B5AF-E913-1C76-7BB77CD16ABF}"/>
              </a:ext>
            </a:extLst>
          </p:cNvPr>
          <p:cNvSpPr/>
          <p:nvPr/>
        </p:nvSpPr>
        <p:spPr>
          <a:xfrm rot="19460563">
            <a:off x="2519048" y="2004501"/>
            <a:ext cx="275262" cy="1144742"/>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Arrow: Down 18">
            <a:extLst>
              <a:ext uri="{FF2B5EF4-FFF2-40B4-BE49-F238E27FC236}">
                <a16:creationId xmlns:a16="http://schemas.microsoft.com/office/drawing/2014/main" id="{8827C2F2-0938-E2C9-25A4-A7594A44B5B2}"/>
              </a:ext>
            </a:extLst>
          </p:cNvPr>
          <p:cNvSpPr/>
          <p:nvPr/>
        </p:nvSpPr>
        <p:spPr>
          <a:xfrm rot="2402283">
            <a:off x="3554353" y="2008898"/>
            <a:ext cx="342270" cy="1126038"/>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Rectangle: Rounded Corners 21">
            <a:extLst>
              <a:ext uri="{FF2B5EF4-FFF2-40B4-BE49-F238E27FC236}">
                <a16:creationId xmlns:a16="http://schemas.microsoft.com/office/drawing/2014/main" id="{7D3D5FB7-C87A-6D1C-DF84-7428E0EBA3B7}"/>
              </a:ext>
            </a:extLst>
          </p:cNvPr>
          <p:cNvSpPr/>
          <p:nvPr/>
        </p:nvSpPr>
        <p:spPr>
          <a:xfrm>
            <a:off x="1427103" y="4195351"/>
            <a:ext cx="3353440" cy="509384"/>
          </a:xfrm>
          <a:prstGeom prst="roundRect">
            <a:avLst/>
          </a:prstGeom>
          <a:solidFill>
            <a:schemeClr val="accent6">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GCD = 6</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Arrow: Down 22">
            <a:extLst>
              <a:ext uri="{FF2B5EF4-FFF2-40B4-BE49-F238E27FC236}">
                <a16:creationId xmlns:a16="http://schemas.microsoft.com/office/drawing/2014/main" id="{08BD3B7B-8619-5720-0BDE-7A9E31732C31}"/>
              </a:ext>
            </a:extLst>
          </p:cNvPr>
          <p:cNvSpPr/>
          <p:nvPr/>
        </p:nvSpPr>
        <p:spPr>
          <a:xfrm>
            <a:off x="2989868" y="3787896"/>
            <a:ext cx="316582" cy="407456"/>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Rounded Corners 4">
            <a:extLst>
              <a:ext uri="{FF2B5EF4-FFF2-40B4-BE49-F238E27FC236}">
                <a16:creationId xmlns:a16="http://schemas.microsoft.com/office/drawing/2014/main" id="{20FDDE97-1A25-5281-A4F3-0B461EE27114}"/>
              </a:ext>
            </a:extLst>
          </p:cNvPr>
          <p:cNvSpPr/>
          <p:nvPr/>
        </p:nvSpPr>
        <p:spPr>
          <a:xfrm>
            <a:off x="1427103" y="3121280"/>
            <a:ext cx="3433651" cy="555997"/>
          </a:xfrm>
          <a:prstGeom prst="roundRect">
            <a:avLst/>
          </a:prstGeom>
          <a:solidFill>
            <a:schemeClr val="accent2">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2, 3, 6</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2967806B-2A0A-2E37-C397-4A927F1BFE06}"/>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333057465"/>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to </a:t>
            </a:r>
            <a:r>
              <a:rPr lang="en-US" sz="2400" b="1" dirty="0">
                <a:solidFill>
                  <a:srgbClr val="FFFF00"/>
                </a:solidFill>
                <a:ea typeface="+mn-ea"/>
                <a:cs typeface="+mn-cs"/>
              </a:rPr>
              <a:t>sum the digits of a number</a:t>
            </a:r>
            <a:r>
              <a:rPr lang="en-US" sz="2400" b="1" dirty="0">
                <a:solidFill>
                  <a:schemeClr val="bg1"/>
                </a:solidFill>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F86960DF-4DAA-8DC9-0EA7-1A126F4B8C5E}"/>
              </a:ext>
            </a:extLst>
          </p:cNvPr>
          <p:cNvSpPr/>
          <p:nvPr/>
        </p:nvSpPr>
        <p:spPr>
          <a:xfrm>
            <a:off x="6497056" y="1149148"/>
            <a:ext cx="5352614" cy="503970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SumOfDigits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1234</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sumOfDigits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sumOfDigits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while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reminder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4, 3, 2, 1</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reminder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4, 7, 9, 10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num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123, 12, 1</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Rectangle: Rounded Corners 7">
            <a:extLst>
              <a:ext uri="{FF2B5EF4-FFF2-40B4-BE49-F238E27FC236}">
                <a16:creationId xmlns:a16="http://schemas.microsoft.com/office/drawing/2014/main" id="{31AD0E16-F22B-9DAA-4E21-D80834DD1F76}"/>
              </a:ext>
            </a:extLst>
          </p:cNvPr>
          <p:cNvSpPr/>
          <p:nvPr/>
        </p:nvSpPr>
        <p:spPr>
          <a:xfrm>
            <a:off x="2272392" y="1443113"/>
            <a:ext cx="1408760" cy="582473"/>
          </a:xfrm>
          <a:prstGeom prst="roundRect">
            <a:avLst/>
          </a:prstGeom>
          <a:solidFill>
            <a:schemeClr val="accent5">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1234</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Arrow: Down 12">
            <a:extLst>
              <a:ext uri="{FF2B5EF4-FFF2-40B4-BE49-F238E27FC236}">
                <a16:creationId xmlns:a16="http://schemas.microsoft.com/office/drawing/2014/main" id="{8AE4EE29-68DF-2060-2271-E871B7489987}"/>
              </a:ext>
            </a:extLst>
          </p:cNvPr>
          <p:cNvSpPr/>
          <p:nvPr/>
        </p:nvSpPr>
        <p:spPr>
          <a:xfrm>
            <a:off x="2813466" y="2103589"/>
            <a:ext cx="351784" cy="586837"/>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Rectangle: Rounded Corners 15">
            <a:extLst>
              <a:ext uri="{FF2B5EF4-FFF2-40B4-BE49-F238E27FC236}">
                <a16:creationId xmlns:a16="http://schemas.microsoft.com/office/drawing/2014/main" id="{BAFD38DE-D51E-5BF5-2518-7800E6FF9700}"/>
              </a:ext>
            </a:extLst>
          </p:cNvPr>
          <p:cNvSpPr/>
          <p:nvPr/>
        </p:nvSpPr>
        <p:spPr>
          <a:xfrm>
            <a:off x="1958062" y="3956003"/>
            <a:ext cx="2087568" cy="582473"/>
          </a:xfrm>
          <a:prstGeom prst="roundRect">
            <a:avLst/>
          </a:prstGeom>
          <a:solidFill>
            <a:schemeClr val="accent6">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4+3+2+1 = 10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Arrow: Down 16">
            <a:extLst>
              <a:ext uri="{FF2B5EF4-FFF2-40B4-BE49-F238E27FC236}">
                <a16:creationId xmlns:a16="http://schemas.microsoft.com/office/drawing/2014/main" id="{38F227CC-D936-EF32-9B66-7E9E91BE1B4C}"/>
              </a:ext>
            </a:extLst>
          </p:cNvPr>
          <p:cNvSpPr/>
          <p:nvPr/>
        </p:nvSpPr>
        <p:spPr>
          <a:xfrm>
            <a:off x="2800880" y="3301899"/>
            <a:ext cx="351784" cy="586837"/>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780AF90C-5A76-20AE-77DC-44E139217877}"/>
              </a:ext>
            </a:extLst>
          </p:cNvPr>
          <p:cNvSpPr txBox="1"/>
          <p:nvPr/>
        </p:nvSpPr>
        <p:spPr>
          <a:xfrm>
            <a:off x="2538095" y="1047388"/>
            <a:ext cx="92456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number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Rounded Corners 4">
            <a:extLst>
              <a:ext uri="{FF2B5EF4-FFF2-40B4-BE49-F238E27FC236}">
                <a16:creationId xmlns:a16="http://schemas.microsoft.com/office/drawing/2014/main" id="{C50CF97B-22C8-BF3A-46D1-3D23C78366B4}"/>
              </a:ext>
            </a:extLst>
          </p:cNvPr>
          <p:cNvSpPr/>
          <p:nvPr/>
        </p:nvSpPr>
        <p:spPr>
          <a:xfrm>
            <a:off x="593557" y="2680210"/>
            <a:ext cx="5101389" cy="582473"/>
          </a:xfrm>
          <a:prstGeom prst="roundRect">
            <a:avLst/>
          </a:prstGeom>
          <a:solidFill>
            <a:schemeClr val="accent2">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(1234 % 10) + (123 % 10) + (12 % 10) + (1 % 10)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1C0A1E4B-12F4-DC30-AFF1-B1871558B387}"/>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4092195882"/>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to calculate the </a:t>
            </a:r>
            <a:r>
              <a:rPr lang="en-US" sz="2400" b="1" dirty="0">
                <a:solidFill>
                  <a:srgbClr val="FFFF00"/>
                </a:solidFill>
                <a:ea typeface="+mn-ea"/>
                <a:cs typeface="+mn-cs"/>
              </a:rPr>
              <a:t>Fibonacci sequence</a:t>
            </a:r>
            <a:r>
              <a:rPr lang="en-US" sz="2400" b="1" dirty="0">
                <a:solidFill>
                  <a:schemeClr val="bg1"/>
                </a:solidFill>
                <a:ea typeface="+mn-ea"/>
                <a:cs typeface="+mn-cs"/>
              </a:rPr>
              <a:t> up to a given number.</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F86960DF-4DAA-8DC9-0EA7-1A126F4B8C5E}"/>
              </a:ext>
            </a:extLst>
          </p:cNvPr>
          <p:cNvSpPr/>
          <p:nvPr/>
        </p:nvSpPr>
        <p:spPr>
          <a:xfrm>
            <a:off x="5967665" y="1026024"/>
            <a:ext cx="5649864" cy="492559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Fibonacci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input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generateFibonacci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generateFibonacci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next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next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next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0, 1, 1, 2, 3, 5, 8</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7" name="Picture 6">
            <a:extLst>
              <a:ext uri="{FF2B5EF4-FFF2-40B4-BE49-F238E27FC236}">
                <a16:creationId xmlns:a16="http://schemas.microsoft.com/office/drawing/2014/main" id="{3F78AE7E-F052-45C9-EF50-776D7028CCC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830161" y="287453"/>
            <a:ext cx="914784" cy="363946"/>
          </a:xfrm>
          <a:prstGeom prst="rect">
            <a:avLst/>
          </a:prstGeom>
        </p:spPr>
      </p:pic>
      <p:sp>
        <p:nvSpPr>
          <p:cNvPr id="8" name="Rectangle: Rounded Corners 7">
            <a:extLst>
              <a:ext uri="{FF2B5EF4-FFF2-40B4-BE49-F238E27FC236}">
                <a16:creationId xmlns:a16="http://schemas.microsoft.com/office/drawing/2014/main" id="{28293022-7981-0FCD-9F90-64EE53C87DFA}"/>
              </a:ext>
            </a:extLst>
          </p:cNvPr>
          <p:cNvSpPr/>
          <p:nvPr/>
        </p:nvSpPr>
        <p:spPr>
          <a:xfrm>
            <a:off x="1908836" y="1528591"/>
            <a:ext cx="1408760" cy="582473"/>
          </a:xfrm>
          <a:prstGeom prst="roundRect">
            <a:avLst/>
          </a:prstGeom>
          <a:solidFill>
            <a:schemeClr val="accent5">
              <a:lumMod val="20000"/>
              <a:lumOff val="80000"/>
            </a:schemeClr>
          </a:solidFill>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7</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Arrow: Down 10">
            <a:extLst>
              <a:ext uri="{FF2B5EF4-FFF2-40B4-BE49-F238E27FC236}">
                <a16:creationId xmlns:a16="http://schemas.microsoft.com/office/drawing/2014/main" id="{D0763E93-54A9-A983-66DD-36356B88D207}"/>
              </a:ext>
            </a:extLst>
          </p:cNvPr>
          <p:cNvSpPr/>
          <p:nvPr/>
        </p:nvSpPr>
        <p:spPr>
          <a:xfrm>
            <a:off x="2460927" y="2207136"/>
            <a:ext cx="325818" cy="504665"/>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TextBox 12">
            <a:extLst>
              <a:ext uri="{FF2B5EF4-FFF2-40B4-BE49-F238E27FC236}">
                <a16:creationId xmlns:a16="http://schemas.microsoft.com/office/drawing/2014/main" id="{2CD10000-4673-2801-3492-07BF07A36183}"/>
              </a:ext>
            </a:extLst>
          </p:cNvPr>
          <p:cNvSpPr txBox="1"/>
          <p:nvPr/>
        </p:nvSpPr>
        <p:spPr>
          <a:xfrm>
            <a:off x="2174539" y="1132866"/>
            <a:ext cx="92456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number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Arrow: Down 13">
            <a:extLst>
              <a:ext uri="{FF2B5EF4-FFF2-40B4-BE49-F238E27FC236}">
                <a16:creationId xmlns:a16="http://schemas.microsoft.com/office/drawing/2014/main" id="{DA9D040E-1B6B-D2FF-C8C8-EB96118C159D}"/>
              </a:ext>
            </a:extLst>
          </p:cNvPr>
          <p:cNvSpPr/>
          <p:nvPr/>
        </p:nvSpPr>
        <p:spPr>
          <a:xfrm>
            <a:off x="2434961" y="3326274"/>
            <a:ext cx="351784" cy="443068"/>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15" name="Table 14">
            <a:extLst>
              <a:ext uri="{FF2B5EF4-FFF2-40B4-BE49-F238E27FC236}">
                <a16:creationId xmlns:a16="http://schemas.microsoft.com/office/drawing/2014/main" id="{43C3D0F0-1242-0810-C670-37438043D4FA}"/>
              </a:ext>
            </a:extLst>
          </p:cNvPr>
          <p:cNvGraphicFramePr>
            <a:graphicFrameLocks noGrp="1"/>
          </p:cNvGraphicFramePr>
          <p:nvPr/>
        </p:nvGraphicFramePr>
        <p:xfrm>
          <a:off x="574472" y="2831455"/>
          <a:ext cx="4124694" cy="416079"/>
        </p:xfrm>
        <a:graphic>
          <a:graphicData uri="http://schemas.openxmlformats.org/drawingml/2006/table">
            <a:tbl>
              <a:tblPr firstRow="1" bandRow="1">
                <a:tableStyleId>{5DA37D80-6434-44D0-A028-1B22A696006F}</a:tableStyleId>
              </a:tblPr>
              <a:tblGrid>
                <a:gridCol w="589242">
                  <a:extLst>
                    <a:ext uri="{9D8B030D-6E8A-4147-A177-3AD203B41FA5}">
                      <a16:colId xmlns:a16="http://schemas.microsoft.com/office/drawing/2014/main" val="1510503473"/>
                    </a:ext>
                  </a:extLst>
                </a:gridCol>
                <a:gridCol w="589242">
                  <a:extLst>
                    <a:ext uri="{9D8B030D-6E8A-4147-A177-3AD203B41FA5}">
                      <a16:colId xmlns:a16="http://schemas.microsoft.com/office/drawing/2014/main" val="3653443249"/>
                    </a:ext>
                  </a:extLst>
                </a:gridCol>
                <a:gridCol w="589242">
                  <a:extLst>
                    <a:ext uri="{9D8B030D-6E8A-4147-A177-3AD203B41FA5}">
                      <a16:colId xmlns:a16="http://schemas.microsoft.com/office/drawing/2014/main" val="2125248238"/>
                    </a:ext>
                  </a:extLst>
                </a:gridCol>
                <a:gridCol w="589242">
                  <a:extLst>
                    <a:ext uri="{9D8B030D-6E8A-4147-A177-3AD203B41FA5}">
                      <a16:colId xmlns:a16="http://schemas.microsoft.com/office/drawing/2014/main" val="1451956033"/>
                    </a:ext>
                  </a:extLst>
                </a:gridCol>
                <a:gridCol w="589242">
                  <a:extLst>
                    <a:ext uri="{9D8B030D-6E8A-4147-A177-3AD203B41FA5}">
                      <a16:colId xmlns:a16="http://schemas.microsoft.com/office/drawing/2014/main" val="3775446631"/>
                    </a:ext>
                  </a:extLst>
                </a:gridCol>
                <a:gridCol w="589242">
                  <a:extLst>
                    <a:ext uri="{9D8B030D-6E8A-4147-A177-3AD203B41FA5}">
                      <a16:colId xmlns:a16="http://schemas.microsoft.com/office/drawing/2014/main" val="2184833229"/>
                    </a:ext>
                  </a:extLst>
                </a:gridCol>
                <a:gridCol w="589242">
                  <a:extLst>
                    <a:ext uri="{9D8B030D-6E8A-4147-A177-3AD203B41FA5}">
                      <a16:colId xmlns:a16="http://schemas.microsoft.com/office/drawing/2014/main" val="3738860631"/>
                    </a:ext>
                  </a:extLst>
                </a:gridCol>
              </a:tblGrid>
              <a:tr h="416079">
                <a:tc>
                  <a:txBody>
                    <a:bodyPr/>
                    <a:lstStyle/>
                    <a:p>
                      <a:pPr algn="ctr"/>
                      <a:r>
                        <a:rPr lang="en-US" dirty="0"/>
                        <a:t>0</a:t>
                      </a:r>
                      <a:endParaRPr lang="en-IN" dirty="0"/>
                    </a:p>
                  </a:txBody>
                  <a:tcPr anchor="ctr"/>
                </a:tc>
                <a:tc>
                  <a:txBody>
                    <a:bodyPr/>
                    <a:lstStyle/>
                    <a:p>
                      <a:pPr algn="ctr"/>
                      <a:r>
                        <a:rPr lang="en-US" dirty="0"/>
                        <a:t>1</a:t>
                      </a:r>
                      <a:endParaRPr lang="en-IN" dirty="0"/>
                    </a:p>
                  </a:txBody>
                  <a:tcPr anchor="ctr"/>
                </a:tc>
                <a:tc>
                  <a:txBody>
                    <a:bodyPr/>
                    <a:lstStyle/>
                    <a:p>
                      <a:pPr algn="ctr"/>
                      <a:r>
                        <a:rPr lang="en-US" dirty="0"/>
                        <a:t>0+1</a:t>
                      </a:r>
                      <a:endParaRPr lang="en-IN" dirty="0"/>
                    </a:p>
                  </a:txBody>
                  <a:tcPr anchor="ctr"/>
                </a:tc>
                <a:tc>
                  <a:txBody>
                    <a:bodyPr/>
                    <a:lstStyle/>
                    <a:p>
                      <a:pPr algn="ctr"/>
                      <a:r>
                        <a:rPr lang="en-US" dirty="0"/>
                        <a:t>1+1</a:t>
                      </a:r>
                      <a:endParaRPr lang="en-IN" dirty="0"/>
                    </a:p>
                  </a:txBody>
                  <a:tcPr anchor="ctr"/>
                </a:tc>
                <a:tc>
                  <a:txBody>
                    <a:bodyPr/>
                    <a:lstStyle/>
                    <a:p>
                      <a:pPr algn="ctr"/>
                      <a:r>
                        <a:rPr lang="en-US" dirty="0"/>
                        <a:t>1+2</a:t>
                      </a:r>
                      <a:endParaRPr lang="en-IN" dirty="0"/>
                    </a:p>
                  </a:txBody>
                  <a:tcPr anchor="ctr"/>
                </a:tc>
                <a:tc>
                  <a:txBody>
                    <a:bodyPr/>
                    <a:lstStyle/>
                    <a:p>
                      <a:pPr algn="ctr"/>
                      <a:r>
                        <a:rPr lang="en-US" dirty="0"/>
                        <a:t>2+3</a:t>
                      </a:r>
                      <a:endParaRPr lang="en-IN" dirty="0"/>
                    </a:p>
                  </a:txBody>
                  <a:tcPr anchor="ctr"/>
                </a:tc>
                <a:tc>
                  <a:txBody>
                    <a:bodyPr/>
                    <a:lstStyle/>
                    <a:p>
                      <a:pPr algn="ctr"/>
                      <a:r>
                        <a:rPr lang="en-US" dirty="0"/>
                        <a:t>3+5</a:t>
                      </a:r>
                      <a:endParaRPr lang="en-IN" dirty="0"/>
                    </a:p>
                  </a:txBody>
                  <a:tcPr anchor="ctr"/>
                </a:tc>
                <a:extLst>
                  <a:ext uri="{0D108BD9-81ED-4DB2-BD59-A6C34878D82A}">
                    <a16:rowId xmlns:a16="http://schemas.microsoft.com/office/drawing/2014/main" val="1364146052"/>
                  </a:ext>
                </a:extLst>
              </a:tr>
            </a:tbl>
          </a:graphicData>
        </a:graphic>
      </p:graphicFrame>
      <p:graphicFrame>
        <p:nvGraphicFramePr>
          <p:cNvPr id="16" name="Table 15">
            <a:extLst>
              <a:ext uri="{FF2B5EF4-FFF2-40B4-BE49-F238E27FC236}">
                <a16:creationId xmlns:a16="http://schemas.microsoft.com/office/drawing/2014/main" id="{CC0240F3-1FB2-D9C7-0DC2-E215F2282A70}"/>
              </a:ext>
            </a:extLst>
          </p:cNvPr>
          <p:cNvGraphicFramePr>
            <a:graphicFrameLocks noGrp="1"/>
          </p:cNvGraphicFramePr>
          <p:nvPr/>
        </p:nvGraphicFramePr>
        <p:xfrm>
          <a:off x="574472" y="3917977"/>
          <a:ext cx="4124694" cy="416079"/>
        </p:xfrm>
        <a:graphic>
          <a:graphicData uri="http://schemas.openxmlformats.org/drawingml/2006/table">
            <a:tbl>
              <a:tblPr firstRow="1" bandRow="1">
                <a:tableStyleId>{E8B1032C-EA38-4F05-BA0D-38AFFFC7BED3}</a:tableStyleId>
              </a:tblPr>
              <a:tblGrid>
                <a:gridCol w="589242">
                  <a:extLst>
                    <a:ext uri="{9D8B030D-6E8A-4147-A177-3AD203B41FA5}">
                      <a16:colId xmlns:a16="http://schemas.microsoft.com/office/drawing/2014/main" val="1510503473"/>
                    </a:ext>
                  </a:extLst>
                </a:gridCol>
                <a:gridCol w="589242">
                  <a:extLst>
                    <a:ext uri="{9D8B030D-6E8A-4147-A177-3AD203B41FA5}">
                      <a16:colId xmlns:a16="http://schemas.microsoft.com/office/drawing/2014/main" val="3653443249"/>
                    </a:ext>
                  </a:extLst>
                </a:gridCol>
                <a:gridCol w="589242">
                  <a:extLst>
                    <a:ext uri="{9D8B030D-6E8A-4147-A177-3AD203B41FA5}">
                      <a16:colId xmlns:a16="http://schemas.microsoft.com/office/drawing/2014/main" val="2125248238"/>
                    </a:ext>
                  </a:extLst>
                </a:gridCol>
                <a:gridCol w="589242">
                  <a:extLst>
                    <a:ext uri="{9D8B030D-6E8A-4147-A177-3AD203B41FA5}">
                      <a16:colId xmlns:a16="http://schemas.microsoft.com/office/drawing/2014/main" val="1451956033"/>
                    </a:ext>
                  </a:extLst>
                </a:gridCol>
                <a:gridCol w="589242">
                  <a:extLst>
                    <a:ext uri="{9D8B030D-6E8A-4147-A177-3AD203B41FA5}">
                      <a16:colId xmlns:a16="http://schemas.microsoft.com/office/drawing/2014/main" val="3775446631"/>
                    </a:ext>
                  </a:extLst>
                </a:gridCol>
                <a:gridCol w="589242">
                  <a:extLst>
                    <a:ext uri="{9D8B030D-6E8A-4147-A177-3AD203B41FA5}">
                      <a16:colId xmlns:a16="http://schemas.microsoft.com/office/drawing/2014/main" val="2184833229"/>
                    </a:ext>
                  </a:extLst>
                </a:gridCol>
                <a:gridCol w="589242">
                  <a:extLst>
                    <a:ext uri="{9D8B030D-6E8A-4147-A177-3AD203B41FA5}">
                      <a16:colId xmlns:a16="http://schemas.microsoft.com/office/drawing/2014/main" val="3738860631"/>
                    </a:ext>
                  </a:extLst>
                </a:gridCol>
              </a:tblGrid>
              <a:tr h="416079">
                <a:tc>
                  <a:txBody>
                    <a:bodyPr/>
                    <a:lstStyle/>
                    <a:p>
                      <a:pPr algn="ctr"/>
                      <a:r>
                        <a:rPr lang="en-US" dirty="0"/>
                        <a:t>0</a:t>
                      </a:r>
                      <a:endParaRPr lang="en-IN" dirty="0"/>
                    </a:p>
                  </a:txBody>
                  <a:tcPr anchor="ctr"/>
                </a:tc>
                <a:tc>
                  <a:txBody>
                    <a:bodyPr/>
                    <a:lstStyle/>
                    <a:p>
                      <a:pPr algn="ctr"/>
                      <a:r>
                        <a:rPr lang="en-US" dirty="0"/>
                        <a:t>1</a:t>
                      </a:r>
                      <a:endParaRPr lang="en-IN" dirty="0"/>
                    </a:p>
                  </a:txBody>
                  <a:tcPr anchor="ctr"/>
                </a:tc>
                <a:tc>
                  <a:txBody>
                    <a:bodyPr/>
                    <a:lstStyle/>
                    <a:p>
                      <a:pPr algn="ctr"/>
                      <a:r>
                        <a:rPr lang="en-US" dirty="0"/>
                        <a:t>2</a:t>
                      </a:r>
                      <a:endParaRPr lang="en-IN" dirty="0"/>
                    </a:p>
                  </a:txBody>
                  <a:tcPr anchor="ctr"/>
                </a:tc>
                <a:tc>
                  <a:txBody>
                    <a:bodyPr/>
                    <a:lstStyle/>
                    <a:p>
                      <a:pPr algn="ctr"/>
                      <a:r>
                        <a:rPr lang="en-US" dirty="0"/>
                        <a:t>3</a:t>
                      </a:r>
                      <a:endParaRPr lang="en-IN" dirty="0"/>
                    </a:p>
                  </a:txBody>
                  <a:tcPr anchor="ctr"/>
                </a:tc>
                <a:tc>
                  <a:txBody>
                    <a:bodyPr/>
                    <a:lstStyle/>
                    <a:p>
                      <a:pPr algn="ctr"/>
                      <a:r>
                        <a:rPr lang="en-US" dirty="0"/>
                        <a:t>4</a:t>
                      </a:r>
                      <a:endParaRPr lang="en-IN" dirty="0"/>
                    </a:p>
                  </a:txBody>
                  <a:tcPr anchor="ctr"/>
                </a:tc>
                <a:tc>
                  <a:txBody>
                    <a:bodyPr/>
                    <a:lstStyle/>
                    <a:p>
                      <a:pPr algn="ctr"/>
                      <a:r>
                        <a:rPr lang="en-US" dirty="0"/>
                        <a:t>5</a:t>
                      </a:r>
                      <a:endParaRPr lang="en-IN" dirty="0"/>
                    </a:p>
                  </a:txBody>
                  <a:tcPr anchor="ctr"/>
                </a:tc>
                <a:tc>
                  <a:txBody>
                    <a:bodyPr/>
                    <a:lstStyle/>
                    <a:p>
                      <a:pPr algn="ctr"/>
                      <a:r>
                        <a:rPr lang="en-US" dirty="0"/>
                        <a:t>8</a:t>
                      </a:r>
                      <a:endParaRPr lang="en-IN" dirty="0"/>
                    </a:p>
                  </a:txBody>
                  <a:tcPr anchor="ctr"/>
                </a:tc>
                <a:extLst>
                  <a:ext uri="{0D108BD9-81ED-4DB2-BD59-A6C34878D82A}">
                    <a16:rowId xmlns:a16="http://schemas.microsoft.com/office/drawing/2014/main" val="1364146052"/>
                  </a:ext>
                </a:extLst>
              </a:tr>
            </a:tbl>
          </a:graphicData>
        </a:graphic>
      </p:graphicFrame>
      <p:sp>
        <p:nvSpPr>
          <p:cNvPr id="17" name="TextBox 16">
            <a:extLst>
              <a:ext uri="{FF2B5EF4-FFF2-40B4-BE49-F238E27FC236}">
                <a16:creationId xmlns:a16="http://schemas.microsoft.com/office/drawing/2014/main" id="{2B06D235-5838-17A0-7DDA-E5B5178D244F}"/>
              </a:ext>
            </a:extLst>
          </p:cNvPr>
          <p:cNvSpPr txBox="1"/>
          <p:nvPr/>
        </p:nvSpPr>
        <p:spPr>
          <a:xfrm>
            <a:off x="1510564" y="4411131"/>
            <a:ext cx="225251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Fibonacci sequence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F56E152-322F-3A11-67F0-21AC45CC0046}"/>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74900580"/>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744819"/>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Write a function to sort an array of numbers in ascending order(</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Bubble Sort</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Write a function to search an element in any array(</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Binary Search</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Coding Algorithms</a:t>
            </a:r>
            <a:endParaRPr lang="en-IN"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517DE35E-EB83-7003-1661-E37712C8DC5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851635" y="1535968"/>
            <a:ext cx="636255" cy="253133"/>
          </a:xfrm>
          <a:prstGeom prst="rect">
            <a:avLst/>
          </a:prstGeom>
        </p:spPr>
      </p:pic>
      <p:pic>
        <p:nvPicPr>
          <p:cNvPr id="12" name="Picture 6" descr="Coding - Free computer icons">
            <a:extLst>
              <a:ext uri="{FF2B5EF4-FFF2-40B4-BE49-F238E27FC236}">
                <a16:creationId xmlns:a16="http://schemas.microsoft.com/office/drawing/2014/main" id="{606F9003-55B3-EE1D-F8B2-6A1580D1056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403906" y="336972"/>
            <a:ext cx="720615" cy="720615"/>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a:extLst>
              <a:ext uri="{FF2B5EF4-FFF2-40B4-BE49-F238E27FC236}">
                <a16:creationId xmlns:a16="http://schemas.microsoft.com/office/drawing/2014/main" id="{57F35050-D7C8-FCC6-2731-5D222AFE804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873159" y="1925434"/>
            <a:ext cx="636255" cy="253133"/>
          </a:xfrm>
          <a:prstGeom prst="rect">
            <a:avLst/>
          </a:prstGeom>
        </p:spPr>
      </p:pic>
      <p:sp>
        <p:nvSpPr>
          <p:cNvPr id="3" name="TextBox 2">
            <a:extLst>
              <a:ext uri="{FF2B5EF4-FFF2-40B4-BE49-F238E27FC236}">
                <a16:creationId xmlns:a16="http://schemas.microsoft.com/office/drawing/2014/main" id="{597A3B6C-A0FB-30C8-626E-0A14CD6B866E}"/>
              </a:ext>
            </a:extLst>
          </p:cNvPr>
          <p:cNvSpPr txBox="1"/>
          <p:nvPr/>
        </p:nvSpPr>
        <p:spPr>
          <a:xfrm>
            <a:off x="10342731" y="6373174"/>
            <a:ext cx="1972639" cy="307777"/>
          </a:xfrm>
          <a:prstGeom prst="rect">
            <a:avLst/>
          </a:prstGeom>
          <a:noFill/>
        </p:spPr>
        <p:txBody>
          <a:bodyPr wrap="square">
            <a:spAutoFit/>
          </a:bodyPr>
          <a:lstStyle/>
          <a:p>
            <a:r>
              <a:rPr lang="en-US" sz="1400" dirty="0">
                <a:hlinkClick r:id="rId8" action="ppaction://hlinksldjump"/>
              </a:rPr>
              <a:t>Back to main index</a:t>
            </a:r>
            <a:endParaRPr lang="en-IN" sz="1400" dirty="0"/>
          </a:p>
        </p:txBody>
      </p:sp>
    </p:spTree>
    <p:extLst>
      <p:ext uri="{BB962C8B-B14F-4D97-AF65-F5344CB8AC3E}">
        <p14:creationId xmlns:p14="http://schemas.microsoft.com/office/powerpoint/2010/main" val="1493015546"/>
      </p:ext>
    </p:extLst>
  </p:cSld>
  <p:clrMapOvr>
    <a:overrideClrMapping bg1="dk1" tx1="lt1" bg2="dk2" tx2="lt2" accent1="accent1" accent2="accent2" accent3="accent3" accent4="accent4" accent5="accent5" accent6="accent6" hlink="hlink" folHlink="folHlink"/>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to </a:t>
            </a:r>
            <a:r>
              <a:rPr lang="en-US" sz="2400" b="1" dirty="0">
                <a:solidFill>
                  <a:srgbClr val="FFFF00"/>
                </a:solidFill>
                <a:ea typeface="+mn-ea"/>
                <a:cs typeface="+mn-cs"/>
              </a:rPr>
              <a:t>sort an array </a:t>
            </a:r>
            <a:r>
              <a:rPr lang="en-US" sz="2400" b="1" dirty="0">
                <a:solidFill>
                  <a:schemeClr val="bg1"/>
                </a:solidFill>
                <a:ea typeface="+mn-ea"/>
                <a:cs typeface="+mn-cs"/>
              </a:rPr>
              <a:t>of numbers in ascending order(</a:t>
            </a:r>
            <a:r>
              <a:rPr lang="en-US" sz="2400" b="1" dirty="0">
                <a:solidFill>
                  <a:srgbClr val="FFFF00"/>
                </a:solidFill>
                <a:ea typeface="+mn-ea"/>
                <a:cs typeface="+mn-cs"/>
              </a:rPr>
              <a:t>Bubble Sort</a:t>
            </a:r>
            <a:r>
              <a:rPr lang="en-US" sz="2400" b="1" dirty="0">
                <a:solidFill>
                  <a:schemeClr val="bg1"/>
                </a:solidFill>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8" name="Table 7">
            <a:extLst>
              <a:ext uri="{FF2B5EF4-FFF2-40B4-BE49-F238E27FC236}">
                <a16:creationId xmlns:a16="http://schemas.microsoft.com/office/drawing/2014/main" id="{255981BB-7FA2-63C8-9860-2C6861180253}"/>
              </a:ext>
            </a:extLst>
          </p:cNvPr>
          <p:cNvGraphicFramePr>
            <a:graphicFrameLocks noGrp="1"/>
          </p:cNvGraphicFramePr>
          <p:nvPr/>
        </p:nvGraphicFramePr>
        <p:xfrm>
          <a:off x="1754887" y="2734035"/>
          <a:ext cx="1783532" cy="370840"/>
        </p:xfrm>
        <a:graphic>
          <a:graphicData uri="http://schemas.openxmlformats.org/drawingml/2006/table">
            <a:tbl>
              <a:tblPr firstRow="1" bandRow="1">
                <a:tableStyleId>{BC89EF96-8CEA-46FF-86C4-4CE0E7609802}</a:tableStyleId>
              </a:tblPr>
              <a:tblGrid>
                <a:gridCol w="477459">
                  <a:extLst>
                    <a:ext uri="{9D8B030D-6E8A-4147-A177-3AD203B41FA5}">
                      <a16:colId xmlns:a16="http://schemas.microsoft.com/office/drawing/2014/main" val="1042581215"/>
                    </a:ext>
                  </a:extLst>
                </a:gridCol>
                <a:gridCol w="477459">
                  <a:extLst>
                    <a:ext uri="{9D8B030D-6E8A-4147-A177-3AD203B41FA5}">
                      <a16:colId xmlns:a16="http://schemas.microsoft.com/office/drawing/2014/main" val="1055456683"/>
                    </a:ext>
                  </a:extLst>
                </a:gridCol>
                <a:gridCol w="477459">
                  <a:extLst>
                    <a:ext uri="{9D8B030D-6E8A-4147-A177-3AD203B41FA5}">
                      <a16:colId xmlns:a16="http://schemas.microsoft.com/office/drawing/2014/main" val="4267117164"/>
                    </a:ext>
                  </a:extLst>
                </a:gridCol>
                <a:gridCol w="351155">
                  <a:extLst>
                    <a:ext uri="{9D8B030D-6E8A-4147-A177-3AD203B41FA5}">
                      <a16:colId xmlns:a16="http://schemas.microsoft.com/office/drawing/2014/main" val="1787610018"/>
                    </a:ext>
                  </a:extLst>
                </a:gridCol>
              </a:tblGrid>
              <a:tr h="370840">
                <a:tc>
                  <a:txBody>
                    <a:bodyPr/>
                    <a:lstStyle/>
                    <a:p>
                      <a:pPr algn="ctr"/>
                      <a:r>
                        <a:rPr lang="en-US" dirty="0"/>
                        <a:t>5</a:t>
                      </a:r>
                      <a:endParaRPr lang="en-IN" dirty="0"/>
                    </a:p>
                  </a:txBody>
                  <a:tcPr/>
                </a:tc>
                <a:tc>
                  <a:txBody>
                    <a:bodyPr/>
                    <a:lstStyle/>
                    <a:p>
                      <a:pPr algn="ctr"/>
                      <a:r>
                        <a:rPr lang="en-US" dirty="0"/>
                        <a:t>2</a:t>
                      </a:r>
                      <a:endParaRPr lang="en-IN" dirty="0"/>
                    </a:p>
                  </a:txBody>
                  <a:tcPr/>
                </a:tc>
                <a:tc>
                  <a:txBody>
                    <a:bodyPr/>
                    <a:lstStyle/>
                    <a:p>
                      <a:pPr algn="ctr"/>
                      <a:r>
                        <a:rPr lang="en-US" dirty="0"/>
                        <a:t>9</a:t>
                      </a:r>
                      <a:endParaRPr lang="en-IN" dirty="0"/>
                    </a:p>
                  </a:txBody>
                  <a:tcPr/>
                </a:tc>
                <a:tc>
                  <a:txBody>
                    <a:bodyPr/>
                    <a:lstStyle/>
                    <a:p>
                      <a:pPr algn="ctr"/>
                      <a:r>
                        <a:rPr lang="en-US" dirty="0"/>
                        <a:t>1</a:t>
                      </a:r>
                      <a:endParaRPr lang="en-IN" dirty="0"/>
                    </a:p>
                  </a:txBody>
                  <a:tcPr/>
                </a:tc>
                <a:extLst>
                  <a:ext uri="{0D108BD9-81ED-4DB2-BD59-A6C34878D82A}">
                    <a16:rowId xmlns:a16="http://schemas.microsoft.com/office/drawing/2014/main" val="2164270684"/>
                  </a:ext>
                </a:extLst>
              </a:tr>
            </a:tbl>
          </a:graphicData>
        </a:graphic>
      </p:graphicFrame>
      <p:sp>
        <p:nvSpPr>
          <p:cNvPr id="33" name="TextBox 32">
            <a:extLst>
              <a:ext uri="{FF2B5EF4-FFF2-40B4-BE49-F238E27FC236}">
                <a16:creationId xmlns:a16="http://schemas.microsoft.com/office/drawing/2014/main" id="{A4A995F5-97B5-9E91-94B2-4D73BCAEEF2A}"/>
              </a:ext>
            </a:extLst>
          </p:cNvPr>
          <p:cNvSpPr txBox="1"/>
          <p:nvPr/>
        </p:nvSpPr>
        <p:spPr>
          <a:xfrm>
            <a:off x="433470" y="1985012"/>
            <a:ext cx="1221925"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Outer for </a:t>
            </a:r>
          </a:p>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i</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0 to 3)</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Shape 37">
            <a:extLst>
              <a:ext uri="{FF2B5EF4-FFF2-40B4-BE49-F238E27FC236}">
                <a16:creationId xmlns:a16="http://schemas.microsoft.com/office/drawing/2014/main" id="{E74C578B-2AC8-CB2A-3FD1-00F83656B34A}"/>
              </a:ext>
            </a:extLst>
          </p:cNvPr>
          <p:cNvSpPr/>
          <p:nvPr/>
        </p:nvSpPr>
        <p:spPr>
          <a:xfrm>
            <a:off x="2013779" y="3141371"/>
            <a:ext cx="414020" cy="236321"/>
          </a:xfrm>
          <a:custGeom>
            <a:avLst/>
            <a:gdLst>
              <a:gd name="connsiteX0" fmla="*/ 0 w 1691640"/>
              <a:gd name="connsiteY0" fmla="*/ 0 h 251551"/>
              <a:gd name="connsiteX1" fmla="*/ 834390 w 1691640"/>
              <a:gd name="connsiteY1" fmla="*/ 251460 h 251551"/>
              <a:gd name="connsiteX2" fmla="*/ 1691640 w 1691640"/>
              <a:gd name="connsiteY2" fmla="*/ 22860 h 251551"/>
            </a:gdLst>
            <a:ahLst/>
            <a:cxnLst>
              <a:cxn ang="0">
                <a:pos x="connsiteX0" y="connsiteY0"/>
              </a:cxn>
              <a:cxn ang="0">
                <a:pos x="connsiteX1" y="connsiteY1"/>
              </a:cxn>
              <a:cxn ang="0">
                <a:pos x="connsiteX2" y="connsiteY2"/>
              </a:cxn>
            </a:cxnLst>
            <a:rect l="l" t="t" r="r" b="b"/>
            <a:pathLst>
              <a:path w="1691640" h="251551">
                <a:moveTo>
                  <a:pt x="0" y="0"/>
                </a:moveTo>
                <a:cubicBezTo>
                  <a:pt x="276225" y="123825"/>
                  <a:pt x="552450" y="247650"/>
                  <a:pt x="834390" y="251460"/>
                </a:cubicBezTo>
                <a:cubicBezTo>
                  <a:pt x="1116330" y="255270"/>
                  <a:pt x="1403985" y="139065"/>
                  <a:pt x="1691640" y="22860"/>
                </a:cubicBezTo>
              </a:path>
            </a:pathLst>
          </a:custGeom>
          <a:noFill/>
          <a:ln w="25400">
            <a:solidFill>
              <a:srgbClr val="FF0000"/>
            </a:solidFill>
            <a:headEnd type="triangle"/>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39" name="Table 38">
            <a:extLst>
              <a:ext uri="{FF2B5EF4-FFF2-40B4-BE49-F238E27FC236}">
                <a16:creationId xmlns:a16="http://schemas.microsoft.com/office/drawing/2014/main" id="{767AB056-77D2-047B-3436-F8241AEA161B}"/>
              </a:ext>
            </a:extLst>
          </p:cNvPr>
          <p:cNvGraphicFramePr>
            <a:graphicFrameLocks noGrp="1"/>
          </p:cNvGraphicFramePr>
          <p:nvPr/>
        </p:nvGraphicFramePr>
        <p:xfrm>
          <a:off x="1754887" y="3801561"/>
          <a:ext cx="1909836" cy="370840"/>
        </p:xfrm>
        <a:graphic>
          <a:graphicData uri="http://schemas.openxmlformats.org/drawingml/2006/table">
            <a:tbl>
              <a:tblPr firstRow="1" bandRow="1">
                <a:tableStyleId>{BC89EF96-8CEA-46FF-86C4-4CE0E7609802}</a:tableStyleId>
              </a:tblPr>
              <a:tblGrid>
                <a:gridCol w="477459">
                  <a:extLst>
                    <a:ext uri="{9D8B030D-6E8A-4147-A177-3AD203B41FA5}">
                      <a16:colId xmlns:a16="http://schemas.microsoft.com/office/drawing/2014/main" val="1042581215"/>
                    </a:ext>
                  </a:extLst>
                </a:gridCol>
                <a:gridCol w="477459">
                  <a:extLst>
                    <a:ext uri="{9D8B030D-6E8A-4147-A177-3AD203B41FA5}">
                      <a16:colId xmlns:a16="http://schemas.microsoft.com/office/drawing/2014/main" val="1055456683"/>
                    </a:ext>
                  </a:extLst>
                </a:gridCol>
                <a:gridCol w="477459">
                  <a:extLst>
                    <a:ext uri="{9D8B030D-6E8A-4147-A177-3AD203B41FA5}">
                      <a16:colId xmlns:a16="http://schemas.microsoft.com/office/drawing/2014/main" val="4267117164"/>
                    </a:ext>
                  </a:extLst>
                </a:gridCol>
                <a:gridCol w="477459">
                  <a:extLst>
                    <a:ext uri="{9D8B030D-6E8A-4147-A177-3AD203B41FA5}">
                      <a16:colId xmlns:a16="http://schemas.microsoft.com/office/drawing/2014/main" val="1787610018"/>
                    </a:ext>
                  </a:extLst>
                </a:gridCol>
              </a:tblGrid>
              <a:tr h="370840">
                <a:tc>
                  <a:txBody>
                    <a:bodyPr/>
                    <a:lstStyle/>
                    <a:p>
                      <a:pPr algn="ctr"/>
                      <a:r>
                        <a:rPr lang="en-US" dirty="0"/>
                        <a:t>2</a:t>
                      </a:r>
                      <a:endParaRPr lang="en-IN" dirty="0"/>
                    </a:p>
                  </a:txBody>
                  <a:tcPr/>
                </a:tc>
                <a:tc>
                  <a:txBody>
                    <a:bodyPr/>
                    <a:lstStyle/>
                    <a:p>
                      <a:pPr algn="ctr"/>
                      <a:r>
                        <a:rPr lang="en-US" dirty="0"/>
                        <a:t>5</a:t>
                      </a:r>
                      <a:endParaRPr lang="en-IN" dirty="0"/>
                    </a:p>
                  </a:txBody>
                  <a:tcPr/>
                </a:tc>
                <a:tc>
                  <a:txBody>
                    <a:bodyPr/>
                    <a:lstStyle/>
                    <a:p>
                      <a:pPr algn="ctr"/>
                      <a:r>
                        <a:rPr lang="en-US" dirty="0"/>
                        <a:t>9</a:t>
                      </a:r>
                      <a:endParaRPr lang="en-IN" dirty="0"/>
                    </a:p>
                  </a:txBody>
                  <a:tcPr/>
                </a:tc>
                <a:tc>
                  <a:txBody>
                    <a:bodyPr/>
                    <a:lstStyle/>
                    <a:p>
                      <a:pPr algn="ctr"/>
                      <a:r>
                        <a:rPr lang="en-US" dirty="0"/>
                        <a:t>1</a:t>
                      </a:r>
                      <a:endParaRPr lang="en-IN" dirty="0"/>
                    </a:p>
                  </a:txBody>
                  <a:tcPr/>
                </a:tc>
                <a:extLst>
                  <a:ext uri="{0D108BD9-81ED-4DB2-BD59-A6C34878D82A}">
                    <a16:rowId xmlns:a16="http://schemas.microsoft.com/office/drawing/2014/main" val="2164270684"/>
                  </a:ext>
                </a:extLst>
              </a:tr>
            </a:tbl>
          </a:graphicData>
        </a:graphic>
      </p:graphicFrame>
      <p:sp>
        <p:nvSpPr>
          <p:cNvPr id="41" name="TextBox 40">
            <a:extLst>
              <a:ext uri="{FF2B5EF4-FFF2-40B4-BE49-F238E27FC236}">
                <a16:creationId xmlns:a16="http://schemas.microsoft.com/office/drawing/2014/main" id="{714B47D1-A067-572A-008D-BAD8BA1E86F0}"/>
              </a:ext>
            </a:extLst>
          </p:cNvPr>
          <p:cNvSpPr txBox="1"/>
          <p:nvPr/>
        </p:nvSpPr>
        <p:spPr>
          <a:xfrm>
            <a:off x="360928" y="2632437"/>
            <a:ext cx="137747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Inner for</a:t>
            </a:r>
          </a:p>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 = 0 to 3)</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46" name="Table 45">
            <a:extLst>
              <a:ext uri="{FF2B5EF4-FFF2-40B4-BE49-F238E27FC236}">
                <a16:creationId xmlns:a16="http://schemas.microsoft.com/office/drawing/2014/main" id="{BB91C912-772E-4E6C-A2AE-22028AF036D9}"/>
              </a:ext>
            </a:extLst>
          </p:cNvPr>
          <p:cNvGraphicFramePr>
            <a:graphicFrameLocks noGrp="1"/>
          </p:cNvGraphicFramePr>
          <p:nvPr/>
        </p:nvGraphicFramePr>
        <p:xfrm>
          <a:off x="1754887" y="4883605"/>
          <a:ext cx="1909836" cy="370840"/>
        </p:xfrm>
        <a:graphic>
          <a:graphicData uri="http://schemas.openxmlformats.org/drawingml/2006/table">
            <a:tbl>
              <a:tblPr firstRow="1" bandRow="1">
                <a:tableStyleId>{BC89EF96-8CEA-46FF-86C4-4CE0E7609802}</a:tableStyleId>
              </a:tblPr>
              <a:tblGrid>
                <a:gridCol w="477459">
                  <a:extLst>
                    <a:ext uri="{9D8B030D-6E8A-4147-A177-3AD203B41FA5}">
                      <a16:colId xmlns:a16="http://schemas.microsoft.com/office/drawing/2014/main" val="1042581215"/>
                    </a:ext>
                  </a:extLst>
                </a:gridCol>
                <a:gridCol w="477459">
                  <a:extLst>
                    <a:ext uri="{9D8B030D-6E8A-4147-A177-3AD203B41FA5}">
                      <a16:colId xmlns:a16="http://schemas.microsoft.com/office/drawing/2014/main" val="1055456683"/>
                    </a:ext>
                  </a:extLst>
                </a:gridCol>
                <a:gridCol w="477459">
                  <a:extLst>
                    <a:ext uri="{9D8B030D-6E8A-4147-A177-3AD203B41FA5}">
                      <a16:colId xmlns:a16="http://schemas.microsoft.com/office/drawing/2014/main" val="4267117164"/>
                    </a:ext>
                  </a:extLst>
                </a:gridCol>
                <a:gridCol w="477459">
                  <a:extLst>
                    <a:ext uri="{9D8B030D-6E8A-4147-A177-3AD203B41FA5}">
                      <a16:colId xmlns:a16="http://schemas.microsoft.com/office/drawing/2014/main" val="1787610018"/>
                    </a:ext>
                  </a:extLst>
                </a:gridCol>
              </a:tblGrid>
              <a:tr h="370840">
                <a:tc>
                  <a:txBody>
                    <a:bodyPr/>
                    <a:lstStyle/>
                    <a:p>
                      <a:pPr algn="ctr"/>
                      <a:r>
                        <a:rPr lang="en-US" dirty="0"/>
                        <a:t>2</a:t>
                      </a:r>
                      <a:endParaRPr lang="en-IN" dirty="0"/>
                    </a:p>
                  </a:txBody>
                  <a:tcPr/>
                </a:tc>
                <a:tc>
                  <a:txBody>
                    <a:bodyPr/>
                    <a:lstStyle/>
                    <a:p>
                      <a:pPr algn="ctr"/>
                      <a:r>
                        <a:rPr lang="en-US" dirty="0"/>
                        <a:t>5</a:t>
                      </a:r>
                      <a:endParaRPr lang="en-IN" dirty="0"/>
                    </a:p>
                  </a:txBody>
                  <a:tcPr/>
                </a:tc>
                <a:tc>
                  <a:txBody>
                    <a:bodyPr/>
                    <a:lstStyle/>
                    <a:p>
                      <a:pPr algn="ctr"/>
                      <a:r>
                        <a:rPr lang="en-US" dirty="0"/>
                        <a:t>9</a:t>
                      </a:r>
                      <a:endParaRPr lang="en-IN" dirty="0"/>
                    </a:p>
                  </a:txBody>
                  <a:tcPr/>
                </a:tc>
                <a:tc>
                  <a:txBody>
                    <a:bodyPr/>
                    <a:lstStyle/>
                    <a:p>
                      <a:pPr algn="ctr"/>
                      <a:r>
                        <a:rPr lang="en-US" dirty="0"/>
                        <a:t>1</a:t>
                      </a:r>
                      <a:endParaRPr lang="en-IN" dirty="0"/>
                    </a:p>
                  </a:txBody>
                  <a:tcPr/>
                </a:tc>
                <a:extLst>
                  <a:ext uri="{0D108BD9-81ED-4DB2-BD59-A6C34878D82A}">
                    <a16:rowId xmlns:a16="http://schemas.microsoft.com/office/drawing/2014/main" val="2164270684"/>
                  </a:ext>
                </a:extLst>
              </a:tr>
            </a:tbl>
          </a:graphicData>
        </a:graphic>
      </p:graphicFrame>
      <p:graphicFrame>
        <p:nvGraphicFramePr>
          <p:cNvPr id="50" name="Table 49">
            <a:extLst>
              <a:ext uri="{FF2B5EF4-FFF2-40B4-BE49-F238E27FC236}">
                <a16:creationId xmlns:a16="http://schemas.microsoft.com/office/drawing/2014/main" id="{EC6A041F-804B-41F5-2EE9-57E065C6E3EC}"/>
              </a:ext>
            </a:extLst>
          </p:cNvPr>
          <p:cNvGraphicFramePr>
            <a:graphicFrameLocks noGrp="1"/>
          </p:cNvGraphicFramePr>
          <p:nvPr/>
        </p:nvGraphicFramePr>
        <p:xfrm>
          <a:off x="1754887" y="5811143"/>
          <a:ext cx="1909836" cy="370840"/>
        </p:xfrm>
        <a:graphic>
          <a:graphicData uri="http://schemas.openxmlformats.org/drawingml/2006/table">
            <a:tbl>
              <a:tblPr firstRow="1" bandRow="1">
                <a:tableStyleId>{BC89EF96-8CEA-46FF-86C4-4CE0E7609802}</a:tableStyleId>
              </a:tblPr>
              <a:tblGrid>
                <a:gridCol w="477459">
                  <a:extLst>
                    <a:ext uri="{9D8B030D-6E8A-4147-A177-3AD203B41FA5}">
                      <a16:colId xmlns:a16="http://schemas.microsoft.com/office/drawing/2014/main" val="1042581215"/>
                    </a:ext>
                  </a:extLst>
                </a:gridCol>
                <a:gridCol w="477459">
                  <a:extLst>
                    <a:ext uri="{9D8B030D-6E8A-4147-A177-3AD203B41FA5}">
                      <a16:colId xmlns:a16="http://schemas.microsoft.com/office/drawing/2014/main" val="1055456683"/>
                    </a:ext>
                  </a:extLst>
                </a:gridCol>
                <a:gridCol w="477459">
                  <a:extLst>
                    <a:ext uri="{9D8B030D-6E8A-4147-A177-3AD203B41FA5}">
                      <a16:colId xmlns:a16="http://schemas.microsoft.com/office/drawing/2014/main" val="4267117164"/>
                    </a:ext>
                  </a:extLst>
                </a:gridCol>
                <a:gridCol w="477459">
                  <a:extLst>
                    <a:ext uri="{9D8B030D-6E8A-4147-A177-3AD203B41FA5}">
                      <a16:colId xmlns:a16="http://schemas.microsoft.com/office/drawing/2014/main" val="1787610018"/>
                    </a:ext>
                  </a:extLst>
                </a:gridCol>
              </a:tblGrid>
              <a:tr h="370840">
                <a:tc>
                  <a:txBody>
                    <a:bodyPr/>
                    <a:lstStyle/>
                    <a:p>
                      <a:pPr algn="ctr"/>
                      <a:r>
                        <a:rPr lang="en-US" dirty="0"/>
                        <a:t>2</a:t>
                      </a:r>
                      <a:endParaRPr lang="en-IN" dirty="0"/>
                    </a:p>
                  </a:txBody>
                  <a:tcPr/>
                </a:tc>
                <a:tc>
                  <a:txBody>
                    <a:bodyPr/>
                    <a:lstStyle/>
                    <a:p>
                      <a:pPr algn="ctr"/>
                      <a:r>
                        <a:rPr lang="en-US" dirty="0"/>
                        <a:t>5</a:t>
                      </a:r>
                      <a:endParaRPr lang="en-IN" dirty="0"/>
                    </a:p>
                  </a:txBody>
                  <a:tcPr/>
                </a:tc>
                <a:tc>
                  <a:txBody>
                    <a:bodyPr/>
                    <a:lstStyle/>
                    <a:p>
                      <a:pPr algn="ctr"/>
                      <a:r>
                        <a:rPr lang="en-US" dirty="0"/>
                        <a:t>1</a:t>
                      </a:r>
                      <a:endParaRPr lang="en-IN" dirty="0"/>
                    </a:p>
                  </a:txBody>
                  <a:tcPr/>
                </a:tc>
                <a:tc>
                  <a:txBody>
                    <a:bodyPr/>
                    <a:lstStyle/>
                    <a:p>
                      <a:pPr algn="ctr"/>
                      <a:r>
                        <a:rPr lang="en-US" dirty="0"/>
                        <a:t>9</a:t>
                      </a:r>
                      <a:endParaRPr lang="en-IN" dirty="0"/>
                    </a:p>
                  </a:txBody>
                  <a:tcPr/>
                </a:tc>
                <a:extLst>
                  <a:ext uri="{0D108BD9-81ED-4DB2-BD59-A6C34878D82A}">
                    <a16:rowId xmlns:a16="http://schemas.microsoft.com/office/drawing/2014/main" val="2164270684"/>
                  </a:ext>
                </a:extLst>
              </a:tr>
            </a:tbl>
          </a:graphicData>
        </a:graphic>
      </p:graphicFrame>
      <p:sp>
        <p:nvSpPr>
          <p:cNvPr id="55" name="TextBox 54">
            <a:extLst>
              <a:ext uri="{FF2B5EF4-FFF2-40B4-BE49-F238E27FC236}">
                <a16:creationId xmlns:a16="http://schemas.microsoft.com/office/drawing/2014/main" id="{ADA9189D-808C-BF42-A92E-9F49B2581D7D}"/>
              </a:ext>
            </a:extLst>
          </p:cNvPr>
          <p:cNvSpPr txBox="1"/>
          <p:nvPr/>
        </p:nvSpPr>
        <p:spPr>
          <a:xfrm>
            <a:off x="2413828" y="3068277"/>
            <a:ext cx="68580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swap</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TextBox 55">
            <a:extLst>
              <a:ext uri="{FF2B5EF4-FFF2-40B4-BE49-F238E27FC236}">
                <a16:creationId xmlns:a16="http://schemas.microsoft.com/office/drawing/2014/main" id="{84C3E044-53A2-081A-F25C-02AFBEFFA225}"/>
              </a:ext>
            </a:extLst>
          </p:cNvPr>
          <p:cNvSpPr txBox="1"/>
          <p:nvPr/>
        </p:nvSpPr>
        <p:spPr>
          <a:xfrm>
            <a:off x="2839568" y="4159859"/>
            <a:ext cx="1051579"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 swap</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7792A8AB-8E49-36CB-54E3-2E73AFB59E68}"/>
              </a:ext>
            </a:extLst>
          </p:cNvPr>
          <p:cNvSpPr txBox="1"/>
          <p:nvPr/>
        </p:nvSpPr>
        <p:spPr>
          <a:xfrm>
            <a:off x="3106241" y="5377377"/>
            <a:ext cx="66435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swap</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TextBox 75">
            <a:extLst>
              <a:ext uri="{FF2B5EF4-FFF2-40B4-BE49-F238E27FC236}">
                <a16:creationId xmlns:a16="http://schemas.microsoft.com/office/drawing/2014/main" id="{8F1B997E-65B8-D78F-1B6B-A6DF04107770}"/>
              </a:ext>
            </a:extLst>
          </p:cNvPr>
          <p:cNvSpPr txBox="1"/>
          <p:nvPr/>
        </p:nvSpPr>
        <p:spPr>
          <a:xfrm>
            <a:off x="360928" y="3730255"/>
            <a:ext cx="137747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Inner for</a:t>
            </a:r>
          </a:p>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 = 1 to 3)</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TextBox 76">
            <a:extLst>
              <a:ext uri="{FF2B5EF4-FFF2-40B4-BE49-F238E27FC236}">
                <a16:creationId xmlns:a16="http://schemas.microsoft.com/office/drawing/2014/main" id="{69680214-DCC7-B8B5-C52D-AC56BF99AB62}"/>
              </a:ext>
            </a:extLst>
          </p:cNvPr>
          <p:cNvSpPr txBox="1"/>
          <p:nvPr/>
        </p:nvSpPr>
        <p:spPr>
          <a:xfrm>
            <a:off x="355694" y="4802050"/>
            <a:ext cx="137747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Inner for</a:t>
            </a:r>
          </a:p>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 = 2 to 3)</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TextBox 77">
            <a:extLst>
              <a:ext uri="{FF2B5EF4-FFF2-40B4-BE49-F238E27FC236}">
                <a16:creationId xmlns:a16="http://schemas.microsoft.com/office/drawing/2014/main" id="{BF61C5F5-7560-7DF8-FAEF-9B99C12F36AE}"/>
              </a:ext>
            </a:extLst>
          </p:cNvPr>
          <p:cNvSpPr txBox="1"/>
          <p:nvPr/>
        </p:nvSpPr>
        <p:spPr>
          <a:xfrm>
            <a:off x="612662" y="5812651"/>
            <a:ext cx="784563"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Result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74A942C2-FC48-49AA-178A-F284BF9F3691}"/>
              </a:ext>
            </a:extLst>
          </p:cNvPr>
          <p:cNvSpPr txBox="1"/>
          <p:nvPr/>
        </p:nvSpPr>
        <p:spPr>
          <a:xfrm>
            <a:off x="2068767" y="2088875"/>
            <a:ext cx="1221925"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First Pass</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82" name="Table 81">
            <a:extLst>
              <a:ext uri="{FF2B5EF4-FFF2-40B4-BE49-F238E27FC236}">
                <a16:creationId xmlns:a16="http://schemas.microsoft.com/office/drawing/2014/main" id="{87172161-878C-B164-57E8-B324BDC9E6EF}"/>
              </a:ext>
            </a:extLst>
          </p:cNvPr>
          <p:cNvGraphicFramePr>
            <a:graphicFrameLocks noGrp="1"/>
          </p:cNvGraphicFramePr>
          <p:nvPr/>
        </p:nvGraphicFramePr>
        <p:xfrm>
          <a:off x="5816843" y="2793830"/>
          <a:ext cx="1909836" cy="370840"/>
        </p:xfrm>
        <a:graphic>
          <a:graphicData uri="http://schemas.openxmlformats.org/drawingml/2006/table">
            <a:tbl>
              <a:tblPr firstRow="1" bandRow="1">
                <a:tableStyleId>{BC89EF96-8CEA-46FF-86C4-4CE0E7609802}</a:tableStyleId>
              </a:tblPr>
              <a:tblGrid>
                <a:gridCol w="477459">
                  <a:extLst>
                    <a:ext uri="{9D8B030D-6E8A-4147-A177-3AD203B41FA5}">
                      <a16:colId xmlns:a16="http://schemas.microsoft.com/office/drawing/2014/main" val="1042581215"/>
                    </a:ext>
                  </a:extLst>
                </a:gridCol>
                <a:gridCol w="477459">
                  <a:extLst>
                    <a:ext uri="{9D8B030D-6E8A-4147-A177-3AD203B41FA5}">
                      <a16:colId xmlns:a16="http://schemas.microsoft.com/office/drawing/2014/main" val="1055456683"/>
                    </a:ext>
                  </a:extLst>
                </a:gridCol>
                <a:gridCol w="477459">
                  <a:extLst>
                    <a:ext uri="{9D8B030D-6E8A-4147-A177-3AD203B41FA5}">
                      <a16:colId xmlns:a16="http://schemas.microsoft.com/office/drawing/2014/main" val="4267117164"/>
                    </a:ext>
                  </a:extLst>
                </a:gridCol>
                <a:gridCol w="477459">
                  <a:extLst>
                    <a:ext uri="{9D8B030D-6E8A-4147-A177-3AD203B41FA5}">
                      <a16:colId xmlns:a16="http://schemas.microsoft.com/office/drawing/2014/main" val="1787610018"/>
                    </a:ext>
                  </a:extLst>
                </a:gridCol>
              </a:tblGrid>
              <a:tr h="370840">
                <a:tc>
                  <a:txBody>
                    <a:bodyPr/>
                    <a:lstStyle/>
                    <a:p>
                      <a:pPr algn="ctr"/>
                      <a:r>
                        <a:rPr lang="en-US" dirty="0"/>
                        <a:t>2</a:t>
                      </a:r>
                      <a:endParaRPr lang="en-IN" dirty="0"/>
                    </a:p>
                  </a:txBody>
                  <a:tcPr/>
                </a:tc>
                <a:tc>
                  <a:txBody>
                    <a:bodyPr/>
                    <a:lstStyle/>
                    <a:p>
                      <a:pPr algn="ctr"/>
                      <a:r>
                        <a:rPr lang="en-US" dirty="0"/>
                        <a:t>5</a:t>
                      </a:r>
                      <a:endParaRPr lang="en-IN" dirty="0"/>
                    </a:p>
                  </a:txBody>
                  <a:tcPr/>
                </a:tc>
                <a:tc>
                  <a:txBody>
                    <a:bodyPr/>
                    <a:lstStyle/>
                    <a:p>
                      <a:pPr algn="ctr"/>
                      <a:r>
                        <a:rPr lang="en-US" dirty="0"/>
                        <a:t>1</a:t>
                      </a:r>
                      <a:endParaRPr lang="en-IN" dirty="0"/>
                    </a:p>
                  </a:txBody>
                  <a:tcPr/>
                </a:tc>
                <a:tc>
                  <a:txBody>
                    <a:bodyPr/>
                    <a:lstStyle/>
                    <a:p>
                      <a:pPr algn="ctr"/>
                      <a:r>
                        <a:rPr lang="en-US" dirty="0"/>
                        <a:t>9</a:t>
                      </a:r>
                      <a:endParaRPr lang="en-IN" dirty="0"/>
                    </a:p>
                  </a:txBody>
                  <a:tcPr/>
                </a:tc>
                <a:extLst>
                  <a:ext uri="{0D108BD9-81ED-4DB2-BD59-A6C34878D82A}">
                    <a16:rowId xmlns:a16="http://schemas.microsoft.com/office/drawing/2014/main" val="2164270684"/>
                  </a:ext>
                </a:extLst>
              </a:tr>
            </a:tbl>
          </a:graphicData>
        </a:graphic>
      </p:graphicFrame>
      <p:sp>
        <p:nvSpPr>
          <p:cNvPr id="83" name="TextBox 82">
            <a:extLst>
              <a:ext uri="{FF2B5EF4-FFF2-40B4-BE49-F238E27FC236}">
                <a16:creationId xmlns:a16="http://schemas.microsoft.com/office/drawing/2014/main" id="{9FC07FA2-A6B4-6264-93F3-C4FBE98C8124}"/>
              </a:ext>
            </a:extLst>
          </p:cNvPr>
          <p:cNvSpPr txBox="1"/>
          <p:nvPr/>
        </p:nvSpPr>
        <p:spPr>
          <a:xfrm>
            <a:off x="4495426" y="1979173"/>
            <a:ext cx="1221925"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Outer for </a:t>
            </a:r>
          </a:p>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i</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1 to 3)</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85" name="Table 84">
            <a:extLst>
              <a:ext uri="{FF2B5EF4-FFF2-40B4-BE49-F238E27FC236}">
                <a16:creationId xmlns:a16="http://schemas.microsoft.com/office/drawing/2014/main" id="{D0DFF31B-ABD3-FADE-3E6E-A1F587C971F2}"/>
              </a:ext>
            </a:extLst>
          </p:cNvPr>
          <p:cNvGraphicFramePr>
            <a:graphicFrameLocks noGrp="1"/>
          </p:cNvGraphicFramePr>
          <p:nvPr/>
        </p:nvGraphicFramePr>
        <p:xfrm>
          <a:off x="5816843" y="3861356"/>
          <a:ext cx="1909836" cy="370840"/>
        </p:xfrm>
        <a:graphic>
          <a:graphicData uri="http://schemas.openxmlformats.org/drawingml/2006/table">
            <a:tbl>
              <a:tblPr firstRow="1" bandRow="1">
                <a:tableStyleId>{BC89EF96-8CEA-46FF-86C4-4CE0E7609802}</a:tableStyleId>
              </a:tblPr>
              <a:tblGrid>
                <a:gridCol w="477459">
                  <a:extLst>
                    <a:ext uri="{9D8B030D-6E8A-4147-A177-3AD203B41FA5}">
                      <a16:colId xmlns:a16="http://schemas.microsoft.com/office/drawing/2014/main" val="1042581215"/>
                    </a:ext>
                  </a:extLst>
                </a:gridCol>
                <a:gridCol w="477459">
                  <a:extLst>
                    <a:ext uri="{9D8B030D-6E8A-4147-A177-3AD203B41FA5}">
                      <a16:colId xmlns:a16="http://schemas.microsoft.com/office/drawing/2014/main" val="1055456683"/>
                    </a:ext>
                  </a:extLst>
                </a:gridCol>
                <a:gridCol w="477459">
                  <a:extLst>
                    <a:ext uri="{9D8B030D-6E8A-4147-A177-3AD203B41FA5}">
                      <a16:colId xmlns:a16="http://schemas.microsoft.com/office/drawing/2014/main" val="4267117164"/>
                    </a:ext>
                  </a:extLst>
                </a:gridCol>
                <a:gridCol w="477459">
                  <a:extLst>
                    <a:ext uri="{9D8B030D-6E8A-4147-A177-3AD203B41FA5}">
                      <a16:colId xmlns:a16="http://schemas.microsoft.com/office/drawing/2014/main" val="1787610018"/>
                    </a:ext>
                  </a:extLst>
                </a:gridCol>
              </a:tblGrid>
              <a:tr h="370840">
                <a:tc>
                  <a:txBody>
                    <a:bodyPr/>
                    <a:lstStyle/>
                    <a:p>
                      <a:pPr algn="ctr"/>
                      <a:r>
                        <a:rPr lang="en-US" dirty="0"/>
                        <a:t>2</a:t>
                      </a:r>
                      <a:endParaRPr lang="en-IN" dirty="0"/>
                    </a:p>
                  </a:txBody>
                  <a:tcPr/>
                </a:tc>
                <a:tc>
                  <a:txBody>
                    <a:bodyPr/>
                    <a:lstStyle/>
                    <a:p>
                      <a:pPr algn="ctr"/>
                      <a:r>
                        <a:rPr lang="en-US" dirty="0"/>
                        <a:t>5</a:t>
                      </a:r>
                      <a:endParaRPr lang="en-IN" dirty="0"/>
                    </a:p>
                  </a:txBody>
                  <a:tcPr/>
                </a:tc>
                <a:tc>
                  <a:txBody>
                    <a:bodyPr/>
                    <a:lstStyle/>
                    <a:p>
                      <a:pPr algn="ctr"/>
                      <a:r>
                        <a:rPr lang="en-US" dirty="0"/>
                        <a:t>1</a:t>
                      </a:r>
                      <a:endParaRPr lang="en-IN" dirty="0"/>
                    </a:p>
                  </a:txBody>
                  <a:tcPr/>
                </a:tc>
                <a:tc>
                  <a:txBody>
                    <a:bodyPr/>
                    <a:lstStyle/>
                    <a:p>
                      <a:pPr algn="ctr"/>
                      <a:r>
                        <a:rPr lang="en-US" dirty="0"/>
                        <a:t>9</a:t>
                      </a:r>
                      <a:endParaRPr lang="en-IN" dirty="0"/>
                    </a:p>
                  </a:txBody>
                  <a:tcPr/>
                </a:tc>
                <a:extLst>
                  <a:ext uri="{0D108BD9-81ED-4DB2-BD59-A6C34878D82A}">
                    <a16:rowId xmlns:a16="http://schemas.microsoft.com/office/drawing/2014/main" val="2164270684"/>
                  </a:ext>
                </a:extLst>
              </a:tr>
            </a:tbl>
          </a:graphicData>
        </a:graphic>
      </p:graphicFrame>
      <p:sp>
        <p:nvSpPr>
          <p:cNvPr id="86" name="TextBox 85">
            <a:extLst>
              <a:ext uri="{FF2B5EF4-FFF2-40B4-BE49-F238E27FC236}">
                <a16:creationId xmlns:a16="http://schemas.microsoft.com/office/drawing/2014/main" id="{7ED2061F-BB9B-0297-28F5-0AA941613C55}"/>
              </a:ext>
            </a:extLst>
          </p:cNvPr>
          <p:cNvSpPr txBox="1"/>
          <p:nvPr/>
        </p:nvSpPr>
        <p:spPr>
          <a:xfrm>
            <a:off x="4422884" y="2793830"/>
            <a:ext cx="137747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Inner for</a:t>
            </a:r>
          </a:p>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 = 0 to 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87" name="Table 86">
            <a:extLst>
              <a:ext uri="{FF2B5EF4-FFF2-40B4-BE49-F238E27FC236}">
                <a16:creationId xmlns:a16="http://schemas.microsoft.com/office/drawing/2014/main" id="{836CEC56-2FB9-95C7-80A1-BEE3FCC5B1B3}"/>
              </a:ext>
            </a:extLst>
          </p:cNvPr>
          <p:cNvGraphicFramePr>
            <a:graphicFrameLocks noGrp="1"/>
          </p:cNvGraphicFramePr>
          <p:nvPr/>
        </p:nvGraphicFramePr>
        <p:xfrm>
          <a:off x="5816843" y="4957914"/>
          <a:ext cx="1909836" cy="370840"/>
        </p:xfrm>
        <a:graphic>
          <a:graphicData uri="http://schemas.openxmlformats.org/drawingml/2006/table">
            <a:tbl>
              <a:tblPr firstRow="1" bandRow="1">
                <a:tableStyleId>{BC89EF96-8CEA-46FF-86C4-4CE0E7609802}</a:tableStyleId>
              </a:tblPr>
              <a:tblGrid>
                <a:gridCol w="477459">
                  <a:extLst>
                    <a:ext uri="{9D8B030D-6E8A-4147-A177-3AD203B41FA5}">
                      <a16:colId xmlns:a16="http://schemas.microsoft.com/office/drawing/2014/main" val="1042581215"/>
                    </a:ext>
                  </a:extLst>
                </a:gridCol>
                <a:gridCol w="477459">
                  <a:extLst>
                    <a:ext uri="{9D8B030D-6E8A-4147-A177-3AD203B41FA5}">
                      <a16:colId xmlns:a16="http://schemas.microsoft.com/office/drawing/2014/main" val="1055456683"/>
                    </a:ext>
                  </a:extLst>
                </a:gridCol>
                <a:gridCol w="477459">
                  <a:extLst>
                    <a:ext uri="{9D8B030D-6E8A-4147-A177-3AD203B41FA5}">
                      <a16:colId xmlns:a16="http://schemas.microsoft.com/office/drawing/2014/main" val="4267117164"/>
                    </a:ext>
                  </a:extLst>
                </a:gridCol>
                <a:gridCol w="477459">
                  <a:extLst>
                    <a:ext uri="{9D8B030D-6E8A-4147-A177-3AD203B41FA5}">
                      <a16:colId xmlns:a16="http://schemas.microsoft.com/office/drawing/2014/main" val="1787610018"/>
                    </a:ext>
                  </a:extLst>
                </a:gridCol>
              </a:tblGrid>
              <a:tr h="370840">
                <a:tc>
                  <a:txBody>
                    <a:bodyPr/>
                    <a:lstStyle/>
                    <a:p>
                      <a:pPr algn="ctr"/>
                      <a:r>
                        <a:rPr lang="en-US" dirty="0"/>
                        <a:t>2</a:t>
                      </a:r>
                      <a:endParaRPr lang="en-IN" dirty="0"/>
                    </a:p>
                  </a:txBody>
                  <a:tcPr/>
                </a:tc>
                <a:tc>
                  <a:txBody>
                    <a:bodyPr/>
                    <a:lstStyle/>
                    <a:p>
                      <a:pPr algn="ctr"/>
                      <a:r>
                        <a:rPr lang="en-US" dirty="0"/>
                        <a:t>1</a:t>
                      </a:r>
                      <a:endParaRPr lang="en-IN" dirty="0"/>
                    </a:p>
                  </a:txBody>
                  <a:tcPr/>
                </a:tc>
                <a:tc>
                  <a:txBody>
                    <a:bodyPr/>
                    <a:lstStyle/>
                    <a:p>
                      <a:pPr algn="ctr"/>
                      <a:r>
                        <a:rPr lang="en-US" dirty="0"/>
                        <a:t>5</a:t>
                      </a:r>
                      <a:endParaRPr lang="en-IN" dirty="0"/>
                    </a:p>
                  </a:txBody>
                  <a:tcPr/>
                </a:tc>
                <a:tc>
                  <a:txBody>
                    <a:bodyPr/>
                    <a:lstStyle/>
                    <a:p>
                      <a:pPr algn="ctr"/>
                      <a:r>
                        <a:rPr lang="en-US" dirty="0"/>
                        <a:t>9</a:t>
                      </a:r>
                      <a:endParaRPr lang="en-IN" dirty="0"/>
                    </a:p>
                  </a:txBody>
                  <a:tcPr/>
                </a:tc>
                <a:extLst>
                  <a:ext uri="{0D108BD9-81ED-4DB2-BD59-A6C34878D82A}">
                    <a16:rowId xmlns:a16="http://schemas.microsoft.com/office/drawing/2014/main" val="2164270684"/>
                  </a:ext>
                </a:extLst>
              </a:tr>
            </a:tbl>
          </a:graphicData>
        </a:graphic>
      </p:graphicFrame>
      <p:sp>
        <p:nvSpPr>
          <p:cNvPr id="89" name="TextBox 88">
            <a:extLst>
              <a:ext uri="{FF2B5EF4-FFF2-40B4-BE49-F238E27FC236}">
                <a16:creationId xmlns:a16="http://schemas.microsoft.com/office/drawing/2014/main" id="{177BCE3D-9ABD-7850-2A3E-450B0B6617E4}"/>
              </a:ext>
            </a:extLst>
          </p:cNvPr>
          <p:cNvSpPr txBox="1"/>
          <p:nvPr/>
        </p:nvSpPr>
        <p:spPr>
          <a:xfrm>
            <a:off x="6463557" y="3119735"/>
            <a:ext cx="1007051"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 swap</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6DACDAF6-230C-68D7-61A5-8372A0253028}"/>
              </a:ext>
            </a:extLst>
          </p:cNvPr>
          <p:cNvSpPr txBox="1"/>
          <p:nvPr/>
        </p:nvSpPr>
        <p:spPr>
          <a:xfrm>
            <a:off x="6909488" y="4154660"/>
            <a:ext cx="72575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swap</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TextBox 93">
            <a:extLst>
              <a:ext uri="{FF2B5EF4-FFF2-40B4-BE49-F238E27FC236}">
                <a16:creationId xmlns:a16="http://schemas.microsoft.com/office/drawing/2014/main" id="{4114145D-0AB4-B0BE-FAA8-6752060EACB0}"/>
              </a:ext>
            </a:extLst>
          </p:cNvPr>
          <p:cNvSpPr txBox="1"/>
          <p:nvPr/>
        </p:nvSpPr>
        <p:spPr>
          <a:xfrm>
            <a:off x="4422884" y="3891648"/>
            <a:ext cx="137747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Inner for</a:t>
            </a:r>
          </a:p>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 = 1 to 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55ADCBB3-77C6-83D2-C056-5DDA2B03D491}"/>
              </a:ext>
            </a:extLst>
          </p:cNvPr>
          <p:cNvSpPr txBox="1"/>
          <p:nvPr/>
        </p:nvSpPr>
        <p:spPr>
          <a:xfrm>
            <a:off x="4714106" y="4957914"/>
            <a:ext cx="784563"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Result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TextBox 96">
            <a:extLst>
              <a:ext uri="{FF2B5EF4-FFF2-40B4-BE49-F238E27FC236}">
                <a16:creationId xmlns:a16="http://schemas.microsoft.com/office/drawing/2014/main" id="{1710B7CB-1D1A-1E63-6EF2-AAE10B463E7A}"/>
              </a:ext>
            </a:extLst>
          </p:cNvPr>
          <p:cNvSpPr txBox="1"/>
          <p:nvPr/>
        </p:nvSpPr>
        <p:spPr>
          <a:xfrm>
            <a:off x="5994915" y="2088875"/>
            <a:ext cx="1381798"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Second Pass</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Shape 115">
            <a:extLst>
              <a:ext uri="{FF2B5EF4-FFF2-40B4-BE49-F238E27FC236}">
                <a16:creationId xmlns:a16="http://schemas.microsoft.com/office/drawing/2014/main" id="{6D9BF35A-4D02-94AB-ABD8-39CFDEEFD2B0}"/>
              </a:ext>
            </a:extLst>
          </p:cNvPr>
          <p:cNvSpPr/>
          <p:nvPr/>
        </p:nvSpPr>
        <p:spPr>
          <a:xfrm>
            <a:off x="2499879" y="4200189"/>
            <a:ext cx="414020" cy="236321"/>
          </a:xfrm>
          <a:custGeom>
            <a:avLst/>
            <a:gdLst>
              <a:gd name="connsiteX0" fmla="*/ 0 w 1691640"/>
              <a:gd name="connsiteY0" fmla="*/ 0 h 251551"/>
              <a:gd name="connsiteX1" fmla="*/ 834390 w 1691640"/>
              <a:gd name="connsiteY1" fmla="*/ 251460 h 251551"/>
              <a:gd name="connsiteX2" fmla="*/ 1691640 w 1691640"/>
              <a:gd name="connsiteY2" fmla="*/ 22860 h 251551"/>
            </a:gdLst>
            <a:ahLst/>
            <a:cxnLst>
              <a:cxn ang="0">
                <a:pos x="connsiteX0" y="connsiteY0"/>
              </a:cxn>
              <a:cxn ang="0">
                <a:pos x="connsiteX1" y="connsiteY1"/>
              </a:cxn>
              <a:cxn ang="0">
                <a:pos x="connsiteX2" y="connsiteY2"/>
              </a:cxn>
            </a:cxnLst>
            <a:rect l="l" t="t" r="r" b="b"/>
            <a:pathLst>
              <a:path w="1691640" h="251551">
                <a:moveTo>
                  <a:pt x="0" y="0"/>
                </a:moveTo>
                <a:cubicBezTo>
                  <a:pt x="276225" y="123825"/>
                  <a:pt x="552450" y="247650"/>
                  <a:pt x="834390" y="251460"/>
                </a:cubicBezTo>
                <a:cubicBezTo>
                  <a:pt x="1116330" y="255270"/>
                  <a:pt x="1403985" y="139065"/>
                  <a:pt x="1691640" y="22860"/>
                </a:cubicBezTo>
              </a:path>
            </a:pathLst>
          </a:custGeom>
          <a:noFill/>
          <a:ln w="25400">
            <a:solidFill>
              <a:srgbClr val="FF0000"/>
            </a:solidFill>
            <a:headEnd type="triangle"/>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Freeform: Shape 116">
            <a:extLst>
              <a:ext uri="{FF2B5EF4-FFF2-40B4-BE49-F238E27FC236}">
                <a16:creationId xmlns:a16="http://schemas.microsoft.com/office/drawing/2014/main" id="{66984E5C-D26A-DD1D-BA82-73F8A786DBCD}"/>
              </a:ext>
            </a:extLst>
          </p:cNvPr>
          <p:cNvSpPr/>
          <p:nvPr/>
        </p:nvSpPr>
        <p:spPr>
          <a:xfrm>
            <a:off x="2959418" y="5267224"/>
            <a:ext cx="414020" cy="236321"/>
          </a:xfrm>
          <a:custGeom>
            <a:avLst/>
            <a:gdLst>
              <a:gd name="connsiteX0" fmla="*/ 0 w 1691640"/>
              <a:gd name="connsiteY0" fmla="*/ 0 h 251551"/>
              <a:gd name="connsiteX1" fmla="*/ 834390 w 1691640"/>
              <a:gd name="connsiteY1" fmla="*/ 251460 h 251551"/>
              <a:gd name="connsiteX2" fmla="*/ 1691640 w 1691640"/>
              <a:gd name="connsiteY2" fmla="*/ 22860 h 251551"/>
            </a:gdLst>
            <a:ahLst/>
            <a:cxnLst>
              <a:cxn ang="0">
                <a:pos x="connsiteX0" y="connsiteY0"/>
              </a:cxn>
              <a:cxn ang="0">
                <a:pos x="connsiteX1" y="connsiteY1"/>
              </a:cxn>
              <a:cxn ang="0">
                <a:pos x="connsiteX2" y="connsiteY2"/>
              </a:cxn>
            </a:cxnLst>
            <a:rect l="l" t="t" r="r" b="b"/>
            <a:pathLst>
              <a:path w="1691640" h="251551">
                <a:moveTo>
                  <a:pt x="0" y="0"/>
                </a:moveTo>
                <a:cubicBezTo>
                  <a:pt x="276225" y="123825"/>
                  <a:pt x="552450" y="247650"/>
                  <a:pt x="834390" y="251460"/>
                </a:cubicBezTo>
                <a:cubicBezTo>
                  <a:pt x="1116330" y="255270"/>
                  <a:pt x="1403985" y="139065"/>
                  <a:pt x="1691640" y="22860"/>
                </a:cubicBezTo>
              </a:path>
            </a:pathLst>
          </a:custGeom>
          <a:noFill/>
          <a:ln w="25400">
            <a:solidFill>
              <a:srgbClr val="FF0000"/>
            </a:solidFill>
            <a:headEnd type="triangle"/>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Shape 117">
            <a:extLst>
              <a:ext uri="{FF2B5EF4-FFF2-40B4-BE49-F238E27FC236}">
                <a16:creationId xmlns:a16="http://schemas.microsoft.com/office/drawing/2014/main" id="{D2F57338-BBAD-90D8-5404-E87D17E67C4F}"/>
              </a:ext>
            </a:extLst>
          </p:cNvPr>
          <p:cNvSpPr/>
          <p:nvPr/>
        </p:nvSpPr>
        <p:spPr>
          <a:xfrm>
            <a:off x="6071560" y="3196511"/>
            <a:ext cx="414020" cy="236321"/>
          </a:xfrm>
          <a:custGeom>
            <a:avLst/>
            <a:gdLst>
              <a:gd name="connsiteX0" fmla="*/ 0 w 1691640"/>
              <a:gd name="connsiteY0" fmla="*/ 0 h 251551"/>
              <a:gd name="connsiteX1" fmla="*/ 834390 w 1691640"/>
              <a:gd name="connsiteY1" fmla="*/ 251460 h 251551"/>
              <a:gd name="connsiteX2" fmla="*/ 1691640 w 1691640"/>
              <a:gd name="connsiteY2" fmla="*/ 22860 h 251551"/>
            </a:gdLst>
            <a:ahLst/>
            <a:cxnLst>
              <a:cxn ang="0">
                <a:pos x="connsiteX0" y="connsiteY0"/>
              </a:cxn>
              <a:cxn ang="0">
                <a:pos x="connsiteX1" y="connsiteY1"/>
              </a:cxn>
              <a:cxn ang="0">
                <a:pos x="connsiteX2" y="connsiteY2"/>
              </a:cxn>
            </a:cxnLst>
            <a:rect l="l" t="t" r="r" b="b"/>
            <a:pathLst>
              <a:path w="1691640" h="251551">
                <a:moveTo>
                  <a:pt x="0" y="0"/>
                </a:moveTo>
                <a:cubicBezTo>
                  <a:pt x="276225" y="123825"/>
                  <a:pt x="552450" y="247650"/>
                  <a:pt x="834390" y="251460"/>
                </a:cubicBezTo>
                <a:cubicBezTo>
                  <a:pt x="1116330" y="255270"/>
                  <a:pt x="1403985" y="139065"/>
                  <a:pt x="1691640" y="22860"/>
                </a:cubicBezTo>
              </a:path>
            </a:pathLst>
          </a:custGeom>
          <a:noFill/>
          <a:ln w="25400">
            <a:solidFill>
              <a:srgbClr val="FF0000"/>
            </a:solidFill>
            <a:headEnd type="triangle"/>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Shape 118">
            <a:extLst>
              <a:ext uri="{FF2B5EF4-FFF2-40B4-BE49-F238E27FC236}">
                <a16:creationId xmlns:a16="http://schemas.microsoft.com/office/drawing/2014/main" id="{486C59B5-FD49-AC25-CACF-226B62A181AE}"/>
              </a:ext>
            </a:extLst>
          </p:cNvPr>
          <p:cNvSpPr/>
          <p:nvPr/>
        </p:nvSpPr>
        <p:spPr>
          <a:xfrm>
            <a:off x="6484038" y="4236664"/>
            <a:ext cx="414020" cy="236321"/>
          </a:xfrm>
          <a:custGeom>
            <a:avLst/>
            <a:gdLst>
              <a:gd name="connsiteX0" fmla="*/ 0 w 1691640"/>
              <a:gd name="connsiteY0" fmla="*/ 0 h 251551"/>
              <a:gd name="connsiteX1" fmla="*/ 834390 w 1691640"/>
              <a:gd name="connsiteY1" fmla="*/ 251460 h 251551"/>
              <a:gd name="connsiteX2" fmla="*/ 1691640 w 1691640"/>
              <a:gd name="connsiteY2" fmla="*/ 22860 h 251551"/>
            </a:gdLst>
            <a:ahLst/>
            <a:cxnLst>
              <a:cxn ang="0">
                <a:pos x="connsiteX0" y="connsiteY0"/>
              </a:cxn>
              <a:cxn ang="0">
                <a:pos x="connsiteX1" y="connsiteY1"/>
              </a:cxn>
              <a:cxn ang="0">
                <a:pos x="connsiteX2" y="connsiteY2"/>
              </a:cxn>
            </a:cxnLst>
            <a:rect l="l" t="t" r="r" b="b"/>
            <a:pathLst>
              <a:path w="1691640" h="251551">
                <a:moveTo>
                  <a:pt x="0" y="0"/>
                </a:moveTo>
                <a:cubicBezTo>
                  <a:pt x="276225" y="123825"/>
                  <a:pt x="552450" y="247650"/>
                  <a:pt x="834390" y="251460"/>
                </a:cubicBezTo>
                <a:cubicBezTo>
                  <a:pt x="1116330" y="255270"/>
                  <a:pt x="1403985" y="139065"/>
                  <a:pt x="1691640" y="22860"/>
                </a:cubicBezTo>
              </a:path>
            </a:pathLst>
          </a:custGeom>
          <a:noFill/>
          <a:ln w="25400">
            <a:solidFill>
              <a:srgbClr val="FF0000"/>
            </a:solidFill>
            <a:headEnd type="triangle"/>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120" name="Table 119">
            <a:extLst>
              <a:ext uri="{FF2B5EF4-FFF2-40B4-BE49-F238E27FC236}">
                <a16:creationId xmlns:a16="http://schemas.microsoft.com/office/drawing/2014/main" id="{56D40614-8C12-C10F-A25F-1823347D4102}"/>
              </a:ext>
            </a:extLst>
          </p:cNvPr>
          <p:cNvGraphicFramePr>
            <a:graphicFrameLocks noGrp="1"/>
          </p:cNvGraphicFramePr>
          <p:nvPr/>
        </p:nvGraphicFramePr>
        <p:xfrm>
          <a:off x="9806180" y="2793830"/>
          <a:ext cx="1909836" cy="370840"/>
        </p:xfrm>
        <a:graphic>
          <a:graphicData uri="http://schemas.openxmlformats.org/drawingml/2006/table">
            <a:tbl>
              <a:tblPr firstRow="1" bandRow="1">
                <a:tableStyleId>{BC89EF96-8CEA-46FF-86C4-4CE0E7609802}</a:tableStyleId>
              </a:tblPr>
              <a:tblGrid>
                <a:gridCol w="477459">
                  <a:extLst>
                    <a:ext uri="{9D8B030D-6E8A-4147-A177-3AD203B41FA5}">
                      <a16:colId xmlns:a16="http://schemas.microsoft.com/office/drawing/2014/main" val="1042581215"/>
                    </a:ext>
                  </a:extLst>
                </a:gridCol>
                <a:gridCol w="477459">
                  <a:extLst>
                    <a:ext uri="{9D8B030D-6E8A-4147-A177-3AD203B41FA5}">
                      <a16:colId xmlns:a16="http://schemas.microsoft.com/office/drawing/2014/main" val="1055456683"/>
                    </a:ext>
                  </a:extLst>
                </a:gridCol>
                <a:gridCol w="477459">
                  <a:extLst>
                    <a:ext uri="{9D8B030D-6E8A-4147-A177-3AD203B41FA5}">
                      <a16:colId xmlns:a16="http://schemas.microsoft.com/office/drawing/2014/main" val="4267117164"/>
                    </a:ext>
                  </a:extLst>
                </a:gridCol>
                <a:gridCol w="477459">
                  <a:extLst>
                    <a:ext uri="{9D8B030D-6E8A-4147-A177-3AD203B41FA5}">
                      <a16:colId xmlns:a16="http://schemas.microsoft.com/office/drawing/2014/main" val="1787610018"/>
                    </a:ext>
                  </a:extLst>
                </a:gridCol>
              </a:tblGrid>
              <a:tr h="370840">
                <a:tc>
                  <a:txBody>
                    <a:bodyPr/>
                    <a:lstStyle/>
                    <a:p>
                      <a:pPr algn="ctr"/>
                      <a:r>
                        <a:rPr lang="en-US" dirty="0"/>
                        <a:t>2</a:t>
                      </a:r>
                      <a:endParaRPr lang="en-IN" dirty="0"/>
                    </a:p>
                  </a:txBody>
                  <a:tcPr/>
                </a:tc>
                <a:tc>
                  <a:txBody>
                    <a:bodyPr/>
                    <a:lstStyle/>
                    <a:p>
                      <a:pPr algn="ctr"/>
                      <a:r>
                        <a:rPr lang="en-US" dirty="0"/>
                        <a:t>1</a:t>
                      </a:r>
                      <a:endParaRPr lang="en-IN" dirty="0"/>
                    </a:p>
                  </a:txBody>
                  <a:tcPr/>
                </a:tc>
                <a:tc>
                  <a:txBody>
                    <a:bodyPr/>
                    <a:lstStyle/>
                    <a:p>
                      <a:pPr algn="ctr"/>
                      <a:r>
                        <a:rPr lang="en-US" dirty="0"/>
                        <a:t>5</a:t>
                      </a:r>
                      <a:endParaRPr lang="en-IN" dirty="0"/>
                    </a:p>
                  </a:txBody>
                  <a:tcPr/>
                </a:tc>
                <a:tc>
                  <a:txBody>
                    <a:bodyPr/>
                    <a:lstStyle/>
                    <a:p>
                      <a:pPr algn="ctr"/>
                      <a:r>
                        <a:rPr lang="en-US" dirty="0"/>
                        <a:t>9</a:t>
                      </a:r>
                      <a:endParaRPr lang="en-IN" dirty="0"/>
                    </a:p>
                  </a:txBody>
                  <a:tcPr/>
                </a:tc>
                <a:extLst>
                  <a:ext uri="{0D108BD9-81ED-4DB2-BD59-A6C34878D82A}">
                    <a16:rowId xmlns:a16="http://schemas.microsoft.com/office/drawing/2014/main" val="2164270684"/>
                  </a:ext>
                </a:extLst>
              </a:tr>
            </a:tbl>
          </a:graphicData>
        </a:graphic>
      </p:graphicFrame>
      <p:sp>
        <p:nvSpPr>
          <p:cNvPr id="121" name="TextBox 120">
            <a:extLst>
              <a:ext uri="{FF2B5EF4-FFF2-40B4-BE49-F238E27FC236}">
                <a16:creationId xmlns:a16="http://schemas.microsoft.com/office/drawing/2014/main" id="{1C840881-259A-3BDB-91D2-6E1072925530}"/>
              </a:ext>
            </a:extLst>
          </p:cNvPr>
          <p:cNvSpPr txBox="1"/>
          <p:nvPr/>
        </p:nvSpPr>
        <p:spPr>
          <a:xfrm>
            <a:off x="8489997" y="1988064"/>
            <a:ext cx="1221925"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Outer for </a:t>
            </a:r>
          </a:p>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i</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2 to 3)</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22" name="Table 121">
            <a:extLst>
              <a:ext uri="{FF2B5EF4-FFF2-40B4-BE49-F238E27FC236}">
                <a16:creationId xmlns:a16="http://schemas.microsoft.com/office/drawing/2014/main" id="{05EE0DB8-D897-11EC-ED6E-EF4756CAFF42}"/>
              </a:ext>
            </a:extLst>
          </p:cNvPr>
          <p:cNvGraphicFramePr>
            <a:graphicFrameLocks noGrp="1"/>
          </p:cNvGraphicFramePr>
          <p:nvPr/>
        </p:nvGraphicFramePr>
        <p:xfrm>
          <a:off x="9806180" y="3817814"/>
          <a:ext cx="1909836" cy="370840"/>
        </p:xfrm>
        <a:graphic>
          <a:graphicData uri="http://schemas.openxmlformats.org/drawingml/2006/table">
            <a:tbl>
              <a:tblPr firstRow="1" bandRow="1">
                <a:tableStyleId>{BC89EF96-8CEA-46FF-86C4-4CE0E7609802}</a:tableStyleId>
              </a:tblPr>
              <a:tblGrid>
                <a:gridCol w="477459">
                  <a:extLst>
                    <a:ext uri="{9D8B030D-6E8A-4147-A177-3AD203B41FA5}">
                      <a16:colId xmlns:a16="http://schemas.microsoft.com/office/drawing/2014/main" val="1042581215"/>
                    </a:ext>
                  </a:extLst>
                </a:gridCol>
                <a:gridCol w="477459">
                  <a:extLst>
                    <a:ext uri="{9D8B030D-6E8A-4147-A177-3AD203B41FA5}">
                      <a16:colId xmlns:a16="http://schemas.microsoft.com/office/drawing/2014/main" val="1055456683"/>
                    </a:ext>
                  </a:extLst>
                </a:gridCol>
                <a:gridCol w="477459">
                  <a:extLst>
                    <a:ext uri="{9D8B030D-6E8A-4147-A177-3AD203B41FA5}">
                      <a16:colId xmlns:a16="http://schemas.microsoft.com/office/drawing/2014/main" val="4267117164"/>
                    </a:ext>
                  </a:extLst>
                </a:gridCol>
                <a:gridCol w="477459">
                  <a:extLst>
                    <a:ext uri="{9D8B030D-6E8A-4147-A177-3AD203B41FA5}">
                      <a16:colId xmlns:a16="http://schemas.microsoft.com/office/drawing/2014/main" val="1787610018"/>
                    </a:ext>
                  </a:extLst>
                </a:gridCol>
              </a:tblGrid>
              <a:tr h="370840">
                <a:tc>
                  <a:txBody>
                    <a:bodyPr/>
                    <a:lstStyle/>
                    <a:p>
                      <a:pPr algn="ctr"/>
                      <a:r>
                        <a:rPr lang="en-US" dirty="0"/>
                        <a:t>1</a:t>
                      </a:r>
                      <a:endParaRPr lang="en-IN" dirty="0"/>
                    </a:p>
                  </a:txBody>
                  <a:tcPr/>
                </a:tc>
                <a:tc>
                  <a:txBody>
                    <a:bodyPr/>
                    <a:lstStyle/>
                    <a:p>
                      <a:pPr algn="ctr"/>
                      <a:r>
                        <a:rPr lang="en-US" dirty="0"/>
                        <a:t>2</a:t>
                      </a:r>
                      <a:endParaRPr lang="en-IN" dirty="0"/>
                    </a:p>
                  </a:txBody>
                  <a:tcPr/>
                </a:tc>
                <a:tc>
                  <a:txBody>
                    <a:bodyPr/>
                    <a:lstStyle/>
                    <a:p>
                      <a:pPr algn="ctr"/>
                      <a:r>
                        <a:rPr lang="en-US" dirty="0"/>
                        <a:t>5</a:t>
                      </a:r>
                      <a:endParaRPr lang="en-IN" dirty="0"/>
                    </a:p>
                  </a:txBody>
                  <a:tcPr/>
                </a:tc>
                <a:tc>
                  <a:txBody>
                    <a:bodyPr/>
                    <a:lstStyle/>
                    <a:p>
                      <a:pPr algn="ctr"/>
                      <a:r>
                        <a:rPr lang="en-US" dirty="0"/>
                        <a:t>9</a:t>
                      </a:r>
                      <a:endParaRPr lang="en-IN" dirty="0"/>
                    </a:p>
                  </a:txBody>
                  <a:tcPr/>
                </a:tc>
                <a:extLst>
                  <a:ext uri="{0D108BD9-81ED-4DB2-BD59-A6C34878D82A}">
                    <a16:rowId xmlns:a16="http://schemas.microsoft.com/office/drawing/2014/main" val="2164270684"/>
                  </a:ext>
                </a:extLst>
              </a:tr>
            </a:tbl>
          </a:graphicData>
        </a:graphic>
      </p:graphicFrame>
      <p:sp>
        <p:nvSpPr>
          <p:cNvPr id="123" name="TextBox 122">
            <a:extLst>
              <a:ext uri="{FF2B5EF4-FFF2-40B4-BE49-F238E27FC236}">
                <a16:creationId xmlns:a16="http://schemas.microsoft.com/office/drawing/2014/main" id="{559C1E94-8E05-7BE1-CE10-29C63DF16348}"/>
              </a:ext>
            </a:extLst>
          </p:cNvPr>
          <p:cNvSpPr txBox="1"/>
          <p:nvPr/>
        </p:nvSpPr>
        <p:spPr>
          <a:xfrm>
            <a:off x="8412221" y="2648690"/>
            <a:ext cx="137747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Inner for</a:t>
            </a:r>
          </a:p>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 = 0 to 1)</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TextBox 124">
            <a:extLst>
              <a:ext uri="{FF2B5EF4-FFF2-40B4-BE49-F238E27FC236}">
                <a16:creationId xmlns:a16="http://schemas.microsoft.com/office/drawing/2014/main" id="{C8E12E7B-87B7-195D-287F-13171C5E6615}"/>
              </a:ext>
            </a:extLst>
          </p:cNvPr>
          <p:cNvSpPr txBox="1"/>
          <p:nvPr/>
        </p:nvSpPr>
        <p:spPr>
          <a:xfrm>
            <a:off x="10452894" y="3119735"/>
            <a:ext cx="1007051"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swap</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Box 126">
            <a:extLst>
              <a:ext uri="{FF2B5EF4-FFF2-40B4-BE49-F238E27FC236}">
                <a16:creationId xmlns:a16="http://schemas.microsoft.com/office/drawing/2014/main" id="{02C16A7D-75E4-4B88-2441-0A9D72BB7ECB}"/>
              </a:ext>
            </a:extLst>
          </p:cNvPr>
          <p:cNvSpPr txBox="1"/>
          <p:nvPr/>
        </p:nvSpPr>
        <p:spPr>
          <a:xfrm>
            <a:off x="8808036" y="3841976"/>
            <a:ext cx="784563"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Result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TextBox 127">
            <a:extLst>
              <a:ext uri="{FF2B5EF4-FFF2-40B4-BE49-F238E27FC236}">
                <a16:creationId xmlns:a16="http://schemas.microsoft.com/office/drawing/2014/main" id="{8A42D276-AE79-F163-8ED5-6942C2A81CE0}"/>
              </a:ext>
            </a:extLst>
          </p:cNvPr>
          <p:cNvSpPr txBox="1"/>
          <p:nvPr/>
        </p:nvSpPr>
        <p:spPr>
          <a:xfrm>
            <a:off x="9989486" y="2110550"/>
            <a:ext cx="1381798"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Third Pass</a:t>
            </a:r>
            <a:endPar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Shape 128">
            <a:extLst>
              <a:ext uri="{FF2B5EF4-FFF2-40B4-BE49-F238E27FC236}">
                <a16:creationId xmlns:a16="http://schemas.microsoft.com/office/drawing/2014/main" id="{0F6F413E-5583-69ED-62ED-4783B7CD605D}"/>
              </a:ext>
            </a:extLst>
          </p:cNvPr>
          <p:cNvSpPr/>
          <p:nvPr/>
        </p:nvSpPr>
        <p:spPr>
          <a:xfrm>
            <a:off x="10060897" y="3196511"/>
            <a:ext cx="414020" cy="236321"/>
          </a:xfrm>
          <a:custGeom>
            <a:avLst/>
            <a:gdLst>
              <a:gd name="connsiteX0" fmla="*/ 0 w 1691640"/>
              <a:gd name="connsiteY0" fmla="*/ 0 h 251551"/>
              <a:gd name="connsiteX1" fmla="*/ 834390 w 1691640"/>
              <a:gd name="connsiteY1" fmla="*/ 251460 h 251551"/>
              <a:gd name="connsiteX2" fmla="*/ 1691640 w 1691640"/>
              <a:gd name="connsiteY2" fmla="*/ 22860 h 251551"/>
            </a:gdLst>
            <a:ahLst/>
            <a:cxnLst>
              <a:cxn ang="0">
                <a:pos x="connsiteX0" y="connsiteY0"/>
              </a:cxn>
              <a:cxn ang="0">
                <a:pos x="connsiteX1" y="connsiteY1"/>
              </a:cxn>
              <a:cxn ang="0">
                <a:pos x="connsiteX2" y="connsiteY2"/>
              </a:cxn>
            </a:cxnLst>
            <a:rect l="l" t="t" r="r" b="b"/>
            <a:pathLst>
              <a:path w="1691640" h="251551">
                <a:moveTo>
                  <a:pt x="0" y="0"/>
                </a:moveTo>
                <a:cubicBezTo>
                  <a:pt x="276225" y="123825"/>
                  <a:pt x="552450" y="247650"/>
                  <a:pt x="834390" y="251460"/>
                </a:cubicBezTo>
                <a:cubicBezTo>
                  <a:pt x="1116330" y="255270"/>
                  <a:pt x="1403985" y="139065"/>
                  <a:pt x="1691640" y="22860"/>
                </a:cubicBezTo>
              </a:path>
            </a:pathLst>
          </a:custGeom>
          <a:noFill/>
          <a:ln w="25400">
            <a:solidFill>
              <a:srgbClr val="FF0000"/>
            </a:solidFill>
            <a:headEnd type="triangle"/>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5" name="Picture 4">
            <a:extLst>
              <a:ext uri="{FF2B5EF4-FFF2-40B4-BE49-F238E27FC236}">
                <a16:creationId xmlns:a16="http://schemas.microsoft.com/office/drawing/2014/main" id="{17483762-1533-83C1-DC65-B8CFE83193D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111517" y="287453"/>
            <a:ext cx="914784" cy="363946"/>
          </a:xfrm>
          <a:prstGeom prst="rect">
            <a:avLst/>
          </a:prstGeom>
        </p:spPr>
      </p:pic>
      <p:sp>
        <p:nvSpPr>
          <p:cNvPr id="7" name="Arrow: Down 6">
            <a:extLst>
              <a:ext uri="{FF2B5EF4-FFF2-40B4-BE49-F238E27FC236}">
                <a16:creationId xmlns:a16="http://schemas.microsoft.com/office/drawing/2014/main" id="{E21FCAA2-D8E8-749F-82BF-280113C09BB0}"/>
              </a:ext>
            </a:extLst>
          </p:cNvPr>
          <p:cNvSpPr/>
          <p:nvPr/>
        </p:nvSpPr>
        <p:spPr>
          <a:xfrm>
            <a:off x="2509155" y="3460009"/>
            <a:ext cx="197960" cy="236321"/>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Arrow: Down 9">
            <a:extLst>
              <a:ext uri="{FF2B5EF4-FFF2-40B4-BE49-F238E27FC236}">
                <a16:creationId xmlns:a16="http://schemas.microsoft.com/office/drawing/2014/main" id="{FACBEA93-995A-79E7-2070-FA1E6C337CE1}"/>
              </a:ext>
            </a:extLst>
          </p:cNvPr>
          <p:cNvSpPr/>
          <p:nvPr/>
        </p:nvSpPr>
        <p:spPr>
          <a:xfrm>
            <a:off x="2537834" y="4585439"/>
            <a:ext cx="197960" cy="236321"/>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Arrow: Down 10">
            <a:extLst>
              <a:ext uri="{FF2B5EF4-FFF2-40B4-BE49-F238E27FC236}">
                <a16:creationId xmlns:a16="http://schemas.microsoft.com/office/drawing/2014/main" id="{501FDE52-4C79-28FC-1EC9-68CBBA515CCF}"/>
              </a:ext>
            </a:extLst>
          </p:cNvPr>
          <p:cNvSpPr/>
          <p:nvPr/>
        </p:nvSpPr>
        <p:spPr>
          <a:xfrm>
            <a:off x="2558768" y="5503545"/>
            <a:ext cx="197960" cy="236321"/>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Arrow: Down 11">
            <a:extLst>
              <a:ext uri="{FF2B5EF4-FFF2-40B4-BE49-F238E27FC236}">
                <a16:creationId xmlns:a16="http://schemas.microsoft.com/office/drawing/2014/main" id="{8721DC5B-AB1C-E2AD-4035-CFA07F367E92}"/>
              </a:ext>
            </a:extLst>
          </p:cNvPr>
          <p:cNvSpPr/>
          <p:nvPr/>
        </p:nvSpPr>
        <p:spPr>
          <a:xfrm>
            <a:off x="6684668" y="3475033"/>
            <a:ext cx="197960" cy="236321"/>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Arrow: Down 12">
            <a:extLst>
              <a:ext uri="{FF2B5EF4-FFF2-40B4-BE49-F238E27FC236}">
                <a16:creationId xmlns:a16="http://schemas.microsoft.com/office/drawing/2014/main" id="{827B465F-9DE6-BB31-DCB7-2E48A727CC15}"/>
              </a:ext>
            </a:extLst>
          </p:cNvPr>
          <p:cNvSpPr/>
          <p:nvPr/>
        </p:nvSpPr>
        <p:spPr>
          <a:xfrm>
            <a:off x="6693733" y="4565113"/>
            <a:ext cx="197960" cy="236321"/>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Arrow: Down 13">
            <a:extLst>
              <a:ext uri="{FF2B5EF4-FFF2-40B4-BE49-F238E27FC236}">
                <a16:creationId xmlns:a16="http://schemas.microsoft.com/office/drawing/2014/main" id="{231535BB-6F5C-EF80-86B9-E061E3EA8456}"/>
              </a:ext>
            </a:extLst>
          </p:cNvPr>
          <p:cNvSpPr/>
          <p:nvPr/>
        </p:nvSpPr>
        <p:spPr>
          <a:xfrm>
            <a:off x="10662118" y="3475033"/>
            <a:ext cx="197960" cy="236321"/>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Arrow: Down 14">
            <a:extLst>
              <a:ext uri="{FF2B5EF4-FFF2-40B4-BE49-F238E27FC236}">
                <a16:creationId xmlns:a16="http://schemas.microsoft.com/office/drawing/2014/main" id="{3764F3C9-383E-952D-FF6D-67A4C255611E}"/>
              </a:ext>
            </a:extLst>
          </p:cNvPr>
          <p:cNvSpPr/>
          <p:nvPr/>
        </p:nvSpPr>
        <p:spPr>
          <a:xfrm rot="11793468">
            <a:off x="4123819" y="2501367"/>
            <a:ext cx="149576" cy="3358087"/>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Arrow: Down 15">
            <a:extLst>
              <a:ext uri="{FF2B5EF4-FFF2-40B4-BE49-F238E27FC236}">
                <a16:creationId xmlns:a16="http://schemas.microsoft.com/office/drawing/2014/main" id="{C1210687-397D-85FA-2400-9B560FDC7F7A}"/>
              </a:ext>
            </a:extLst>
          </p:cNvPr>
          <p:cNvSpPr/>
          <p:nvPr/>
        </p:nvSpPr>
        <p:spPr>
          <a:xfrm rot="11793468">
            <a:off x="8108201" y="2442666"/>
            <a:ext cx="163540" cy="2847515"/>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DA963447-9099-EA6C-A5CA-2D99628816FF}"/>
              </a:ext>
            </a:extLst>
          </p:cNvPr>
          <p:cNvSpPr/>
          <p:nvPr/>
        </p:nvSpPr>
        <p:spPr>
          <a:xfrm>
            <a:off x="355694" y="1006522"/>
            <a:ext cx="8056527" cy="795710"/>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 bubble sort, compare and swap adjacent elements if they are not ordered. Repeat these steps to move the largest to the end until the array is sorted.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4508C5F6-AEFB-6139-5B46-C0429D8F4254}"/>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64871245"/>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a:t>
            </a:r>
            <a:r>
              <a:rPr lang="en-US" sz="2400" b="1" dirty="0">
                <a:solidFill>
                  <a:schemeClr val="bg1"/>
                </a:solidFill>
                <a:ea typeface="+mn-ea"/>
                <a:cs typeface="+mn-cs"/>
              </a:rPr>
              <a:t>Write a function to </a:t>
            </a:r>
            <a:r>
              <a:rPr lang="en-US" sz="2400" b="1" dirty="0">
                <a:solidFill>
                  <a:srgbClr val="FFFF00"/>
                </a:solidFill>
                <a:ea typeface="+mn-ea"/>
                <a:cs typeface="+mn-cs"/>
              </a:rPr>
              <a:t>sort an array </a:t>
            </a:r>
            <a:r>
              <a:rPr lang="en-US" sz="2400" b="1" dirty="0">
                <a:solidFill>
                  <a:schemeClr val="bg1"/>
                </a:solidFill>
                <a:ea typeface="+mn-ea"/>
                <a:cs typeface="+mn-cs"/>
              </a:rPr>
              <a:t>of numbers in ascending order(</a:t>
            </a:r>
            <a:r>
              <a:rPr lang="en-US" sz="2400" b="1" dirty="0">
                <a:solidFill>
                  <a:srgbClr val="FFFF00"/>
                </a:solidFill>
                <a:ea typeface="+mn-ea"/>
                <a:cs typeface="+mn-cs"/>
              </a:rPr>
              <a:t>Bubble Sort</a:t>
            </a:r>
            <a:r>
              <a:rPr lang="en-US" sz="2400" b="1" dirty="0">
                <a:solidFill>
                  <a:schemeClr val="bg1"/>
                </a:solidFill>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756BAEC2-F974-3991-0EF5-8A96E0311FEB}"/>
              </a:ext>
            </a:extLst>
          </p:cNvPr>
          <p:cNvSpPr/>
          <p:nvPr/>
        </p:nvSpPr>
        <p:spPr>
          <a:xfrm>
            <a:off x="355694" y="964599"/>
            <a:ext cx="5427886" cy="293303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SortArray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9</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Arrays.sort</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(numbers);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bubbleSortArray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toString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[1, 2, 5, 9]</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8" name="Rectangle 7">
            <a:extLst>
              <a:ext uri="{FF2B5EF4-FFF2-40B4-BE49-F238E27FC236}">
                <a16:creationId xmlns:a16="http://schemas.microsoft.com/office/drawing/2014/main" id="{CDD5A5AA-BAF2-765E-E23F-42566E692E4C}"/>
              </a:ext>
            </a:extLst>
          </p:cNvPr>
          <p:cNvSpPr/>
          <p:nvPr/>
        </p:nvSpPr>
        <p:spPr>
          <a:xfrm>
            <a:off x="6164580" y="964599"/>
            <a:ext cx="5740305" cy="542168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bubbleSortArray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swapped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outer for loop</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swapped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false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inner for loop</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j</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j</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j</a:t>
            </a:r>
            <a:r>
              <a:rPr kumimoji="0" lang="en-IN" sz="1500" b="0" i="0" u="none" strike="noStrike" kern="1200" cap="none" spc="0" normalizeH="0" baseline="0" noProof="0" dirty="0" err="1">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j</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&gt;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j</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Swap array[j] and array[j + 1]</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temp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j</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j</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j</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j</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temp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swapped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true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If no two elements were swapped by inner 	loop, then break</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swapped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break</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5" name="Picture 4">
            <a:extLst>
              <a:ext uri="{FF2B5EF4-FFF2-40B4-BE49-F238E27FC236}">
                <a16:creationId xmlns:a16="http://schemas.microsoft.com/office/drawing/2014/main" id="{47DB21B1-C700-F359-732A-EAC39FCD62A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146681" y="287453"/>
            <a:ext cx="914784" cy="363946"/>
          </a:xfrm>
          <a:prstGeom prst="rect">
            <a:avLst/>
          </a:prstGeom>
        </p:spPr>
      </p:pic>
      <p:sp>
        <p:nvSpPr>
          <p:cNvPr id="4" name="TextBox 3">
            <a:extLst>
              <a:ext uri="{FF2B5EF4-FFF2-40B4-BE49-F238E27FC236}">
                <a16:creationId xmlns:a16="http://schemas.microsoft.com/office/drawing/2014/main" id="{1B36A8B5-0319-0BAD-6EA8-23F273E0885E}"/>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968514404"/>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8" name="Arrow: Down 7">
            <a:extLst>
              <a:ext uri="{FF2B5EF4-FFF2-40B4-BE49-F238E27FC236}">
                <a16:creationId xmlns:a16="http://schemas.microsoft.com/office/drawing/2014/main" id="{D170A6E3-374C-319D-1F3F-3BE5A7EB02A0}"/>
              </a:ext>
            </a:extLst>
          </p:cNvPr>
          <p:cNvSpPr/>
          <p:nvPr/>
        </p:nvSpPr>
        <p:spPr>
          <a:xfrm rot="18328800">
            <a:off x="5697508" y="2848643"/>
            <a:ext cx="255288" cy="1279175"/>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Arrow: Down 5">
            <a:extLst>
              <a:ext uri="{FF2B5EF4-FFF2-40B4-BE49-F238E27FC236}">
                <a16:creationId xmlns:a16="http://schemas.microsoft.com/office/drawing/2014/main" id="{83E5A5CA-5C37-C6C3-B3A9-0E4B8FCCD9DC}"/>
              </a:ext>
            </a:extLst>
          </p:cNvPr>
          <p:cNvSpPr/>
          <p:nvPr/>
        </p:nvSpPr>
        <p:spPr>
          <a:xfrm rot="3642949">
            <a:off x="4015947" y="2804365"/>
            <a:ext cx="282225" cy="1465213"/>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prstClr val="white"/>
                </a:solidFill>
                <a:effectLst/>
                <a:uLnTx/>
                <a:uFillTx/>
                <a:latin typeface="Calibri Light" panose="020F0302020204030204"/>
                <a:ea typeface="+mj-ea"/>
                <a:cs typeface="+mj-cs"/>
              </a:rPr>
              <a:t>Q. Write a function to search an element in any array(</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j-ea"/>
                <a:cs typeface="+mj-cs"/>
              </a:rPr>
              <a:t>Binary Search</a:t>
            </a:r>
            <a:r>
              <a:rPr kumimoji="0" lang="en-US" sz="2400" b="1" i="0" u="none" strike="noStrike" kern="1200" cap="none" spc="0" normalizeH="0" baseline="0" noProof="0" dirty="0">
                <a:ln>
                  <a:noFill/>
                </a:ln>
                <a:solidFill>
                  <a:prstClr val="white"/>
                </a:solidFill>
                <a:effectLst/>
                <a:uLnTx/>
                <a:uFillTx/>
                <a:latin typeface="Calibri Light" panose="020F0302020204030204"/>
                <a:ea typeface="+mj-ea"/>
                <a:cs typeface="+mj-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7" name="Table 6">
            <a:extLst>
              <a:ext uri="{FF2B5EF4-FFF2-40B4-BE49-F238E27FC236}">
                <a16:creationId xmlns:a16="http://schemas.microsoft.com/office/drawing/2014/main" id="{93CFAA74-D479-7A0F-F58B-BED8CCCD9C6C}"/>
              </a:ext>
            </a:extLst>
          </p:cNvPr>
          <p:cNvGraphicFramePr>
            <a:graphicFrameLocks noGrp="1"/>
          </p:cNvGraphicFramePr>
          <p:nvPr/>
        </p:nvGraphicFramePr>
        <p:xfrm>
          <a:off x="1331825" y="1257275"/>
          <a:ext cx="7461015" cy="370840"/>
        </p:xfrm>
        <a:graphic>
          <a:graphicData uri="http://schemas.openxmlformats.org/drawingml/2006/table">
            <a:tbl>
              <a:tblPr firstRow="1" bandRow="1">
                <a:tableStyleId>{BDBED569-4797-4DF1-A0F4-6AAB3CD982D8}</a:tableStyleId>
              </a:tblPr>
              <a:tblGrid>
                <a:gridCol w="1492203">
                  <a:extLst>
                    <a:ext uri="{9D8B030D-6E8A-4147-A177-3AD203B41FA5}">
                      <a16:colId xmlns:a16="http://schemas.microsoft.com/office/drawing/2014/main" val="1042581215"/>
                    </a:ext>
                  </a:extLst>
                </a:gridCol>
                <a:gridCol w="1492203">
                  <a:extLst>
                    <a:ext uri="{9D8B030D-6E8A-4147-A177-3AD203B41FA5}">
                      <a16:colId xmlns:a16="http://schemas.microsoft.com/office/drawing/2014/main" val="1055456683"/>
                    </a:ext>
                  </a:extLst>
                </a:gridCol>
                <a:gridCol w="1492203">
                  <a:extLst>
                    <a:ext uri="{9D8B030D-6E8A-4147-A177-3AD203B41FA5}">
                      <a16:colId xmlns:a16="http://schemas.microsoft.com/office/drawing/2014/main" val="4267117164"/>
                    </a:ext>
                  </a:extLst>
                </a:gridCol>
                <a:gridCol w="1492203">
                  <a:extLst>
                    <a:ext uri="{9D8B030D-6E8A-4147-A177-3AD203B41FA5}">
                      <a16:colId xmlns:a16="http://schemas.microsoft.com/office/drawing/2014/main" val="1787610018"/>
                    </a:ext>
                  </a:extLst>
                </a:gridCol>
                <a:gridCol w="1492203">
                  <a:extLst>
                    <a:ext uri="{9D8B030D-6E8A-4147-A177-3AD203B41FA5}">
                      <a16:colId xmlns:a16="http://schemas.microsoft.com/office/drawing/2014/main" val="1453153731"/>
                    </a:ext>
                  </a:extLst>
                </a:gridCol>
              </a:tblGrid>
              <a:tr h="370840">
                <a:tc>
                  <a:txBody>
                    <a:bodyPr/>
                    <a:lstStyle/>
                    <a:p>
                      <a:pPr algn="ctr"/>
                      <a:r>
                        <a:rPr lang="en-US" dirty="0"/>
                        <a:t>2</a:t>
                      </a:r>
                      <a:endParaRPr lang="en-IN" dirty="0"/>
                    </a:p>
                  </a:txBody>
                  <a:tcPr/>
                </a:tc>
                <a:tc>
                  <a:txBody>
                    <a:bodyPr/>
                    <a:lstStyle/>
                    <a:p>
                      <a:pPr algn="ctr"/>
                      <a:r>
                        <a:rPr lang="en-US" dirty="0"/>
                        <a:t>3</a:t>
                      </a:r>
                      <a:endParaRPr lang="en-IN" dirty="0"/>
                    </a:p>
                  </a:txBody>
                  <a:tcPr/>
                </a:tc>
                <a:tc>
                  <a:txBody>
                    <a:bodyPr/>
                    <a:lstStyle/>
                    <a:p>
                      <a:pPr algn="ctr"/>
                      <a:r>
                        <a:rPr lang="en-US" dirty="0"/>
                        <a:t>4</a:t>
                      </a:r>
                      <a:endParaRPr lang="en-IN" dirty="0"/>
                    </a:p>
                  </a:txBody>
                  <a:tcPr/>
                </a:tc>
                <a:tc>
                  <a:txBody>
                    <a:bodyPr/>
                    <a:lstStyle/>
                    <a:p>
                      <a:pPr algn="ctr"/>
                      <a:r>
                        <a:rPr lang="en-US" dirty="0"/>
                        <a:t>10</a:t>
                      </a:r>
                      <a:endParaRPr lang="en-IN" dirty="0"/>
                    </a:p>
                  </a:txBody>
                  <a:tcPr>
                    <a:solidFill>
                      <a:schemeClr val="accent6">
                        <a:lumMod val="40000"/>
                        <a:lumOff val="60000"/>
                      </a:schemeClr>
                    </a:solidFill>
                  </a:tcPr>
                </a:tc>
                <a:tc>
                  <a:txBody>
                    <a:bodyPr/>
                    <a:lstStyle/>
                    <a:p>
                      <a:pPr algn="ctr"/>
                      <a:r>
                        <a:rPr lang="en-US" dirty="0"/>
                        <a:t>20</a:t>
                      </a:r>
                      <a:endParaRPr lang="en-IN" dirty="0"/>
                    </a:p>
                  </a:txBody>
                  <a:tcPr/>
                </a:tc>
                <a:extLst>
                  <a:ext uri="{0D108BD9-81ED-4DB2-BD59-A6C34878D82A}">
                    <a16:rowId xmlns:a16="http://schemas.microsoft.com/office/drawing/2014/main" val="2164270684"/>
                  </a:ext>
                </a:extLst>
              </a:tr>
            </a:tbl>
          </a:graphicData>
        </a:graphic>
      </p:graphicFrame>
      <p:graphicFrame>
        <p:nvGraphicFramePr>
          <p:cNvPr id="10" name="Table 9">
            <a:extLst>
              <a:ext uri="{FF2B5EF4-FFF2-40B4-BE49-F238E27FC236}">
                <a16:creationId xmlns:a16="http://schemas.microsoft.com/office/drawing/2014/main" id="{C1BE6061-9D86-916A-A247-DE3648F8A205}"/>
              </a:ext>
            </a:extLst>
          </p:cNvPr>
          <p:cNvGraphicFramePr>
            <a:graphicFrameLocks noGrp="1"/>
          </p:cNvGraphicFramePr>
          <p:nvPr/>
        </p:nvGraphicFramePr>
        <p:xfrm>
          <a:off x="5939037" y="3948157"/>
          <a:ext cx="2853804" cy="365760"/>
        </p:xfrm>
        <a:graphic>
          <a:graphicData uri="http://schemas.openxmlformats.org/drawingml/2006/table">
            <a:tbl>
              <a:tblPr firstRow="1" bandRow="1">
                <a:tableStyleId>{ED083AE6-46FA-4A59-8FB0-9F97EB10719F}</a:tableStyleId>
              </a:tblPr>
              <a:tblGrid>
                <a:gridCol w="1426902">
                  <a:extLst>
                    <a:ext uri="{9D8B030D-6E8A-4147-A177-3AD203B41FA5}">
                      <a16:colId xmlns:a16="http://schemas.microsoft.com/office/drawing/2014/main" val="1787610018"/>
                    </a:ext>
                  </a:extLst>
                </a:gridCol>
                <a:gridCol w="1426902">
                  <a:extLst>
                    <a:ext uri="{9D8B030D-6E8A-4147-A177-3AD203B41FA5}">
                      <a16:colId xmlns:a16="http://schemas.microsoft.com/office/drawing/2014/main" val="1453153731"/>
                    </a:ext>
                  </a:extLst>
                </a:gridCol>
              </a:tblGrid>
              <a:tr h="0">
                <a:tc>
                  <a:txBody>
                    <a:bodyPr/>
                    <a:lstStyle/>
                    <a:p>
                      <a:pPr algn="ctr"/>
                      <a:r>
                        <a:rPr lang="en-US" dirty="0"/>
                        <a:t>10</a:t>
                      </a:r>
                      <a:endParaRPr lang="en-IN" dirty="0"/>
                    </a:p>
                  </a:txBody>
                  <a:tcPr>
                    <a:solidFill>
                      <a:schemeClr val="accent6">
                        <a:lumMod val="40000"/>
                        <a:lumOff val="60000"/>
                      </a:schemeClr>
                    </a:solidFill>
                  </a:tcPr>
                </a:tc>
                <a:tc>
                  <a:txBody>
                    <a:bodyPr/>
                    <a:lstStyle/>
                    <a:p>
                      <a:pPr algn="ctr"/>
                      <a:r>
                        <a:rPr lang="en-US" dirty="0"/>
                        <a:t>20</a:t>
                      </a:r>
                      <a:endParaRPr lang="en-IN" dirty="0"/>
                    </a:p>
                  </a:txBody>
                  <a:tcPr/>
                </a:tc>
                <a:extLst>
                  <a:ext uri="{0D108BD9-81ED-4DB2-BD59-A6C34878D82A}">
                    <a16:rowId xmlns:a16="http://schemas.microsoft.com/office/drawing/2014/main" val="2164270684"/>
                  </a:ext>
                </a:extLst>
              </a:tr>
            </a:tbl>
          </a:graphicData>
        </a:graphic>
      </p:graphicFrame>
      <p:graphicFrame>
        <p:nvGraphicFramePr>
          <p:cNvPr id="11" name="Table 10">
            <a:extLst>
              <a:ext uri="{FF2B5EF4-FFF2-40B4-BE49-F238E27FC236}">
                <a16:creationId xmlns:a16="http://schemas.microsoft.com/office/drawing/2014/main" id="{E2685735-0544-5EBB-41C5-3A4B02E243AB}"/>
              </a:ext>
            </a:extLst>
          </p:cNvPr>
          <p:cNvGraphicFramePr>
            <a:graphicFrameLocks noGrp="1"/>
          </p:cNvGraphicFramePr>
          <p:nvPr/>
        </p:nvGraphicFramePr>
        <p:xfrm>
          <a:off x="1268733" y="3990955"/>
          <a:ext cx="2771144" cy="365760"/>
        </p:xfrm>
        <a:graphic>
          <a:graphicData uri="http://schemas.openxmlformats.org/drawingml/2006/table">
            <a:tbl>
              <a:tblPr firstRow="1" bandRow="1">
                <a:tableStyleId>{5DA37D80-6434-44D0-A028-1B22A696006F}</a:tableStyleId>
              </a:tblPr>
              <a:tblGrid>
                <a:gridCol w="1385572">
                  <a:extLst>
                    <a:ext uri="{9D8B030D-6E8A-4147-A177-3AD203B41FA5}">
                      <a16:colId xmlns:a16="http://schemas.microsoft.com/office/drawing/2014/main" val="1042581215"/>
                    </a:ext>
                  </a:extLst>
                </a:gridCol>
                <a:gridCol w="1385572">
                  <a:extLst>
                    <a:ext uri="{9D8B030D-6E8A-4147-A177-3AD203B41FA5}">
                      <a16:colId xmlns:a16="http://schemas.microsoft.com/office/drawing/2014/main" val="1055456683"/>
                    </a:ext>
                  </a:extLst>
                </a:gridCol>
              </a:tblGrid>
              <a:tr h="215392">
                <a:tc>
                  <a:txBody>
                    <a:bodyPr/>
                    <a:lstStyle/>
                    <a:p>
                      <a:pPr algn="ctr"/>
                      <a:r>
                        <a:rPr lang="en-US" dirty="0"/>
                        <a:t>2</a:t>
                      </a:r>
                      <a:endParaRPr lang="en-IN" dirty="0"/>
                    </a:p>
                  </a:txBody>
                  <a:tcPr/>
                </a:tc>
                <a:tc>
                  <a:txBody>
                    <a:bodyPr/>
                    <a:lstStyle/>
                    <a:p>
                      <a:pPr algn="ctr"/>
                      <a:r>
                        <a:rPr lang="en-US" dirty="0"/>
                        <a:t>3</a:t>
                      </a:r>
                      <a:endParaRPr lang="en-IN" dirty="0"/>
                    </a:p>
                  </a:txBody>
                  <a:tcPr/>
                </a:tc>
                <a:extLst>
                  <a:ext uri="{0D108BD9-81ED-4DB2-BD59-A6C34878D82A}">
                    <a16:rowId xmlns:a16="http://schemas.microsoft.com/office/drawing/2014/main" val="2164270684"/>
                  </a:ext>
                </a:extLst>
              </a:tr>
            </a:tbl>
          </a:graphicData>
        </a:graphic>
      </p:graphicFrame>
      <p:sp>
        <p:nvSpPr>
          <p:cNvPr id="21" name="TextBox 20">
            <a:extLst>
              <a:ext uri="{FF2B5EF4-FFF2-40B4-BE49-F238E27FC236}">
                <a16:creationId xmlns:a16="http://schemas.microsoft.com/office/drawing/2014/main" id="{36223BFD-04AA-CB96-7C99-9BC52601CADA}"/>
              </a:ext>
            </a:extLst>
          </p:cNvPr>
          <p:cNvSpPr txBox="1"/>
          <p:nvPr/>
        </p:nvSpPr>
        <p:spPr>
          <a:xfrm>
            <a:off x="1653550" y="1679389"/>
            <a:ext cx="754380"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left(0)</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2F8CE70A-EBAB-3BCE-9459-D832E09719A2}"/>
              </a:ext>
            </a:extLst>
          </p:cNvPr>
          <p:cNvSpPr txBox="1"/>
          <p:nvPr/>
        </p:nvSpPr>
        <p:spPr>
          <a:xfrm>
            <a:off x="7353558" y="1625858"/>
            <a:ext cx="2595003"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120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right</a:t>
            </a: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IN" sz="1800" b="0" i="0" u="none" strike="noStrike" kern="1200" cap="none" spc="0" normalizeH="0" baseline="0" noProof="0" dirty="0" err="1">
                <a:ln>
                  <a:noFill/>
                </a:ln>
                <a:solidFill>
                  <a:prstClr val="black"/>
                </a:solidFill>
                <a:effectLst/>
                <a:uLnTx/>
                <a:uFillTx/>
                <a:latin typeface="Calibri" panose="020F0502020204030204"/>
                <a:ea typeface="+mn-ea"/>
                <a:cs typeface="+mn-cs"/>
              </a:rPr>
              <a:t>array.length</a:t>
            </a: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 - 1 = 4)</a:t>
            </a:r>
          </a:p>
        </p:txBody>
      </p:sp>
      <p:sp>
        <p:nvSpPr>
          <p:cNvPr id="27" name="TextBox 26">
            <a:extLst>
              <a:ext uri="{FF2B5EF4-FFF2-40B4-BE49-F238E27FC236}">
                <a16:creationId xmlns:a16="http://schemas.microsoft.com/office/drawing/2014/main" id="{7EAEC85E-27E7-E1F1-B0EA-49BD4A2D43C7}"/>
              </a:ext>
            </a:extLst>
          </p:cNvPr>
          <p:cNvSpPr txBox="1"/>
          <p:nvPr/>
        </p:nvSpPr>
        <p:spPr>
          <a:xfrm>
            <a:off x="3884491" y="1938247"/>
            <a:ext cx="270960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mid(left + (right - left) / 2)</a:t>
            </a:r>
          </a:p>
        </p:txBody>
      </p:sp>
      <p:pic>
        <p:nvPicPr>
          <p:cNvPr id="39" name="Graphic 38" descr="Checkmark with solid fill">
            <a:extLst>
              <a:ext uri="{FF2B5EF4-FFF2-40B4-BE49-F238E27FC236}">
                <a16:creationId xmlns:a16="http://schemas.microsoft.com/office/drawing/2014/main" id="{ED76C5F0-49AF-E4AC-54A4-970215A2D78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741083" y="3223123"/>
            <a:ext cx="430631" cy="430631"/>
          </a:xfrm>
          <a:prstGeom prst="rect">
            <a:avLst/>
          </a:prstGeom>
        </p:spPr>
      </p:pic>
      <p:pic>
        <p:nvPicPr>
          <p:cNvPr id="41" name="Graphic 40" descr="Close with solid fill">
            <a:extLst>
              <a:ext uri="{FF2B5EF4-FFF2-40B4-BE49-F238E27FC236}">
                <a16:creationId xmlns:a16="http://schemas.microsoft.com/office/drawing/2014/main" id="{688B3F34-ED90-BAEC-9F55-5BAE2C0E74C2}"/>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856382" y="3191546"/>
            <a:ext cx="430783" cy="430783"/>
          </a:xfrm>
          <a:prstGeom prst="rect">
            <a:avLst/>
          </a:prstGeom>
        </p:spPr>
      </p:pic>
      <p:sp>
        <p:nvSpPr>
          <p:cNvPr id="66" name="TextBox 65">
            <a:extLst>
              <a:ext uri="{FF2B5EF4-FFF2-40B4-BE49-F238E27FC236}">
                <a16:creationId xmlns:a16="http://schemas.microsoft.com/office/drawing/2014/main" id="{343169EF-D345-FA81-5CDD-7782CBD316A9}"/>
              </a:ext>
            </a:extLst>
          </p:cNvPr>
          <p:cNvSpPr txBox="1"/>
          <p:nvPr/>
        </p:nvSpPr>
        <p:spPr>
          <a:xfrm>
            <a:off x="6291235" y="3229841"/>
            <a:ext cx="2110184" cy="369332"/>
          </a:xfrm>
          <a:prstGeom prst="rect">
            <a:avLst/>
          </a:prstGeom>
          <a:solidFill>
            <a:schemeClr val="bg1">
              <a:lumMod val="95000"/>
            </a:schemeClr>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array[mid] &lt; target</a:t>
            </a:r>
          </a:p>
        </p:txBody>
      </p:sp>
      <p:sp>
        <p:nvSpPr>
          <p:cNvPr id="68" name="TextBox 67">
            <a:extLst>
              <a:ext uri="{FF2B5EF4-FFF2-40B4-BE49-F238E27FC236}">
                <a16:creationId xmlns:a16="http://schemas.microsoft.com/office/drawing/2014/main" id="{3EFDA990-8D63-471E-0E69-FA9C5EF2A600}"/>
              </a:ext>
            </a:extLst>
          </p:cNvPr>
          <p:cNvSpPr txBox="1"/>
          <p:nvPr/>
        </p:nvSpPr>
        <p:spPr>
          <a:xfrm>
            <a:off x="231002" y="1119529"/>
            <a:ext cx="88365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err="1">
                <a:ln>
                  <a:noFill/>
                </a:ln>
                <a:solidFill>
                  <a:prstClr val="black"/>
                </a:solidFill>
                <a:effectLst/>
                <a:uLnTx/>
                <a:uFillTx/>
                <a:latin typeface="Calibri" panose="020F0502020204030204"/>
                <a:ea typeface="+mn-ea"/>
                <a:cs typeface="+mn-cs"/>
              </a:rPr>
              <a:t>sortedarray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TextBox 71">
            <a:extLst>
              <a:ext uri="{FF2B5EF4-FFF2-40B4-BE49-F238E27FC236}">
                <a16:creationId xmlns:a16="http://schemas.microsoft.com/office/drawing/2014/main" id="{58B94671-8898-04AD-DA59-E56400D2ED73}"/>
              </a:ext>
            </a:extLst>
          </p:cNvPr>
          <p:cNvSpPr txBox="1"/>
          <p:nvPr/>
        </p:nvSpPr>
        <p:spPr>
          <a:xfrm>
            <a:off x="5518993" y="4326660"/>
            <a:ext cx="2120021"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left (mid(2) + 1 = 3)</a:t>
            </a:r>
          </a:p>
        </p:txBody>
      </p:sp>
      <p:sp>
        <p:nvSpPr>
          <p:cNvPr id="73" name="TextBox 72">
            <a:extLst>
              <a:ext uri="{FF2B5EF4-FFF2-40B4-BE49-F238E27FC236}">
                <a16:creationId xmlns:a16="http://schemas.microsoft.com/office/drawing/2014/main" id="{E68F1963-1D19-DFAE-6B0F-4EBC7A0233B3}"/>
              </a:ext>
            </a:extLst>
          </p:cNvPr>
          <p:cNvSpPr txBox="1"/>
          <p:nvPr/>
        </p:nvSpPr>
        <p:spPr>
          <a:xfrm>
            <a:off x="7290016" y="4344785"/>
            <a:ext cx="161119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right (4)</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35E0DE30-F277-270A-97AD-AA5D6525FCB8}"/>
              </a:ext>
            </a:extLst>
          </p:cNvPr>
          <p:cNvSpPr txBox="1"/>
          <p:nvPr/>
        </p:nvSpPr>
        <p:spPr>
          <a:xfrm>
            <a:off x="5796217" y="4684762"/>
            <a:ext cx="320340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mid (left + (right - left) / 2 = 3.5)</a:t>
            </a:r>
          </a:p>
        </p:txBody>
      </p:sp>
      <p:graphicFrame>
        <p:nvGraphicFramePr>
          <p:cNvPr id="81" name="Table 80">
            <a:extLst>
              <a:ext uri="{FF2B5EF4-FFF2-40B4-BE49-F238E27FC236}">
                <a16:creationId xmlns:a16="http://schemas.microsoft.com/office/drawing/2014/main" id="{9CA469C4-1E3B-2BD2-1ACF-93E22A1E01FA}"/>
              </a:ext>
            </a:extLst>
          </p:cNvPr>
          <p:cNvGraphicFramePr>
            <a:graphicFrameLocks noGrp="1"/>
          </p:cNvGraphicFramePr>
          <p:nvPr/>
        </p:nvGraphicFramePr>
        <p:xfrm>
          <a:off x="6292331" y="6093141"/>
          <a:ext cx="2078443" cy="370840"/>
        </p:xfrm>
        <a:graphic>
          <a:graphicData uri="http://schemas.openxmlformats.org/drawingml/2006/table">
            <a:tbl>
              <a:tblPr firstRow="1" bandRow="1">
                <a:tableStyleId>{16D9F66E-5EB9-4882-86FB-DCBF35E3C3E4}</a:tableStyleId>
              </a:tblPr>
              <a:tblGrid>
                <a:gridCol w="2078443">
                  <a:extLst>
                    <a:ext uri="{9D8B030D-6E8A-4147-A177-3AD203B41FA5}">
                      <a16:colId xmlns:a16="http://schemas.microsoft.com/office/drawing/2014/main" val="1787610018"/>
                    </a:ext>
                  </a:extLst>
                </a:gridCol>
              </a:tblGrid>
              <a:tr h="370840">
                <a:tc>
                  <a:txBody>
                    <a:bodyPr/>
                    <a:lstStyle/>
                    <a:p>
                      <a:pPr algn="ctr"/>
                      <a:r>
                        <a:rPr lang="en-US" dirty="0"/>
                        <a:t>Index(3)</a:t>
                      </a:r>
                      <a:endParaRPr lang="en-IN" dirty="0"/>
                    </a:p>
                  </a:txBody>
                  <a:tcPr>
                    <a:solidFill>
                      <a:schemeClr val="accent6">
                        <a:lumMod val="40000"/>
                        <a:lumOff val="60000"/>
                      </a:schemeClr>
                    </a:solidFill>
                  </a:tcPr>
                </a:tc>
                <a:extLst>
                  <a:ext uri="{0D108BD9-81ED-4DB2-BD59-A6C34878D82A}">
                    <a16:rowId xmlns:a16="http://schemas.microsoft.com/office/drawing/2014/main" val="2164270684"/>
                  </a:ext>
                </a:extLst>
              </a:tr>
            </a:tbl>
          </a:graphicData>
        </a:graphic>
      </p:graphicFrame>
      <p:sp>
        <p:nvSpPr>
          <p:cNvPr id="83" name="TextBox 82">
            <a:extLst>
              <a:ext uri="{FF2B5EF4-FFF2-40B4-BE49-F238E27FC236}">
                <a16:creationId xmlns:a16="http://schemas.microsoft.com/office/drawing/2014/main" id="{63CA3B1A-02B6-1A36-A299-43B190262EA4}"/>
              </a:ext>
            </a:extLst>
          </p:cNvPr>
          <p:cNvSpPr txBox="1"/>
          <p:nvPr/>
        </p:nvSpPr>
        <p:spPr>
          <a:xfrm>
            <a:off x="3638640" y="2651255"/>
            <a:ext cx="2749024" cy="369332"/>
          </a:xfrm>
          <a:prstGeom prst="rect">
            <a:avLst/>
          </a:prstGeom>
          <a:solidFill>
            <a:schemeClr val="accent2">
              <a:lumMod val="20000"/>
              <a:lumOff val="80000"/>
            </a:schemeClr>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sngStrike" kern="1200" cap="none" spc="0" normalizeH="0" baseline="0" noProof="0" dirty="0">
                <a:ln>
                  <a:noFill/>
                </a:ln>
                <a:solidFill>
                  <a:prstClr val="black"/>
                </a:solidFill>
                <a:effectLst/>
                <a:uLnTx/>
                <a:uFillTx/>
                <a:latin typeface="Calibri" panose="020F0502020204030204"/>
                <a:ea typeface="+mn-ea"/>
                <a:cs typeface="+mn-cs"/>
              </a:rPr>
              <a:t>array[mid](4) == target(10)</a:t>
            </a:r>
          </a:p>
        </p:txBody>
      </p:sp>
      <p:pic>
        <p:nvPicPr>
          <p:cNvPr id="5" name="Picture 4">
            <a:extLst>
              <a:ext uri="{FF2B5EF4-FFF2-40B4-BE49-F238E27FC236}">
                <a16:creationId xmlns:a16="http://schemas.microsoft.com/office/drawing/2014/main" id="{72AA2427-F32B-C058-5379-B55B3377DAF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827838" y="287453"/>
            <a:ext cx="914784" cy="363946"/>
          </a:xfrm>
          <a:prstGeom prst="rect">
            <a:avLst/>
          </a:prstGeom>
        </p:spPr>
      </p:pic>
      <p:sp>
        <p:nvSpPr>
          <p:cNvPr id="12" name="Arrow: Down 11">
            <a:extLst>
              <a:ext uri="{FF2B5EF4-FFF2-40B4-BE49-F238E27FC236}">
                <a16:creationId xmlns:a16="http://schemas.microsoft.com/office/drawing/2014/main" id="{37573F4D-79E5-5154-26A4-EC5F44B4B7B4}"/>
              </a:ext>
            </a:extLst>
          </p:cNvPr>
          <p:cNvSpPr/>
          <p:nvPr/>
        </p:nvSpPr>
        <p:spPr>
          <a:xfrm>
            <a:off x="7131333" y="5058830"/>
            <a:ext cx="397904" cy="269181"/>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4166A30A-DC55-C349-7CEE-5A8430787E92}"/>
              </a:ext>
            </a:extLst>
          </p:cNvPr>
          <p:cNvSpPr txBox="1"/>
          <p:nvPr/>
        </p:nvSpPr>
        <p:spPr>
          <a:xfrm>
            <a:off x="231002" y="3983926"/>
            <a:ext cx="1037731"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left array</a:t>
            </a:r>
          </a:p>
        </p:txBody>
      </p:sp>
      <p:sp>
        <p:nvSpPr>
          <p:cNvPr id="16" name="TextBox 15">
            <a:extLst>
              <a:ext uri="{FF2B5EF4-FFF2-40B4-BE49-F238E27FC236}">
                <a16:creationId xmlns:a16="http://schemas.microsoft.com/office/drawing/2014/main" id="{9C805E99-F592-E7EB-060F-006B33EA9B44}"/>
              </a:ext>
            </a:extLst>
          </p:cNvPr>
          <p:cNvSpPr txBox="1"/>
          <p:nvPr/>
        </p:nvSpPr>
        <p:spPr>
          <a:xfrm>
            <a:off x="4787365" y="3985283"/>
            <a:ext cx="1189829"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right array</a:t>
            </a:r>
          </a:p>
        </p:txBody>
      </p:sp>
      <p:sp>
        <p:nvSpPr>
          <p:cNvPr id="19" name="TextBox 18">
            <a:extLst>
              <a:ext uri="{FF2B5EF4-FFF2-40B4-BE49-F238E27FC236}">
                <a16:creationId xmlns:a16="http://schemas.microsoft.com/office/drawing/2014/main" id="{ADCA029B-7152-0C90-C578-B22C41AEA574}"/>
              </a:ext>
            </a:extLst>
          </p:cNvPr>
          <p:cNvSpPr txBox="1"/>
          <p:nvPr/>
        </p:nvSpPr>
        <p:spPr>
          <a:xfrm>
            <a:off x="1557489" y="3222271"/>
            <a:ext cx="2110184" cy="369332"/>
          </a:xfrm>
          <a:prstGeom prst="rect">
            <a:avLst/>
          </a:prstGeom>
          <a:solidFill>
            <a:schemeClr val="bg1">
              <a:lumMod val="95000"/>
            </a:schemeClr>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array[mid] &gt; target</a:t>
            </a:r>
          </a:p>
        </p:txBody>
      </p:sp>
      <p:sp>
        <p:nvSpPr>
          <p:cNvPr id="20" name="TextBox 19">
            <a:extLst>
              <a:ext uri="{FF2B5EF4-FFF2-40B4-BE49-F238E27FC236}">
                <a16:creationId xmlns:a16="http://schemas.microsoft.com/office/drawing/2014/main" id="{B6D1EA43-7958-504B-9D2C-BD87136DB133}"/>
              </a:ext>
            </a:extLst>
          </p:cNvPr>
          <p:cNvSpPr txBox="1"/>
          <p:nvPr/>
        </p:nvSpPr>
        <p:spPr>
          <a:xfrm>
            <a:off x="6285580" y="1612073"/>
            <a:ext cx="75438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120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target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Arrow: Down 12">
            <a:extLst>
              <a:ext uri="{FF2B5EF4-FFF2-40B4-BE49-F238E27FC236}">
                <a16:creationId xmlns:a16="http://schemas.microsoft.com/office/drawing/2014/main" id="{C8F0CAD6-1BED-8DCF-F36F-457FA16F5EE9}"/>
              </a:ext>
            </a:extLst>
          </p:cNvPr>
          <p:cNvSpPr/>
          <p:nvPr/>
        </p:nvSpPr>
        <p:spPr>
          <a:xfrm>
            <a:off x="4910845" y="2316545"/>
            <a:ext cx="319392" cy="297525"/>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369C09D8-A23D-64AC-D96D-627F62D40A22}"/>
              </a:ext>
            </a:extLst>
          </p:cNvPr>
          <p:cNvSpPr txBox="1"/>
          <p:nvPr/>
        </p:nvSpPr>
        <p:spPr>
          <a:xfrm>
            <a:off x="5812258" y="5377968"/>
            <a:ext cx="2996623" cy="369332"/>
          </a:xfrm>
          <a:prstGeom prst="rect">
            <a:avLst/>
          </a:prstGeom>
          <a:solidFill>
            <a:schemeClr val="accent2">
              <a:lumMod val="20000"/>
              <a:lumOff val="80000"/>
            </a:schemeClr>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array[mid](10) == target(10)</a:t>
            </a:r>
          </a:p>
        </p:txBody>
      </p:sp>
      <p:sp>
        <p:nvSpPr>
          <p:cNvPr id="17" name="Arrow: Down 16">
            <a:extLst>
              <a:ext uri="{FF2B5EF4-FFF2-40B4-BE49-F238E27FC236}">
                <a16:creationId xmlns:a16="http://schemas.microsoft.com/office/drawing/2014/main" id="{0340FF97-61B5-AB74-D6B3-2CD5CECF03A3}"/>
              </a:ext>
            </a:extLst>
          </p:cNvPr>
          <p:cNvSpPr/>
          <p:nvPr/>
        </p:nvSpPr>
        <p:spPr>
          <a:xfrm>
            <a:off x="7147375" y="5785629"/>
            <a:ext cx="397904" cy="269181"/>
          </a:xfrm>
          <a:prstGeom prst="downArrow">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7AE89201-8CA5-30B8-CAED-B2001CC149F8}"/>
              </a:ext>
            </a:extLst>
          </p:cNvPr>
          <p:cNvSpPr txBox="1"/>
          <p:nvPr/>
        </p:nvSpPr>
        <p:spPr>
          <a:xfrm>
            <a:off x="5422741" y="6094649"/>
            <a:ext cx="74695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result</a:t>
            </a:r>
          </a:p>
        </p:txBody>
      </p:sp>
      <p:sp>
        <p:nvSpPr>
          <p:cNvPr id="26" name="Rectangle: Rounded Corners 25">
            <a:extLst>
              <a:ext uri="{FF2B5EF4-FFF2-40B4-BE49-F238E27FC236}">
                <a16:creationId xmlns:a16="http://schemas.microsoft.com/office/drawing/2014/main" id="{55EDE4DA-71A4-80BA-DAA3-241C0B2AB70F}"/>
              </a:ext>
            </a:extLst>
          </p:cNvPr>
          <p:cNvSpPr/>
          <p:nvPr/>
        </p:nvSpPr>
        <p:spPr>
          <a:xfrm>
            <a:off x="231002" y="1995190"/>
            <a:ext cx="8935858" cy="4575357"/>
          </a:xfrm>
          <a:prstGeom prst="roundRect">
            <a:avLst/>
          </a:prstGeom>
          <a:noFill/>
          <a:ln>
            <a:solidFill>
              <a:schemeClr val="bg1">
                <a:lumMod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while loop</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79FA51FB-6B68-C052-F205-5CDAAF258071}"/>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0"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573963883"/>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prstClr val="white"/>
                </a:solidFill>
                <a:effectLst/>
                <a:uLnTx/>
                <a:uFillTx/>
                <a:latin typeface="Calibri Light" panose="020F0302020204030204"/>
                <a:ea typeface="+mj-ea"/>
                <a:cs typeface="+mj-cs"/>
              </a:rPr>
              <a:t>Q. Write a function to search an element in any array(</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j-ea"/>
                <a:cs typeface="+mj-cs"/>
              </a:rPr>
              <a:t>Binary Search</a:t>
            </a:r>
            <a:r>
              <a:rPr kumimoji="0" lang="en-US" sz="2400" b="1" i="0" u="none" strike="noStrike" kern="1200" cap="none" spc="0" normalizeH="0" baseline="0" noProof="0" dirty="0">
                <a:ln>
                  <a:noFill/>
                </a:ln>
                <a:solidFill>
                  <a:prstClr val="white"/>
                </a:solidFill>
                <a:effectLst/>
                <a:uLnTx/>
                <a:uFillTx/>
                <a:latin typeface="Calibri Light" panose="020F0302020204030204"/>
                <a:ea typeface="+mj-ea"/>
                <a:cs typeface="+mj-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E4A44720-51F6-E1D1-2882-89612CA69788}"/>
              </a:ext>
            </a:extLst>
          </p:cNvPr>
          <p:cNvSpPr/>
          <p:nvPr/>
        </p:nvSpPr>
        <p:spPr>
          <a:xfrm>
            <a:off x="355694" y="978984"/>
            <a:ext cx="5119276" cy="391841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BinarySearch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target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binarySearch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target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"Element not present 	in the 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else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"Element found at 	index "</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Element found at index 3</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6" name="Rectangle 5">
            <a:extLst>
              <a:ext uri="{FF2B5EF4-FFF2-40B4-BE49-F238E27FC236}">
                <a16:creationId xmlns:a16="http://schemas.microsoft.com/office/drawing/2014/main" id="{B6F10EB6-DC09-9ED0-AF0E-6F00EB42B87F}"/>
              </a:ext>
            </a:extLst>
          </p:cNvPr>
          <p:cNvSpPr/>
          <p:nvPr/>
        </p:nvSpPr>
        <p:spPr>
          <a:xfrm>
            <a:off x="5669279" y="981057"/>
            <a:ext cx="6375251" cy="570149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Binary search function</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binarySearch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target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left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right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length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4</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while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left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right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0 &lt;= 4, 3 &lt;= 4</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left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right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left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2, 3</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Check if target is present at mid</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target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4 == 10, 10 == 10</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Target found at index mid</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If target is greater, ignore the left half</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array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target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4 &lt; 10</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left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3</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else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If target is smaller, ignore the right half</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right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Target not found in array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7" name="Picture 6">
            <a:extLst>
              <a:ext uri="{FF2B5EF4-FFF2-40B4-BE49-F238E27FC236}">
                <a16:creationId xmlns:a16="http://schemas.microsoft.com/office/drawing/2014/main" id="{906091FF-34C8-38A1-58C0-8DB84C87FB8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827838" y="287453"/>
            <a:ext cx="914784" cy="363946"/>
          </a:xfrm>
          <a:prstGeom prst="rect">
            <a:avLst/>
          </a:prstGeom>
        </p:spPr>
      </p:pic>
      <p:sp>
        <p:nvSpPr>
          <p:cNvPr id="8" name="TextBox 7">
            <a:extLst>
              <a:ext uri="{FF2B5EF4-FFF2-40B4-BE49-F238E27FC236}">
                <a16:creationId xmlns:a16="http://schemas.microsoft.com/office/drawing/2014/main" id="{4A89ABEC-51F9-04F1-CD5D-42DCF304E3BB}"/>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314992494"/>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prstClr val="white"/>
                </a:solidFill>
                <a:effectLst/>
                <a:uLnTx/>
                <a:uFillTx/>
                <a:latin typeface="Calibri Light" panose="020F0302020204030204"/>
                <a:ea typeface="+mj-ea"/>
                <a:cs typeface="+mj-cs"/>
              </a:rPr>
              <a:t>Q. Write a function to search an element in any array(</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j-ea"/>
                <a:cs typeface="+mj-cs"/>
              </a:rPr>
              <a:t>Binary Search</a:t>
            </a:r>
            <a:r>
              <a:rPr kumimoji="0" lang="en-US" sz="2400" b="1" i="0" u="none" strike="noStrike" kern="1200" cap="none" spc="0" normalizeH="0" baseline="0" noProof="0" dirty="0">
                <a:ln>
                  <a:noFill/>
                </a:ln>
                <a:solidFill>
                  <a:prstClr val="white"/>
                </a:solidFill>
                <a:effectLst/>
                <a:uLnTx/>
                <a:uFillTx/>
                <a:latin typeface="Calibri Light" panose="020F0302020204030204"/>
                <a:ea typeface="+mj-ea"/>
                <a:cs typeface="+mj-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6" descr="Coding - Free computer icons">
            <a:extLst>
              <a:ext uri="{FF2B5EF4-FFF2-40B4-BE49-F238E27FC236}">
                <a16:creationId xmlns:a16="http://schemas.microsoft.com/office/drawing/2014/main" id="{7B467440-93EE-9200-2208-17BBEAA79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3717" y="177520"/>
            <a:ext cx="548642" cy="548642"/>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extLst>
              <a:ext uri="{FF2B5EF4-FFF2-40B4-BE49-F238E27FC236}">
                <a16:creationId xmlns:a16="http://schemas.microsoft.com/office/drawing/2014/main" id="{906091FF-34C8-38A1-58C0-8DB84C87FB8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827838" y="287453"/>
            <a:ext cx="914784" cy="363946"/>
          </a:xfrm>
          <a:prstGeom prst="rect">
            <a:avLst/>
          </a:prstGeom>
        </p:spPr>
      </p:pic>
      <p:graphicFrame>
        <p:nvGraphicFramePr>
          <p:cNvPr id="10" name="Diagram 9">
            <a:extLst>
              <a:ext uri="{FF2B5EF4-FFF2-40B4-BE49-F238E27FC236}">
                <a16:creationId xmlns:a16="http://schemas.microsoft.com/office/drawing/2014/main" id="{85E338A9-B168-547F-17B0-CA7C83B91AE4}"/>
              </a:ext>
            </a:extLst>
          </p:cNvPr>
          <p:cNvGraphicFramePr/>
          <p:nvPr/>
        </p:nvGraphicFramePr>
        <p:xfrm>
          <a:off x="355694" y="1893795"/>
          <a:ext cx="6455037" cy="3368427"/>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2" name="TextBox 11">
            <a:extLst>
              <a:ext uri="{FF2B5EF4-FFF2-40B4-BE49-F238E27FC236}">
                <a16:creationId xmlns:a16="http://schemas.microsoft.com/office/drawing/2014/main" id="{FF7D2F93-0A63-24FA-6593-490F852ED337}"/>
              </a:ext>
            </a:extLst>
          </p:cNvPr>
          <p:cNvSpPr txBox="1"/>
          <p:nvPr/>
        </p:nvSpPr>
        <p:spPr>
          <a:xfrm>
            <a:off x="355694" y="1194147"/>
            <a:ext cx="6104020"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Binary search steps: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7B9173EC-B960-D953-BC34-6E88C6F669FA}"/>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1"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4110337168"/>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66D1E82-D5FB-4650-A992-726840062130}"/>
              </a:ext>
            </a:extLst>
          </p:cNvPr>
          <p:cNvSpPr/>
          <p:nvPr/>
        </p:nvSpPr>
        <p:spPr>
          <a:xfrm>
            <a:off x="0" y="-21772"/>
            <a:ext cx="12191999" cy="864810"/>
          </a:xfrm>
          <a:prstGeom prst="rect">
            <a:avLst/>
          </a:prstGeom>
          <a:solidFill>
            <a:schemeClr val="tx1">
              <a:lumMod val="85000"/>
              <a:lumOff val="15000"/>
            </a:schemeClr>
          </a:solidFill>
          <a:ln>
            <a:solidFill>
              <a:schemeClr val="bg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Calibri Light" panose="020F0302020204030204"/>
                <a:ea typeface="+mn-ea"/>
                <a:cs typeface="+mn-cs"/>
              </a:rPr>
              <a:t>Java Chapters</a:t>
            </a:r>
          </a:p>
        </p:txBody>
      </p:sp>
      <p:graphicFrame>
        <p:nvGraphicFramePr>
          <p:cNvPr id="6" name="Diagram 5">
            <a:extLst>
              <a:ext uri="{FF2B5EF4-FFF2-40B4-BE49-F238E27FC236}">
                <a16:creationId xmlns:a16="http://schemas.microsoft.com/office/drawing/2014/main" id="{E6AB0F94-7561-26DA-2FBC-E4EAE03319D8}"/>
              </a:ext>
            </a:extLst>
          </p:cNvPr>
          <p:cNvGraphicFramePr/>
          <p:nvPr/>
        </p:nvGraphicFramePr>
        <p:xfrm>
          <a:off x="954816" y="2156506"/>
          <a:ext cx="10282366" cy="293855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3" name="Picture 2" descr="A logo of a cup of coffee&#10;&#10;Description automatically generated">
            <a:extLst>
              <a:ext uri="{FF2B5EF4-FFF2-40B4-BE49-F238E27FC236}">
                <a16:creationId xmlns:a16="http://schemas.microsoft.com/office/drawing/2014/main" id="{1588F500-DA0E-1AB9-DB69-E432ACF51657}"/>
              </a:ext>
            </a:extLst>
          </p:cNvPr>
          <p:cNvPicPr>
            <a:picLocks noChangeAspect="1"/>
          </p:cNvPicPr>
          <p:nvPr/>
        </p:nvPicPr>
        <p:blipFill>
          <a:blip r:embed="rId8">
            <a:extLst>
              <a:ext uri="{28A0092B-C50C-407E-A947-70E740481C1C}">
                <a14:useLocalDpi xmlns:a14="http://schemas.microsoft.com/office/drawing/2010/main" val="0"/>
              </a:ext>
            </a:extLst>
          </a:blip>
          <a:srcRect l="16226" t="9969" r="11448" b="10437"/>
          <a:stretch/>
        </p:blipFill>
        <p:spPr>
          <a:xfrm>
            <a:off x="3960004" y="41271"/>
            <a:ext cx="745067" cy="819939"/>
          </a:xfrm>
          <a:prstGeom prst="ellipse">
            <a:avLst/>
          </a:prstGeom>
        </p:spPr>
      </p:pic>
      <p:pic>
        <p:nvPicPr>
          <p:cNvPr id="19" name="Picture 18" descr="A green circle with a white leaf&#10;&#10;Description automatically generated">
            <a:extLst>
              <a:ext uri="{FF2B5EF4-FFF2-40B4-BE49-F238E27FC236}">
                <a16:creationId xmlns:a16="http://schemas.microsoft.com/office/drawing/2014/main" id="{4FA35AA3-0EED-21B6-388E-143829D3AB1E}"/>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283868" y="2425338"/>
            <a:ext cx="707275" cy="707275"/>
          </a:xfrm>
          <a:prstGeom prst="rect">
            <a:avLst/>
          </a:prstGeom>
        </p:spPr>
      </p:pic>
      <p:pic>
        <p:nvPicPr>
          <p:cNvPr id="1034" name="Picture 10" descr="⚡ Spring Boot: Unleashing Java Development with Simplicity and Speed ⚡">
            <a:extLst>
              <a:ext uri="{FF2B5EF4-FFF2-40B4-BE49-F238E27FC236}">
                <a16:creationId xmlns:a16="http://schemas.microsoft.com/office/drawing/2014/main" id="{AEB8495C-E680-E943-5BD5-1906FA7053AC}"/>
              </a:ext>
            </a:extLst>
          </p:cNvPr>
          <p:cNvPicPr>
            <a:picLocks noChangeAspect="1" noChangeArrowheads="1"/>
          </p:cNvPicPr>
          <p:nvPr/>
        </p:nvPicPr>
        <p:blipFill rotWithShape="1">
          <a:blip r:embed="rId10">
            <a:extLst>
              <a:ext uri="{28A0092B-C50C-407E-A947-70E740481C1C}">
                <a14:useLocalDpi xmlns:a14="http://schemas.microsoft.com/office/drawing/2010/main" val="0"/>
              </a:ext>
            </a:extLst>
          </a:blip>
          <a:srcRect l="1844" t="17578" r="70861" b="24387"/>
          <a:stretch/>
        </p:blipFill>
        <p:spPr bwMode="auto">
          <a:xfrm>
            <a:off x="4535793" y="2425338"/>
            <a:ext cx="679673" cy="619312"/>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141029FE-7248-D4FB-650C-9F4ACE47ED1D}"/>
              </a:ext>
            </a:extLst>
          </p:cNvPr>
          <p:cNvSpPr txBox="1"/>
          <p:nvPr/>
        </p:nvSpPr>
        <p:spPr>
          <a:xfrm>
            <a:off x="10342731" y="6373174"/>
            <a:ext cx="1972639" cy="307777"/>
          </a:xfrm>
          <a:prstGeom prst="rect">
            <a:avLst/>
          </a:prstGeom>
          <a:noFill/>
        </p:spPr>
        <p:txBody>
          <a:bodyPr wrap="square">
            <a:spAutoFit/>
          </a:bodyPr>
          <a:lstStyle/>
          <a:p>
            <a:r>
              <a:rPr lang="en-US" sz="1400" dirty="0">
                <a:hlinkClick r:id="rId11" action="ppaction://hlinksldjump"/>
              </a:rPr>
              <a:t>Back to main index</a:t>
            </a:r>
            <a:endParaRPr lang="en-IN" sz="1400" dirty="0"/>
          </a:p>
        </p:txBody>
      </p:sp>
    </p:spTree>
    <p:extLst>
      <p:ext uri="{BB962C8B-B14F-4D97-AF65-F5344CB8AC3E}">
        <p14:creationId xmlns:p14="http://schemas.microsoft.com/office/powerpoint/2010/main" val="3113483050"/>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3163943"/>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Spring framework</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core features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of Spring?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Inversion of Control (IoC)</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Loose coupling</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How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achieve IoC</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Principle</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&amp;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Design Pattern</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Dependency Injection</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How to implement it?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are the must to know things before learning Dependency Injection in Spring?</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How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implement Dependency Injection </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in code using Spring?</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What are the 4 ways of implementing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Dependency Injection</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 in Spring?</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Q. When to use which type of dependency injection?</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Spring - Basics, IoC &amp; DI</a:t>
            </a:r>
            <a:endParaRPr lang="en-IN" b="1" dirty="0"/>
          </a:p>
        </p:txBody>
      </p:sp>
      <p:pic>
        <p:nvPicPr>
          <p:cNvPr id="2" name="Picture 4">
            <a:extLst>
              <a:ext uri="{FF2B5EF4-FFF2-40B4-BE49-F238E27FC236}">
                <a16:creationId xmlns:a16="http://schemas.microsoft.com/office/drawing/2014/main" id="{6011D230-4A39-F678-2BCF-946880823F62}"/>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rot="1803498">
            <a:off x="5812420" y="-901153"/>
            <a:ext cx="3254116" cy="3254116"/>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7E700539-4042-581E-AFCF-69A31F886AD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6827520" y="1538879"/>
            <a:ext cx="618603" cy="246110"/>
          </a:xfrm>
          <a:prstGeom prst="rect">
            <a:avLst/>
          </a:prstGeom>
        </p:spPr>
      </p:pic>
      <p:pic>
        <p:nvPicPr>
          <p:cNvPr id="5" name="Picture 4">
            <a:extLst>
              <a:ext uri="{FF2B5EF4-FFF2-40B4-BE49-F238E27FC236}">
                <a16:creationId xmlns:a16="http://schemas.microsoft.com/office/drawing/2014/main" id="{168806DF-B2C3-9D49-723A-F9708AE508F0}"/>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6208717" y="1970359"/>
            <a:ext cx="618603" cy="246110"/>
          </a:xfrm>
          <a:prstGeom prst="rect">
            <a:avLst/>
          </a:prstGeom>
        </p:spPr>
      </p:pic>
      <p:pic>
        <p:nvPicPr>
          <p:cNvPr id="6" name="Picture 5">
            <a:extLst>
              <a:ext uri="{FF2B5EF4-FFF2-40B4-BE49-F238E27FC236}">
                <a16:creationId xmlns:a16="http://schemas.microsoft.com/office/drawing/2014/main" id="{FD2024EC-292D-023D-3FB4-054D92DDC99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623242" y="2734780"/>
            <a:ext cx="618603" cy="246110"/>
          </a:xfrm>
          <a:prstGeom prst="rect">
            <a:avLst/>
          </a:prstGeom>
        </p:spPr>
      </p:pic>
      <p:pic>
        <p:nvPicPr>
          <p:cNvPr id="10" name="Picture 9">
            <a:extLst>
              <a:ext uri="{FF2B5EF4-FFF2-40B4-BE49-F238E27FC236}">
                <a16:creationId xmlns:a16="http://schemas.microsoft.com/office/drawing/2014/main" id="{626770DA-C80F-FC4E-B0BF-01307016A202}"/>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6550002" y="3539827"/>
            <a:ext cx="618603" cy="246110"/>
          </a:xfrm>
          <a:prstGeom prst="rect">
            <a:avLst/>
          </a:prstGeom>
        </p:spPr>
      </p:pic>
      <p:sp>
        <p:nvSpPr>
          <p:cNvPr id="11" name="TextBox 10">
            <a:extLst>
              <a:ext uri="{FF2B5EF4-FFF2-40B4-BE49-F238E27FC236}">
                <a16:creationId xmlns:a16="http://schemas.microsoft.com/office/drawing/2014/main" id="{98BE3162-4C23-B7FC-75E1-CB46B5682D1E}"/>
              </a:ext>
            </a:extLst>
          </p:cNvPr>
          <p:cNvSpPr txBox="1"/>
          <p:nvPr/>
        </p:nvSpPr>
        <p:spPr>
          <a:xfrm>
            <a:off x="10342731" y="6373174"/>
            <a:ext cx="1972639" cy="307777"/>
          </a:xfrm>
          <a:prstGeom prst="rect">
            <a:avLst/>
          </a:prstGeom>
          <a:noFill/>
        </p:spPr>
        <p:txBody>
          <a:bodyPr wrap="square">
            <a:spAutoFit/>
          </a:bodyPr>
          <a:lstStyle/>
          <a:p>
            <a:r>
              <a:rPr lang="en-US" sz="1400" dirty="0">
                <a:hlinkClick r:id="rId13" action="ppaction://hlinksldjump"/>
              </a:rPr>
              <a:t>Back to main index</a:t>
            </a:r>
            <a:endParaRPr lang="en-IN" sz="1400" dirty="0"/>
          </a:p>
        </p:txBody>
      </p:sp>
    </p:spTree>
    <p:extLst>
      <p:ext uri="{BB962C8B-B14F-4D97-AF65-F5344CB8AC3E}">
        <p14:creationId xmlns:p14="http://schemas.microsoft.com/office/powerpoint/2010/main" val="2743801335"/>
      </p:ext>
    </p:extLst>
  </p:cSld>
  <p:clrMapOvr>
    <a:overrideClrMapping bg1="dk1" tx1="lt1" bg2="dk2" tx2="lt2" accent1="accent1" accent2="accent2" accent3="accent3" accent4="accent4" accent5="accent5" accent6="accent6" hlink="hlink" folHlink="folHlink"/>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17" name="Rectangle: Rounded Corners 16">
            <a:extLst>
              <a:ext uri="{FF2B5EF4-FFF2-40B4-BE49-F238E27FC236}">
                <a16:creationId xmlns:a16="http://schemas.microsoft.com/office/drawing/2014/main" id="{7DC57FB6-E38D-229C-0889-9ED21134E24A}"/>
              </a:ext>
            </a:extLst>
          </p:cNvPr>
          <p:cNvSpPr/>
          <p:nvPr/>
        </p:nvSpPr>
        <p:spPr>
          <a:xfrm>
            <a:off x="435080" y="2548861"/>
            <a:ext cx="4716565" cy="2088523"/>
          </a:xfrm>
          <a:prstGeom prst="roundRect">
            <a:avLst/>
          </a:prstGeom>
          <a:solidFill>
            <a:srgbClr val="F8F8F8"/>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lumMod val="95000"/>
                    <a:lumOff val="5000"/>
                  </a:prstClr>
                </a:solidFill>
                <a:effectLst/>
                <a:uLnTx/>
                <a:uFillTx/>
                <a:latin typeface="Calibri" panose="020F0502020204030204"/>
                <a:ea typeface="+mn-ea"/>
                <a:cs typeface="+mn-cs"/>
              </a:rPr>
              <a:t>Enterprise Java Application</a:t>
            </a:r>
            <a:endParaRPr kumimoji="0" lang="en-IN" sz="1800" b="1" i="0" u="none" strike="noStrike" kern="1200" cap="none" spc="0" normalizeH="0" baseline="0" noProof="0" dirty="0">
              <a:ln>
                <a:noFill/>
              </a:ln>
              <a:solidFill>
                <a:prstClr val="black">
                  <a:lumMod val="95000"/>
                  <a:lumOff val="5000"/>
                </a:prstClr>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Spring framework</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t>
            </a:r>
            <a:r>
              <a:rPr lang="en-US" sz="2400" b="1" dirty="0">
                <a:solidFill>
                  <a:schemeClr val="bg1"/>
                </a:solidFill>
                <a:ea typeface="+mn-ea"/>
                <a:cs typeface="+mn-cs"/>
              </a:rPr>
              <a:t>What are the </a:t>
            </a:r>
            <a:r>
              <a:rPr lang="en-US" sz="2400" b="1" dirty="0">
                <a:solidFill>
                  <a:srgbClr val="FFFF00"/>
                </a:solidFill>
                <a:ea typeface="+mn-ea"/>
                <a:cs typeface="+mn-cs"/>
              </a:rPr>
              <a:t>core features</a:t>
            </a:r>
            <a:r>
              <a:rPr lang="en-US" sz="2400" b="1" dirty="0">
                <a:solidFill>
                  <a:schemeClr val="bg1"/>
                </a:solidFill>
                <a:ea typeface="+mn-ea"/>
                <a:cs typeface="+mn-cs"/>
              </a:rPr>
              <a:t> of Spring</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75CB0E64-604D-5066-BE22-DB7D80CEA68B}"/>
              </a:ext>
            </a:extLst>
          </p:cNvPr>
          <p:cNvSpPr txBox="1"/>
          <p:nvPr/>
        </p:nvSpPr>
        <p:spPr>
          <a:xfrm>
            <a:off x="435080" y="1061438"/>
            <a:ext cx="4882958"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Spring Framework is an open-source framework which is used for building enterprise Java applications. </a:t>
            </a:r>
          </a:p>
        </p:txBody>
      </p:sp>
      <p:pic>
        <p:nvPicPr>
          <p:cNvPr id="4" name="Picture 3">
            <a:extLst>
              <a:ext uri="{FF2B5EF4-FFF2-40B4-BE49-F238E27FC236}">
                <a16:creationId xmlns:a16="http://schemas.microsoft.com/office/drawing/2014/main" id="{FBAFD297-0EA8-FBD5-97E7-4AC469D761A5}"/>
              </a:ext>
            </a:extLst>
          </p:cNvPr>
          <p:cNvPicPr>
            <a:picLocks noChangeAspect="1"/>
          </p:cNvPicPr>
          <p:nvPr/>
        </p:nvPicPr>
        <p:blipFill>
          <a:blip r:embed="rId4"/>
          <a:stretch>
            <a:fillRect/>
          </a:stretch>
        </p:blipFill>
        <p:spPr>
          <a:xfrm>
            <a:off x="3364371" y="3417196"/>
            <a:ext cx="1122890" cy="624765"/>
          </a:xfrm>
          <a:prstGeom prst="rect">
            <a:avLst/>
          </a:prstGeom>
        </p:spPr>
      </p:pic>
      <p:pic>
        <p:nvPicPr>
          <p:cNvPr id="5" name="Picture 4">
            <a:extLst>
              <a:ext uri="{FF2B5EF4-FFF2-40B4-BE49-F238E27FC236}">
                <a16:creationId xmlns:a16="http://schemas.microsoft.com/office/drawing/2014/main" id="{5E3640CC-5DF6-297B-FAE4-B15B3387A170}"/>
              </a:ext>
            </a:extLst>
          </p:cNvPr>
          <p:cNvPicPr>
            <a:picLocks noChangeAspect="1"/>
          </p:cNvPicPr>
          <p:nvPr/>
        </p:nvPicPr>
        <p:blipFill>
          <a:blip r:embed="rId5"/>
          <a:stretch>
            <a:fillRect/>
          </a:stretch>
        </p:blipFill>
        <p:spPr>
          <a:xfrm>
            <a:off x="963001" y="3160874"/>
            <a:ext cx="631401" cy="961070"/>
          </a:xfrm>
          <a:prstGeom prst="rect">
            <a:avLst/>
          </a:prstGeom>
        </p:spPr>
      </p:pic>
      <p:sp>
        <p:nvSpPr>
          <p:cNvPr id="6" name="TextBox 5">
            <a:extLst>
              <a:ext uri="{FF2B5EF4-FFF2-40B4-BE49-F238E27FC236}">
                <a16:creationId xmlns:a16="http://schemas.microsoft.com/office/drawing/2014/main" id="{96D17FBE-7FE5-1899-6671-55CA53A2228E}"/>
              </a:ext>
            </a:extLst>
          </p:cNvPr>
          <p:cNvSpPr txBox="1"/>
          <p:nvPr/>
        </p:nvSpPr>
        <p:spPr>
          <a:xfrm>
            <a:off x="790543" y="4084993"/>
            <a:ext cx="110803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95000"/>
                    <a:lumOff val="5000"/>
                  </a:prstClr>
                </a:solidFill>
                <a:effectLst/>
                <a:uLnTx/>
                <a:uFillTx/>
                <a:latin typeface="Calibri" panose="020F0502020204030204"/>
                <a:ea typeface="+mn-ea"/>
                <a:cs typeface="+mn-cs"/>
              </a:rPr>
              <a:t>Language</a:t>
            </a:r>
            <a:endParaRPr kumimoji="0" lang="en-IN" sz="1800" b="0" i="0" u="none" strike="noStrike" kern="1200" cap="none" spc="0" normalizeH="0" baseline="0" noProof="0" dirty="0">
              <a:ln>
                <a:noFill/>
              </a:ln>
              <a:solidFill>
                <a:prstClr val="black">
                  <a:lumMod val="95000"/>
                  <a:lumOff val="5000"/>
                </a:prstClr>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4EBA89C2-D19D-0870-BA28-B82F26223548}"/>
              </a:ext>
            </a:extLst>
          </p:cNvPr>
          <p:cNvSpPr txBox="1"/>
          <p:nvPr/>
        </p:nvSpPr>
        <p:spPr>
          <a:xfrm>
            <a:off x="3340005" y="4041961"/>
            <a:ext cx="1344998"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95000"/>
                    <a:lumOff val="5000"/>
                  </a:prstClr>
                </a:solidFill>
                <a:effectLst/>
                <a:uLnTx/>
                <a:uFillTx/>
                <a:latin typeface="Calibri" panose="020F0502020204030204"/>
                <a:ea typeface="+mn-ea"/>
                <a:cs typeface="+mn-cs"/>
              </a:rPr>
              <a:t>Framework</a:t>
            </a:r>
            <a:endParaRPr kumimoji="0" lang="en-IN" sz="1800" b="0" i="0" u="none" strike="noStrike" kern="1200" cap="none" spc="0" normalizeH="0" baseline="0" noProof="0" dirty="0">
              <a:ln>
                <a:noFill/>
              </a:ln>
              <a:solidFill>
                <a:prstClr val="black">
                  <a:lumMod val="95000"/>
                  <a:lumOff val="5000"/>
                </a:prstClr>
              </a:solidFill>
              <a:effectLst/>
              <a:uLnTx/>
              <a:uFillTx/>
              <a:latin typeface="Calibri" panose="020F0502020204030204"/>
              <a:ea typeface="+mn-ea"/>
              <a:cs typeface="+mn-cs"/>
            </a:endParaRPr>
          </a:p>
        </p:txBody>
      </p:sp>
      <p:sp>
        <p:nvSpPr>
          <p:cNvPr id="12" name="Arrow: Right 11">
            <a:extLst>
              <a:ext uri="{FF2B5EF4-FFF2-40B4-BE49-F238E27FC236}">
                <a16:creationId xmlns:a16="http://schemas.microsoft.com/office/drawing/2014/main" id="{5EC1A013-9A65-0DF2-AF89-320ED1B56D33}"/>
              </a:ext>
            </a:extLst>
          </p:cNvPr>
          <p:cNvSpPr/>
          <p:nvPr/>
        </p:nvSpPr>
        <p:spPr>
          <a:xfrm>
            <a:off x="1956489" y="3508556"/>
            <a:ext cx="1200232" cy="290457"/>
          </a:xfrm>
          <a:prstGeom prst="rightArrow">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11" name="Diagram 10">
            <a:extLst>
              <a:ext uri="{FF2B5EF4-FFF2-40B4-BE49-F238E27FC236}">
                <a16:creationId xmlns:a16="http://schemas.microsoft.com/office/drawing/2014/main" id="{3A234075-C4D5-0948-03B4-B5FD2A9C8C9E}"/>
              </a:ext>
            </a:extLst>
          </p:cNvPr>
          <p:cNvGraphicFramePr/>
          <p:nvPr/>
        </p:nvGraphicFramePr>
        <p:xfrm>
          <a:off x="6355627" y="953584"/>
          <a:ext cx="5534025" cy="4554542"/>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pic>
        <p:nvPicPr>
          <p:cNvPr id="13" name="Picture 12">
            <a:extLst>
              <a:ext uri="{FF2B5EF4-FFF2-40B4-BE49-F238E27FC236}">
                <a16:creationId xmlns:a16="http://schemas.microsoft.com/office/drawing/2014/main" id="{B7BF1D18-0994-8873-3D79-781193102300}"/>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8707632" y="307091"/>
            <a:ext cx="902635" cy="359112"/>
          </a:xfrm>
          <a:prstGeom prst="rect">
            <a:avLst/>
          </a:prstGeom>
        </p:spPr>
      </p:pic>
      <p:sp>
        <p:nvSpPr>
          <p:cNvPr id="16" name="TextBox 15">
            <a:extLst>
              <a:ext uri="{FF2B5EF4-FFF2-40B4-BE49-F238E27FC236}">
                <a16:creationId xmlns:a16="http://schemas.microsoft.com/office/drawing/2014/main" id="{652847C9-1272-53B4-E686-DEF082E209D0}"/>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2"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813840308"/>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ED0BA741-1714-54F6-4DDD-9DE6566D5425}"/>
              </a:ext>
            </a:extLst>
          </p:cNvPr>
          <p:cNvSpPr/>
          <p:nvPr/>
        </p:nvSpPr>
        <p:spPr>
          <a:xfrm>
            <a:off x="5551714" y="977899"/>
            <a:ext cx="6343231" cy="5403446"/>
          </a:xfrm>
          <a:prstGeom prst="rect">
            <a:avLst/>
          </a:prstGeom>
          <a:solidFill>
            <a:schemeClr val="accent1">
              <a:alpha val="2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School Management Application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Inversion of Control (IoC)</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Loose coupling</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75CB0E64-604D-5066-BE22-DB7D80CEA68B}"/>
              </a:ext>
            </a:extLst>
          </p:cNvPr>
          <p:cNvSpPr txBox="1"/>
          <p:nvPr/>
        </p:nvSpPr>
        <p:spPr>
          <a:xfrm>
            <a:off x="417827" y="1009679"/>
            <a:ext cx="3843623" cy="2662267"/>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IoC (Inversion of Control) is a design principle used for creating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loosely coupled architecture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OR</a:t>
            </a:r>
          </a:p>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IoC (Inversion of Control) is a design principle where the framework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controls object creation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and dependency management, enhancing modularity and loose coupling in applications.</a:t>
            </a:r>
          </a:p>
        </p:txBody>
      </p:sp>
      <p:sp>
        <p:nvSpPr>
          <p:cNvPr id="6" name="Rectangle 5">
            <a:extLst>
              <a:ext uri="{FF2B5EF4-FFF2-40B4-BE49-F238E27FC236}">
                <a16:creationId xmlns:a16="http://schemas.microsoft.com/office/drawing/2014/main" id="{9DBF0943-EEB6-B90E-73F0-B80B0E255A9F}"/>
              </a:ext>
            </a:extLst>
          </p:cNvPr>
          <p:cNvSpPr/>
          <p:nvPr/>
        </p:nvSpPr>
        <p:spPr>
          <a:xfrm>
            <a:off x="6866900" y="3541961"/>
            <a:ext cx="4837420" cy="229509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Dependendent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MathStudent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MathStudent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8" name="Rectangle 17">
            <a:extLst>
              <a:ext uri="{FF2B5EF4-FFF2-40B4-BE49-F238E27FC236}">
                <a16:creationId xmlns:a16="http://schemas.microsoft.com/office/drawing/2014/main" id="{150313A3-F928-62F2-E720-B454F10F896A}"/>
              </a:ext>
            </a:extLst>
          </p:cNvPr>
          <p:cNvSpPr/>
          <p:nvPr/>
        </p:nvSpPr>
        <p:spPr>
          <a:xfrm>
            <a:off x="6866900" y="1454728"/>
            <a:ext cx="4837420" cy="178636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Dependency 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MathStudent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50</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20" name="Picture 19">
            <a:extLst>
              <a:ext uri="{FF2B5EF4-FFF2-40B4-BE49-F238E27FC236}">
                <a16:creationId xmlns:a16="http://schemas.microsoft.com/office/drawing/2014/main" id="{F5A21327-9E6C-A4E5-0FA7-B378374E3F02}"/>
              </a:ext>
            </a:extLst>
          </p:cNvPr>
          <p:cNvPicPr>
            <a:picLocks noChangeAspect="1"/>
          </p:cNvPicPr>
          <p:nvPr/>
        </p:nvPicPr>
        <p:blipFill>
          <a:blip r:embed="rId4"/>
          <a:stretch>
            <a:fillRect/>
          </a:stretch>
        </p:blipFill>
        <p:spPr>
          <a:xfrm>
            <a:off x="5470462" y="2814081"/>
            <a:ext cx="1251075" cy="1430917"/>
          </a:xfrm>
          <a:prstGeom prst="rect">
            <a:avLst/>
          </a:prstGeom>
        </p:spPr>
      </p:pic>
      <p:sp>
        <p:nvSpPr>
          <p:cNvPr id="8" name="Freeform: Shape 7">
            <a:extLst>
              <a:ext uri="{FF2B5EF4-FFF2-40B4-BE49-F238E27FC236}">
                <a16:creationId xmlns:a16="http://schemas.microsoft.com/office/drawing/2014/main" id="{45BC13BC-62F9-E483-4F0B-32B4F1FC289D}"/>
              </a:ext>
            </a:extLst>
          </p:cNvPr>
          <p:cNvSpPr/>
          <p:nvPr/>
        </p:nvSpPr>
        <p:spPr>
          <a:xfrm>
            <a:off x="6181004" y="2008802"/>
            <a:ext cx="2123900" cy="2816157"/>
          </a:xfrm>
          <a:custGeom>
            <a:avLst/>
            <a:gdLst>
              <a:gd name="connsiteX0" fmla="*/ 2123900 w 2123900"/>
              <a:gd name="connsiteY0" fmla="*/ 0 h 3650082"/>
              <a:gd name="connsiteX1" fmla="*/ 187523 w 2123900"/>
              <a:gd name="connsiteY1" fmla="*/ 376518 h 3650082"/>
              <a:gd name="connsiteX2" fmla="*/ 69189 w 2123900"/>
              <a:gd name="connsiteY2" fmla="*/ 1753497 h 3650082"/>
              <a:gd name="connsiteX3" fmla="*/ 133735 w 2123900"/>
              <a:gd name="connsiteY3" fmla="*/ 3420932 h 3650082"/>
              <a:gd name="connsiteX4" fmla="*/ 1123438 w 2123900"/>
              <a:gd name="connsiteY4" fmla="*/ 3593055 h 3650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3900" h="3650082">
                <a:moveTo>
                  <a:pt x="2123900" y="0"/>
                </a:moveTo>
                <a:cubicBezTo>
                  <a:pt x="1326937" y="42134"/>
                  <a:pt x="529975" y="84269"/>
                  <a:pt x="187523" y="376518"/>
                </a:cubicBezTo>
                <a:cubicBezTo>
                  <a:pt x="-154929" y="668768"/>
                  <a:pt x="78154" y="1246095"/>
                  <a:pt x="69189" y="1753497"/>
                </a:cubicBezTo>
                <a:cubicBezTo>
                  <a:pt x="60224" y="2260899"/>
                  <a:pt x="-41973" y="3114339"/>
                  <a:pt x="133735" y="3420932"/>
                </a:cubicBezTo>
                <a:cubicBezTo>
                  <a:pt x="309443" y="3727525"/>
                  <a:pt x="716440" y="3660290"/>
                  <a:pt x="1123438" y="3593055"/>
                </a:cubicBezTo>
              </a:path>
            </a:pathLst>
          </a:custGeom>
          <a:noFill/>
          <a:ln w="19050">
            <a:solidFill>
              <a:srgbClr val="FF0000"/>
            </a:solidFill>
            <a:tailEnd type="triangle" w="lg" len="me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2A49A85D-DBF5-B7FE-F0B1-950DD119E111}"/>
              </a:ext>
            </a:extLst>
          </p:cNvPr>
          <p:cNvSpPr txBox="1"/>
          <p:nvPr/>
        </p:nvSpPr>
        <p:spPr>
          <a:xfrm>
            <a:off x="8465339" y="5958246"/>
            <a:ext cx="1640541"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Violation of IoC</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 name="Picture 4">
            <a:extLst>
              <a:ext uri="{FF2B5EF4-FFF2-40B4-BE49-F238E27FC236}">
                <a16:creationId xmlns:a16="http://schemas.microsoft.com/office/drawing/2014/main" id="{85A800C7-E9FE-B254-8A62-C5961B8482E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989904" y="301989"/>
            <a:ext cx="902635" cy="359112"/>
          </a:xfrm>
          <a:prstGeom prst="rect">
            <a:avLst/>
          </a:prstGeom>
        </p:spPr>
      </p:pic>
      <p:pic>
        <p:nvPicPr>
          <p:cNvPr id="10" name="Picture 2" descr="Embolden low coupling with Dependency Injection | by Chirag Chavda | Medium">
            <a:extLst>
              <a:ext uri="{FF2B5EF4-FFF2-40B4-BE49-F238E27FC236}">
                <a16:creationId xmlns:a16="http://schemas.microsoft.com/office/drawing/2014/main" id="{90613B2B-4043-F099-53DF-04F956F012FC}"/>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50000" t="6119" r="5482"/>
          <a:stretch/>
        </p:blipFill>
        <p:spPr bwMode="auto">
          <a:xfrm>
            <a:off x="4363531" y="4030951"/>
            <a:ext cx="1034250" cy="1090542"/>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id="{A6402BB3-0C06-5A63-ABB6-8EE58F38CDA5}"/>
              </a:ext>
            </a:extLst>
          </p:cNvPr>
          <p:cNvSpPr txBox="1"/>
          <p:nvPr/>
        </p:nvSpPr>
        <p:spPr>
          <a:xfrm>
            <a:off x="417826" y="3921164"/>
            <a:ext cx="3843623"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Loose coupling means classes or components are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independent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each other and replacing one class will have minimum impact on other.</a:t>
            </a:r>
          </a:p>
        </p:txBody>
      </p:sp>
      <p:sp>
        <p:nvSpPr>
          <p:cNvPr id="14" name="TextBox 13">
            <a:extLst>
              <a:ext uri="{FF2B5EF4-FFF2-40B4-BE49-F238E27FC236}">
                <a16:creationId xmlns:a16="http://schemas.microsoft.com/office/drawing/2014/main" id="{FAB09F83-08E8-3D8B-A226-6D2DC1960353}"/>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7"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514998194"/>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pic>
        <p:nvPicPr>
          <p:cNvPr id="4" name="Picture 2" descr="Embolden low coupling with Dependency Injection | by Chirag Chavda | Medium">
            <a:extLst>
              <a:ext uri="{FF2B5EF4-FFF2-40B4-BE49-F238E27FC236}">
                <a16:creationId xmlns:a16="http://schemas.microsoft.com/office/drawing/2014/main" id="{E53260BB-A8F9-C3B6-6A9F-313964E5DBFE}"/>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50000" t="6119" r="5482"/>
          <a:stretch/>
        </p:blipFill>
        <p:spPr bwMode="auto">
          <a:xfrm>
            <a:off x="6645055" y="756543"/>
            <a:ext cx="5184505" cy="5466686"/>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to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achieve IoC</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What is the difference between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Principle</a:t>
            </a:r>
            <a:r>
              <a:rPr kumimoji="0" lang="en-US" sz="2400" b="1" i="0" u="none" strike="noStrike" kern="1200" cap="none" spc="0" normalizeH="0" noProof="0" dirty="0">
                <a:ln>
                  <a:noFill/>
                </a:ln>
                <a:solidFill>
                  <a:schemeClr val="bg1"/>
                </a:solidFill>
                <a:effectLst/>
                <a:uLnTx/>
                <a:uFillTx/>
                <a:latin typeface="Calibri Light" panose="020F0302020204030204"/>
                <a:ea typeface="+mn-ea"/>
                <a:cs typeface="+mn-cs"/>
              </a:rPr>
              <a:t> &amp; </a:t>
            </a:r>
            <a:r>
              <a:rPr kumimoji="0" lang="en-US" sz="2400" b="1" i="0" u="none" strike="noStrike" kern="1200" cap="none" spc="0" normalizeH="0" noProof="0" dirty="0">
                <a:ln>
                  <a:noFill/>
                </a:ln>
                <a:solidFill>
                  <a:srgbClr val="FFFF00"/>
                </a:solidFill>
                <a:effectLst/>
                <a:uLnTx/>
                <a:uFillTx/>
                <a:latin typeface="Calibri Light" panose="020F0302020204030204"/>
                <a:ea typeface="+mn-ea"/>
                <a:cs typeface="+mn-cs"/>
              </a:rPr>
              <a:t>Design Pattern</a:t>
            </a:r>
            <a:r>
              <a:rPr kumimoji="0" lang="en-US" sz="2400" b="1" i="0" u="none" strike="noStrike" kern="1200" cap="none" spc="0" normalizeH="0" noProof="0" dirty="0">
                <a:ln>
                  <a:noFill/>
                </a:ln>
                <a:solidFill>
                  <a:schemeClr val="bg1"/>
                </a:solidFill>
                <a:effectLst/>
                <a:uLnTx/>
                <a:uFillTx/>
                <a:latin typeface="Calibri Light" panose="020F0302020204030204"/>
                <a:ea typeface="+mn-ea"/>
                <a:cs typeface="+mn-cs"/>
              </a:rPr>
              <a:t>?</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75CB0E64-604D-5066-BE22-DB7D80CEA68B}"/>
              </a:ext>
            </a:extLst>
          </p:cNvPr>
          <p:cNvSpPr txBox="1"/>
          <p:nvPr/>
        </p:nvSpPr>
        <p:spPr>
          <a:xfrm>
            <a:off x="355694" y="1156503"/>
            <a:ext cx="5048668"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Dependency Injection is a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design pattern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which is used to implement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Inversion of Control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principle(Loose coupling).</a:t>
            </a:r>
          </a:p>
        </p:txBody>
      </p:sp>
      <p:sp>
        <p:nvSpPr>
          <p:cNvPr id="5" name="TextBox 4">
            <a:extLst>
              <a:ext uri="{FF2B5EF4-FFF2-40B4-BE49-F238E27FC236}">
                <a16:creationId xmlns:a16="http://schemas.microsoft.com/office/drawing/2014/main" id="{78DC17E5-723F-26E3-A46A-8B19A385F40A}"/>
              </a:ext>
            </a:extLst>
          </p:cNvPr>
          <p:cNvSpPr txBox="1"/>
          <p:nvPr/>
        </p:nvSpPr>
        <p:spPr>
          <a:xfrm>
            <a:off x="355695" y="2440538"/>
            <a:ext cx="5048668" cy="2385268"/>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Principles are fundamental ideas(ideologies) that we should follow in our projects. If we go against these principles, it could negatively impact our project. Examples IoC principle, SOLID principles, the DRY principle, KISS principle etc. </a:t>
            </a:r>
          </a:p>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Design patterns are the specific, practical ways to implement these principles in software development.</a:t>
            </a:r>
          </a:p>
        </p:txBody>
      </p:sp>
      <p:sp>
        <p:nvSpPr>
          <p:cNvPr id="8" name="TextBox 7">
            <a:extLst>
              <a:ext uri="{FF2B5EF4-FFF2-40B4-BE49-F238E27FC236}">
                <a16:creationId xmlns:a16="http://schemas.microsoft.com/office/drawing/2014/main" id="{85F0F070-30EB-68EA-B636-933502A36BAE}"/>
              </a:ext>
            </a:extLst>
          </p:cNvPr>
          <p:cNvSpPr txBox="1"/>
          <p:nvPr/>
        </p:nvSpPr>
        <p:spPr>
          <a:xfrm>
            <a:off x="7560207" y="1331862"/>
            <a:ext cx="1255410"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Dependency class</a:t>
            </a:r>
            <a:endParaRPr kumimoji="0" lang="en-IN"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38665DB1-DA30-FE44-C2F5-83D9D9AE13BA}"/>
              </a:ext>
            </a:extLst>
          </p:cNvPr>
          <p:cNvSpPr txBox="1"/>
          <p:nvPr/>
        </p:nvSpPr>
        <p:spPr>
          <a:xfrm>
            <a:off x="9386424" y="1331862"/>
            <a:ext cx="1255410"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Dependency class</a:t>
            </a:r>
            <a:endParaRPr kumimoji="0" lang="en-IN"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C83C5135-EF73-318A-EBB2-02A3DA360A80}"/>
              </a:ext>
            </a:extLst>
          </p:cNvPr>
          <p:cNvSpPr txBox="1"/>
          <p:nvPr/>
        </p:nvSpPr>
        <p:spPr>
          <a:xfrm>
            <a:off x="10313536" y="2905111"/>
            <a:ext cx="1255410"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Dependency class</a:t>
            </a:r>
            <a:endParaRPr kumimoji="0" lang="en-IN"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847F0DF0-66C0-89D9-D3E2-970EA08BE59B}"/>
              </a:ext>
            </a:extLst>
          </p:cNvPr>
          <p:cNvSpPr txBox="1"/>
          <p:nvPr/>
        </p:nvSpPr>
        <p:spPr>
          <a:xfrm>
            <a:off x="9401922" y="4409362"/>
            <a:ext cx="1255410"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Dependency class</a:t>
            </a:r>
            <a:endParaRPr kumimoji="0" lang="en-IN"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AC807833-31CF-21BC-A804-EC9CC61064FC}"/>
              </a:ext>
            </a:extLst>
          </p:cNvPr>
          <p:cNvSpPr txBox="1"/>
          <p:nvPr/>
        </p:nvSpPr>
        <p:spPr>
          <a:xfrm>
            <a:off x="7663981" y="4433604"/>
            <a:ext cx="1255410"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Dependency class</a:t>
            </a:r>
            <a:endParaRPr kumimoji="0" lang="en-IN"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510BE065-BEA5-997C-A380-BCE3F9639888}"/>
              </a:ext>
            </a:extLst>
          </p:cNvPr>
          <p:cNvSpPr txBox="1"/>
          <p:nvPr/>
        </p:nvSpPr>
        <p:spPr>
          <a:xfrm>
            <a:off x="6780092" y="2997130"/>
            <a:ext cx="1255410"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Dependency class</a:t>
            </a:r>
            <a:endParaRPr kumimoji="0" lang="en-IN"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0" name="Oval 19">
            <a:extLst>
              <a:ext uri="{FF2B5EF4-FFF2-40B4-BE49-F238E27FC236}">
                <a16:creationId xmlns:a16="http://schemas.microsoft.com/office/drawing/2014/main" id="{9FB679D2-D930-62BB-3C44-E9BBE379AD84}"/>
              </a:ext>
            </a:extLst>
          </p:cNvPr>
          <p:cNvSpPr/>
          <p:nvPr/>
        </p:nvSpPr>
        <p:spPr>
          <a:xfrm>
            <a:off x="8412782" y="2741312"/>
            <a:ext cx="1648779" cy="1090745"/>
          </a:xfrm>
          <a:prstGeom prst="ellipse">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13500000" scaled="1"/>
            <a:tileRect/>
          </a:gra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Dependent class</a:t>
            </a:r>
            <a:endParaRPr kumimoji="0" lang="en-IN"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6148" name="Picture 4">
            <a:extLst>
              <a:ext uri="{FF2B5EF4-FFF2-40B4-BE49-F238E27FC236}">
                <a16:creationId xmlns:a16="http://schemas.microsoft.com/office/drawing/2014/main" id="{050A75A9-6BFD-A6C6-B734-0BD17898A17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102992">
            <a:off x="7980732" y="1856136"/>
            <a:ext cx="1168805" cy="1168805"/>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4">
            <a:extLst>
              <a:ext uri="{FF2B5EF4-FFF2-40B4-BE49-F238E27FC236}">
                <a16:creationId xmlns:a16="http://schemas.microsoft.com/office/drawing/2014/main" id="{B34CCACB-BDF2-7E81-A717-1D370F6C9A5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5916321">
            <a:off x="9353913" y="3365222"/>
            <a:ext cx="1168805" cy="1168805"/>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4">
            <a:extLst>
              <a:ext uri="{FF2B5EF4-FFF2-40B4-BE49-F238E27FC236}">
                <a16:creationId xmlns:a16="http://schemas.microsoft.com/office/drawing/2014/main" id="{0F4314CC-BBFB-CA32-D2C0-25BABCB880D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8888035">
            <a:off x="9272897" y="1907553"/>
            <a:ext cx="1168805" cy="1168805"/>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2">
            <a:extLst>
              <a:ext uri="{FF2B5EF4-FFF2-40B4-BE49-F238E27FC236}">
                <a16:creationId xmlns:a16="http://schemas.microsoft.com/office/drawing/2014/main" id="{826D8CB9-6651-FBE2-2173-7E364C0515F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461971" y="286417"/>
            <a:ext cx="902635" cy="359112"/>
          </a:xfrm>
          <a:prstGeom prst="rect">
            <a:avLst/>
          </a:prstGeom>
        </p:spPr>
      </p:pic>
      <p:sp>
        <p:nvSpPr>
          <p:cNvPr id="10" name="TextBox 9">
            <a:extLst>
              <a:ext uri="{FF2B5EF4-FFF2-40B4-BE49-F238E27FC236}">
                <a16:creationId xmlns:a16="http://schemas.microsoft.com/office/drawing/2014/main" id="{D5217F4D-5ED7-7F09-D3DC-994C1CB4FFF3}"/>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7"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711276944"/>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23" name="Rectangle: Rounded Corners 22">
            <a:extLst>
              <a:ext uri="{FF2B5EF4-FFF2-40B4-BE49-F238E27FC236}">
                <a16:creationId xmlns:a16="http://schemas.microsoft.com/office/drawing/2014/main" id="{456FEA86-27EE-4457-7DC1-460DB96500D7}"/>
              </a:ext>
            </a:extLst>
          </p:cNvPr>
          <p:cNvSpPr/>
          <p:nvPr/>
        </p:nvSpPr>
        <p:spPr>
          <a:xfrm>
            <a:off x="7429888" y="4468320"/>
            <a:ext cx="2393745" cy="698267"/>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School Constructor (Injector)</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Dependency Injection</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How to implement it?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Rounded Corners 4">
            <a:extLst>
              <a:ext uri="{FF2B5EF4-FFF2-40B4-BE49-F238E27FC236}">
                <a16:creationId xmlns:a16="http://schemas.microsoft.com/office/drawing/2014/main" id="{DC329F74-CBC1-41C5-43B5-244714C79930}"/>
              </a:ext>
            </a:extLst>
          </p:cNvPr>
          <p:cNvSpPr/>
          <p:nvPr/>
        </p:nvSpPr>
        <p:spPr>
          <a:xfrm>
            <a:off x="285958" y="2702479"/>
            <a:ext cx="1849987" cy="739087"/>
          </a:xfrm>
          <a:prstGeom prst="roundRect">
            <a:avLst/>
          </a:prstGeom>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School  (Dependent class)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Rounded Corners 9">
            <a:extLst>
              <a:ext uri="{FF2B5EF4-FFF2-40B4-BE49-F238E27FC236}">
                <a16:creationId xmlns:a16="http://schemas.microsoft.com/office/drawing/2014/main" id="{AE103045-9869-E79F-AEF6-B676CD12A734}"/>
              </a:ext>
            </a:extLst>
          </p:cNvPr>
          <p:cNvSpPr/>
          <p:nvPr/>
        </p:nvSpPr>
        <p:spPr>
          <a:xfrm>
            <a:off x="276146" y="2046407"/>
            <a:ext cx="1903400" cy="739087"/>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MathStudent</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(Dependency class)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Rectangle: Rounded Corners 11">
            <a:extLst>
              <a:ext uri="{FF2B5EF4-FFF2-40B4-BE49-F238E27FC236}">
                <a16:creationId xmlns:a16="http://schemas.microsoft.com/office/drawing/2014/main" id="{26D4F3C9-7B61-1BF8-406A-CF89F40303F7}"/>
              </a:ext>
            </a:extLst>
          </p:cNvPr>
          <p:cNvSpPr/>
          <p:nvPr/>
        </p:nvSpPr>
        <p:spPr>
          <a:xfrm>
            <a:off x="2496617" y="2702149"/>
            <a:ext cx="1839921" cy="739417"/>
          </a:xfrm>
          <a:prstGeom prst="roundRect">
            <a:avLst/>
          </a:prstGeom>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School  (Dependent class)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Rectangle: Rounded Corners 12">
            <a:extLst>
              <a:ext uri="{FF2B5EF4-FFF2-40B4-BE49-F238E27FC236}">
                <a16:creationId xmlns:a16="http://schemas.microsoft.com/office/drawing/2014/main" id="{28125A91-8E25-BAD3-257A-DCEFFE9C9F2E}"/>
              </a:ext>
            </a:extLst>
          </p:cNvPr>
          <p:cNvSpPr/>
          <p:nvPr/>
        </p:nvSpPr>
        <p:spPr>
          <a:xfrm>
            <a:off x="2483463" y="2041066"/>
            <a:ext cx="1862973" cy="739418"/>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ScienceStudent</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(Dependency class)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F82E0AFB-B861-78F0-37CE-188C24D1341C}"/>
              </a:ext>
            </a:extLst>
          </p:cNvPr>
          <p:cNvSpPr txBox="1"/>
          <p:nvPr/>
        </p:nvSpPr>
        <p:spPr>
          <a:xfrm>
            <a:off x="355694" y="3683052"/>
            <a:ext cx="4071199"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Without Dependency Injection: </a:t>
            </a:r>
            <a:r>
              <a:rPr kumimoji="0" lang="en-US" sz="1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Services are tightly coupled with client because of direct object creation</a:t>
            </a:r>
            <a:endParaRPr kumimoji="0" lang="en-IN" sz="1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8" name="Rectangle: Rounded Corners 17">
            <a:extLst>
              <a:ext uri="{FF2B5EF4-FFF2-40B4-BE49-F238E27FC236}">
                <a16:creationId xmlns:a16="http://schemas.microsoft.com/office/drawing/2014/main" id="{FE51B191-06DD-3CBA-5F84-829A21D24EE5}"/>
              </a:ext>
            </a:extLst>
          </p:cNvPr>
          <p:cNvSpPr/>
          <p:nvPr/>
        </p:nvSpPr>
        <p:spPr>
          <a:xfrm>
            <a:off x="7458912" y="5159252"/>
            <a:ext cx="2393746" cy="705455"/>
          </a:xfrm>
          <a:prstGeom prst="roundRect">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School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(Dependent class)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Rounded Corners 18">
            <a:extLst>
              <a:ext uri="{FF2B5EF4-FFF2-40B4-BE49-F238E27FC236}">
                <a16:creationId xmlns:a16="http://schemas.microsoft.com/office/drawing/2014/main" id="{8C6284B6-0415-1EC6-8FFD-92EE51A3B27B}"/>
              </a:ext>
            </a:extLst>
          </p:cNvPr>
          <p:cNvSpPr/>
          <p:nvPr/>
        </p:nvSpPr>
        <p:spPr>
          <a:xfrm>
            <a:off x="7424462" y="3783199"/>
            <a:ext cx="2393745" cy="723036"/>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Student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(Dependency Interface)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FEB82675-B650-67CF-81D3-1349E1FE2F53}"/>
              </a:ext>
            </a:extLst>
          </p:cNvPr>
          <p:cNvSpPr txBox="1"/>
          <p:nvPr/>
        </p:nvSpPr>
        <p:spPr>
          <a:xfrm>
            <a:off x="5552569" y="5976172"/>
            <a:ext cx="6137529"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With Dependency Injection: </a:t>
            </a:r>
            <a:r>
              <a:rPr kumimoji="0" lang="en-US" sz="1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Services are loosely coupled with client because objection creation is handled externally.</a:t>
            </a:r>
            <a:endParaRPr kumimoji="0" lang="en-IN" sz="1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6" name="Rectangle: Rounded Corners 35">
            <a:extLst>
              <a:ext uri="{FF2B5EF4-FFF2-40B4-BE49-F238E27FC236}">
                <a16:creationId xmlns:a16="http://schemas.microsoft.com/office/drawing/2014/main" id="{953ECBA3-5DBC-5129-1059-C59C2379F955}"/>
              </a:ext>
            </a:extLst>
          </p:cNvPr>
          <p:cNvSpPr/>
          <p:nvPr/>
        </p:nvSpPr>
        <p:spPr>
          <a:xfrm>
            <a:off x="6168049" y="2013944"/>
            <a:ext cx="5033948" cy="622922"/>
          </a:xfrm>
          <a:prstGeom prst="roundRect">
            <a:avLst/>
          </a:prstGeom>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Spring IoC Container (</a:t>
            </a: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MathStudent</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Object via </a:t>
            </a: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AppConfig</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9EDA6093-7DA4-EC6B-A483-8EFC39C08756}"/>
              </a:ext>
            </a:extLst>
          </p:cNvPr>
          <p:cNvSpPr txBox="1"/>
          <p:nvPr/>
        </p:nvSpPr>
        <p:spPr>
          <a:xfrm>
            <a:off x="355694" y="1054097"/>
            <a:ext cx="8531803" cy="646331"/>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Dependency Injection is a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design pattern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which is used to implement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Inversion of Control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principle(Loose coupling) in Java.</a:t>
            </a:r>
          </a:p>
        </p:txBody>
      </p:sp>
      <p:cxnSp>
        <p:nvCxnSpPr>
          <p:cNvPr id="27" name="Straight Connector 26">
            <a:extLst>
              <a:ext uri="{FF2B5EF4-FFF2-40B4-BE49-F238E27FC236}">
                <a16:creationId xmlns:a16="http://schemas.microsoft.com/office/drawing/2014/main" id="{A907A801-092B-EDF2-9B32-CBEB54B2FFAB}"/>
              </a:ext>
            </a:extLst>
          </p:cNvPr>
          <p:cNvCxnSpPr>
            <a:cxnSpLocks/>
          </p:cNvCxnSpPr>
          <p:nvPr/>
        </p:nvCxnSpPr>
        <p:spPr>
          <a:xfrm flipV="1">
            <a:off x="4953060" y="2304516"/>
            <a:ext cx="0" cy="2667899"/>
          </a:xfrm>
          <a:prstGeom prst="line">
            <a:avLst/>
          </a:prstGeom>
        </p:spPr>
        <p:style>
          <a:lnRef idx="1">
            <a:schemeClr val="accent1"/>
          </a:lnRef>
          <a:fillRef idx="0">
            <a:schemeClr val="accent1"/>
          </a:fillRef>
          <a:effectRef idx="0">
            <a:schemeClr val="accent1"/>
          </a:effectRef>
          <a:fontRef idx="minor">
            <a:schemeClr val="tx1"/>
          </a:fontRef>
        </p:style>
      </p:cxnSp>
      <p:pic>
        <p:nvPicPr>
          <p:cNvPr id="4" name="Picture 3">
            <a:extLst>
              <a:ext uri="{FF2B5EF4-FFF2-40B4-BE49-F238E27FC236}">
                <a16:creationId xmlns:a16="http://schemas.microsoft.com/office/drawing/2014/main" id="{AD6D9904-042D-850B-1D61-45AEFACE79A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30030" y="299076"/>
            <a:ext cx="902635" cy="359112"/>
          </a:xfrm>
          <a:prstGeom prst="rect">
            <a:avLst/>
          </a:prstGeom>
        </p:spPr>
      </p:pic>
      <p:sp>
        <p:nvSpPr>
          <p:cNvPr id="29" name="Rectangle: Rounded Corners 28">
            <a:extLst>
              <a:ext uri="{FF2B5EF4-FFF2-40B4-BE49-F238E27FC236}">
                <a16:creationId xmlns:a16="http://schemas.microsoft.com/office/drawing/2014/main" id="{A796D656-E2A5-4186-460B-46013FF5A883}"/>
              </a:ext>
            </a:extLst>
          </p:cNvPr>
          <p:cNvSpPr/>
          <p:nvPr/>
        </p:nvSpPr>
        <p:spPr>
          <a:xfrm>
            <a:off x="5238399" y="3094988"/>
            <a:ext cx="1847845" cy="660353"/>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MathStudent</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(Dependency class)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Rounded Corners 29">
            <a:extLst>
              <a:ext uri="{FF2B5EF4-FFF2-40B4-BE49-F238E27FC236}">
                <a16:creationId xmlns:a16="http://schemas.microsoft.com/office/drawing/2014/main" id="{B144E36F-6322-A895-499C-F02D7D308EA1}"/>
              </a:ext>
            </a:extLst>
          </p:cNvPr>
          <p:cNvSpPr/>
          <p:nvPr/>
        </p:nvSpPr>
        <p:spPr>
          <a:xfrm>
            <a:off x="10042040" y="3130182"/>
            <a:ext cx="1853936" cy="660353"/>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ScienceStudent</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(Dependency class)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7" name="Straight Arrow Connector 36">
            <a:extLst>
              <a:ext uri="{FF2B5EF4-FFF2-40B4-BE49-F238E27FC236}">
                <a16:creationId xmlns:a16="http://schemas.microsoft.com/office/drawing/2014/main" id="{0D5BFA1D-4977-6EB5-432B-10B00C53A12C}"/>
              </a:ext>
            </a:extLst>
          </p:cNvPr>
          <p:cNvCxnSpPr>
            <a:cxnSpLocks/>
            <a:endCxn id="19" idx="1"/>
          </p:cNvCxnSpPr>
          <p:nvPr/>
        </p:nvCxnSpPr>
        <p:spPr>
          <a:xfrm>
            <a:off x="5761716" y="3755341"/>
            <a:ext cx="1662746" cy="389376"/>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5C57A5DD-18F7-5BDB-799E-30A067B4F85B}"/>
              </a:ext>
            </a:extLst>
          </p:cNvPr>
          <p:cNvCxnSpPr>
            <a:cxnSpLocks/>
            <a:endCxn id="19" idx="3"/>
          </p:cNvCxnSpPr>
          <p:nvPr/>
        </p:nvCxnSpPr>
        <p:spPr>
          <a:xfrm flipH="1">
            <a:off x="9818207" y="3808115"/>
            <a:ext cx="1574489" cy="336602"/>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44" name="Straight Arrow Connector 43">
            <a:extLst>
              <a:ext uri="{FF2B5EF4-FFF2-40B4-BE49-F238E27FC236}">
                <a16:creationId xmlns:a16="http://schemas.microsoft.com/office/drawing/2014/main" id="{18F63C0E-E08F-ED9C-6583-11F4000C4D0E}"/>
              </a:ext>
            </a:extLst>
          </p:cNvPr>
          <p:cNvCxnSpPr>
            <a:cxnSpLocks/>
          </p:cNvCxnSpPr>
          <p:nvPr/>
        </p:nvCxnSpPr>
        <p:spPr>
          <a:xfrm flipH="1" flipV="1">
            <a:off x="9852658" y="2683360"/>
            <a:ext cx="1540038" cy="4468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39D76B5D-9E3B-2485-9DF5-ECE50CDFD643}"/>
              </a:ext>
            </a:extLst>
          </p:cNvPr>
          <p:cNvCxnSpPr>
            <a:cxnSpLocks/>
          </p:cNvCxnSpPr>
          <p:nvPr/>
        </p:nvCxnSpPr>
        <p:spPr>
          <a:xfrm flipV="1">
            <a:off x="5761716" y="2646698"/>
            <a:ext cx="1567459" cy="44829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1" name="Arrow: Right 70">
            <a:extLst>
              <a:ext uri="{FF2B5EF4-FFF2-40B4-BE49-F238E27FC236}">
                <a16:creationId xmlns:a16="http://schemas.microsoft.com/office/drawing/2014/main" id="{44A034A4-AF70-E784-5A26-01986FD0AB8A}"/>
              </a:ext>
            </a:extLst>
          </p:cNvPr>
          <p:cNvSpPr/>
          <p:nvPr/>
        </p:nvSpPr>
        <p:spPr>
          <a:xfrm>
            <a:off x="2135945" y="2640157"/>
            <a:ext cx="360504" cy="305883"/>
          </a:xfrm>
          <a:prstGeom prst="rightArrow">
            <a:avLst/>
          </a:prstGeom>
        </p:spPr>
        <p:style>
          <a:lnRef idx="1">
            <a:schemeClr val="dk1"/>
          </a:lnRef>
          <a:fillRef idx="2">
            <a:schemeClr val="dk1"/>
          </a:fillRef>
          <a:effectRef idx="1">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82" name="Straight Arrow Connector 81">
            <a:extLst>
              <a:ext uri="{FF2B5EF4-FFF2-40B4-BE49-F238E27FC236}">
                <a16:creationId xmlns:a16="http://schemas.microsoft.com/office/drawing/2014/main" id="{0F928B75-1D01-7749-8478-0615D8A008C4}"/>
              </a:ext>
            </a:extLst>
          </p:cNvPr>
          <p:cNvCxnSpPr>
            <a:cxnSpLocks/>
          </p:cNvCxnSpPr>
          <p:nvPr/>
        </p:nvCxnSpPr>
        <p:spPr>
          <a:xfrm flipH="1">
            <a:off x="8621333" y="2636866"/>
            <a:ext cx="5427" cy="114633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8" name="TextBox 87">
            <a:extLst>
              <a:ext uri="{FF2B5EF4-FFF2-40B4-BE49-F238E27FC236}">
                <a16:creationId xmlns:a16="http://schemas.microsoft.com/office/drawing/2014/main" id="{5044D6BD-2DBF-8AD9-653A-12213A3A503E}"/>
              </a:ext>
            </a:extLst>
          </p:cNvPr>
          <p:cNvSpPr txBox="1"/>
          <p:nvPr/>
        </p:nvSpPr>
        <p:spPr>
          <a:xfrm rot="653945">
            <a:off x="5955317" y="3968282"/>
            <a:ext cx="1126446"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Implement</a:t>
            </a:r>
            <a:endParaRPr kumimoji="0" lang="en-IN"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94" name="TextBox 93">
            <a:extLst>
              <a:ext uri="{FF2B5EF4-FFF2-40B4-BE49-F238E27FC236}">
                <a16:creationId xmlns:a16="http://schemas.microsoft.com/office/drawing/2014/main" id="{C5B93F2A-B8EC-FA74-0DF1-78738505AD4C}"/>
              </a:ext>
            </a:extLst>
          </p:cNvPr>
          <p:cNvSpPr txBox="1"/>
          <p:nvPr/>
        </p:nvSpPr>
        <p:spPr>
          <a:xfrm rot="20723129">
            <a:off x="10164825" y="3941602"/>
            <a:ext cx="1145794" cy="34016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Implement</a:t>
            </a:r>
            <a:endParaRPr kumimoji="0" lang="en-IN"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120" name="Picture 4">
            <a:extLst>
              <a:ext uri="{FF2B5EF4-FFF2-40B4-BE49-F238E27FC236}">
                <a16:creationId xmlns:a16="http://schemas.microsoft.com/office/drawing/2014/main" id="{342D1341-2FD2-B8E3-8119-FB298DCCCE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7068244">
            <a:off x="9141194" y="4210600"/>
            <a:ext cx="1168805" cy="1168805"/>
          </a:xfrm>
          <a:prstGeom prst="rect">
            <a:avLst/>
          </a:prstGeom>
          <a:noFill/>
          <a:extLst>
            <a:ext uri="{909E8E84-426E-40DD-AFC4-6F175D3DCCD1}">
              <a14:hiddenFill xmlns:a14="http://schemas.microsoft.com/office/drawing/2010/main">
                <a:solidFill>
                  <a:srgbClr val="FFFFFF"/>
                </a:solidFill>
              </a14:hiddenFill>
            </a:ext>
          </a:extLst>
        </p:spPr>
      </p:pic>
      <p:pic>
        <p:nvPicPr>
          <p:cNvPr id="127" name="Picture 126">
            <a:extLst>
              <a:ext uri="{FF2B5EF4-FFF2-40B4-BE49-F238E27FC236}">
                <a16:creationId xmlns:a16="http://schemas.microsoft.com/office/drawing/2014/main" id="{E5E03978-70CF-55A1-C19A-BEFFFE9A719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350335" y="296496"/>
            <a:ext cx="902635" cy="359112"/>
          </a:xfrm>
          <a:prstGeom prst="rect">
            <a:avLst/>
          </a:prstGeom>
        </p:spPr>
      </p:pic>
      <p:sp>
        <p:nvSpPr>
          <p:cNvPr id="128" name="TextBox 127">
            <a:extLst>
              <a:ext uri="{FF2B5EF4-FFF2-40B4-BE49-F238E27FC236}">
                <a16:creationId xmlns:a16="http://schemas.microsoft.com/office/drawing/2014/main" id="{289F2801-C56A-9DC8-92DA-859B5868E84D}"/>
              </a:ext>
            </a:extLst>
          </p:cNvPr>
          <p:cNvSpPr txBox="1"/>
          <p:nvPr/>
        </p:nvSpPr>
        <p:spPr>
          <a:xfrm>
            <a:off x="4962958" y="2636866"/>
            <a:ext cx="1651096"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Object Creation</a:t>
            </a:r>
            <a:endParaRPr kumimoji="0" lang="en-IN"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30" name="TextBox 129">
            <a:extLst>
              <a:ext uri="{FF2B5EF4-FFF2-40B4-BE49-F238E27FC236}">
                <a16:creationId xmlns:a16="http://schemas.microsoft.com/office/drawing/2014/main" id="{3EF98520-97F9-BC08-02BC-308D3868F6B9}"/>
              </a:ext>
            </a:extLst>
          </p:cNvPr>
          <p:cNvSpPr txBox="1"/>
          <p:nvPr/>
        </p:nvSpPr>
        <p:spPr>
          <a:xfrm>
            <a:off x="10515123" y="2689866"/>
            <a:ext cx="1651096"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Object Creation</a:t>
            </a:r>
            <a:endParaRPr kumimoji="0" lang="en-IN"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F824D906-CEA1-9B10-4D5A-68E5853797DB}"/>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037380235"/>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are the must to know things before learning Dependency Injection</a:t>
            </a:r>
            <a:r>
              <a:rPr lang="en-US" sz="2400" b="1" dirty="0">
                <a:solidFill>
                  <a:schemeClr val="bg1"/>
                </a:solidFill>
                <a:latin typeface="Calibri Light" panose="020F0302020204030204"/>
                <a:ea typeface="+mn-ea"/>
                <a:cs typeface="+mn-cs"/>
              </a:rPr>
              <a:t> </a:t>
            </a:r>
            <a:r>
              <a:rPr lang="en-US" sz="2400" b="1" dirty="0" err="1">
                <a:solidFill>
                  <a:schemeClr val="bg1"/>
                </a:solidFill>
                <a:latin typeface="Calibri Light" panose="020F0302020204030204"/>
                <a:ea typeface="+mn-ea"/>
                <a:cs typeface="+mn-cs"/>
              </a:rPr>
              <a:t>i</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n Spring?</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10" name="Diagram 9">
            <a:extLst>
              <a:ext uri="{FF2B5EF4-FFF2-40B4-BE49-F238E27FC236}">
                <a16:creationId xmlns:a16="http://schemas.microsoft.com/office/drawing/2014/main" id="{3C097C48-D5B0-750A-0C1A-0AFC8BB083E6}"/>
              </a:ext>
            </a:extLst>
          </p:cNvPr>
          <p:cNvGraphicFramePr/>
          <p:nvPr/>
        </p:nvGraphicFramePr>
        <p:xfrm>
          <a:off x="523240" y="1316523"/>
          <a:ext cx="6679666" cy="4057582"/>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5" name="TextBox 4">
            <a:extLst>
              <a:ext uri="{FF2B5EF4-FFF2-40B4-BE49-F238E27FC236}">
                <a16:creationId xmlns:a16="http://schemas.microsoft.com/office/drawing/2014/main" id="{FECA98D2-1929-7990-E1B6-366F57F20617}"/>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9"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4149662980"/>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to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implement Dependency Injection </a:t>
            </a:r>
            <a:r>
              <a:rPr lang="en-US" sz="2400" b="1" dirty="0">
                <a:solidFill>
                  <a:schemeClr val="bg1"/>
                </a:solidFill>
                <a:latin typeface="Calibri Light" panose="020F0302020204030204"/>
                <a:ea typeface="+mn-ea"/>
                <a:cs typeface="+mn-cs"/>
              </a:rPr>
              <a:t>in code using Spring</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3">
            <a:extLst>
              <a:ext uri="{FF2B5EF4-FFF2-40B4-BE49-F238E27FC236}">
                <a16:creationId xmlns:a16="http://schemas.microsoft.com/office/drawing/2014/main" id="{FB1E67AC-FEE9-9B8A-CBA7-AA5AA0D6310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366712" y="303562"/>
            <a:ext cx="902635" cy="359112"/>
          </a:xfrm>
          <a:prstGeom prst="rect">
            <a:avLst/>
          </a:prstGeom>
        </p:spPr>
      </p:pic>
      <p:sp>
        <p:nvSpPr>
          <p:cNvPr id="14" name="Rectangle: Rounded Corners 13">
            <a:extLst>
              <a:ext uri="{FF2B5EF4-FFF2-40B4-BE49-F238E27FC236}">
                <a16:creationId xmlns:a16="http://schemas.microsoft.com/office/drawing/2014/main" id="{BC04B6B4-8D73-2136-0112-A057DEFA084F}"/>
              </a:ext>
            </a:extLst>
          </p:cNvPr>
          <p:cNvSpPr/>
          <p:nvPr/>
        </p:nvSpPr>
        <p:spPr>
          <a:xfrm>
            <a:off x="4533016" y="3987057"/>
            <a:ext cx="2393745" cy="698267"/>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School Constructor (Injector)</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Rectangle: Rounded Corners 14">
            <a:extLst>
              <a:ext uri="{FF2B5EF4-FFF2-40B4-BE49-F238E27FC236}">
                <a16:creationId xmlns:a16="http://schemas.microsoft.com/office/drawing/2014/main" id="{CD7194ED-86CE-E9ED-5712-4B9397C4E6C9}"/>
              </a:ext>
            </a:extLst>
          </p:cNvPr>
          <p:cNvSpPr/>
          <p:nvPr/>
        </p:nvSpPr>
        <p:spPr>
          <a:xfrm>
            <a:off x="4562040" y="4677989"/>
            <a:ext cx="2393746" cy="705455"/>
          </a:xfrm>
          <a:prstGeom prst="roundRect">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School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(Dependent class)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Rectangle: Rounded Corners 15">
            <a:extLst>
              <a:ext uri="{FF2B5EF4-FFF2-40B4-BE49-F238E27FC236}">
                <a16:creationId xmlns:a16="http://schemas.microsoft.com/office/drawing/2014/main" id="{0B878074-9F36-D716-037C-78B081AB6621}"/>
              </a:ext>
            </a:extLst>
          </p:cNvPr>
          <p:cNvSpPr/>
          <p:nvPr/>
        </p:nvSpPr>
        <p:spPr>
          <a:xfrm>
            <a:off x="4527590" y="3301936"/>
            <a:ext cx="2393745" cy="723036"/>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Student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(Dependency Interface)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Rectangle: Rounded Corners 16">
            <a:extLst>
              <a:ext uri="{FF2B5EF4-FFF2-40B4-BE49-F238E27FC236}">
                <a16:creationId xmlns:a16="http://schemas.microsoft.com/office/drawing/2014/main" id="{CFD40958-4073-E7EB-BD79-6E2A93D0BDFD}"/>
              </a:ext>
            </a:extLst>
          </p:cNvPr>
          <p:cNvSpPr/>
          <p:nvPr/>
        </p:nvSpPr>
        <p:spPr>
          <a:xfrm>
            <a:off x="3271177" y="1532681"/>
            <a:ext cx="5033948" cy="622922"/>
          </a:xfrm>
          <a:prstGeom prst="roundRect">
            <a:avLst/>
          </a:prstGeom>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Spring IoC Container (</a:t>
            </a: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MathStudent</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Object via </a:t>
            </a: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AppConfig</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Rectangle: Rounded Corners 17">
            <a:extLst>
              <a:ext uri="{FF2B5EF4-FFF2-40B4-BE49-F238E27FC236}">
                <a16:creationId xmlns:a16="http://schemas.microsoft.com/office/drawing/2014/main" id="{CE9E221B-33FA-8FB3-E99F-4F521ABE5376}"/>
              </a:ext>
            </a:extLst>
          </p:cNvPr>
          <p:cNvSpPr/>
          <p:nvPr/>
        </p:nvSpPr>
        <p:spPr>
          <a:xfrm>
            <a:off x="2341527" y="2613725"/>
            <a:ext cx="1847845" cy="660353"/>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MathStudent</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(Dependency class)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Rounded Corners 18">
            <a:extLst>
              <a:ext uri="{FF2B5EF4-FFF2-40B4-BE49-F238E27FC236}">
                <a16:creationId xmlns:a16="http://schemas.microsoft.com/office/drawing/2014/main" id="{3F20C5A5-6851-82F7-7D25-D6C2F1015227}"/>
              </a:ext>
            </a:extLst>
          </p:cNvPr>
          <p:cNvSpPr/>
          <p:nvPr/>
        </p:nvSpPr>
        <p:spPr>
          <a:xfrm>
            <a:off x="7145168" y="2648919"/>
            <a:ext cx="1853936" cy="660353"/>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ScienceStudent</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(Dependency class)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0" name="Straight Arrow Connector 19">
            <a:extLst>
              <a:ext uri="{FF2B5EF4-FFF2-40B4-BE49-F238E27FC236}">
                <a16:creationId xmlns:a16="http://schemas.microsoft.com/office/drawing/2014/main" id="{80458DF3-DA16-53B3-7CEF-C15964C80BC5}"/>
              </a:ext>
            </a:extLst>
          </p:cNvPr>
          <p:cNvCxnSpPr>
            <a:cxnSpLocks/>
            <a:endCxn id="16" idx="1"/>
          </p:cNvCxnSpPr>
          <p:nvPr/>
        </p:nvCxnSpPr>
        <p:spPr>
          <a:xfrm>
            <a:off x="2864844" y="3274078"/>
            <a:ext cx="1662746" cy="389376"/>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0C3089DE-1003-7365-3F96-46AD6BC99053}"/>
              </a:ext>
            </a:extLst>
          </p:cNvPr>
          <p:cNvCxnSpPr>
            <a:cxnSpLocks/>
            <a:endCxn id="16" idx="3"/>
          </p:cNvCxnSpPr>
          <p:nvPr/>
        </p:nvCxnSpPr>
        <p:spPr>
          <a:xfrm flipH="1">
            <a:off x="6921335" y="3326852"/>
            <a:ext cx="1574489" cy="336602"/>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867DA735-9F29-9171-F143-D2135F0B0557}"/>
              </a:ext>
            </a:extLst>
          </p:cNvPr>
          <p:cNvCxnSpPr>
            <a:cxnSpLocks/>
          </p:cNvCxnSpPr>
          <p:nvPr/>
        </p:nvCxnSpPr>
        <p:spPr>
          <a:xfrm flipH="1" flipV="1">
            <a:off x="6955786" y="2202097"/>
            <a:ext cx="1540038" cy="4468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BAB5DD7A-01A6-7C5B-CB98-63B1C821B8D4}"/>
              </a:ext>
            </a:extLst>
          </p:cNvPr>
          <p:cNvCxnSpPr>
            <a:cxnSpLocks/>
          </p:cNvCxnSpPr>
          <p:nvPr/>
        </p:nvCxnSpPr>
        <p:spPr>
          <a:xfrm flipV="1">
            <a:off x="2864844" y="2165435"/>
            <a:ext cx="1567459" cy="44829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a16="http://schemas.microsoft.com/office/drawing/2014/main" id="{95086B5B-E50D-0C44-7C63-096874102003}"/>
              </a:ext>
            </a:extLst>
          </p:cNvPr>
          <p:cNvCxnSpPr>
            <a:cxnSpLocks/>
          </p:cNvCxnSpPr>
          <p:nvPr/>
        </p:nvCxnSpPr>
        <p:spPr>
          <a:xfrm flipH="1">
            <a:off x="5724461" y="2155603"/>
            <a:ext cx="5427" cy="114633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0658AB78-E849-378E-3C1F-8CDA6E0DB6B6}"/>
              </a:ext>
            </a:extLst>
          </p:cNvPr>
          <p:cNvSpPr txBox="1"/>
          <p:nvPr/>
        </p:nvSpPr>
        <p:spPr>
          <a:xfrm rot="653945">
            <a:off x="3058445" y="3487019"/>
            <a:ext cx="1126446"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Implement</a:t>
            </a:r>
            <a:endParaRPr kumimoji="0" lang="en-IN"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FAF06F86-DB45-2196-E34B-597FD2B9A883}"/>
              </a:ext>
            </a:extLst>
          </p:cNvPr>
          <p:cNvSpPr txBox="1"/>
          <p:nvPr/>
        </p:nvSpPr>
        <p:spPr>
          <a:xfrm rot="20723129">
            <a:off x="7267953" y="3460339"/>
            <a:ext cx="1145794" cy="34016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Implement</a:t>
            </a:r>
            <a:endParaRPr kumimoji="0" lang="en-IN"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27" name="Picture 4">
            <a:extLst>
              <a:ext uri="{FF2B5EF4-FFF2-40B4-BE49-F238E27FC236}">
                <a16:creationId xmlns:a16="http://schemas.microsoft.com/office/drawing/2014/main" id="{4C901BA3-6A6A-E2D8-2615-E510DB990D1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7068244">
            <a:off x="6244322" y="3729337"/>
            <a:ext cx="1168805" cy="1168805"/>
          </a:xfrm>
          <a:prstGeom prst="rect">
            <a:avLst/>
          </a:prstGeom>
          <a:noFill/>
          <a:extLst>
            <a:ext uri="{909E8E84-426E-40DD-AFC4-6F175D3DCCD1}">
              <a14:hiddenFill xmlns:a14="http://schemas.microsoft.com/office/drawing/2010/main">
                <a:solidFill>
                  <a:srgbClr val="FFFFFF"/>
                </a:solidFill>
              </a14:hiddenFill>
            </a:ext>
          </a:extLst>
        </p:spPr>
      </p:pic>
      <p:sp>
        <p:nvSpPr>
          <p:cNvPr id="28" name="TextBox 27">
            <a:extLst>
              <a:ext uri="{FF2B5EF4-FFF2-40B4-BE49-F238E27FC236}">
                <a16:creationId xmlns:a16="http://schemas.microsoft.com/office/drawing/2014/main" id="{E99A6426-C6B7-264E-5F92-804769CA967C}"/>
              </a:ext>
            </a:extLst>
          </p:cNvPr>
          <p:cNvSpPr txBox="1"/>
          <p:nvPr/>
        </p:nvSpPr>
        <p:spPr>
          <a:xfrm>
            <a:off x="7618251" y="2208603"/>
            <a:ext cx="1651096"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Object Creation</a:t>
            </a:r>
            <a:endParaRPr kumimoji="0" lang="en-IN" sz="16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CBB44C0B-AB42-6F31-EDE5-54C68B43F8FD}"/>
              </a:ext>
            </a:extLst>
          </p:cNvPr>
          <p:cNvSpPr txBox="1"/>
          <p:nvPr/>
        </p:nvSpPr>
        <p:spPr>
          <a:xfrm>
            <a:off x="3478699" y="5705044"/>
            <a:ext cx="4491523"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Dependency Injection Implementation</a:t>
            </a:r>
            <a:endParaRPr kumimoji="0" lang="en-IN" sz="1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E9C2DDB-B6A5-194D-7A0B-6396282C926A}"/>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976866056"/>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to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implement Dependency Injection </a:t>
            </a:r>
            <a:r>
              <a:rPr lang="en-US" sz="2400" b="1" dirty="0">
                <a:solidFill>
                  <a:schemeClr val="bg1"/>
                </a:solidFill>
                <a:latin typeface="Calibri Light" panose="020F0302020204030204"/>
                <a:ea typeface="+mn-ea"/>
                <a:cs typeface="+mn-cs"/>
              </a:rPr>
              <a:t>in code using Spring</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Rectangle 5">
            <a:extLst>
              <a:ext uri="{FF2B5EF4-FFF2-40B4-BE49-F238E27FC236}">
                <a16:creationId xmlns:a16="http://schemas.microsoft.com/office/drawing/2014/main" id="{F55FB59E-C9E4-5CF3-0DA9-56983314F5BE}"/>
              </a:ext>
            </a:extLst>
          </p:cNvPr>
          <p:cNvSpPr/>
          <p:nvPr/>
        </p:nvSpPr>
        <p:spPr>
          <a:xfrm>
            <a:off x="5658522" y="1109678"/>
            <a:ext cx="6303982" cy="549920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Autowired</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Spring application context (IoC container)</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Retrieve the bean from the context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getBean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 the bean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Rectangle 4">
            <a:extLst>
              <a:ext uri="{FF2B5EF4-FFF2-40B4-BE49-F238E27FC236}">
                <a16:creationId xmlns:a16="http://schemas.microsoft.com/office/drawing/2014/main" id="{E021360F-81DA-0DE4-FB12-A8E78454727C}"/>
              </a:ext>
            </a:extLst>
          </p:cNvPr>
          <p:cNvSpPr/>
          <p:nvPr/>
        </p:nvSpPr>
        <p:spPr>
          <a:xfrm>
            <a:off x="389965" y="4186653"/>
            <a:ext cx="3783106" cy="242223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Configuration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ComponentScan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"com.example"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Bean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Primary</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mathStudent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MathStudent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Rectangle 7">
            <a:extLst>
              <a:ext uri="{FF2B5EF4-FFF2-40B4-BE49-F238E27FC236}">
                <a16:creationId xmlns:a16="http://schemas.microsoft.com/office/drawing/2014/main" id="{AE631C89-E660-8E8D-DAEE-4F3B112B4A32}"/>
              </a:ext>
            </a:extLst>
          </p:cNvPr>
          <p:cNvSpPr/>
          <p:nvPr/>
        </p:nvSpPr>
        <p:spPr>
          <a:xfrm>
            <a:off x="389965" y="1109678"/>
            <a:ext cx="3783106" cy="83215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1" name="Rectangle 10">
            <a:extLst>
              <a:ext uri="{FF2B5EF4-FFF2-40B4-BE49-F238E27FC236}">
                <a16:creationId xmlns:a16="http://schemas.microsoft.com/office/drawing/2014/main" id="{C0283641-3E34-E547-D119-960697492029}"/>
              </a:ext>
            </a:extLst>
          </p:cNvPr>
          <p:cNvSpPr/>
          <p:nvPr/>
        </p:nvSpPr>
        <p:spPr>
          <a:xfrm>
            <a:off x="389965" y="2132786"/>
            <a:ext cx="3783105" cy="188838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a:t>
            </a: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MathStudent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implements</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Override</a:t>
            </a: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50</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cxnSp>
        <p:nvCxnSpPr>
          <p:cNvPr id="13" name="Straight Arrow Connector 12">
            <a:extLst>
              <a:ext uri="{FF2B5EF4-FFF2-40B4-BE49-F238E27FC236}">
                <a16:creationId xmlns:a16="http://schemas.microsoft.com/office/drawing/2014/main" id="{91249A5D-4726-786C-DA57-883FAF3B0689}"/>
              </a:ext>
            </a:extLst>
          </p:cNvPr>
          <p:cNvCxnSpPr>
            <a:cxnSpLocks/>
          </p:cNvCxnSpPr>
          <p:nvPr/>
        </p:nvCxnSpPr>
        <p:spPr>
          <a:xfrm flipH="1" flipV="1">
            <a:off x="2547257" y="1430767"/>
            <a:ext cx="5040086" cy="844347"/>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4" name="Picture 3">
            <a:extLst>
              <a:ext uri="{FF2B5EF4-FFF2-40B4-BE49-F238E27FC236}">
                <a16:creationId xmlns:a16="http://schemas.microsoft.com/office/drawing/2014/main" id="{FB1E67AC-FEE9-9B8A-CBA7-AA5AA0D6310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366712" y="303562"/>
            <a:ext cx="902635" cy="359112"/>
          </a:xfrm>
          <a:prstGeom prst="rect">
            <a:avLst/>
          </a:prstGeom>
        </p:spPr>
      </p:pic>
      <p:sp>
        <p:nvSpPr>
          <p:cNvPr id="7" name="Arrow: Down 6">
            <a:extLst>
              <a:ext uri="{FF2B5EF4-FFF2-40B4-BE49-F238E27FC236}">
                <a16:creationId xmlns:a16="http://schemas.microsoft.com/office/drawing/2014/main" id="{C92F1A06-2B2F-4093-66E5-8FE79A2A2F2F}"/>
              </a:ext>
            </a:extLst>
          </p:cNvPr>
          <p:cNvSpPr/>
          <p:nvPr/>
        </p:nvSpPr>
        <p:spPr>
          <a:xfrm>
            <a:off x="2021304" y="1973920"/>
            <a:ext cx="312957" cy="165486"/>
          </a:xfrm>
          <a:prstGeom prst="downArrow">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Arrow: Down 9">
            <a:extLst>
              <a:ext uri="{FF2B5EF4-FFF2-40B4-BE49-F238E27FC236}">
                <a16:creationId xmlns:a16="http://schemas.microsoft.com/office/drawing/2014/main" id="{B29945CB-7452-03CD-BB5F-C0C999AAFDCF}"/>
              </a:ext>
            </a:extLst>
          </p:cNvPr>
          <p:cNvSpPr/>
          <p:nvPr/>
        </p:nvSpPr>
        <p:spPr>
          <a:xfrm>
            <a:off x="2024842" y="4014547"/>
            <a:ext cx="312957" cy="165486"/>
          </a:xfrm>
          <a:prstGeom prst="downArrow">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 name="Arrow: Down 11">
            <a:extLst>
              <a:ext uri="{FF2B5EF4-FFF2-40B4-BE49-F238E27FC236}">
                <a16:creationId xmlns:a16="http://schemas.microsoft.com/office/drawing/2014/main" id="{6FADDEF6-EA8E-EE27-8B9D-AA6F6D3E51C9}"/>
              </a:ext>
            </a:extLst>
          </p:cNvPr>
          <p:cNvSpPr/>
          <p:nvPr/>
        </p:nvSpPr>
        <p:spPr>
          <a:xfrm rot="16200000">
            <a:off x="4806567" y="4063073"/>
            <a:ext cx="263338" cy="1440575"/>
          </a:xfrm>
          <a:prstGeom prst="downArrow">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14" name="Straight Arrow Connector 13">
            <a:extLst>
              <a:ext uri="{FF2B5EF4-FFF2-40B4-BE49-F238E27FC236}">
                <a16:creationId xmlns:a16="http://schemas.microsoft.com/office/drawing/2014/main" id="{FB5B92B2-C933-415F-6E91-67B4CA57541A}"/>
              </a:ext>
            </a:extLst>
          </p:cNvPr>
          <p:cNvCxnSpPr>
            <a:cxnSpLocks/>
          </p:cNvCxnSpPr>
          <p:nvPr/>
        </p:nvCxnSpPr>
        <p:spPr>
          <a:xfrm flipH="1" flipV="1">
            <a:off x="2630905" y="4915030"/>
            <a:ext cx="6638442" cy="234486"/>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2BEE9AE6-7183-6E50-EDF5-5EF812B887DF}"/>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904588757"/>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are the 4 ways of implementing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Dependency</a:t>
            </a:r>
            <a:r>
              <a:rPr kumimoji="0" lang="en-US" sz="2400" b="1" i="0" u="none" strike="noStrike" kern="1200" cap="none" spc="0" normalizeH="0" noProof="0" dirty="0">
                <a:ln>
                  <a:noFill/>
                </a:ln>
                <a:solidFill>
                  <a:srgbClr val="FFFF00"/>
                </a:solidFill>
                <a:effectLst/>
                <a:uLnTx/>
                <a:uFillTx/>
                <a:latin typeface="Calibri Light" panose="020F0302020204030204"/>
                <a:ea typeface="+mn-ea"/>
                <a:cs typeface="+mn-cs"/>
              </a:rPr>
              <a:t> Injection</a:t>
            </a:r>
            <a:r>
              <a:rPr kumimoji="0" lang="en-US" sz="2400" b="1" i="0" u="none" strike="noStrike" kern="1200" cap="none" spc="0" normalizeH="0" noProof="0" dirty="0">
                <a:ln>
                  <a:noFill/>
                </a:ln>
                <a:solidFill>
                  <a:schemeClr val="bg1"/>
                </a:solidFill>
                <a:effectLst/>
                <a:uLnTx/>
                <a:uFillTx/>
                <a:latin typeface="Calibri Light" panose="020F0302020204030204"/>
                <a:ea typeface="+mn-ea"/>
                <a:cs typeface="+mn-cs"/>
              </a:rPr>
              <a:t> </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in Spring?</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12" name="Diagram 11">
            <a:extLst>
              <a:ext uri="{FF2B5EF4-FFF2-40B4-BE49-F238E27FC236}">
                <a16:creationId xmlns:a16="http://schemas.microsoft.com/office/drawing/2014/main" id="{79E87113-79E5-D213-C6E9-99A4FB49AA17}"/>
              </a:ext>
            </a:extLst>
          </p:cNvPr>
          <p:cNvGraphicFramePr/>
          <p:nvPr/>
        </p:nvGraphicFramePr>
        <p:xfrm>
          <a:off x="576757" y="1063384"/>
          <a:ext cx="3603357" cy="3066489"/>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4" name="Rectangle 3">
            <a:extLst>
              <a:ext uri="{FF2B5EF4-FFF2-40B4-BE49-F238E27FC236}">
                <a16:creationId xmlns:a16="http://schemas.microsoft.com/office/drawing/2014/main" id="{0C718D7B-F0DB-F4DB-512F-4FA0DAA00B15}"/>
              </a:ext>
            </a:extLst>
          </p:cNvPr>
          <p:cNvSpPr/>
          <p:nvPr/>
        </p:nvSpPr>
        <p:spPr>
          <a:xfrm>
            <a:off x="5446206" y="1063383"/>
            <a:ext cx="6475986" cy="556852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Service</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Autowired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Field Injection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MyRepository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repository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MyOtherService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otherService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MyThirdService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thirdService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    private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MyFourthService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fourthService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Autowired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Constructor Injection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MyService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MyOtherService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otherService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otherService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otherService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Autowired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Setter Injection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setThirdService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MyThirdService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thirdService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thirdService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thirdService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Autowired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Method Injection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configure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MyFourthService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fourthService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 </a:t>
            </a:r>
            <a:r>
              <a:rPr kumimoji="0" lang="en-IN" sz="14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fourthService</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as needed</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5" name="Picture 4">
            <a:extLst>
              <a:ext uri="{FF2B5EF4-FFF2-40B4-BE49-F238E27FC236}">
                <a16:creationId xmlns:a16="http://schemas.microsoft.com/office/drawing/2014/main" id="{5BD19D30-81F7-7133-6BD7-BAAEC73403E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269590" y="302743"/>
            <a:ext cx="902635" cy="359112"/>
          </a:xfrm>
          <a:prstGeom prst="rect">
            <a:avLst/>
          </a:prstGeom>
        </p:spPr>
      </p:pic>
      <p:pic>
        <p:nvPicPr>
          <p:cNvPr id="7" name="Picture 4">
            <a:extLst>
              <a:ext uri="{FF2B5EF4-FFF2-40B4-BE49-F238E27FC236}">
                <a16:creationId xmlns:a16="http://schemas.microsoft.com/office/drawing/2014/main" id="{FDF0632C-D31A-B644-5F1F-7F244A0890A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rot="7124246">
            <a:off x="2457936" y="1049652"/>
            <a:ext cx="3172858" cy="3172858"/>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F929E36-C971-14B8-0E84-2B43B60CECAC}"/>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1"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01219844"/>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When to use which type of dependency injection?</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12" name="Diagram 11">
            <a:extLst>
              <a:ext uri="{FF2B5EF4-FFF2-40B4-BE49-F238E27FC236}">
                <a16:creationId xmlns:a16="http://schemas.microsoft.com/office/drawing/2014/main" id="{79E87113-79E5-D213-C6E9-99A4FB49AA17}"/>
              </a:ext>
            </a:extLst>
          </p:cNvPr>
          <p:cNvGraphicFramePr/>
          <p:nvPr/>
        </p:nvGraphicFramePr>
        <p:xfrm>
          <a:off x="355694" y="1219743"/>
          <a:ext cx="9292398" cy="3849562"/>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4" name="TextBox 3">
            <a:extLst>
              <a:ext uri="{FF2B5EF4-FFF2-40B4-BE49-F238E27FC236}">
                <a16:creationId xmlns:a16="http://schemas.microsoft.com/office/drawing/2014/main" id="{AE5524C6-6434-256C-1FE0-6599473CF719}"/>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9"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683094747"/>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551194"/>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Component</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@Component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annotation in Spring?</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Bean &amp; @Bean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annotation?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Bean &amp; Component</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are the ways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define a Bean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in Spring?</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life cycle of a Bean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in Spring?</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Spring - Components &amp; Beans</a:t>
            </a:r>
            <a:endParaRPr lang="en-IN" b="1" dirty="0"/>
          </a:p>
        </p:txBody>
      </p:sp>
      <p:pic>
        <p:nvPicPr>
          <p:cNvPr id="2" name="Picture 1">
            <a:extLst>
              <a:ext uri="{FF2B5EF4-FFF2-40B4-BE49-F238E27FC236}">
                <a16:creationId xmlns:a16="http://schemas.microsoft.com/office/drawing/2014/main" id="{1C1C8DF4-7CE2-E23B-1F58-9C24CC81D3C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549541" y="2734915"/>
            <a:ext cx="625656" cy="248916"/>
          </a:xfrm>
          <a:prstGeom prst="rect">
            <a:avLst/>
          </a:prstGeom>
        </p:spPr>
      </p:pic>
      <p:sp>
        <p:nvSpPr>
          <p:cNvPr id="5" name="TextBox 4">
            <a:extLst>
              <a:ext uri="{FF2B5EF4-FFF2-40B4-BE49-F238E27FC236}">
                <a16:creationId xmlns:a16="http://schemas.microsoft.com/office/drawing/2014/main" id="{1C455684-0500-509A-7E40-3AB6E348D01C}"/>
              </a:ext>
            </a:extLst>
          </p:cNvPr>
          <p:cNvSpPr txBox="1"/>
          <p:nvPr/>
        </p:nvSpPr>
        <p:spPr>
          <a:xfrm>
            <a:off x="10342731" y="6373174"/>
            <a:ext cx="1972639" cy="307777"/>
          </a:xfrm>
          <a:prstGeom prst="rect">
            <a:avLst/>
          </a:prstGeom>
          <a:noFill/>
        </p:spPr>
        <p:txBody>
          <a:bodyPr wrap="square">
            <a:spAutoFit/>
          </a:bodyPr>
          <a:lstStyle/>
          <a:p>
            <a:r>
              <a:rPr lang="en-US" sz="1400" dirty="0">
                <a:hlinkClick r:id="rId8" action="ppaction://hlinksldjump"/>
              </a:rPr>
              <a:t>Back to main index</a:t>
            </a:r>
            <a:endParaRPr lang="en-IN" sz="1400" dirty="0"/>
          </a:p>
        </p:txBody>
      </p:sp>
    </p:spTree>
    <p:extLst>
      <p:ext uri="{BB962C8B-B14F-4D97-AF65-F5344CB8AC3E}">
        <p14:creationId xmlns:p14="http://schemas.microsoft.com/office/powerpoint/2010/main" val="3289094629"/>
      </p:ext>
    </p:extLst>
  </p:cSld>
  <p:clrMapOvr>
    <a:overrideClrMapping bg1="dk1" tx1="lt1" bg2="dk2" tx2="lt2" accent1="accent1" accent2="accent2" accent3="accent3" accent4="accent4" accent5="accent5" accent6="accent6" hlink="hlink" folHlink="folHlink"/>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4E976EF5-0211-A341-8228-51823C54E672}"/>
              </a:ext>
            </a:extLst>
          </p:cNvPr>
          <p:cNvSpPr/>
          <p:nvPr/>
        </p:nvSpPr>
        <p:spPr>
          <a:xfrm>
            <a:off x="6231361" y="964599"/>
            <a:ext cx="5881750" cy="578188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Autowired</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Spring application context(IoC container)</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Retrieve the bean from the context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getBean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 the bean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role of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Component</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and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@Component</a:t>
            </a:r>
            <a:r>
              <a:rPr lang="en-US" sz="2400" b="1" dirty="0">
                <a:solidFill>
                  <a:schemeClr val="bg1"/>
                </a:solidFill>
                <a:latin typeface="Calibri Light" panose="020F0302020204030204"/>
                <a:ea typeface="+mn-ea"/>
                <a:cs typeface="+mn-cs"/>
              </a:rPr>
              <a:t> a</a:t>
            </a:r>
            <a:r>
              <a:rPr kumimoji="0" lang="en-US" sz="2400" b="1" i="0" u="none" strike="noStrike" kern="1200" cap="none" spc="0" normalizeH="0" baseline="0" noProof="0" dirty="0" err="1">
                <a:ln>
                  <a:noFill/>
                </a:ln>
                <a:solidFill>
                  <a:schemeClr val="bg1"/>
                </a:solidFill>
                <a:effectLst/>
                <a:uLnTx/>
                <a:uFillTx/>
                <a:latin typeface="Calibri Light" panose="020F0302020204030204"/>
                <a:ea typeface="+mn-ea"/>
                <a:cs typeface="+mn-cs"/>
              </a:rPr>
              <a:t>nnotation</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in Spring?</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cxnSp>
        <p:nvCxnSpPr>
          <p:cNvPr id="10" name="Straight Arrow Connector 9">
            <a:extLst>
              <a:ext uri="{FF2B5EF4-FFF2-40B4-BE49-F238E27FC236}">
                <a16:creationId xmlns:a16="http://schemas.microsoft.com/office/drawing/2014/main" id="{D22F64A6-E7BF-C7DA-64D1-67673DD86DAD}"/>
              </a:ext>
            </a:extLst>
          </p:cNvPr>
          <p:cNvCxnSpPr>
            <a:cxnSpLocks/>
            <a:endCxn id="15" idx="3"/>
          </p:cNvCxnSpPr>
          <p:nvPr/>
        </p:nvCxnSpPr>
        <p:spPr>
          <a:xfrm flipH="1">
            <a:off x="5333023" y="1350818"/>
            <a:ext cx="898338" cy="521945"/>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2AFAE954-80E6-65C6-C4E1-A463A67B946C}"/>
              </a:ext>
            </a:extLst>
          </p:cNvPr>
          <p:cNvSpPr/>
          <p:nvPr/>
        </p:nvSpPr>
        <p:spPr>
          <a:xfrm>
            <a:off x="355693" y="1002325"/>
            <a:ext cx="4977330" cy="1740875"/>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182880" bIns="182880" rtlCol="0" anchor="t"/>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@Component annotation is used to indicate that a class is a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Spring-managed component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 Spring, a Component refers to a class or bean that is managed by the Spring IoC .</a:t>
            </a: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82788090-4718-A357-F9F8-3F5233739DD3}"/>
              </a:ext>
            </a:extLst>
          </p:cNvPr>
          <p:cNvSpPr/>
          <p:nvPr/>
        </p:nvSpPr>
        <p:spPr>
          <a:xfrm>
            <a:off x="355693" y="3261858"/>
            <a:ext cx="4977330" cy="174087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a:t>
            </a: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MathStudent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implements</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Override</a:t>
            </a: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50</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cxnSp>
        <p:nvCxnSpPr>
          <p:cNvPr id="13" name="Connector: Curved 12">
            <a:extLst>
              <a:ext uri="{FF2B5EF4-FFF2-40B4-BE49-F238E27FC236}">
                <a16:creationId xmlns:a16="http://schemas.microsoft.com/office/drawing/2014/main" id="{3B1894AD-1015-84B7-43FC-9EC353F44D3B}"/>
              </a:ext>
            </a:extLst>
          </p:cNvPr>
          <p:cNvCxnSpPr>
            <a:cxnSpLocks/>
          </p:cNvCxnSpPr>
          <p:nvPr/>
        </p:nvCxnSpPr>
        <p:spPr>
          <a:xfrm flipV="1">
            <a:off x="5320323" y="2010133"/>
            <a:ext cx="12700" cy="1984793"/>
          </a:xfrm>
          <a:prstGeom prst="curvedConnector3">
            <a:avLst>
              <a:gd name="adj1" fmla="val 4082929"/>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1ECCA165-DA68-0723-3F98-864EE6FFE921}"/>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233919870"/>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79907E8E-0BAD-04CF-8782-35F0C390099F}"/>
              </a:ext>
            </a:extLst>
          </p:cNvPr>
          <p:cNvSpPr/>
          <p:nvPr/>
        </p:nvSpPr>
        <p:spPr>
          <a:xfrm>
            <a:off x="4098508" y="985088"/>
            <a:ext cx="4826284" cy="195861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MathStudent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implements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Override</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50</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a:t>
            </a:r>
            <a:r>
              <a:rPr lang="en-US" sz="2400" b="1" dirty="0">
                <a:solidFill>
                  <a:schemeClr val="bg1"/>
                </a:solidFill>
                <a:latin typeface="Calibri Light" panose="020F0302020204030204"/>
                <a:ea typeface="+mn-ea"/>
                <a:cs typeface="+mn-cs"/>
              </a:rPr>
              <a:t>are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Bean </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&amp;</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 @Bean </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annotation</a:t>
            </a:r>
            <a:r>
              <a:rPr lang="en-US" sz="2400" b="1" dirty="0">
                <a:solidFill>
                  <a:schemeClr val="bg1"/>
                </a:solidFill>
                <a:latin typeface="Calibri Light" panose="020F0302020204030204"/>
                <a:ea typeface="+mn-ea"/>
                <a:cs typeface="+mn-cs"/>
              </a:rPr>
              <a:t>? Difference between </a:t>
            </a:r>
            <a:r>
              <a:rPr lang="en-US" sz="2400" b="1" dirty="0">
                <a:solidFill>
                  <a:srgbClr val="FFFF00"/>
                </a:solidFill>
                <a:latin typeface="Calibri Light" panose="020F0302020204030204"/>
                <a:ea typeface="+mn-ea"/>
                <a:cs typeface="+mn-cs"/>
              </a:rPr>
              <a:t>Bean</a:t>
            </a:r>
            <a:r>
              <a:rPr lang="en-US" sz="2400" b="1" dirty="0">
                <a:solidFill>
                  <a:schemeClr val="bg1"/>
                </a:solidFill>
                <a:latin typeface="Calibri Light" panose="020F0302020204030204"/>
                <a:ea typeface="+mn-ea"/>
                <a:cs typeface="+mn-cs"/>
              </a:rPr>
              <a:t> &amp; </a:t>
            </a:r>
            <a:r>
              <a:rPr lang="en-US" sz="2400" b="1" dirty="0">
                <a:solidFill>
                  <a:srgbClr val="FFFF00"/>
                </a:solidFill>
                <a:latin typeface="Calibri Light" panose="020F0302020204030204"/>
                <a:ea typeface="+mn-ea"/>
                <a:cs typeface="+mn-cs"/>
              </a:rPr>
              <a:t>Component</a:t>
            </a:r>
            <a:r>
              <a:rPr lang="en-US" sz="2400" b="1" dirty="0">
                <a:solidFill>
                  <a:schemeClr val="bg1"/>
                </a:solidFill>
                <a:latin typeface="Calibri Light" panose="020F0302020204030204"/>
                <a:ea typeface="+mn-ea"/>
                <a:cs typeface="+mn-cs"/>
              </a:rPr>
              <a:t>?</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4">
            <a:extLst>
              <a:ext uri="{FF2B5EF4-FFF2-40B4-BE49-F238E27FC236}">
                <a16:creationId xmlns:a16="http://schemas.microsoft.com/office/drawing/2014/main" id="{FACAB001-61CE-FC82-FCB0-1E7B7284A5C7}"/>
              </a:ext>
            </a:extLst>
          </p:cNvPr>
          <p:cNvSpPr/>
          <p:nvPr/>
        </p:nvSpPr>
        <p:spPr>
          <a:xfrm>
            <a:off x="4087470" y="3107999"/>
            <a:ext cx="4826283" cy="359270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Configuration</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ComponentScan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"com.example"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Bean</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Primary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mathStudent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MathStudent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Bean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scienceStudent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ScienceStudent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15" name="Rectangle 14">
            <a:extLst>
              <a:ext uri="{FF2B5EF4-FFF2-40B4-BE49-F238E27FC236}">
                <a16:creationId xmlns:a16="http://schemas.microsoft.com/office/drawing/2014/main" id="{2AFAE954-80E6-65C6-C4E1-A463A67B946C}"/>
              </a:ext>
            </a:extLst>
          </p:cNvPr>
          <p:cNvSpPr/>
          <p:nvPr/>
        </p:nvSpPr>
        <p:spPr>
          <a:xfrm>
            <a:off x="389151" y="1020911"/>
            <a:ext cx="3306248" cy="2087088"/>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182880" bIns="182880" rtlCol="0" anchor="t"/>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Spring bean is an object that is instantiated, configured, and managed by the Spring IoC container. These beans are the building blocks of a Spring application.</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IN" sz="1800" b="0" i="0" u="none" strike="noStrike" kern="1200" cap="none" spc="0" normalizeH="0" baseline="0" noProof="0" dirty="0">
              <a:ln>
                <a:noFill/>
              </a:ln>
              <a:solidFill>
                <a:prstClr val="black">
                  <a:lumMod val="85000"/>
                  <a:lumOff val="15000"/>
                </a:prstClr>
              </a:solidFill>
              <a:effectLst/>
              <a:uLnTx/>
              <a:uFillTx/>
              <a:latin typeface="Calibri" panose="020F0502020204030204"/>
              <a:ea typeface="+mn-ea"/>
              <a:cs typeface="+mn-cs"/>
            </a:endParaRPr>
          </a:p>
        </p:txBody>
      </p:sp>
      <p:cxnSp>
        <p:nvCxnSpPr>
          <p:cNvPr id="17" name="Straight Arrow Connector 16">
            <a:extLst>
              <a:ext uri="{FF2B5EF4-FFF2-40B4-BE49-F238E27FC236}">
                <a16:creationId xmlns:a16="http://schemas.microsoft.com/office/drawing/2014/main" id="{6ED8DE16-C7B8-3C68-2021-BD82D4FFAA2A}"/>
              </a:ext>
            </a:extLst>
          </p:cNvPr>
          <p:cNvCxnSpPr>
            <a:cxnSpLocks/>
          </p:cNvCxnSpPr>
          <p:nvPr/>
        </p:nvCxnSpPr>
        <p:spPr>
          <a:xfrm flipH="1" flipV="1">
            <a:off x="3680491" y="2212696"/>
            <a:ext cx="2137706" cy="2648062"/>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18BB7C61-4052-E5CC-497B-CCB8D4D0AC71}"/>
              </a:ext>
            </a:extLst>
          </p:cNvPr>
          <p:cNvCxnSpPr>
            <a:cxnSpLocks/>
          </p:cNvCxnSpPr>
          <p:nvPr/>
        </p:nvCxnSpPr>
        <p:spPr>
          <a:xfrm flipH="1">
            <a:off x="3695399" y="1503742"/>
            <a:ext cx="1839127" cy="361819"/>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962B4B5C-52F2-BBD5-4D6C-73E0589A52DD}"/>
              </a:ext>
            </a:extLst>
          </p:cNvPr>
          <p:cNvCxnSpPr>
            <a:cxnSpLocks/>
          </p:cNvCxnSpPr>
          <p:nvPr/>
        </p:nvCxnSpPr>
        <p:spPr>
          <a:xfrm flipH="1" flipV="1">
            <a:off x="3680491" y="2365506"/>
            <a:ext cx="2137706" cy="3682368"/>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89" name="Rectangle 88">
            <a:extLst>
              <a:ext uri="{FF2B5EF4-FFF2-40B4-BE49-F238E27FC236}">
                <a16:creationId xmlns:a16="http://schemas.microsoft.com/office/drawing/2014/main" id="{DA84FC78-6F3B-5962-760B-F1E3DD1817D1}"/>
              </a:ext>
            </a:extLst>
          </p:cNvPr>
          <p:cNvSpPr/>
          <p:nvPr/>
        </p:nvSpPr>
        <p:spPr>
          <a:xfrm>
            <a:off x="9190493" y="966111"/>
            <a:ext cx="2672172" cy="2378429"/>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182880" bIns="182880" rtlCol="0" anchor="t"/>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lumMod val="85000"/>
                    <a:lumOff val="15000"/>
                  </a:prstClr>
                </a:solidFill>
                <a:effectLst/>
                <a:uLnTx/>
                <a:uFillTx/>
                <a:latin typeface="Calibri" panose="020F0502020204030204"/>
                <a:ea typeface="+mn-ea"/>
                <a:cs typeface="+mn-cs"/>
              </a:rPr>
              <a:t>@Bean annotation in Spring is used to indicate that a method is a </a:t>
            </a:r>
            <a:r>
              <a:rPr kumimoji="0" lang="en-US" sz="1800" b="1" i="0" u="none" strike="noStrike" kern="1200" cap="none" spc="0" normalizeH="0" baseline="0" noProof="0" dirty="0">
                <a:ln>
                  <a:noFill/>
                </a:ln>
                <a:solidFill>
                  <a:prstClr val="black">
                    <a:lumMod val="85000"/>
                    <a:lumOff val="15000"/>
                  </a:prstClr>
                </a:solidFill>
                <a:effectLst/>
                <a:uLnTx/>
                <a:uFillTx/>
                <a:latin typeface="Calibri" panose="020F0502020204030204"/>
                <a:ea typeface="+mn-ea"/>
                <a:cs typeface="+mn-cs"/>
              </a:rPr>
              <a:t>Bean method</a:t>
            </a:r>
            <a:r>
              <a:rPr kumimoji="0" lang="en-US" sz="1800" b="0" i="0" u="none" strike="noStrike" kern="1200" cap="none" spc="0" normalizeH="0" baseline="0" noProof="0" dirty="0">
                <a:ln>
                  <a:noFill/>
                </a:ln>
                <a:solidFill>
                  <a:prstClr val="black">
                    <a:lumMod val="85000"/>
                    <a:lumOff val="15000"/>
                  </a:prstClr>
                </a:solidFill>
                <a:effectLst/>
                <a:uLnTx/>
                <a:uFillTx/>
                <a:latin typeface="Calibri" panose="020F0502020204030204"/>
                <a:ea typeface="+mn-ea"/>
                <a:cs typeface="+mn-cs"/>
              </a:rPr>
              <a:t>, and it produces or returns a bean to be managed by the Spring container.</a:t>
            </a:r>
            <a:endParaRPr kumimoji="0" lang="en-IN" sz="1800" b="0" i="0" u="none" strike="noStrike" kern="1200" cap="none" spc="0" normalizeH="0" baseline="0" noProof="0" dirty="0">
              <a:ln>
                <a:noFill/>
              </a:ln>
              <a:solidFill>
                <a:prstClr val="black">
                  <a:lumMod val="85000"/>
                  <a:lumOff val="15000"/>
                </a:prstClr>
              </a:solidFill>
              <a:effectLst/>
              <a:uLnTx/>
              <a:uFillTx/>
              <a:latin typeface="Calibri" panose="020F0502020204030204"/>
              <a:ea typeface="+mn-ea"/>
              <a:cs typeface="+mn-cs"/>
            </a:endParaRPr>
          </a:p>
        </p:txBody>
      </p:sp>
      <p:cxnSp>
        <p:nvCxnSpPr>
          <p:cNvPr id="90" name="Straight Arrow Connector 89">
            <a:extLst>
              <a:ext uri="{FF2B5EF4-FFF2-40B4-BE49-F238E27FC236}">
                <a16:creationId xmlns:a16="http://schemas.microsoft.com/office/drawing/2014/main" id="{6D753EEE-37B0-A858-284B-179D84DEE7FA}"/>
              </a:ext>
            </a:extLst>
          </p:cNvPr>
          <p:cNvCxnSpPr>
            <a:cxnSpLocks/>
          </p:cNvCxnSpPr>
          <p:nvPr/>
        </p:nvCxnSpPr>
        <p:spPr>
          <a:xfrm flipV="1">
            <a:off x="6753726" y="3344540"/>
            <a:ext cx="2680206" cy="1220274"/>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1" name="Straight Arrow Connector 90">
            <a:extLst>
              <a:ext uri="{FF2B5EF4-FFF2-40B4-BE49-F238E27FC236}">
                <a16:creationId xmlns:a16="http://schemas.microsoft.com/office/drawing/2014/main" id="{2E68D60A-362A-3907-287B-A8F24EE10783}"/>
              </a:ext>
            </a:extLst>
          </p:cNvPr>
          <p:cNvCxnSpPr>
            <a:cxnSpLocks/>
          </p:cNvCxnSpPr>
          <p:nvPr/>
        </p:nvCxnSpPr>
        <p:spPr>
          <a:xfrm flipV="1">
            <a:off x="6986739" y="3375600"/>
            <a:ext cx="2862543" cy="2347369"/>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6" name="Rectangle 95">
            <a:extLst>
              <a:ext uri="{FF2B5EF4-FFF2-40B4-BE49-F238E27FC236}">
                <a16:creationId xmlns:a16="http://schemas.microsoft.com/office/drawing/2014/main" id="{35A85499-35EF-7674-589F-B7173E374F5D}"/>
              </a:ext>
            </a:extLst>
          </p:cNvPr>
          <p:cNvSpPr/>
          <p:nvPr/>
        </p:nvSpPr>
        <p:spPr>
          <a:xfrm>
            <a:off x="389152" y="3375600"/>
            <a:ext cx="3306248" cy="1189214"/>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182880" bIns="182880" rtlCol="0" anchor="t"/>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lumMod val="85000"/>
                    <a:lumOff val="15000"/>
                  </a:prstClr>
                </a:solidFill>
                <a:effectLst/>
                <a:uLnTx/>
                <a:uFillTx/>
                <a:latin typeface="Calibri" panose="020F0502020204030204"/>
                <a:ea typeface="+mn-ea"/>
                <a:cs typeface="+mn-cs"/>
              </a:rPr>
              <a:t>Every component in spring is a bean, but every bean is not </a:t>
            </a:r>
            <a:r>
              <a:rPr kumimoji="0" lang="en-US" sz="1800" b="0" i="0" u="none" strike="noStrike" kern="1200" cap="none" spc="0" normalizeH="0" baseline="0" noProof="0">
                <a:ln>
                  <a:noFill/>
                </a:ln>
                <a:solidFill>
                  <a:prstClr val="black">
                    <a:lumMod val="85000"/>
                    <a:lumOff val="15000"/>
                  </a:prstClr>
                </a:solidFill>
                <a:effectLst/>
                <a:uLnTx/>
                <a:uFillTx/>
                <a:latin typeface="Calibri" panose="020F0502020204030204"/>
                <a:ea typeface="+mn-ea"/>
                <a:cs typeface="+mn-cs"/>
              </a:rPr>
              <a:t>a component.</a:t>
            </a:r>
            <a:endParaRPr kumimoji="0" lang="en-IN" sz="1800" b="0" i="0" u="none" strike="noStrike" kern="1200" cap="none" spc="0" normalizeH="0" baseline="0" noProof="0" dirty="0">
              <a:ln>
                <a:noFill/>
              </a:ln>
              <a:solidFill>
                <a:prstClr val="black">
                  <a:lumMod val="85000"/>
                  <a:lumOff val="15000"/>
                </a:prstClr>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7C16760D-8BF6-DC43-D394-2FCD5390AE40}"/>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4160504700"/>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are the ways </a:t>
            </a:r>
            <a:r>
              <a:rPr lang="en-US" sz="2400" b="1" dirty="0">
                <a:solidFill>
                  <a:schemeClr val="bg1"/>
                </a:solidFill>
                <a:latin typeface="Calibri Light" panose="020F0302020204030204"/>
                <a:ea typeface="+mn-ea"/>
                <a:cs typeface="+mn-cs"/>
              </a:rPr>
              <a:t>to</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define a Bean</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in Spring?</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Diagram 3">
            <a:extLst>
              <a:ext uri="{FF2B5EF4-FFF2-40B4-BE49-F238E27FC236}">
                <a16:creationId xmlns:a16="http://schemas.microsoft.com/office/drawing/2014/main" id="{6CFF42CC-074A-C884-6C4A-F8F8C501FC92}"/>
              </a:ext>
            </a:extLst>
          </p:cNvPr>
          <p:cNvGraphicFramePr/>
          <p:nvPr/>
        </p:nvGraphicFramePr>
        <p:xfrm>
          <a:off x="355694" y="1067945"/>
          <a:ext cx="4713611" cy="3664476"/>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12" name="Rectangle 11">
            <a:extLst>
              <a:ext uri="{FF2B5EF4-FFF2-40B4-BE49-F238E27FC236}">
                <a16:creationId xmlns:a16="http://schemas.microsoft.com/office/drawing/2014/main" id="{5DFF3D94-AD97-3CB6-95CC-00B6CF343D1C}"/>
              </a:ext>
            </a:extLst>
          </p:cNvPr>
          <p:cNvSpPr/>
          <p:nvPr/>
        </p:nvSpPr>
        <p:spPr>
          <a:xfrm>
            <a:off x="6570457" y="1100029"/>
            <a:ext cx="5411369" cy="300752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Used for general purpose</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MyComponent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Service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Used for </a:t>
            </a:r>
            <a:r>
              <a:rPr kumimoji="0" lang="en-IN" sz="1500" b="0" i="0" u="none" strike="noStrike" kern="1200" cap="none" spc="0" normalizeH="0" baseline="0" noProof="0" dirty="0">
                <a:ln>
                  <a:noFill/>
                </a:ln>
                <a:solidFill>
                  <a:srgbClr val="7CA668"/>
                </a:solidFill>
                <a:effectLst/>
                <a:uLnTx/>
                <a:uFillTx/>
                <a:latin typeface="Consolas" panose="020B0609020204030204" pitchFamily="49" charset="0"/>
                <a:ea typeface="+mn-ea"/>
                <a:cs typeface="+mn-cs"/>
              </a:rPr>
              <a:t>business logic</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MyService</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Repository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Used for </a:t>
            </a:r>
            <a:r>
              <a:rPr kumimoji="0" lang="en-IN" sz="1500" b="0" i="0" u="none" strike="noStrike" kern="1200" cap="none" spc="0" normalizeH="0" baseline="0" noProof="0" dirty="0">
                <a:ln>
                  <a:noFill/>
                </a:ln>
                <a:solidFill>
                  <a:srgbClr val="7CA668"/>
                </a:solidFill>
                <a:effectLst/>
                <a:uLnTx/>
                <a:uFillTx/>
                <a:latin typeface="Consolas" panose="020B0609020204030204" pitchFamily="49" charset="0"/>
                <a:ea typeface="+mn-ea"/>
                <a:cs typeface="+mn-cs"/>
              </a:rPr>
              <a:t>database operations</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MyRepository</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Controller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Used for </a:t>
            </a:r>
            <a:r>
              <a:rPr kumimoji="0" lang="en-IN" sz="1500" b="0" i="0" u="none" strike="noStrike" kern="1200" cap="none" spc="0" normalizeH="0" baseline="0" noProof="0" dirty="0">
                <a:ln>
                  <a:noFill/>
                </a:ln>
                <a:solidFill>
                  <a:srgbClr val="7CA668"/>
                </a:solidFill>
                <a:effectLst/>
                <a:uLnTx/>
                <a:uFillTx/>
                <a:latin typeface="Consolas" panose="020B0609020204030204" pitchFamily="49" charset="0"/>
                <a:ea typeface="+mn-ea"/>
                <a:cs typeface="+mn-cs"/>
              </a:rPr>
              <a:t>handling HTTP requests</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MyController</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5" name="Rectangle 4">
            <a:extLst>
              <a:ext uri="{FF2B5EF4-FFF2-40B4-BE49-F238E27FC236}">
                <a16:creationId xmlns:a16="http://schemas.microsoft.com/office/drawing/2014/main" id="{DA6A653C-E983-8FFC-D0B2-93EC858B751D}"/>
              </a:ext>
            </a:extLst>
          </p:cNvPr>
          <p:cNvSpPr/>
          <p:nvPr/>
        </p:nvSpPr>
        <p:spPr>
          <a:xfrm>
            <a:off x="6570457" y="4229124"/>
            <a:ext cx="5411369" cy="214273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Configuration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Used for containing Method Beans</a:t>
            </a: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Bean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Method Bean used to return a Spring Bean</a:t>
            </a: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MyBean</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myBean</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MyBean</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Left Brace 5">
            <a:extLst>
              <a:ext uri="{FF2B5EF4-FFF2-40B4-BE49-F238E27FC236}">
                <a16:creationId xmlns:a16="http://schemas.microsoft.com/office/drawing/2014/main" id="{0C5F3EFD-B764-AAC2-E6C2-A608D1979408}"/>
              </a:ext>
            </a:extLst>
          </p:cNvPr>
          <p:cNvSpPr/>
          <p:nvPr/>
        </p:nvSpPr>
        <p:spPr>
          <a:xfrm>
            <a:off x="5069305" y="1100029"/>
            <a:ext cx="1507958" cy="3007529"/>
          </a:xfrm>
          <a:prstGeom prst="leftBrace">
            <a:avLst>
              <a:gd name="adj1" fmla="val 8333"/>
              <a:gd name="adj2" fmla="val 27597"/>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10" name="Straight Arrow Connector 9">
            <a:extLst>
              <a:ext uri="{FF2B5EF4-FFF2-40B4-BE49-F238E27FC236}">
                <a16:creationId xmlns:a16="http://schemas.microsoft.com/office/drawing/2014/main" id="{B519B0B0-C303-3DA5-EB6B-BF2852A9975C}"/>
              </a:ext>
            </a:extLst>
          </p:cNvPr>
          <p:cNvCxnSpPr>
            <a:cxnSpLocks/>
            <a:endCxn id="5" idx="1"/>
          </p:cNvCxnSpPr>
          <p:nvPr/>
        </p:nvCxnSpPr>
        <p:spPr>
          <a:xfrm>
            <a:off x="3930316" y="3625516"/>
            <a:ext cx="2640141" cy="167497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03FE9FE-0266-DA71-D437-EECF3C06B318}"/>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9"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730775932"/>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life cycle of a Bean</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in Spring?</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Rectangle 5">
            <a:extLst>
              <a:ext uri="{FF2B5EF4-FFF2-40B4-BE49-F238E27FC236}">
                <a16:creationId xmlns:a16="http://schemas.microsoft.com/office/drawing/2014/main" id="{DEA1F33D-6A5F-E457-B7B5-D455A114B309}"/>
              </a:ext>
            </a:extLst>
          </p:cNvPr>
          <p:cNvSpPr/>
          <p:nvPr/>
        </p:nvSpPr>
        <p:spPr>
          <a:xfrm>
            <a:off x="5572463" y="964599"/>
            <a:ext cx="6540648" cy="557998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Spring application context (Spring IoC container)</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Retrieve the bean from the context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getBean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 the bean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cxnSp>
        <p:nvCxnSpPr>
          <p:cNvPr id="8" name="Straight Arrow Connector 7">
            <a:extLst>
              <a:ext uri="{FF2B5EF4-FFF2-40B4-BE49-F238E27FC236}">
                <a16:creationId xmlns:a16="http://schemas.microsoft.com/office/drawing/2014/main" id="{52BC2E92-3BA5-375C-85AF-AAD78C3C8FA7}"/>
              </a:ext>
            </a:extLst>
          </p:cNvPr>
          <p:cNvCxnSpPr>
            <a:cxnSpLocks/>
          </p:cNvCxnSpPr>
          <p:nvPr/>
        </p:nvCxnSpPr>
        <p:spPr>
          <a:xfrm flipH="1" flipV="1">
            <a:off x="3657600" y="2178314"/>
            <a:ext cx="3356386" cy="3149405"/>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278ED46C-9D91-AFDB-00D5-095299B3F555}"/>
              </a:ext>
            </a:extLst>
          </p:cNvPr>
          <p:cNvCxnSpPr>
            <a:cxnSpLocks/>
          </p:cNvCxnSpPr>
          <p:nvPr/>
        </p:nvCxnSpPr>
        <p:spPr>
          <a:xfrm flipH="1">
            <a:off x="3657600" y="2007220"/>
            <a:ext cx="4460488" cy="1004920"/>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a16="http://schemas.microsoft.com/office/drawing/2014/main" id="{7BD94420-70A8-0CA6-BE51-415D88661A9C}"/>
              </a:ext>
            </a:extLst>
          </p:cNvPr>
          <p:cNvCxnSpPr>
            <a:cxnSpLocks/>
          </p:cNvCxnSpPr>
          <p:nvPr/>
        </p:nvCxnSpPr>
        <p:spPr>
          <a:xfrm flipH="1" flipV="1">
            <a:off x="3657600" y="4688378"/>
            <a:ext cx="2549562" cy="1112938"/>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34" name="Picture 33">
            <a:extLst>
              <a:ext uri="{FF2B5EF4-FFF2-40B4-BE49-F238E27FC236}">
                <a16:creationId xmlns:a16="http://schemas.microsoft.com/office/drawing/2014/main" id="{A0DE8717-F61E-89D8-1D0A-33D880A4A69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814048" y="294830"/>
            <a:ext cx="949359" cy="377701"/>
          </a:xfrm>
          <a:prstGeom prst="rect">
            <a:avLst/>
          </a:prstGeom>
        </p:spPr>
      </p:pic>
      <p:graphicFrame>
        <p:nvGraphicFramePr>
          <p:cNvPr id="4" name="Diagram 3">
            <a:extLst>
              <a:ext uri="{FF2B5EF4-FFF2-40B4-BE49-F238E27FC236}">
                <a16:creationId xmlns:a16="http://schemas.microsoft.com/office/drawing/2014/main" id="{9D27C01F-6CFB-05CD-09C6-9874BBA760D0}"/>
              </a:ext>
            </a:extLst>
          </p:cNvPr>
          <p:cNvGraphicFramePr/>
          <p:nvPr/>
        </p:nvGraphicFramePr>
        <p:xfrm>
          <a:off x="139560" y="1054593"/>
          <a:ext cx="3929787" cy="4746723"/>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cxnSp>
        <p:nvCxnSpPr>
          <p:cNvPr id="21" name="Straight Arrow Connector 20">
            <a:extLst>
              <a:ext uri="{FF2B5EF4-FFF2-40B4-BE49-F238E27FC236}">
                <a16:creationId xmlns:a16="http://schemas.microsoft.com/office/drawing/2014/main" id="{547D7FCC-3017-0DB5-6E64-6A8705392FEF}"/>
              </a:ext>
            </a:extLst>
          </p:cNvPr>
          <p:cNvCxnSpPr>
            <a:cxnSpLocks/>
          </p:cNvCxnSpPr>
          <p:nvPr/>
        </p:nvCxnSpPr>
        <p:spPr>
          <a:xfrm flipH="1" flipV="1">
            <a:off x="3657600" y="1330036"/>
            <a:ext cx="6222380" cy="3052393"/>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 name="Straight Arrow Connector 6">
            <a:extLst>
              <a:ext uri="{FF2B5EF4-FFF2-40B4-BE49-F238E27FC236}">
                <a16:creationId xmlns:a16="http://schemas.microsoft.com/office/drawing/2014/main" id="{AEC7864F-B36D-AF41-9B08-6B6D46C720A9}"/>
              </a:ext>
            </a:extLst>
          </p:cNvPr>
          <p:cNvCxnSpPr>
            <a:cxnSpLocks/>
          </p:cNvCxnSpPr>
          <p:nvPr/>
        </p:nvCxnSpPr>
        <p:spPr>
          <a:xfrm flipH="1" flipV="1">
            <a:off x="3657600" y="5527964"/>
            <a:ext cx="2365988" cy="405791"/>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C1D1871C-38A5-E197-9565-18E0BC999592}"/>
              </a:ext>
            </a:extLst>
          </p:cNvPr>
          <p:cNvCxnSpPr>
            <a:cxnSpLocks/>
          </p:cNvCxnSpPr>
          <p:nvPr/>
        </p:nvCxnSpPr>
        <p:spPr>
          <a:xfrm flipH="1" flipV="1">
            <a:off x="3657600" y="3845861"/>
            <a:ext cx="6512312" cy="1395212"/>
          </a:xfrm>
          <a:prstGeom prst="straightConnector1">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7A4794E6-66B9-4F06-7B43-58CAFA60DD99}"/>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0"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836495768"/>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lang="en-US" sz="2400" b="1" dirty="0">
                <a:solidFill>
                  <a:schemeClr val="bg1"/>
                </a:solidFill>
              </a:rPr>
              <a:t>Q. What is the </a:t>
            </a:r>
            <a:r>
              <a:rPr lang="en-US" sz="2400" b="1" dirty="0">
                <a:solidFill>
                  <a:srgbClr val="FFFF00"/>
                </a:solidFill>
              </a:rPr>
              <a:t>life cycle of a Bean</a:t>
            </a:r>
            <a:r>
              <a:rPr lang="en-US" sz="2400" b="1" dirty="0">
                <a:solidFill>
                  <a:schemeClr val="bg1"/>
                </a:solidFill>
              </a:rPr>
              <a:t> in Spring?</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Diagram 3">
            <a:extLst>
              <a:ext uri="{FF2B5EF4-FFF2-40B4-BE49-F238E27FC236}">
                <a16:creationId xmlns:a16="http://schemas.microsoft.com/office/drawing/2014/main" id="{B02725D2-213D-6FB2-6749-2988EE51C3D8}"/>
              </a:ext>
            </a:extLst>
          </p:cNvPr>
          <p:cNvGraphicFramePr/>
          <p:nvPr/>
        </p:nvGraphicFramePr>
        <p:xfrm>
          <a:off x="355694" y="1188602"/>
          <a:ext cx="11124602" cy="5059858"/>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5" name="Picture 4">
            <a:extLst>
              <a:ext uri="{FF2B5EF4-FFF2-40B4-BE49-F238E27FC236}">
                <a16:creationId xmlns:a16="http://schemas.microsoft.com/office/drawing/2014/main" id="{34D4C0A4-A0F9-ECDA-1871-CB75B43115C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814048" y="313419"/>
            <a:ext cx="902635" cy="359112"/>
          </a:xfrm>
          <a:prstGeom prst="rect">
            <a:avLst/>
          </a:prstGeom>
        </p:spPr>
      </p:pic>
      <p:sp>
        <p:nvSpPr>
          <p:cNvPr id="6" name="TextBox 5">
            <a:extLst>
              <a:ext uri="{FF2B5EF4-FFF2-40B4-BE49-F238E27FC236}">
                <a16:creationId xmlns:a16="http://schemas.microsoft.com/office/drawing/2014/main" id="{0FC8D984-586A-FCB2-A2F0-70637A9FD967}"/>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0"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6769154"/>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235756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AppConfig</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@Configuration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@ComponentScan</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@Primary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annotation in </a:t>
            </a:r>
            <a:r>
              <a:rPr kumimoji="0" lang="en-US" sz="1800" b="0" i="0" u="none" strike="noStrike" kern="1200" cap="none" spc="0" normalizeH="0" baseline="0" noProof="0" dirty="0" err="1">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AppConfig</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Do we need @Primary annotation if there is only one bean method?</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Spring IoC container</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What is </a:t>
            </a:r>
            <a:r>
              <a:rPr kumimoji="0" lang="en-US" sz="1800" b="0" i="0" u="none" strike="noStrike" kern="1200" cap="none" spc="0" normalizeH="0" baseline="0" noProof="0" dirty="0" err="1">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AnnotationConfigApplicationContext</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XML-based Configuration</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@Autowired </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annotation?</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Spring - Configuration &amp; Annotations</a:t>
            </a:r>
            <a:endParaRPr lang="en-IN" b="1" dirty="0"/>
          </a:p>
        </p:txBody>
      </p:sp>
      <p:pic>
        <p:nvPicPr>
          <p:cNvPr id="2" name="Picture 1">
            <a:extLst>
              <a:ext uri="{FF2B5EF4-FFF2-40B4-BE49-F238E27FC236}">
                <a16:creationId xmlns:a16="http://schemas.microsoft.com/office/drawing/2014/main" id="{38AE7C97-ADAE-8CE2-19DB-56C8817CDD8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783172" y="1965133"/>
            <a:ext cx="625656" cy="248916"/>
          </a:xfrm>
          <a:prstGeom prst="rect">
            <a:avLst/>
          </a:prstGeom>
        </p:spPr>
      </p:pic>
      <p:pic>
        <p:nvPicPr>
          <p:cNvPr id="3" name="Picture 2">
            <a:extLst>
              <a:ext uri="{FF2B5EF4-FFF2-40B4-BE49-F238E27FC236}">
                <a16:creationId xmlns:a16="http://schemas.microsoft.com/office/drawing/2014/main" id="{16FA8680-8E24-50A1-0547-2AEFCFB6A00A}"/>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822296" y="3517541"/>
            <a:ext cx="625656" cy="248916"/>
          </a:xfrm>
          <a:prstGeom prst="rect">
            <a:avLst/>
          </a:prstGeom>
        </p:spPr>
      </p:pic>
      <p:pic>
        <p:nvPicPr>
          <p:cNvPr id="5" name="Picture 4">
            <a:extLst>
              <a:ext uri="{FF2B5EF4-FFF2-40B4-BE49-F238E27FC236}">
                <a16:creationId xmlns:a16="http://schemas.microsoft.com/office/drawing/2014/main" id="{83447F1F-CAA1-DFB3-467C-02A1981365D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693794" y="2711208"/>
            <a:ext cx="625656" cy="248916"/>
          </a:xfrm>
          <a:prstGeom prst="rect">
            <a:avLst/>
          </a:prstGeom>
        </p:spPr>
      </p:pic>
      <p:sp>
        <p:nvSpPr>
          <p:cNvPr id="10" name="TextBox 9">
            <a:extLst>
              <a:ext uri="{FF2B5EF4-FFF2-40B4-BE49-F238E27FC236}">
                <a16:creationId xmlns:a16="http://schemas.microsoft.com/office/drawing/2014/main" id="{059FA637-74A6-E978-32CD-42F0FFA50A8E}"/>
              </a:ext>
            </a:extLst>
          </p:cNvPr>
          <p:cNvSpPr txBox="1"/>
          <p:nvPr/>
        </p:nvSpPr>
        <p:spPr>
          <a:xfrm>
            <a:off x="10342731" y="6373174"/>
            <a:ext cx="1972639" cy="307777"/>
          </a:xfrm>
          <a:prstGeom prst="rect">
            <a:avLst/>
          </a:prstGeom>
          <a:noFill/>
        </p:spPr>
        <p:txBody>
          <a:bodyPr wrap="square">
            <a:spAutoFit/>
          </a:bodyPr>
          <a:lstStyle/>
          <a:p>
            <a:r>
              <a:rPr lang="en-US" sz="1400" dirty="0">
                <a:hlinkClick r:id="rId10" action="ppaction://hlinksldjump"/>
              </a:rPr>
              <a:t>Back to main index</a:t>
            </a:r>
            <a:endParaRPr lang="en-IN" sz="1400" dirty="0"/>
          </a:p>
        </p:txBody>
      </p:sp>
    </p:spTree>
    <p:extLst>
      <p:ext uri="{BB962C8B-B14F-4D97-AF65-F5344CB8AC3E}">
        <p14:creationId xmlns:p14="http://schemas.microsoft.com/office/powerpoint/2010/main" val="1359318708"/>
      </p:ext>
    </p:extLst>
  </p:cSld>
  <p:clrMapOvr>
    <a:overrideClrMapping bg1="dk1" tx1="lt1" bg2="dk2" tx2="lt2" accent1="accent1" accent2="accent2" accent3="accent3" accent4="accent4" accent5="accent5" accent6="accent6" hlink="hlink" folHlink="folHlink"/>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err="1">
                <a:ln>
                  <a:noFill/>
                </a:ln>
                <a:solidFill>
                  <a:srgbClr val="FFFF00"/>
                </a:solidFill>
                <a:effectLst/>
                <a:uLnTx/>
                <a:uFillTx/>
                <a:latin typeface="Calibri Light" panose="020F0302020204030204"/>
                <a:ea typeface="+mn-ea"/>
                <a:cs typeface="+mn-cs"/>
              </a:rPr>
              <a:t>AppConfig</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@Configuration </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and</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  @ComponentScan</a:t>
            </a:r>
            <a:r>
              <a:rPr lang="en-US" sz="2400" b="1" dirty="0">
                <a:solidFill>
                  <a:schemeClr val="bg1"/>
                </a:solidFill>
                <a:latin typeface="Calibri Light" panose="020F0302020204030204"/>
                <a:ea typeface="+mn-ea"/>
                <a:cs typeface="+mn-cs"/>
              </a:rPr>
              <a:t>?</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4">
            <a:extLst>
              <a:ext uri="{FF2B5EF4-FFF2-40B4-BE49-F238E27FC236}">
                <a16:creationId xmlns:a16="http://schemas.microsoft.com/office/drawing/2014/main" id="{FACAB001-61CE-FC82-FCB0-1E7B7284A5C7}"/>
              </a:ext>
            </a:extLst>
          </p:cNvPr>
          <p:cNvSpPr/>
          <p:nvPr/>
        </p:nvSpPr>
        <p:spPr>
          <a:xfrm>
            <a:off x="7171656" y="1002325"/>
            <a:ext cx="4413537" cy="437649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AppConfig.java</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Configuration</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ComponentScan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"com.example"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Bean</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Primary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mathStudent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MathStudent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Bean</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scienceStudent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ScienceStudent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cxnSp>
        <p:nvCxnSpPr>
          <p:cNvPr id="10" name="Straight Arrow Connector 9">
            <a:extLst>
              <a:ext uri="{FF2B5EF4-FFF2-40B4-BE49-F238E27FC236}">
                <a16:creationId xmlns:a16="http://schemas.microsoft.com/office/drawing/2014/main" id="{D22F64A6-E7BF-C7DA-64D1-67673DD86DAD}"/>
              </a:ext>
            </a:extLst>
          </p:cNvPr>
          <p:cNvCxnSpPr>
            <a:cxnSpLocks/>
            <a:endCxn id="15" idx="3"/>
          </p:cNvCxnSpPr>
          <p:nvPr/>
        </p:nvCxnSpPr>
        <p:spPr>
          <a:xfrm flipH="1">
            <a:off x="5475247" y="1481839"/>
            <a:ext cx="1696409" cy="1251028"/>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2AFAE954-80E6-65C6-C4E1-A463A67B946C}"/>
              </a:ext>
            </a:extLst>
          </p:cNvPr>
          <p:cNvSpPr/>
          <p:nvPr/>
        </p:nvSpPr>
        <p:spPr>
          <a:xfrm>
            <a:off x="520948" y="2187273"/>
            <a:ext cx="4954299" cy="1091187"/>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182880" bIns="91440" rtlCol="0" anchor="t"/>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@Configuration is an annotation in the Spring used to indicate that the class declares one or more @Bean methods.</a:t>
            </a:r>
            <a:endParaRPr kumimoji="0" lang="en-IN" sz="1800" b="0" i="0" u="none" strike="noStrike" kern="1200" cap="none" spc="0" normalizeH="0" baseline="0" noProof="0" dirty="0">
              <a:ln>
                <a:noFill/>
              </a:ln>
              <a:solidFill>
                <a:prstClr val="black">
                  <a:lumMod val="85000"/>
                  <a:lumOff val="15000"/>
                </a:prstClr>
              </a:solidFill>
              <a:effectLst/>
              <a:uLnTx/>
              <a:uFillTx/>
              <a:latin typeface="Calibri" panose="020F0502020204030204"/>
              <a:ea typeface="+mn-ea"/>
              <a:cs typeface="+mn-cs"/>
            </a:endParaRPr>
          </a:p>
        </p:txBody>
      </p:sp>
      <p:cxnSp>
        <p:nvCxnSpPr>
          <p:cNvPr id="11" name="Straight Arrow Connector 10">
            <a:extLst>
              <a:ext uri="{FF2B5EF4-FFF2-40B4-BE49-F238E27FC236}">
                <a16:creationId xmlns:a16="http://schemas.microsoft.com/office/drawing/2014/main" id="{F8FFC782-98D2-308E-026F-F2FB8C3385D1}"/>
              </a:ext>
            </a:extLst>
          </p:cNvPr>
          <p:cNvCxnSpPr>
            <a:cxnSpLocks/>
            <a:endCxn id="21" idx="3"/>
          </p:cNvCxnSpPr>
          <p:nvPr/>
        </p:nvCxnSpPr>
        <p:spPr>
          <a:xfrm flipH="1">
            <a:off x="5475245" y="1785981"/>
            <a:ext cx="1782272" cy="2353474"/>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5DAAA7CF-146B-4995-EA69-BF0E3694D7CA}"/>
              </a:ext>
            </a:extLst>
          </p:cNvPr>
          <p:cNvSpPr/>
          <p:nvPr/>
        </p:nvSpPr>
        <p:spPr>
          <a:xfrm>
            <a:off x="520947" y="3429000"/>
            <a:ext cx="4954298" cy="1420910"/>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182880" bIns="91440" rtlCol="0" anchor="t"/>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@ComponentScan is an annotation used to indicate that Spring will automatically scan and register beans from the specified package(</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comp.example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lumMod val="85000"/>
                  <a:lumOff val="15000"/>
                </a:prstClr>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F4CA83D0-9580-0A43-3A17-03FFD2B121D3}"/>
              </a:ext>
            </a:extLst>
          </p:cNvPr>
          <p:cNvSpPr/>
          <p:nvPr/>
        </p:nvSpPr>
        <p:spPr>
          <a:xfrm>
            <a:off x="520949" y="1067097"/>
            <a:ext cx="4954300" cy="940994"/>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182880" bIns="91440" rtlCol="0" anchor="t"/>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AppConfig</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is a Spring configuration class that defines beans.</a:t>
            </a:r>
            <a:endParaRPr kumimoji="0" lang="en-IN" sz="1800" b="0" i="0" u="none" strike="noStrike" kern="1200" cap="none" spc="0" normalizeH="0" baseline="0" noProof="0" dirty="0">
              <a:ln>
                <a:noFill/>
              </a:ln>
              <a:solidFill>
                <a:prstClr val="black">
                  <a:lumMod val="85000"/>
                  <a:lumOff val="15000"/>
                </a:prstClr>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FF410966-2750-C43B-75D5-2AE27F2B7BAA}"/>
              </a:ext>
            </a:extLst>
          </p:cNvPr>
          <p:cNvCxnSpPr>
            <a:cxnSpLocks/>
            <a:endCxn id="23" idx="3"/>
          </p:cNvCxnSpPr>
          <p:nvPr/>
        </p:nvCxnSpPr>
        <p:spPr>
          <a:xfrm flipH="1">
            <a:off x="5475249" y="1271239"/>
            <a:ext cx="1782268" cy="266355"/>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633AB167-2C6B-D35E-94F5-EED66A3B5CB4}"/>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145903487"/>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14F05A70-4627-C550-4AB7-FDAC022E992E}"/>
              </a:ext>
            </a:extLst>
          </p:cNvPr>
          <p:cNvSpPr/>
          <p:nvPr/>
        </p:nvSpPr>
        <p:spPr>
          <a:xfrm>
            <a:off x="355693" y="2389909"/>
            <a:ext cx="3990715" cy="325691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AppConfig.java</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Configuration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ComponentScan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"com.example"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Bean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Primary</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mathStudent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MathStudent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Bean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scienceStudent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ScienceStudent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8" name="Rectangle 7">
            <a:extLst>
              <a:ext uri="{FF2B5EF4-FFF2-40B4-BE49-F238E27FC236}">
                <a16:creationId xmlns:a16="http://schemas.microsoft.com/office/drawing/2014/main" id="{978D2BD4-E071-0D06-2078-D2BA2BCE8B5B}"/>
              </a:ext>
            </a:extLst>
          </p:cNvPr>
          <p:cNvSpPr/>
          <p:nvPr/>
        </p:nvSpPr>
        <p:spPr>
          <a:xfrm>
            <a:off x="6096000" y="964599"/>
            <a:ext cx="5866504" cy="578188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Autowired</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Spring application context(IoC container)</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Retrieve the bean from the context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getBean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 the bean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role of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@Primary</a:t>
            </a:r>
            <a:r>
              <a:rPr lang="en-US" sz="2400" b="1" dirty="0">
                <a:solidFill>
                  <a:schemeClr val="bg1"/>
                </a:solidFill>
                <a:latin typeface="Calibri Light" panose="020F0302020204030204"/>
                <a:ea typeface="+mn-ea"/>
                <a:cs typeface="+mn-cs"/>
              </a:rPr>
              <a:t> annotation in </a:t>
            </a:r>
            <a:r>
              <a:rPr lang="en-US" sz="2400" b="1" dirty="0" err="1">
                <a:solidFill>
                  <a:schemeClr val="bg1"/>
                </a:solidFill>
                <a:latin typeface="Calibri Light" panose="020F0302020204030204"/>
                <a:ea typeface="+mn-ea"/>
                <a:cs typeface="+mn-cs"/>
              </a:rPr>
              <a:t>AppConfig</a:t>
            </a:r>
            <a:r>
              <a:rPr lang="en-US" sz="2400" b="1" dirty="0">
                <a:solidFill>
                  <a:schemeClr val="bg1"/>
                </a:solidFill>
                <a:latin typeface="Calibri Light" panose="020F0302020204030204"/>
                <a:ea typeface="+mn-ea"/>
                <a:cs typeface="+mn-cs"/>
              </a:rPr>
              <a:t>?</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cxnSp>
        <p:nvCxnSpPr>
          <p:cNvPr id="10" name="Straight Arrow Connector 9">
            <a:extLst>
              <a:ext uri="{FF2B5EF4-FFF2-40B4-BE49-F238E27FC236}">
                <a16:creationId xmlns:a16="http://schemas.microsoft.com/office/drawing/2014/main" id="{D22F64A6-E7BF-C7DA-64D1-67673DD86DAD}"/>
              </a:ext>
            </a:extLst>
          </p:cNvPr>
          <p:cNvCxnSpPr>
            <a:cxnSpLocks/>
          </p:cNvCxnSpPr>
          <p:nvPr/>
        </p:nvCxnSpPr>
        <p:spPr>
          <a:xfrm flipV="1">
            <a:off x="3352800" y="2389909"/>
            <a:ext cx="5213684" cy="1620617"/>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2AFAE954-80E6-65C6-C4E1-A463A67B946C}"/>
              </a:ext>
            </a:extLst>
          </p:cNvPr>
          <p:cNvSpPr/>
          <p:nvPr/>
        </p:nvSpPr>
        <p:spPr>
          <a:xfrm>
            <a:off x="355693" y="1030822"/>
            <a:ext cx="4963439" cy="1199422"/>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182880" bIns="91440" rtlCol="0" anchor="t"/>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@Primary annotation marks method bean as the primary bean to be injected when multiple beans of the same type are present.</a:t>
            </a:r>
            <a:endParaRPr kumimoji="0" lang="en-IN" sz="1800" b="0" i="0" u="none" strike="noStrike" kern="1200" cap="none" spc="0" normalizeH="0" baseline="0" noProof="0" dirty="0">
              <a:ln>
                <a:noFill/>
              </a:ln>
              <a:solidFill>
                <a:prstClr val="black">
                  <a:lumMod val="85000"/>
                  <a:lumOff val="15000"/>
                </a:prstClr>
              </a:solidFill>
              <a:effectLst/>
              <a:uLnTx/>
              <a:uFillTx/>
              <a:latin typeface="Calibri" panose="020F0502020204030204"/>
              <a:ea typeface="+mn-ea"/>
              <a:cs typeface="+mn-cs"/>
            </a:endParaRPr>
          </a:p>
        </p:txBody>
      </p:sp>
      <p:cxnSp>
        <p:nvCxnSpPr>
          <p:cNvPr id="14" name="Straight Arrow Connector 13">
            <a:extLst>
              <a:ext uri="{FF2B5EF4-FFF2-40B4-BE49-F238E27FC236}">
                <a16:creationId xmlns:a16="http://schemas.microsoft.com/office/drawing/2014/main" id="{055E5047-A737-B7C2-5AA4-6D3F150915EF}"/>
              </a:ext>
            </a:extLst>
          </p:cNvPr>
          <p:cNvCxnSpPr>
            <a:cxnSpLocks/>
            <a:endCxn id="15" idx="2"/>
          </p:cNvCxnSpPr>
          <p:nvPr/>
        </p:nvCxnSpPr>
        <p:spPr>
          <a:xfrm flipV="1">
            <a:off x="1395663" y="2230244"/>
            <a:ext cx="1441750" cy="1363188"/>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5" name="Picture 4">
            <a:extLst>
              <a:ext uri="{FF2B5EF4-FFF2-40B4-BE49-F238E27FC236}">
                <a16:creationId xmlns:a16="http://schemas.microsoft.com/office/drawing/2014/main" id="{5BA6F3E7-EA01-E9EC-B464-7671F45E7B0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30904" y="330300"/>
            <a:ext cx="779082" cy="309956"/>
          </a:xfrm>
          <a:prstGeom prst="rect">
            <a:avLst/>
          </a:prstGeom>
        </p:spPr>
      </p:pic>
      <p:sp>
        <p:nvSpPr>
          <p:cNvPr id="6" name="TextBox 5">
            <a:extLst>
              <a:ext uri="{FF2B5EF4-FFF2-40B4-BE49-F238E27FC236}">
                <a16:creationId xmlns:a16="http://schemas.microsoft.com/office/drawing/2014/main" id="{D696F3F7-E27D-91ED-776A-5C89D2BDCB3F}"/>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545208072"/>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14F05A70-4627-C550-4AB7-FDAC022E992E}"/>
              </a:ext>
            </a:extLst>
          </p:cNvPr>
          <p:cNvSpPr/>
          <p:nvPr/>
        </p:nvSpPr>
        <p:spPr>
          <a:xfrm>
            <a:off x="7214840" y="1156502"/>
            <a:ext cx="4131388" cy="275757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AppConfig.java</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Configuration</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ComponentScan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"com.example"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Bean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mathStudent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MathStudent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Do we need @Primary annotation if there is only one bean method</a:t>
            </a:r>
            <a:r>
              <a:rPr lang="en-US" sz="2400" b="1" dirty="0">
                <a:solidFill>
                  <a:schemeClr val="bg1"/>
                </a:solidFill>
                <a:latin typeface="Calibri Light" panose="020F0302020204030204"/>
                <a:ea typeface="+mn-ea"/>
                <a:cs typeface="+mn-cs"/>
              </a:rPr>
              <a:t>?</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5" name="Rectangle 14">
            <a:extLst>
              <a:ext uri="{FF2B5EF4-FFF2-40B4-BE49-F238E27FC236}">
                <a16:creationId xmlns:a16="http://schemas.microsoft.com/office/drawing/2014/main" id="{2AFAE954-80E6-65C6-C4E1-A463A67B946C}"/>
              </a:ext>
            </a:extLst>
          </p:cNvPr>
          <p:cNvSpPr/>
          <p:nvPr/>
        </p:nvSpPr>
        <p:spPr>
          <a:xfrm>
            <a:off x="355694" y="1156502"/>
            <a:ext cx="4963439" cy="976398"/>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182880" bIns="91440" rtlCol="0" anchor="t"/>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 you do not need the @Primary annotation if there is only one bean.</a:t>
            </a:r>
            <a:endParaRPr kumimoji="0" lang="en-IN" sz="1800" b="0" i="0" u="none" strike="noStrike" kern="1200" cap="none" spc="0" normalizeH="0" baseline="0" noProof="0" dirty="0">
              <a:ln>
                <a:noFill/>
              </a:ln>
              <a:solidFill>
                <a:prstClr val="black">
                  <a:lumMod val="85000"/>
                  <a:lumOff val="15000"/>
                </a:prstClr>
              </a:solidFill>
              <a:effectLst/>
              <a:uLnTx/>
              <a:uFillTx/>
              <a:latin typeface="Calibri" panose="020F0502020204030204"/>
              <a:ea typeface="+mn-ea"/>
              <a:cs typeface="+mn-cs"/>
            </a:endParaRPr>
          </a:p>
        </p:txBody>
      </p:sp>
      <p:pic>
        <p:nvPicPr>
          <p:cNvPr id="5" name="Graphic 4" descr="Artificial Intelligence with solid fill">
            <a:extLst>
              <a:ext uri="{FF2B5EF4-FFF2-40B4-BE49-F238E27FC236}">
                <a16:creationId xmlns:a16="http://schemas.microsoft.com/office/drawing/2014/main" id="{D68DE4BB-BC8B-D189-F31D-77BD652020B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96432" y="157076"/>
            <a:ext cx="559216" cy="559216"/>
          </a:xfrm>
          <a:prstGeom prst="rect">
            <a:avLst/>
          </a:prstGeom>
        </p:spPr>
      </p:pic>
      <p:sp>
        <p:nvSpPr>
          <p:cNvPr id="6" name="TextBox 5">
            <a:extLst>
              <a:ext uri="{FF2B5EF4-FFF2-40B4-BE49-F238E27FC236}">
                <a16:creationId xmlns:a16="http://schemas.microsoft.com/office/drawing/2014/main" id="{9B5A0741-92EC-FBCA-0A40-04CE25443401}"/>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669764460"/>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4E976EF5-0211-A341-8228-51823C54E672}"/>
              </a:ext>
            </a:extLst>
          </p:cNvPr>
          <p:cNvSpPr/>
          <p:nvPr/>
        </p:nvSpPr>
        <p:spPr>
          <a:xfrm>
            <a:off x="6096000" y="964599"/>
            <a:ext cx="5866504" cy="564428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Autowired</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Spring application context(IoC container)</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Retrieve the bean from the context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getBean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 the bean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Spring IoC container</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What is </a:t>
            </a:r>
            <a:r>
              <a:rPr kumimoji="0" lang="en-US" sz="2400" b="1" i="0" u="none" strike="noStrike" kern="1200" cap="none" spc="0" normalizeH="0" baseline="0" noProof="0" dirty="0" err="1">
                <a:ln>
                  <a:noFill/>
                </a:ln>
                <a:solidFill>
                  <a:schemeClr val="bg1"/>
                </a:solidFill>
                <a:effectLst/>
                <a:uLnTx/>
                <a:uFillTx/>
                <a:latin typeface="Calibri Light" panose="020F0302020204030204"/>
                <a:ea typeface="+mn-ea"/>
                <a:cs typeface="+mn-cs"/>
              </a:rPr>
              <a:t>AnnotationConfigApplicationContext</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cxnSp>
        <p:nvCxnSpPr>
          <p:cNvPr id="10" name="Straight Arrow Connector 9">
            <a:extLst>
              <a:ext uri="{FF2B5EF4-FFF2-40B4-BE49-F238E27FC236}">
                <a16:creationId xmlns:a16="http://schemas.microsoft.com/office/drawing/2014/main" id="{D22F64A6-E7BF-C7DA-64D1-67673DD86DAD}"/>
              </a:ext>
            </a:extLst>
          </p:cNvPr>
          <p:cNvCxnSpPr>
            <a:cxnSpLocks/>
            <a:endCxn id="15" idx="3"/>
          </p:cNvCxnSpPr>
          <p:nvPr/>
        </p:nvCxnSpPr>
        <p:spPr>
          <a:xfrm flipH="1" flipV="1">
            <a:off x="5139559" y="2148659"/>
            <a:ext cx="5211918" cy="2681249"/>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2AFAE954-80E6-65C6-C4E1-A463A67B946C}"/>
              </a:ext>
            </a:extLst>
          </p:cNvPr>
          <p:cNvSpPr/>
          <p:nvPr/>
        </p:nvSpPr>
        <p:spPr>
          <a:xfrm>
            <a:off x="355693" y="1002324"/>
            <a:ext cx="4783866" cy="2292669"/>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182880" bIns="182880" rtlCol="0" anchor="t"/>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Spring IoC container(context) is responsible for managing beans based on the configuration provided in AppConfig.java.</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AnnotationConfigApplicationContext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is the inbuilt class provided by Spring framework for creating IoC container(context). </a:t>
            </a:r>
          </a:p>
        </p:txBody>
      </p:sp>
      <p:pic>
        <p:nvPicPr>
          <p:cNvPr id="5" name="Picture 4">
            <a:extLst>
              <a:ext uri="{FF2B5EF4-FFF2-40B4-BE49-F238E27FC236}">
                <a16:creationId xmlns:a16="http://schemas.microsoft.com/office/drawing/2014/main" id="{8D34B928-06C2-5DDB-C5E8-F13DD251314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008103" y="324344"/>
            <a:ext cx="902635" cy="359112"/>
          </a:xfrm>
          <a:prstGeom prst="rect">
            <a:avLst/>
          </a:prstGeom>
        </p:spPr>
      </p:pic>
      <p:sp>
        <p:nvSpPr>
          <p:cNvPr id="6" name="TextBox 5">
            <a:extLst>
              <a:ext uri="{FF2B5EF4-FFF2-40B4-BE49-F238E27FC236}">
                <a16:creationId xmlns:a16="http://schemas.microsoft.com/office/drawing/2014/main" id="{DE949690-B1B8-25E2-ADEC-8FD593414F84}"/>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632725258"/>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XML-based Configuration</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75CB0E64-604D-5066-BE22-DB7D80CEA68B}"/>
              </a:ext>
            </a:extLst>
          </p:cNvPr>
          <p:cNvSpPr txBox="1"/>
          <p:nvPr/>
        </p:nvSpPr>
        <p:spPr>
          <a:xfrm>
            <a:off x="297056" y="1095743"/>
            <a:ext cx="3564939" cy="1754326"/>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XML-based configuration in Spring refers to the traditional approach of configuring Spring beans and their dependencies using XML files, typically named applicationContext.xml</a:t>
            </a:r>
          </a:p>
        </p:txBody>
      </p:sp>
      <p:sp>
        <p:nvSpPr>
          <p:cNvPr id="4" name="Rectangle 3">
            <a:extLst>
              <a:ext uri="{FF2B5EF4-FFF2-40B4-BE49-F238E27FC236}">
                <a16:creationId xmlns:a16="http://schemas.microsoft.com/office/drawing/2014/main" id="{CB409BD6-36B7-A1D8-2AF0-E75C9DB59473}"/>
              </a:ext>
            </a:extLst>
          </p:cNvPr>
          <p:cNvSpPr/>
          <p:nvPr/>
        </p:nvSpPr>
        <p:spPr>
          <a:xfrm>
            <a:off x="4225546" y="1149148"/>
            <a:ext cx="7758460" cy="272255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&lt;!-- applicationContext.xml --&gt;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&lt;!-- Enable component scanning to automatically detect Spring components --&gt;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808080"/>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context:component-scan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base-package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com.example</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808080"/>
                </a:solidFill>
                <a:effectLst/>
                <a:highlight>
                  <a:srgbClr val="000000"/>
                </a:highlight>
                <a:uLnTx/>
                <a:uFillTx/>
                <a:latin typeface="Consolas" panose="020B0609020204030204" pitchFamily="49" charset="0"/>
                <a:ea typeface="+mn-ea"/>
                <a:cs typeface="+mn-cs"/>
              </a:rPr>
              <a:t>/&gt;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&lt;!-- Define bean definitions for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mathStudent</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and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scienceStudent</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--&gt;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808080"/>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bean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mathStudent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com.example</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primary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"true"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808080"/>
                </a:solidFill>
                <a:effectLst/>
                <a:highlight>
                  <a:srgbClr val="000000"/>
                </a:highlight>
                <a:uLnTx/>
                <a:uFillTx/>
                <a:latin typeface="Consolas" panose="020B0609020204030204" pitchFamily="49" charset="0"/>
                <a:ea typeface="+mn-ea"/>
                <a:cs typeface="+mn-cs"/>
              </a:rPr>
              <a:t>/&gt;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808080"/>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bean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scienceStudent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com.example</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808080"/>
                </a:solidFill>
                <a:effectLst/>
                <a:highlight>
                  <a:srgbClr val="000000"/>
                </a:highlight>
                <a:uLnTx/>
                <a:uFillTx/>
                <a:latin typeface="Consolas" panose="020B0609020204030204" pitchFamily="49" charset="0"/>
                <a:ea typeface="+mn-ea"/>
                <a:cs typeface="+mn-cs"/>
              </a:rPr>
              <a:t>/&gt;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5" name="TextBox 4">
            <a:extLst>
              <a:ext uri="{FF2B5EF4-FFF2-40B4-BE49-F238E27FC236}">
                <a16:creationId xmlns:a16="http://schemas.microsoft.com/office/drawing/2014/main" id="{47313D92-3D3F-91D1-2DE3-1958E897F4BB}"/>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418767847"/>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4E976EF5-0211-A341-8228-51823C54E672}"/>
              </a:ext>
            </a:extLst>
          </p:cNvPr>
          <p:cNvSpPr/>
          <p:nvPr/>
        </p:nvSpPr>
        <p:spPr>
          <a:xfrm>
            <a:off x="288788" y="964599"/>
            <a:ext cx="5571771" cy="577499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Autowired</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“Students: "</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Spring application context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Retrieve the bean from the context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getBean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 the bean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role of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@Autowired</a:t>
            </a:r>
            <a:r>
              <a:rPr lang="en-US" sz="2400" b="1" dirty="0">
                <a:solidFill>
                  <a:schemeClr val="bg1"/>
                </a:solidFill>
                <a:latin typeface="Calibri Light" panose="020F0302020204030204"/>
                <a:ea typeface="+mn-ea"/>
                <a:cs typeface="+mn-cs"/>
              </a:rPr>
              <a:t> annotation</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4">
            <a:extLst>
              <a:ext uri="{FF2B5EF4-FFF2-40B4-BE49-F238E27FC236}">
                <a16:creationId xmlns:a16="http://schemas.microsoft.com/office/drawing/2014/main" id="{B735F967-4EC3-64A7-BBE4-A6D8F710E56A}"/>
              </a:ext>
            </a:extLst>
          </p:cNvPr>
          <p:cNvSpPr/>
          <p:nvPr/>
        </p:nvSpPr>
        <p:spPr>
          <a:xfrm>
            <a:off x="6089519" y="959145"/>
            <a:ext cx="5908842" cy="585940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Constructor for manual dependency injection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Spring application context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Manually retrieve and inject the dependency</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getBean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//Manual injection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Rectangle 5">
            <a:extLst>
              <a:ext uri="{FF2B5EF4-FFF2-40B4-BE49-F238E27FC236}">
                <a16:creationId xmlns:a16="http://schemas.microsoft.com/office/drawing/2014/main" id="{49A1B9B2-FBCD-BDC6-C5AC-A54A81CD7B57}"/>
              </a:ext>
            </a:extLst>
          </p:cNvPr>
          <p:cNvSpPr/>
          <p:nvPr/>
        </p:nvSpPr>
        <p:spPr>
          <a:xfrm>
            <a:off x="6229812" y="5403272"/>
            <a:ext cx="5740307" cy="399225"/>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7" name="Picture 6">
            <a:extLst>
              <a:ext uri="{FF2B5EF4-FFF2-40B4-BE49-F238E27FC236}">
                <a16:creationId xmlns:a16="http://schemas.microsoft.com/office/drawing/2014/main" id="{E4EFF97C-9358-11F7-DD05-F4F0EC9B7DC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79656" y="296910"/>
            <a:ext cx="902635" cy="359112"/>
          </a:xfrm>
          <a:prstGeom prst="rect">
            <a:avLst/>
          </a:prstGeom>
        </p:spPr>
      </p:pic>
      <p:sp>
        <p:nvSpPr>
          <p:cNvPr id="8" name="TextBox 7">
            <a:extLst>
              <a:ext uri="{FF2B5EF4-FFF2-40B4-BE49-F238E27FC236}">
                <a16:creationId xmlns:a16="http://schemas.microsoft.com/office/drawing/2014/main" id="{07BB54A2-712B-122D-88A0-B18A651F733B}"/>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314712988"/>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4E976EF5-0211-A341-8228-51823C54E672}"/>
              </a:ext>
            </a:extLst>
          </p:cNvPr>
          <p:cNvSpPr/>
          <p:nvPr/>
        </p:nvSpPr>
        <p:spPr>
          <a:xfrm>
            <a:off x="5408341" y="964599"/>
            <a:ext cx="6554163" cy="556905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Autowired</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Spring application context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Retrieve the bean from the context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getBean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 the bean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role of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@Autowired</a:t>
            </a:r>
            <a:r>
              <a:rPr lang="en-US" sz="2400" b="1" dirty="0">
                <a:solidFill>
                  <a:schemeClr val="bg1"/>
                </a:solidFill>
                <a:latin typeface="Calibri Light" panose="020F0302020204030204"/>
                <a:ea typeface="+mn-ea"/>
                <a:cs typeface="+mn-cs"/>
              </a:rPr>
              <a:t> annotation</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cxnSp>
        <p:nvCxnSpPr>
          <p:cNvPr id="10" name="Straight Arrow Connector 9">
            <a:extLst>
              <a:ext uri="{FF2B5EF4-FFF2-40B4-BE49-F238E27FC236}">
                <a16:creationId xmlns:a16="http://schemas.microsoft.com/office/drawing/2014/main" id="{D22F64A6-E7BF-C7DA-64D1-67673DD86DAD}"/>
              </a:ext>
            </a:extLst>
          </p:cNvPr>
          <p:cNvCxnSpPr>
            <a:cxnSpLocks/>
            <a:endCxn id="15" idx="3"/>
          </p:cNvCxnSpPr>
          <p:nvPr/>
        </p:nvCxnSpPr>
        <p:spPr>
          <a:xfrm flipH="1" flipV="1">
            <a:off x="4916244" y="1765187"/>
            <a:ext cx="968189" cy="246493"/>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2AFAE954-80E6-65C6-C4E1-A463A67B946C}"/>
              </a:ext>
            </a:extLst>
          </p:cNvPr>
          <p:cNvSpPr/>
          <p:nvPr/>
        </p:nvSpPr>
        <p:spPr>
          <a:xfrm>
            <a:off x="355693" y="1002326"/>
            <a:ext cx="4560551" cy="1525722"/>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182880" bIns="182880" rtlCol="0" anchor="t"/>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@Autowired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automatically injects dependencies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into Spring-managed beans, eliminating the need for manual instantiation.</a:t>
            </a: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6" name="Picture 5">
            <a:extLst>
              <a:ext uri="{FF2B5EF4-FFF2-40B4-BE49-F238E27FC236}">
                <a16:creationId xmlns:a16="http://schemas.microsoft.com/office/drawing/2014/main" id="{EA6125F5-3593-6AD5-76E4-210D3922544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79656" y="296910"/>
            <a:ext cx="902635" cy="359112"/>
          </a:xfrm>
          <a:prstGeom prst="rect">
            <a:avLst/>
          </a:prstGeom>
        </p:spPr>
      </p:pic>
      <p:sp>
        <p:nvSpPr>
          <p:cNvPr id="5" name="TextBox 4">
            <a:extLst>
              <a:ext uri="{FF2B5EF4-FFF2-40B4-BE49-F238E27FC236}">
                <a16:creationId xmlns:a16="http://schemas.microsoft.com/office/drawing/2014/main" id="{93533845-75B9-EE5D-024A-2A0D69F1B23B}"/>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006563780"/>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2760756"/>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Scope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of a bean? What is the default scope of a bean?</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the different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types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of Spring bean scopes?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@Scope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annotation?</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Singleton Scope</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When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use Singleton scope</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What are its pros and cons?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Prototype Scope</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When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use Prototype scope</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 What are its pros and cons?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Request Scope</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 When to use it?</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Spring - Scopes of a bean</a:t>
            </a:r>
            <a:endParaRPr lang="en-IN" b="1" dirty="0"/>
          </a:p>
        </p:txBody>
      </p:sp>
      <p:pic>
        <p:nvPicPr>
          <p:cNvPr id="2" name="Picture 1">
            <a:extLst>
              <a:ext uri="{FF2B5EF4-FFF2-40B4-BE49-F238E27FC236}">
                <a16:creationId xmlns:a16="http://schemas.microsoft.com/office/drawing/2014/main" id="{50235AC3-92BC-A0F4-867A-526CCC6B32D8}"/>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6418884" y="1548911"/>
            <a:ext cx="625656" cy="248916"/>
          </a:xfrm>
          <a:prstGeom prst="rect">
            <a:avLst/>
          </a:prstGeom>
        </p:spPr>
      </p:pic>
      <p:pic>
        <p:nvPicPr>
          <p:cNvPr id="3" name="Picture 2">
            <a:extLst>
              <a:ext uri="{FF2B5EF4-FFF2-40B4-BE49-F238E27FC236}">
                <a16:creationId xmlns:a16="http://schemas.microsoft.com/office/drawing/2014/main" id="{A424C613-9AED-73D9-C9E2-CDF8AC2B155B}"/>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8234352" y="1936069"/>
            <a:ext cx="625656" cy="248916"/>
          </a:xfrm>
          <a:prstGeom prst="rect">
            <a:avLst/>
          </a:prstGeom>
        </p:spPr>
      </p:pic>
      <p:pic>
        <p:nvPicPr>
          <p:cNvPr id="5" name="Picture 4">
            <a:extLst>
              <a:ext uri="{FF2B5EF4-FFF2-40B4-BE49-F238E27FC236}">
                <a16:creationId xmlns:a16="http://schemas.microsoft.com/office/drawing/2014/main" id="{CB397BF2-11EE-3202-A6AA-44FF4EA796FA}"/>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992329" y="2326143"/>
            <a:ext cx="625656" cy="248916"/>
          </a:xfrm>
          <a:prstGeom prst="rect">
            <a:avLst/>
          </a:prstGeom>
        </p:spPr>
      </p:pic>
      <p:sp>
        <p:nvSpPr>
          <p:cNvPr id="10" name="TextBox 9">
            <a:extLst>
              <a:ext uri="{FF2B5EF4-FFF2-40B4-BE49-F238E27FC236}">
                <a16:creationId xmlns:a16="http://schemas.microsoft.com/office/drawing/2014/main" id="{C66C474E-BD09-E032-0940-173FF1DEC3A8}"/>
              </a:ext>
            </a:extLst>
          </p:cNvPr>
          <p:cNvSpPr txBox="1"/>
          <p:nvPr/>
        </p:nvSpPr>
        <p:spPr>
          <a:xfrm>
            <a:off x="10342731" y="6373174"/>
            <a:ext cx="1972639" cy="307777"/>
          </a:xfrm>
          <a:prstGeom prst="rect">
            <a:avLst/>
          </a:prstGeom>
          <a:noFill/>
        </p:spPr>
        <p:txBody>
          <a:bodyPr wrap="square">
            <a:spAutoFit/>
          </a:bodyPr>
          <a:lstStyle/>
          <a:p>
            <a:r>
              <a:rPr lang="en-US" sz="1400" dirty="0">
                <a:hlinkClick r:id="rId11" action="ppaction://hlinksldjump"/>
              </a:rPr>
              <a:t>Back to main index</a:t>
            </a:r>
            <a:endParaRPr lang="en-IN" sz="1400" dirty="0"/>
          </a:p>
        </p:txBody>
      </p:sp>
    </p:spTree>
    <p:extLst>
      <p:ext uri="{BB962C8B-B14F-4D97-AF65-F5344CB8AC3E}">
        <p14:creationId xmlns:p14="http://schemas.microsoft.com/office/powerpoint/2010/main" val="3045049879"/>
      </p:ext>
    </p:extLst>
  </p:cSld>
  <p:clrMapOvr>
    <a:overrideClrMapping bg1="dk1" tx1="lt1" bg2="dk2" tx2="lt2" accent1="accent1" accent2="accent2" accent3="accent3" accent4="accent4" accent5="accent5" accent6="accent6" hlink="hlink" folHlink="folHlink"/>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Scope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of a bean? What is the default scope of a bean?</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Rectangle 6">
            <a:extLst>
              <a:ext uri="{FF2B5EF4-FFF2-40B4-BE49-F238E27FC236}">
                <a16:creationId xmlns:a16="http://schemas.microsoft.com/office/drawing/2014/main" id="{0803E6FB-5DD5-2EFD-C2B6-D58EFA2B57CF}"/>
              </a:ext>
            </a:extLst>
          </p:cNvPr>
          <p:cNvSpPr/>
          <p:nvPr/>
        </p:nvSpPr>
        <p:spPr>
          <a:xfrm>
            <a:off x="511432" y="2769374"/>
            <a:ext cx="3915602" cy="233103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Configuration</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Bean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scienceStudent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ScienceStudent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Rectangle 7">
            <a:extLst>
              <a:ext uri="{FF2B5EF4-FFF2-40B4-BE49-F238E27FC236}">
                <a16:creationId xmlns:a16="http://schemas.microsoft.com/office/drawing/2014/main" id="{29769DC4-E3A5-5BD9-B900-4771D5949979}"/>
              </a:ext>
            </a:extLst>
          </p:cNvPr>
          <p:cNvSpPr/>
          <p:nvPr/>
        </p:nvSpPr>
        <p:spPr>
          <a:xfrm>
            <a:off x="5250701" y="2769374"/>
            <a:ext cx="3915602" cy="237187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Configuration</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Scope</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"singleton"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Bean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scienceStudent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ScienceStudent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0" name="TextBox 9">
            <a:extLst>
              <a:ext uri="{FF2B5EF4-FFF2-40B4-BE49-F238E27FC236}">
                <a16:creationId xmlns:a16="http://schemas.microsoft.com/office/drawing/2014/main" id="{10820E8A-1D92-95BE-5300-68AE56A37569}"/>
              </a:ext>
            </a:extLst>
          </p:cNvPr>
          <p:cNvSpPr txBox="1"/>
          <p:nvPr/>
        </p:nvSpPr>
        <p:spPr>
          <a:xfrm>
            <a:off x="511432" y="1099595"/>
            <a:ext cx="6558453" cy="1354217"/>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scope of a bean in Spring refers to the lifecycle and visibility of bean instances. For example, how many instances of a bean are created and managed by the Spring IoC container.</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Singleton is the default scope of a bean.</a:t>
            </a:r>
          </a:p>
        </p:txBody>
      </p:sp>
      <p:sp>
        <p:nvSpPr>
          <p:cNvPr id="5" name="Equals 4">
            <a:extLst>
              <a:ext uri="{FF2B5EF4-FFF2-40B4-BE49-F238E27FC236}">
                <a16:creationId xmlns:a16="http://schemas.microsoft.com/office/drawing/2014/main" id="{B7832A96-1806-FBFD-9C03-F4D6F194D367}"/>
              </a:ext>
            </a:extLst>
          </p:cNvPr>
          <p:cNvSpPr/>
          <p:nvPr/>
        </p:nvSpPr>
        <p:spPr>
          <a:xfrm>
            <a:off x="4559325" y="3728810"/>
            <a:ext cx="535259" cy="323386"/>
          </a:xfrm>
          <a:prstGeom prst="mathEqual">
            <a:avLst/>
          </a:prstGeom>
          <a:solidFill>
            <a:srgbClr val="FFC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6" name="Picture 5">
            <a:extLst>
              <a:ext uri="{FF2B5EF4-FFF2-40B4-BE49-F238E27FC236}">
                <a16:creationId xmlns:a16="http://schemas.microsoft.com/office/drawing/2014/main" id="{7B47AC4A-FB7E-CD94-911C-F89DCB6D6F7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364843" y="302744"/>
            <a:ext cx="902635" cy="359112"/>
          </a:xfrm>
          <a:prstGeom prst="rect">
            <a:avLst/>
          </a:prstGeom>
        </p:spPr>
      </p:pic>
      <p:sp>
        <p:nvSpPr>
          <p:cNvPr id="4" name="TextBox 3">
            <a:extLst>
              <a:ext uri="{FF2B5EF4-FFF2-40B4-BE49-F238E27FC236}">
                <a16:creationId xmlns:a16="http://schemas.microsoft.com/office/drawing/2014/main" id="{56357408-8E4C-6B91-B502-B1CF547292CC}"/>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889199547"/>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are the different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types</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of Spring bean scopes?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@Scope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annotation?</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8" name="Rectangle 7">
            <a:extLst>
              <a:ext uri="{FF2B5EF4-FFF2-40B4-BE49-F238E27FC236}">
                <a16:creationId xmlns:a16="http://schemas.microsoft.com/office/drawing/2014/main" id="{29769DC4-E3A5-5BD9-B900-4771D5949979}"/>
              </a:ext>
            </a:extLst>
          </p:cNvPr>
          <p:cNvSpPr/>
          <p:nvPr/>
        </p:nvSpPr>
        <p:spPr>
          <a:xfrm>
            <a:off x="7425188" y="1097426"/>
            <a:ext cx="3915602" cy="266760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Configuration</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Scope</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"singleton"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Retrieve </a:t>
            </a:r>
            <a:endPar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Bean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scienceStudent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ScienceStudent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31" name="Diagram 30">
            <a:extLst>
              <a:ext uri="{FF2B5EF4-FFF2-40B4-BE49-F238E27FC236}">
                <a16:creationId xmlns:a16="http://schemas.microsoft.com/office/drawing/2014/main" id="{05A8A9F6-92D9-BA6A-9639-3C61FFD7FC4D}"/>
              </a:ext>
            </a:extLst>
          </p:cNvPr>
          <p:cNvGraphicFramePr/>
          <p:nvPr/>
        </p:nvGraphicFramePr>
        <p:xfrm>
          <a:off x="355694" y="401632"/>
          <a:ext cx="5702252" cy="5333005"/>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4" name="Picture 3">
            <a:extLst>
              <a:ext uri="{FF2B5EF4-FFF2-40B4-BE49-F238E27FC236}">
                <a16:creationId xmlns:a16="http://schemas.microsoft.com/office/drawing/2014/main" id="{EF2C8A31-E68D-4B39-ED1D-684C6BFBD15A}"/>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0561440" y="302744"/>
            <a:ext cx="902635" cy="359112"/>
          </a:xfrm>
          <a:prstGeom prst="rect">
            <a:avLst/>
          </a:prstGeom>
        </p:spPr>
      </p:pic>
      <p:sp>
        <p:nvSpPr>
          <p:cNvPr id="5" name="TextBox 4">
            <a:extLst>
              <a:ext uri="{FF2B5EF4-FFF2-40B4-BE49-F238E27FC236}">
                <a16:creationId xmlns:a16="http://schemas.microsoft.com/office/drawing/2014/main" id="{3ADF42DE-DF4F-D995-A456-9C632912BFA0}"/>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0"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4194251739"/>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17" name="Rectangle: Rounded Corners 16">
            <a:extLst>
              <a:ext uri="{FF2B5EF4-FFF2-40B4-BE49-F238E27FC236}">
                <a16:creationId xmlns:a16="http://schemas.microsoft.com/office/drawing/2014/main" id="{2849C66B-509D-7462-E286-C07A080B4BC1}"/>
              </a:ext>
            </a:extLst>
          </p:cNvPr>
          <p:cNvSpPr/>
          <p:nvPr/>
        </p:nvSpPr>
        <p:spPr>
          <a:xfrm>
            <a:off x="6013523" y="2264250"/>
            <a:ext cx="5475643" cy="3207707"/>
          </a:xfrm>
          <a:prstGeom prst="roundRect">
            <a:avLst/>
          </a:prstGeom>
          <a:solidFill>
            <a:schemeClr val="bg1">
              <a:lumMod val="95000"/>
            </a:schemeClr>
          </a:solidFill>
          <a:ln>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Ecommerce Application</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30" name="Rectangle: Rounded Corners 29">
            <a:extLst>
              <a:ext uri="{FF2B5EF4-FFF2-40B4-BE49-F238E27FC236}">
                <a16:creationId xmlns:a16="http://schemas.microsoft.com/office/drawing/2014/main" id="{BF883B6A-C37B-DA18-02FC-B7D21F8519AF}"/>
              </a:ext>
            </a:extLst>
          </p:cNvPr>
          <p:cNvSpPr/>
          <p:nvPr/>
        </p:nvSpPr>
        <p:spPr>
          <a:xfrm>
            <a:off x="9668362" y="2868493"/>
            <a:ext cx="1471906" cy="2428099"/>
          </a:xfrm>
          <a:prstGeom prst="roundRect">
            <a:avLst/>
          </a:prstGeom>
          <a:solidFill>
            <a:schemeClr val="accent4">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Payment</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29" name="Rectangle: Rounded Corners 28">
            <a:extLst>
              <a:ext uri="{FF2B5EF4-FFF2-40B4-BE49-F238E27FC236}">
                <a16:creationId xmlns:a16="http://schemas.microsoft.com/office/drawing/2014/main" id="{C7B2BF8C-A4CC-335E-F305-B443B397738B}"/>
              </a:ext>
            </a:extLst>
          </p:cNvPr>
          <p:cNvSpPr/>
          <p:nvPr/>
        </p:nvSpPr>
        <p:spPr>
          <a:xfrm>
            <a:off x="8072972" y="2868493"/>
            <a:ext cx="1471906" cy="2428100"/>
          </a:xfrm>
          <a:prstGeom prst="roundRect">
            <a:avLst/>
          </a:prstGeom>
          <a:solidFill>
            <a:schemeClr val="accent5">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Order</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Singleton Scope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10820E8A-1D92-95BE-5300-68AE56A37569}"/>
              </a:ext>
            </a:extLst>
          </p:cNvPr>
          <p:cNvSpPr txBox="1"/>
          <p:nvPr/>
        </p:nvSpPr>
        <p:spPr>
          <a:xfrm>
            <a:off x="355693" y="1100850"/>
            <a:ext cx="4872441" cy="1754326"/>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8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Scope</a:t>
            </a:r>
            <a:r>
              <a:rPr kumimoji="0" lang="en-US"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8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"singleton"</a:t>
            </a:r>
            <a:r>
              <a:rPr kumimoji="0" lang="en-US"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When a bean is configured to have a Singleton scope, Spring IoC container will create exactly one instance of the bean and will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reuse this same instance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every time the bean is requested (or injected) throughout the lifetime of the application.</a:t>
            </a:r>
          </a:p>
        </p:txBody>
      </p:sp>
      <p:sp>
        <p:nvSpPr>
          <p:cNvPr id="16" name="Rectangle: Rounded Corners 15">
            <a:extLst>
              <a:ext uri="{FF2B5EF4-FFF2-40B4-BE49-F238E27FC236}">
                <a16:creationId xmlns:a16="http://schemas.microsoft.com/office/drawing/2014/main" id="{952BBFCD-1095-1445-F662-81303CE6B613}"/>
              </a:ext>
            </a:extLst>
          </p:cNvPr>
          <p:cNvSpPr/>
          <p:nvPr/>
        </p:nvSpPr>
        <p:spPr>
          <a:xfrm>
            <a:off x="6410192" y="2868493"/>
            <a:ext cx="1471906" cy="2428100"/>
          </a:xfrm>
          <a:prstGeom prst="roundRect">
            <a:avLst/>
          </a:prstGeom>
          <a:solidFill>
            <a:schemeClr val="accent2">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Products</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EE2EF0C8-2DB0-8518-5B27-9F5834F0937F}"/>
              </a:ext>
            </a:extLst>
          </p:cNvPr>
          <p:cNvSpPr txBox="1"/>
          <p:nvPr/>
        </p:nvSpPr>
        <p:spPr>
          <a:xfrm>
            <a:off x="6560374" y="3759243"/>
            <a:ext cx="1259198"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 created (bean1)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CBAE7480-5676-F984-FA7A-6187C1B63B50}"/>
              </a:ext>
            </a:extLst>
          </p:cNvPr>
          <p:cNvSpPr txBox="1"/>
          <p:nvPr/>
        </p:nvSpPr>
        <p:spPr>
          <a:xfrm>
            <a:off x="8456014" y="1938140"/>
            <a:ext cx="671338"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User 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A281CF4D-FCD0-BD44-5C6B-41E957F3FA3D}"/>
              </a:ext>
            </a:extLst>
          </p:cNvPr>
          <p:cNvSpPr txBox="1"/>
          <p:nvPr/>
        </p:nvSpPr>
        <p:spPr>
          <a:xfrm>
            <a:off x="8123721" y="3759243"/>
            <a:ext cx="1407040"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Same bean used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D232FA8A-9763-A48D-0D01-BB4695A17D4E}"/>
              </a:ext>
            </a:extLst>
          </p:cNvPr>
          <p:cNvSpPr txBox="1"/>
          <p:nvPr/>
        </p:nvSpPr>
        <p:spPr>
          <a:xfrm>
            <a:off x="9707551" y="3759243"/>
            <a:ext cx="1381973"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Same bean used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pic>
        <p:nvPicPr>
          <p:cNvPr id="19" name="Picture 18" descr="Computer User Images - Free Download on Freepik">
            <a:extLst>
              <a:ext uri="{FF2B5EF4-FFF2-40B4-BE49-F238E27FC236}">
                <a16:creationId xmlns:a16="http://schemas.microsoft.com/office/drawing/2014/main" id="{369F0882-394F-A120-CCB1-68AC8543E87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09537" y="5620922"/>
            <a:ext cx="766011" cy="752787"/>
          </a:xfrm>
          <a:prstGeom prst="ellipse">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5A905AFD-D250-1CD3-D5F4-EA114254B64F}"/>
              </a:ext>
            </a:extLst>
          </p:cNvPr>
          <p:cNvSpPr txBox="1"/>
          <p:nvPr/>
        </p:nvSpPr>
        <p:spPr>
          <a:xfrm>
            <a:off x="8661788" y="6314603"/>
            <a:ext cx="766011"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User 2</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26" name="Freeform: Shape 25">
            <a:extLst>
              <a:ext uri="{FF2B5EF4-FFF2-40B4-BE49-F238E27FC236}">
                <a16:creationId xmlns:a16="http://schemas.microsoft.com/office/drawing/2014/main" id="{567E27A3-6F27-8872-8F80-38CEF0DFDC7C}"/>
              </a:ext>
            </a:extLst>
          </p:cNvPr>
          <p:cNvSpPr/>
          <p:nvPr/>
        </p:nvSpPr>
        <p:spPr>
          <a:xfrm>
            <a:off x="5637006" y="1408542"/>
            <a:ext cx="6320807" cy="2233136"/>
          </a:xfrm>
          <a:custGeom>
            <a:avLst/>
            <a:gdLst>
              <a:gd name="connsiteX0" fmla="*/ 3159574 w 7834773"/>
              <a:gd name="connsiteY0" fmla="*/ 124122 h 2389271"/>
              <a:gd name="connsiteX1" fmla="*/ 835922 w 7834773"/>
              <a:gd name="connsiteY1" fmla="*/ 371548 h 2389271"/>
              <a:gd name="connsiteX2" fmla="*/ 491678 w 7834773"/>
              <a:gd name="connsiteY2" fmla="*/ 2135802 h 2389271"/>
              <a:gd name="connsiteX3" fmla="*/ 7344299 w 7834773"/>
              <a:gd name="connsiteY3" fmla="*/ 2168075 h 2389271"/>
              <a:gd name="connsiteX4" fmla="*/ 6935508 w 7834773"/>
              <a:gd name="connsiteY4" fmla="*/ 156395 h 2389271"/>
              <a:gd name="connsiteX5" fmla="*/ 4127762 w 7834773"/>
              <a:gd name="connsiteY5" fmla="*/ 134879 h 2389271"/>
              <a:gd name="connsiteX6" fmla="*/ 3815791 w 7834773"/>
              <a:gd name="connsiteY6" fmla="*/ 134879 h 2389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4773" h="2389271">
                <a:moveTo>
                  <a:pt x="3159574" y="124122"/>
                </a:moveTo>
                <a:cubicBezTo>
                  <a:pt x="2220072" y="80195"/>
                  <a:pt x="1280571" y="36268"/>
                  <a:pt x="835922" y="371548"/>
                </a:cubicBezTo>
                <a:cubicBezTo>
                  <a:pt x="391273" y="706828"/>
                  <a:pt x="-593052" y="1836381"/>
                  <a:pt x="491678" y="2135802"/>
                </a:cubicBezTo>
                <a:cubicBezTo>
                  <a:pt x="1576407" y="2435223"/>
                  <a:pt x="6270327" y="2497976"/>
                  <a:pt x="7344299" y="2168075"/>
                </a:cubicBezTo>
                <a:cubicBezTo>
                  <a:pt x="8418271" y="1838174"/>
                  <a:pt x="7471597" y="495261"/>
                  <a:pt x="6935508" y="156395"/>
                </a:cubicBezTo>
                <a:cubicBezTo>
                  <a:pt x="6399419" y="-182471"/>
                  <a:pt x="4127762" y="134879"/>
                  <a:pt x="4127762" y="134879"/>
                </a:cubicBezTo>
                <a:lnTo>
                  <a:pt x="3815791" y="134879"/>
                </a:lnTo>
              </a:path>
            </a:pathLst>
          </a:custGeom>
          <a:noFill/>
          <a:ln>
            <a:solidFill>
              <a:schemeClr val="bg1">
                <a:lumMod val="50000"/>
              </a:schemeClr>
            </a:solidFill>
            <a:prstDash val="dash"/>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5" name="Picture 4" descr="Computer User Images - Free Download on Freepik">
            <a:extLst>
              <a:ext uri="{FF2B5EF4-FFF2-40B4-BE49-F238E27FC236}">
                <a16:creationId xmlns:a16="http://schemas.microsoft.com/office/drawing/2014/main" id="{68A1284D-B892-C26A-8D55-C6FD81567A9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61340" y="1153017"/>
            <a:ext cx="766011" cy="752787"/>
          </a:xfrm>
          <a:prstGeom prst="ellipse">
            <a:avLst/>
          </a:prstGeom>
          <a:noFill/>
          <a:extLst>
            <a:ext uri="{909E8E84-426E-40DD-AFC4-6F175D3DCCD1}">
              <a14:hiddenFill xmlns:a14="http://schemas.microsoft.com/office/drawing/2010/main">
                <a:solidFill>
                  <a:srgbClr val="FFFFFF"/>
                </a:solidFill>
              </a14:hiddenFill>
            </a:ext>
          </a:extLst>
        </p:spPr>
      </p:pic>
      <p:cxnSp>
        <p:nvCxnSpPr>
          <p:cNvPr id="33" name="Straight Arrow Connector 32">
            <a:extLst>
              <a:ext uri="{FF2B5EF4-FFF2-40B4-BE49-F238E27FC236}">
                <a16:creationId xmlns:a16="http://schemas.microsoft.com/office/drawing/2014/main" id="{50B6594E-D2C6-555E-0049-DD44085273E1}"/>
              </a:ext>
            </a:extLst>
          </p:cNvPr>
          <p:cNvCxnSpPr>
            <a:cxnSpLocks/>
            <a:endCxn id="26" idx="2"/>
          </p:cNvCxnSpPr>
          <p:nvPr/>
        </p:nvCxnSpPr>
        <p:spPr>
          <a:xfrm>
            <a:off x="5927462" y="3357155"/>
            <a:ext cx="106212" cy="47618"/>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4" name="Straight Arrow Connector 33">
            <a:extLst>
              <a:ext uri="{FF2B5EF4-FFF2-40B4-BE49-F238E27FC236}">
                <a16:creationId xmlns:a16="http://schemas.microsoft.com/office/drawing/2014/main" id="{E0E8C395-76ED-81E3-5C9D-D1DF0FBCB57B}"/>
              </a:ext>
            </a:extLst>
          </p:cNvPr>
          <p:cNvCxnSpPr>
            <a:cxnSpLocks/>
          </p:cNvCxnSpPr>
          <p:nvPr/>
        </p:nvCxnSpPr>
        <p:spPr>
          <a:xfrm>
            <a:off x="7067771" y="3562191"/>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5369218B-AD53-EEDD-C8FA-7247B1DB3B27}"/>
              </a:ext>
            </a:extLst>
          </p:cNvPr>
          <p:cNvCxnSpPr>
            <a:cxnSpLocks/>
          </p:cNvCxnSpPr>
          <p:nvPr/>
        </p:nvCxnSpPr>
        <p:spPr>
          <a:xfrm>
            <a:off x="8661696" y="3639285"/>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9" name="Straight Arrow Connector 38">
            <a:extLst>
              <a:ext uri="{FF2B5EF4-FFF2-40B4-BE49-F238E27FC236}">
                <a16:creationId xmlns:a16="http://schemas.microsoft.com/office/drawing/2014/main" id="{CAFC1A95-E7EB-41A7-937A-350FDBA22A21}"/>
              </a:ext>
            </a:extLst>
          </p:cNvPr>
          <p:cNvCxnSpPr>
            <a:cxnSpLocks/>
          </p:cNvCxnSpPr>
          <p:nvPr/>
        </p:nvCxnSpPr>
        <p:spPr>
          <a:xfrm>
            <a:off x="10309409" y="3619561"/>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3EAB7301-5EF9-73DE-42D0-4328448DD388}"/>
              </a:ext>
            </a:extLst>
          </p:cNvPr>
          <p:cNvCxnSpPr>
            <a:cxnSpLocks/>
          </p:cNvCxnSpPr>
          <p:nvPr/>
        </p:nvCxnSpPr>
        <p:spPr>
          <a:xfrm flipH="1" flipV="1">
            <a:off x="11754867" y="2193664"/>
            <a:ext cx="62409" cy="115255"/>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a:extLst>
              <a:ext uri="{FF2B5EF4-FFF2-40B4-BE49-F238E27FC236}">
                <a16:creationId xmlns:a16="http://schemas.microsoft.com/office/drawing/2014/main" id="{E9C4B358-16A2-B18A-F9DC-72972BDB2D18}"/>
              </a:ext>
            </a:extLst>
          </p:cNvPr>
          <p:cNvCxnSpPr>
            <a:cxnSpLocks/>
          </p:cNvCxnSpPr>
          <p:nvPr/>
        </p:nvCxnSpPr>
        <p:spPr>
          <a:xfrm flipV="1">
            <a:off x="11958916" y="2911346"/>
            <a:ext cx="0" cy="15240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45CF0E7B-4FED-E68E-539F-21A42153C092}"/>
              </a:ext>
            </a:extLst>
          </p:cNvPr>
          <p:cNvCxnSpPr>
            <a:cxnSpLocks/>
          </p:cNvCxnSpPr>
          <p:nvPr/>
        </p:nvCxnSpPr>
        <p:spPr>
          <a:xfrm flipH="1">
            <a:off x="10309409" y="1408542"/>
            <a:ext cx="138708"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9FE2ECA4-CD09-6EAD-B44F-8F80681F6C04}"/>
              </a:ext>
            </a:extLst>
          </p:cNvPr>
          <p:cNvCxnSpPr>
            <a:cxnSpLocks/>
          </p:cNvCxnSpPr>
          <p:nvPr/>
        </p:nvCxnSpPr>
        <p:spPr>
          <a:xfrm flipH="1">
            <a:off x="6474313" y="1592194"/>
            <a:ext cx="177707" cy="61657"/>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7" name="Freeform: Shape 56">
            <a:extLst>
              <a:ext uri="{FF2B5EF4-FFF2-40B4-BE49-F238E27FC236}">
                <a16:creationId xmlns:a16="http://schemas.microsoft.com/office/drawing/2014/main" id="{A7BC61A7-1B9E-FFF7-B55F-A6E64B999960}"/>
              </a:ext>
            </a:extLst>
          </p:cNvPr>
          <p:cNvSpPr/>
          <p:nvPr/>
        </p:nvSpPr>
        <p:spPr>
          <a:xfrm rot="10800000">
            <a:off x="5594742" y="4339523"/>
            <a:ext cx="6320810" cy="1978764"/>
          </a:xfrm>
          <a:custGeom>
            <a:avLst/>
            <a:gdLst>
              <a:gd name="connsiteX0" fmla="*/ 3159574 w 7834773"/>
              <a:gd name="connsiteY0" fmla="*/ 124122 h 2389271"/>
              <a:gd name="connsiteX1" fmla="*/ 835922 w 7834773"/>
              <a:gd name="connsiteY1" fmla="*/ 371548 h 2389271"/>
              <a:gd name="connsiteX2" fmla="*/ 491678 w 7834773"/>
              <a:gd name="connsiteY2" fmla="*/ 2135802 h 2389271"/>
              <a:gd name="connsiteX3" fmla="*/ 7344299 w 7834773"/>
              <a:gd name="connsiteY3" fmla="*/ 2168075 h 2389271"/>
              <a:gd name="connsiteX4" fmla="*/ 6935508 w 7834773"/>
              <a:gd name="connsiteY4" fmla="*/ 156395 h 2389271"/>
              <a:gd name="connsiteX5" fmla="*/ 4127762 w 7834773"/>
              <a:gd name="connsiteY5" fmla="*/ 134879 h 2389271"/>
              <a:gd name="connsiteX6" fmla="*/ 3815791 w 7834773"/>
              <a:gd name="connsiteY6" fmla="*/ 134879 h 2389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4773" h="2389271">
                <a:moveTo>
                  <a:pt x="3159574" y="124122"/>
                </a:moveTo>
                <a:cubicBezTo>
                  <a:pt x="2220072" y="80195"/>
                  <a:pt x="1280571" y="36268"/>
                  <a:pt x="835922" y="371548"/>
                </a:cubicBezTo>
                <a:cubicBezTo>
                  <a:pt x="391273" y="706828"/>
                  <a:pt x="-593052" y="1836381"/>
                  <a:pt x="491678" y="2135802"/>
                </a:cubicBezTo>
                <a:cubicBezTo>
                  <a:pt x="1576407" y="2435223"/>
                  <a:pt x="6270327" y="2497976"/>
                  <a:pt x="7344299" y="2168075"/>
                </a:cubicBezTo>
                <a:cubicBezTo>
                  <a:pt x="8418271" y="1838174"/>
                  <a:pt x="7471597" y="495261"/>
                  <a:pt x="6935508" y="156395"/>
                </a:cubicBezTo>
                <a:cubicBezTo>
                  <a:pt x="6399419" y="-182471"/>
                  <a:pt x="4127762" y="134879"/>
                  <a:pt x="4127762" y="134879"/>
                </a:cubicBezTo>
                <a:lnTo>
                  <a:pt x="3815791" y="134879"/>
                </a:lnTo>
              </a:path>
            </a:pathLst>
          </a:custGeom>
          <a:noFill/>
          <a:ln>
            <a:solidFill>
              <a:schemeClr val="bg1">
                <a:lumMod val="50000"/>
              </a:schemeClr>
            </a:solidFill>
            <a:prstDash val="dash"/>
            <a:tailEnd type="non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0" name="Straight Arrow Connector 59">
            <a:extLst>
              <a:ext uri="{FF2B5EF4-FFF2-40B4-BE49-F238E27FC236}">
                <a16:creationId xmlns:a16="http://schemas.microsoft.com/office/drawing/2014/main" id="{94932024-6033-6908-18A9-CC98E1C76224}"/>
              </a:ext>
            </a:extLst>
          </p:cNvPr>
          <p:cNvCxnSpPr>
            <a:cxnSpLocks/>
          </p:cNvCxnSpPr>
          <p:nvPr/>
        </p:nvCxnSpPr>
        <p:spPr>
          <a:xfrm flipH="1" flipV="1">
            <a:off x="5594742" y="5179408"/>
            <a:ext cx="86065" cy="214171"/>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7DC3D9C3-CCD2-68A5-C39A-A49864543F2E}"/>
              </a:ext>
            </a:extLst>
          </p:cNvPr>
          <p:cNvCxnSpPr>
            <a:cxnSpLocks/>
          </p:cNvCxnSpPr>
          <p:nvPr/>
        </p:nvCxnSpPr>
        <p:spPr>
          <a:xfrm flipH="1">
            <a:off x="7204733" y="6303843"/>
            <a:ext cx="317311" cy="30828"/>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2FC23872-12AE-261D-AFBC-BD3BE12C466D}"/>
              </a:ext>
            </a:extLst>
          </p:cNvPr>
          <p:cNvCxnSpPr>
            <a:cxnSpLocks/>
            <a:stCxn id="57" idx="4"/>
          </p:cNvCxnSpPr>
          <p:nvPr/>
        </p:nvCxnSpPr>
        <p:spPr>
          <a:xfrm flipH="1" flipV="1">
            <a:off x="6102142" y="6012886"/>
            <a:ext cx="218094" cy="175877"/>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133A8AE0-8AB3-586F-06E8-55CF6ECBC196}"/>
              </a:ext>
            </a:extLst>
          </p:cNvPr>
          <p:cNvCxnSpPr>
            <a:cxnSpLocks/>
          </p:cNvCxnSpPr>
          <p:nvPr/>
        </p:nvCxnSpPr>
        <p:spPr>
          <a:xfrm>
            <a:off x="7215491" y="4359973"/>
            <a:ext cx="306553"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3" name="Straight Arrow Connector 82">
            <a:extLst>
              <a:ext uri="{FF2B5EF4-FFF2-40B4-BE49-F238E27FC236}">
                <a16:creationId xmlns:a16="http://schemas.microsoft.com/office/drawing/2014/main" id="{E061F9BB-E3BF-C5EF-62E5-C8305B3D2EA8}"/>
              </a:ext>
            </a:extLst>
          </p:cNvPr>
          <p:cNvCxnSpPr>
            <a:cxnSpLocks/>
          </p:cNvCxnSpPr>
          <p:nvPr/>
        </p:nvCxnSpPr>
        <p:spPr>
          <a:xfrm>
            <a:off x="8921412" y="4339523"/>
            <a:ext cx="306553"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4" name="Straight Arrow Connector 83">
            <a:extLst>
              <a:ext uri="{FF2B5EF4-FFF2-40B4-BE49-F238E27FC236}">
                <a16:creationId xmlns:a16="http://schemas.microsoft.com/office/drawing/2014/main" id="{5D851CE6-F086-7BEE-57D4-E9017EA1ABC7}"/>
              </a:ext>
            </a:extLst>
          </p:cNvPr>
          <p:cNvCxnSpPr>
            <a:cxnSpLocks/>
          </p:cNvCxnSpPr>
          <p:nvPr/>
        </p:nvCxnSpPr>
        <p:spPr>
          <a:xfrm>
            <a:off x="10710006" y="4433492"/>
            <a:ext cx="135842"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6" name="Straight Arrow Connector 85">
            <a:extLst>
              <a:ext uri="{FF2B5EF4-FFF2-40B4-BE49-F238E27FC236}">
                <a16:creationId xmlns:a16="http://schemas.microsoft.com/office/drawing/2014/main" id="{9F1F9326-BA5F-1380-1351-9AB3F6471894}"/>
              </a:ext>
            </a:extLst>
          </p:cNvPr>
          <p:cNvCxnSpPr>
            <a:cxnSpLocks/>
          </p:cNvCxnSpPr>
          <p:nvPr/>
        </p:nvCxnSpPr>
        <p:spPr>
          <a:xfrm flipH="1">
            <a:off x="11387618" y="5800657"/>
            <a:ext cx="119789" cy="94462"/>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pic>
        <p:nvPicPr>
          <p:cNvPr id="7" name="Picture 6">
            <a:extLst>
              <a:ext uri="{FF2B5EF4-FFF2-40B4-BE49-F238E27FC236}">
                <a16:creationId xmlns:a16="http://schemas.microsoft.com/office/drawing/2014/main" id="{26620E7E-8E9E-5AC7-06FD-8D39FEE0912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905862" y="289878"/>
            <a:ext cx="902635" cy="359112"/>
          </a:xfrm>
          <a:prstGeom prst="rect">
            <a:avLst/>
          </a:prstGeom>
        </p:spPr>
      </p:pic>
      <p:sp>
        <p:nvSpPr>
          <p:cNvPr id="8" name="TextBox 7">
            <a:extLst>
              <a:ext uri="{FF2B5EF4-FFF2-40B4-BE49-F238E27FC236}">
                <a16:creationId xmlns:a16="http://schemas.microsoft.com/office/drawing/2014/main" id="{6AA75B7F-0CD0-D136-46DC-AC374F6C73B0}"/>
              </a:ext>
            </a:extLst>
          </p:cNvPr>
          <p:cNvSpPr txBox="1"/>
          <p:nvPr/>
        </p:nvSpPr>
        <p:spPr>
          <a:xfrm>
            <a:off x="6502986" y="1621231"/>
            <a:ext cx="131658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Request 1</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B8FB72ED-6597-7BD1-2F7B-FC5B506FE0FF}"/>
              </a:ext>
            </a:extLst>
          </p:cNvPr>
          <p:cNvSpPr txBox="1"/>
          <p:nvPr/>
        </p:nvSpPr>
        <p:spPr>
          <a:xfrm>
            <a:off x="6443847" y="5922722"/>
            <a:ext cx="131658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Request 2</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F8A23CC1-9F57-09BF-47E2-D288170E591A}"/>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451961584"/>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17" name="Rectangle: Rounded Corners 16">
            <a:extLst>
              <a:ext uri="{FF2B5EF4-FFF2-40B4-BE49-F238E27FC236}">
                <a16:creationId xmlns:a16="http://schemas.microsoft.com/office/drawing/2014/main" id="{2849C66B-509D-7462-E286-C07A080B4BC1}"/>
              </a:ext>
            </a:extLst>
          </p:cNvPr>
          <p:cNvSpPr/>
          <p:nvPr/>
        </p:nvSpPr>
        <p:spPr>
          <a:xfrm>
            <a:off x="6013523" y="2264250"/>
            <a:ext cx="5475643" cy="3207707"/>
          </a:xfrm>
          <a:prstGeom prst="roundRect">
            <a:avLst/>
          </a:prstGeom>
          <a:solidFill>
            <a:schemeClr val="bg1">
              <a:lumMod val="95000"/>
            </a:schemeClr>
          </a:solidFill>
          <a:ln>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Ecommerce Application</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30" name="Rectangle: Rounded Corners 29">
            <a:extLst>
              <a:ext uri="{FF2B5EF4-FFF2-40B4-BE49-F238E27FC236}">
                <a16:creationId xmlns:a16="http://schemas.microsoft.com/office/drawing/2014/main" id="{BF883B6A-C37B-DA18-02FC-B7D21F8519AF}"/>
              </a:ext>
            </a:extLst>
          </p:cNvPr>
          <p:cNvSpPr/>
          <p:nvPr/>
        </p:nvSpPr>
        <p:spPr>
          <a:xfrm>
            <a:off x="9668362" y="2868493"/>
            <a:ext cx="1471906" cy="2428099"/>
          </a:xfrm>
          <a:prstGeom prst="roundRect">
            <a:avLst/>
          </a:prstGeom>
          <a:solidFill>
            <a:schemeClr val="accent4">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Payment</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29" name="Rectangle: Rounded Corners 28">
            <a:extLst>
              <a:ext uri="{FF2B5EF4-FFF2-40B4-BE49-F238E27FC236}">
                <a16:creationId xmlns:a16="http://schemas.microsoft.com/office/drawing/2014/main" id="{C7B2BF8C-A4CC-335E-F305-B443B397738B}"/>
              </a:ext>
            </a:extLst>
          </p:cNvPr>
          <p:cNvSpPr/>
          <p:nvPr/>
        </p:nvSpPr>
        <p:spPr>
          <a:xfrm>
            <a:off x="8072972" y="2868493"/>
            <a:ext cx="1471906" cy="2428100"/>
          </a:xfrm>
          <a:prstGeom prst="roundRect">
            <a:avLst/>
          </a:prstGeom>
          <a:solidFill>
            <a:schemeClr val="accent5">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Order</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When to</a:t>
            </a:r>
            <a:r>
              <a:rPr lang="en-US" sz="2400" b="1" dirty="0">
                <a:solidFill>
                  <a:schemeClr val="bg1"/>
                </a:solidFill>
                <a:latin typeface="Calibri Light" panose="020F0302020204030204"/>
                <a:ea typeface="+mn-ea"/>
                <a:cs typeface="+mn-cs"/>
              </a:rPr>
              <a:t>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use Singleton scope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What are its pros and cons?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10820E8A-1D92-95BE-5300-68AE56A37569}"/>
              </a:ext>
            </a:extLst>
          </p:cNvPr>
          <p:cNvSpPr txBox="1"/>
          <p:nvPr/>
        </p:nvSpPr>
        <p:spPr>
          <a:xfrm>
            <a:off x="355693" y="1100850"/>
            <a:ext cx="4872441" cy="317009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Advantage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Singleton beans are created once and reused for subsequent requests, which can improve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performance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by reducing object creation overhead.</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Disadvantage: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Singleton beans are shared across multiple threads, so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thread safety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is a concern.</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Use: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Good for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stateless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based application because when request don’t have state(data), then sharing instance is never a problem.</a:t>
            </a:r>
          </a:p>
        </p:txBody>
      </p:sp>
      <p:sp>
        <p:nvSpPr>
          <p:cNvPr id="16" name="Rectangle: Rounded Corners 15">
            <a:extLst>
              <a:ext uri="{FF2B5EF4-FFF2-40B4-BE49-F238E27FC236}">
                <a16:creationId xmlns:a16="http://schemas.microsoft.com/office/drawing/2014/main" id="{952BBFCD-1095-1445-F662-81303CE6B613}"/>
              </a:ext>
            </a:extLst>
          </p:cNvPr>
          <p:cNvSpPr/>
          <p:nvPr/>
        </p:nvSpPr>
        <p:spPr>
          <a:xfrm>
            <a:off x="6410192" y="2868493"/>
            <a:ext cx="1471906" cy="2428100"/>
          </a:xfrm>
          <a:prstGeom prst="roundRect">
            <a:avLst/>
          </a:prstGeom>
          <a:solidFill>
            <a:schemeClr val="accent2">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Products</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EE2EF0C8-2DB0-8518-5B27-9F5834F0937F}"/>
              </a:ext>
            </a:extLst>
          </p:cNvPr>
          <p:cNvSpPr txBox="1"/>
          <p:nvPr/>
        </p:nvSpPr>
        <p:spPr>
          <a:xfrm>
            <a:off x="6560374" y="3759243"/>
            <a:ext cx="1259198"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 created (bean1)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CBAE7480-5676-F984-FA7A-6187C1B63B50}"/>
              </a:ext>
            </a:extLst>
          </p:cNvPr>
          <p:cNvSpPr txBox="1"/>
          <p:nvPr/>
        </p:nvSpPr>
        <p:spPr>
          <a:xfrm>
            <a:off x="8456014" y="1938140"/>
            <a:ext cx="671338"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User 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A281CF4D-FCD0-BD44-5C6B-41E957F3FA3D}"/>
              </a:ext>
            </a:extLst>
          </p:cNvPr>
          <p:cNvSpPr txBox="1"/>
          <p:nvPr/>
        </p:nvSpPr>
        <p:spPr>
          <a:xfrm>
            <a:off x="8123721" y="3759243"/>
            <a:ext cx="1407040"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Same bean used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D232FA8A-9763-A48D-0D01-BB4695A17D4E}"/>
              </a:ext>
            </a:extLst>
          </p:cNvPr>
          <p:cNvSpPr txBox="1"/>
          <p:nvPr/>
        </p:nvSpPr>
        <p:spPr>
          <a:xfrm>
            <a:off x="9707551" y="3759243"/>
            <a:ext cx="1381973"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Same bean used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pic>
        <p:nvPicPr>
          <p:cNvPr id="19" name="Picture 18" descr="Computer User Images - Free Download on Freepik">
            <a:extLst>
              <a:ext uri="{FF2B5EF4-FFF2-40B4-BE49-F238E27FC236}">
                <a16:creationId xmlns:a16="http://schemas.microsoft.com/office/drawing/2014/main" id="{369F0882-394F-A120-CCB1-68AC8543E87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09537" y="5620922"/>
            <a:ext cx="766011" cy="752787"/>
          </a:xfrm>
          <a:prstGeom prst="ellipse">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5A905AFD-D250-1CD3-D5F4-EA114254B64F}"/>
              </a:ext>
            </a:extLst>
          </p:cNvPr>
          <p:cNvSpPr txBox="1"/>
          <p:nvPr/>
        </p:nvSpPr>
        <p:spPr>
          <a:xfrm>
            <a:off x="8661788" y="6314603"/>
            <a:ext cx="766011"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User 2</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26" name="Freeform: Shape 25">
            <a:extLst>
              <a:ext uri="{FF2B5EF4-FFF2-40B4-BE49-F238E27FC236}">
                <a16:creationId xmlns:a16="http://schemas.microsoft.com/office/drawing/2014/main" id="{567E27A3-6F27-8872-8F80-38CEF0DFDC7C}"/>
              </a:ext>
            </a:extLst>
          </p:cNvPr>
          <p:cNvSpPr/>
          <p:nvPr/>
        </p:nvSpPr>
        <p:spPr>
          <a:xfrm>
            <a:off x="5637006" y="1408542"/>
            <a:ext cx="6320807" cy="2233136"/>
          </a:xfrm>
          <a:custGeom>
            <a:avLst/>
            <a:gdLst>
              <a:gd name="connsiteX0" fmla="*/ 3159574 w 7834773"/>
              <a:gd name="connsiteY0" fmla="*/ 124122 h 2389271"/>
              <a:gd name="connsiteX1" fmla="*/ 835922 w 7834773"/>
              <a:gd name="connsiteY1" fmla="*/ 371548 h 2389271"/>
              <a:gd name="connsiteX2" fmla="*/ 491678 w 7834773"/>
              <a:gd name="connsiteY2" fmla="*/ 2135802 h 2389271"/>
              <a:gd name="connsiteX3" fmla="*/ 7344299 w 7834773"/>
              <a:gd name="connsiteY3" fmla="*/ 2168075 h 2389271"/>
              <a:gd name="connsiteX4" fmla="*/ 6935508 w 7834773"/>
              <a:gd name="connsiteY4" fmla="*/ 156395 h 2389271"/>
              <a:gd name="connsiteX5" fmla="*/ 4127762 w 7834773"/>
              <a:gd name="connsiteY5" fmla="*/ 134879 h 2389271"/>
              <a:gd name="connsiteX6" fmla="*/ 3815791 w 7834773"/>
              <a:gd name="connsiteY6" fmla="*/ 134879 h 2389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4773" h="2389271">
                <a:moveTo>
                  <a:pt x="3159574" y="124122"/>
                </a:moveTo>
                <a:cubicBezTo>
                  <a:pt x="2220072" y="80195"/>
                  <a:pt x="1280571" y="36268"/>
                  <a:pt x="835922" y="371548"/>
                </a:cubicBezTo>
                <a:cubicBezTo>
                  <a:pt x="391273" y="706828"/>
                  <a:pt x="-593052" y="1836381"/>
                  <a:pt x="491678" y="2135802"/>
                </a:cubicBezTo>
                <a:cubicBezTo>
                  <a:pt x="1576407" y="2435223"/>
                  <a:pt x="6270327" y="2497976"/>
                  <a:pt x="7344299" y="2168075"/>
                </a:cubicBezTo>
                <a:cubicBezTo>
                  <a:pt x="8418271" y="1838174"/>
                  <a:pt x="7471597" y="495261"/>
                  <a:pt x="6935508" y="156395"/>
                </a:cubicBezTo>
                <a:cubicBezTo>
                  <a:pt x="6399419" y="-182471"/>
                  <a:pt x="4127762" y="134879"/>
                  <a:pt x="4127762" y="134879"/>
                </a:cubicBezTo>
                <a:lnTo>
                  <a:pt x="3815791" y="134879"/>
                </a:lnTo>
              </a:path>
            </a:pathLst>
          </a:custGeom>
          <a:noFill/>
          <a:ln>
            <a:solidFill>
              <a:schemeClr val="bg1">
                <a:lumMod val="50000"/>
              </a:schemeClr>
            </a:solidFill>
            <a:prstDash val="dash"/>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5" name="Picture 4" descr="Computer User Images - Free Download on Freepik">
            <a:extLst>
              <a:ext uri="{FF2B5EF4-FFF2-40B4-BE49-F238E27FC236}">
                <a16:creationId xmlns:a16="http://schemas.microsoft.com/office/drawing/2014/main" id="{68A1284D-B892-C26A-8D55-C6FD81567A9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61340" y="1153017"/>
            <a:ext cx="766011" cy="752787"/>
          </a:xfrm>
          <a:prstGeom prst="ellipse">
            <a:avLst/>
          </a:prstGeom>
          <a:noFill/>
          <a:extLst>
            <a:ext uri="{909E8E84-426E-40DD-AFC4-6F175D3DCCD1}">
              <a14:hiddenFill xmlns:a14="http://schemas.microsoft.com/office/drawing/2010/main">
                <a:solidFill>
                  <a:srgbClr val="FFFFFF"/>
                </a:solidFill>
              </a14:hiddenFill>
            </a:ext>
          </a:extLst>
        </p:spPr>
      </p:pic>
      <p:cxnSp>
        <p:nvCxnSpPr>
          <p:cNvPr id="33" name="Straight Arrow Connector 32">
            <a:extLst>
              <a:ext uri="{FF2B5EF4-FFF2-40B4-BE49-F238E27FC236}">
                <a16:creationId xmlns:a16="http://schemas.microsoft.com/office/drawing/2014/main" id="{50B6594E-D2C6-555E-0049-DD44085273E1}"/>
              </a:ext>
            </a:extLst>
          </p:cNvPr>
          <p:cNvCxnSpPr>
            <a:cxnSpLocks/>
            <a:endCxn id="26" idx="2"/>
          </p:cNvCxnSpPr>
          <p:nvPr/>
        </p:nvCxnSpPr>
        <p:spPr>
          <a:xfrm>
            <a:off x="5927462" y="3357155"/>
            <a:ext cx="106212" cy="47618"/>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4" name="Straight Arrow Connector 33">
            <a:extLst>
              <a:ext uri="{FF2B5EF4-FFF2-40B4-BE49-F238E27FC236}">
                <a16:creationId xmlns:a16="http://schemas.microsoft.com/office/drawing/2014/main" id="{E0E8C395-76ED-81E3-5C9D-D1DF0FBCB57B}"/>
              </a:ext>
            </a:extLst>
          </p:cNvPr>
          <p:cNvCxnSpPr>
            <a:cxnSpLocks/>
          </p:cNvCxnSpPr>
          <p:nvPr/>
        </p:nvCxnSpPr>
        <p:spPr>
          <a:xfrm>
            <a:off x="7067771" y="3562191"/>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5369218B-AD53-EEDD-C8FA-7247B1DB3B27}"/>
              </a:ext>
            </a:extLst>
          </p:cNvPr>
          <p:cNvCxnSpPr>
            <a:cxnSpLocks/>
          </p:cNvCxnSpPr>
          <p:nvPr/>
        </p:nvCxnSpPr>
        <p:spPr>
          <a:xfrm>
            <a:off x="8661696" y="3639285"/>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9" name="Straight Arrow Connector 38">
            <a:extLst>
              <a:ext uri="{FF2B5EF4-FFF2-40B4-BE49-F238E27FC236}">
                <a16:creationId xmlns:a16="http://schemas.microsoft.com/office/drawing/2014/main" id="{CAFC1A95-E7EB-41A7-937A-350FDBA22A21}"/>
              </a:ext>
            </a:extLst>
          </p:cNvPr>
          <p:cNvCxnSpPr>
            <a:cxnSpLocks/>
          </p:cNvCxnSpPr>
          <p:nvPr/>
        </p:nvCxnSpPr>
        <p:spPr>
          <a:xfrm>
            <a:off x="10309409" y="3619561"/>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3EAB7301-5EF9-73DE-42D0-4328448DD388}"/>
              </a:ext>
            </a:extLst>
          </p:cNvPr>
          <p:cNvCxnSpPr>
            <a:cxnSpLocks/>
          </p:cNvCxnSpPr>
          <p:nvPr/>
        </p:nvCxnSpPr>
        <p:spPr>
          <a:xfrm flipH="1" flipV="1">
            <a:off x="11754867" y="2193664"/>
            <a:ext cx="62409" cy="115255"/>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a:extLst>
              <a:ext uri="{FF2B5EF4-FFF2-40B4-BE49-F238E27FC236}">
                <a16:creationId xmlns:a16="http://schemas.microsoft.com/office/drawing/2014/main" id="{E9C4B358-16A2-B18A-F9DC-72972BDB2D18}"/>
              </a:ext>
            </a:extLst>
          </p:cNvPr>
          <p:cNvCxnSpPr>
            <a:cxnSpLocks/>
          </p:cNvCxnSpPr>
          <p:nvPr/>
        </p:nvCxnSpPr>
        <p:spPr>
          <a:xfrm flipV="1">
            <a:off x="11958916" y="2911346"/>
            <a:ext cx="0" cy="15240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45CF0E7B-4FED-E68E-539F-21A42153C092}"/>
              </a:ext>
            </a:extLst>
          </p:cNvPr>
          <p:cNvCxnSpPr>
            <a:cxnSpLocks/>
          </p:cNvCxnSpPr>
          <p:nvPr/>
        </p:nvCxnSpPr>
        <p:spPr>
          <a:xfrm flipH="1">
            <a:off x="10309409" y="1408542"/>
            <a:ext cx="138708"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9FE2ECA4-CD09-6EAD-B44F-8F80681F6C04}"/>
              </a:ext>
            </a:extLst>
          </p:cNvPr>
          <p:cNvCxnSpPr>
            <a:cxnSpLocks/>
          </p:cNvCxnSpPr>
          <p:nvPr/>
        </p:nvCxnSpPr>
        <p:spPr>
          <a:xfrm flipH="1">
            <a:off x="6474313" y="1592194"/>
            <a:ext cx="177707" cy="61657"/>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7" name="Freeform: Shape 56">
            <a:extLst>
              <a:ext uri="{FF2B5EF4-FFF2-40B4-BE49-F238E27FC236}">
                <a16:creationId xmlns:a16="http://schemas.microsoft.com/office/drawing/2014/main" id="{A7BC61A7-1B9E-FFF7-B55F-A6E64B999960}"/>
              </a:ext>
            </a:extLst>
          </p:cNvPr>
          <p:cNvSpPr/>
          <p:nvPr/>
        </p:nvSpPr>
        <p:spPr>
          <a:xfrm rot="10800000">
            <a:off x="5594742" y="4339523"/>
            <a:ext cx="6320810" cy="1978764"/>
          </a:xfrm>
          <a:custGeom>
            <a:avLst/>
            <a:gdLst>
              <a:gd name="connsiteX0" fmla="*/ 3159574 w 7834773"/>
              <a:gd name="connsiteY0" fmla="*/ 124122 h 2389271"/>
              <a:gd name="connsiteX1" fmla="*/ 835922 w 7834773"/>
              <a:gd name="connsiteY1" fmla="*/ 371548 h 2389271"/>
              <a:gd name="connsiteX2" fmla="*/ 491678 w 7834773"/>
              <a:gd name="connsiteY2" fmla="*/ 2135802 h 2389271"/>
              <a:gd name="connsiteX3" fmla="*/ 7344299 w 7834773"/>
              <a:gd name="connsiteY3" fmla="*/ 2168075 h 2389271"/>
              <a:gd name="connsiteX4" fmla="*/ 6935508 w 7834773"/>
              <a:gd name="connsiteY4" fmla="*/ 156395 h 2389271"/>
              <a:gd name="connsiteX5" fmla="*/ 4127762 w 7834773"/>
              <a:gd name="connsiteY5" fmla="*/ 134879 h 2389271"/>
              <a:gd name="connsiteX6" fmla="*/ 3815791 w 7834773"/>
              <a:gd name="connsiteY6" fmla="*/ 134879 h 2389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4773" h="2389271">
                <a:moveTo>
                  <a:pt x="3159574" y="124122"/>
                </a:moveTo>
                <a:cubicBezTo>
                  <a:pt x="2220072" y="80195"/>
                  <a:pt x="1280571" y="36268"/>
                  <a:pt x="835922" y="371548"/>
                </a:cubicBezTo>
                <a:cubicBezTo>
                  <a:pt x="391273" y="706828"/>
                  <a:pt x="-593052" y="1836381"/>
                  <a:pt x="491678" y="2135802"/>
                </a:cubicBezTo>
                <a:cubicBezTo>
                  <a:pt x="1576407" y="2435223"/>
                  <a:pt x="6270327" y="2497976"/>
                  <a:pt x="7344299" y="2168075"/>
                </a:cubicBezTo>
                <a:cubicBezTo>
                  <a:pt x="8418271" y="1838174"/>
                  <a:pt x="7471597" y="495261"/>
                  <a:pt x="6935508" y="156395"/>
                </a:cubicBezTo>
                <a:cubicBezTo>
                  <a:pt x="6399419" y="-182471"/>
                  <a:pt x="4127762" y="134879"/>
                  <a:pt x="4127762" y="134879"/>
                </a:cubicBezTo>
                <a:lnTo>
                  <a:pt x="3815791" y="134879"/>
                </a:lnTo>
              </a:path>
            </a:pathLst>
          </a:custGeom>
          <a:noFill/>
          <a:ln>
            <a:solidFill>
              <a:schemeClr val="bg1">
                <a:lumMod val="50000"/>
              </a:schemeClr>
            </a:solidFill>
            <a:prstDash val="dash"/>
            <a:tailEnd type="non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0" name="Straight Arrow Connector 59">
            <a:extLst>
              <a:ext uri="{FF2B5EF4-FFF2-40B4-BE49-F238E27FC236}">
                <a16:creationId xmlns:a16="http://schemas.microsoft.com/office/drawing/2014/main" id="{94932024-6033-6908-18A9-CC98E1C76224}"/>
              </a:ext>
            </a:extLst>
          </p:cNvPr>
          <p:cNvCxnSpPr>
            <a:cxnSpLocks/>
          </p:cNvCxnSpPr>
          <p:nvPr/>
        </p:nvCxnSpPr>
        <p:spPr>
          <a:xfrm flipH="1" flipV="1">
            <a:off x="5594742" y="5179408"/>
            <a:ext cx="86065" cy="214171"/>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7DC3D9C3-CCD2-68A5-C39A-A49864543F2E}"/>
              </a:ext>
            </a:extLst>
          </p:cNvPr>
          <p:cNvCxnSpPr>
            <a:cxnSpLocks/>
          </p:cNvCxnSpPr>
          <p:nvPr/>
        </p:nvCxnSpPr>
        <p:spPr>
          <a:xfrm flipH="1">
            <a:off x="7204733" y="6303843"/>
            <a:ext cx="317311" cy="30828"/>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2FC23872-12AE-261D-AFBC-BD3BE12C466D}"/>
              </a:ext>
            </a:extLst>
          </p:cNvPr>
          <p:cNvCxnSpPr>
            <a:cxnSpLocks/>
            <a:stCxn id="57" idx="4"/>
          </p:cNvCxnSpPr>
          <p:nvPr/>
        </p:nvCxnSpPr>
        <p:spPr>
          <a:xfrm flipH="1" flipV="1">
            <a:off x="6102142" y="6012886"/>
            <a:ext cx="218094" cy="175877"/>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133A8AE0-8AB3-586F-06E8-55CF6ECBC196}"/>
              </a:ext>
            </a:extLst>
          </p:cNvPr>
          <p:cNvCxnSpPr>
            <a:cxnSpLocks/>
          </p:cNvCxnSpPr>
          <p:nvPr/>
        </p:nvCxnSpPr>
        <p:spPr>
          <a:xfrm>
            <a:off x="7215491" y="4359973"/>
            <a:ext cx="306553"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3" name="Straight Arrow Connector 82">
            <a:extLst>
              <a:ext uri="{FF2B5EF4-FFF2-40B4-BE49-F238E27FC236}">
                <a16:creationId xmlns:a16="http://schemas.microsoft.com/office/drawing/2014/main" id="{E061F9BB-E3BF-C5EF-62E5-C8305B3D2EA8}"/>
              </a:ext>
            </a:extLst>
          </p:cNvPr>
          <p:cNvCxnSpPr>
            <a:cxnSpLocks/>
          </p:cNvCxnSpPr>
          <p:nvPr/>
        </p:nvCxnSpPr>
        <p:spPr>
          <a:xfrm>
            <a:off x="8921412" y="4339523"/>
            <a:ext cx="306553"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4" name="Straight Arrow Connector 83">
            <a:extLst>
              <a:ext uri="{FF2B5EF4-FFF2-40B4-BE49-F238E27FC236}">
                <a16:creationId xmlns:a16="http://schemas.microsoft.com/office/drawing/2014/main" id="{5D851CE6-F086-7BEE-57D4-E9017EA1ABC7}"/>
              </a:ext>
            </a:extLst>
          </p:cNvPr>
          <p:cNvCxnSpPr>
            <a:cxnSpLocks/>
          </p:cNvCxnSpPr>
          <p:nvPr/>
        </p:nvCxnSpPr>
        <p:spPr>
          <a:xfrm>
            <a:off x="10710006" y="4433492"/>
            <a:ext cx="135842"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6" name="Straight Arrow Connector 85">
            <a:extLst>
              <a:ext uri="{FF2B5EF4-FFF2-40B4-BE49-F238E27FC236}">
                <a16:creationId xmlns:a16="http://schemas.microsoft.com/office/drawing/2014/main" id="{9F1F9326-BA5F-1380-1351-9AB3F6471894}"/>
              </a:ext>
            </a:extLst>
          </p:cNvPr>
          <p:cNvCxnSpPr>
            <a:cxnSpLocks/>
          </p:cNvCxnSpPr>
          <p:nvPr/>
        </p:nvCxnSpPr>
        <p:spPr>
          <a:xfrm flipH="1">
            <a:off x="11387618" y="5800657"/>
            <a:ext cx="119789" cy="94462"/>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6AA75B7F-0CD0-D136-46DC-AC374F6C73B0}"/>
              </a:ext>
            </a:extLst>
          </p:cNvPr>
          <p:cNvSpPr txBox="1"/>
          <p:nvPr/>
        </p:nvSpPr>
        <p:spPr>
          <a:xfrm>
            <a:off x="6502986" y="1621231"/>
            <a:ext cx="131658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Request 1</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B8FB72ED-6597-7BD1-2F7B-FC5B506FE0FF}"/>
              </a:ext>
            </a:extLst>
          </p:cNvPr>
          <p:cNvSpPr txBox="1"/>
          <p:nvPr/>
        </p:nvSpPr>
        <p:spPr>
          <a:xfrm>
            <a:off x="6443847" y="5922722"/>
            <a:ext cx="131658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Request 2</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1E3D2AF7-DB50-478A-1E98-17FFEB65B546}"/>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614896967"/>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Prototype Scope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10820E8A-1D92-95BE-5300-68AE56A37569}"/>
              </a:ext>
            </a:extLst>
          </p:cNvPr>
          <p:cNvSpPr txBox="1"/>
          <p:nvPr/>
        </p:nvSpPr>
        <p:spPr>
          <a:xfrm>
            <a:off x="355694" y="1100850"/>
            <a:ext cx="4572700" cy="1631216"/>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8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Scope</a:t>
            </a:r>
            <a:r>
              <a:rPr kumimoji="0" lang="en-US"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8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“prototype"</a:t>
            </a:r>
            <a:r>
              <a:rPr kumimoji="0" lang="en-US"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When a bean is configured with Prototype scope, Spring IoC container will create a new instance of the bean each time it is requested or injected.</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Prototype-scoped beans are not shared.</a:t>
            </a:r>
          </a:p>
        </p:txBody>
      </p:sp>
      <p:sp>
        <p:nvSpPr>
          <p:cNvPr id="4" name="Rectangle: Rounded Corners 3">
            <a:extLst>
              <a:ext uri="{FF2B5EF4-FFF2-40B4-BE49-F238E27FC236}">
                <a16:creationId xmlns:a16="http://schemas.microsoft.com/office/drawing/2014/main" id="{542A0945-B651-A6B0-A1EC-56319289931A}"/>
              </a:ext>
            </a:extLst>
          </p:cNvPr>
          <p:cNvSpPr/>
          <p:nvPr/>
        </p:nvSpPr>
        <p:spPr>
          <a:xfrm>
            <a:off x="6013523" y="2264250"/>
            <a:ext cx="5475643" cy="3207707"/>
          </a:xfrm>
          <a:prstGeom prst="roundRect">
            <a:avLst/>
          </a:prstGeom>
          <a:solidFill>
            <a:schemeClr val="bg1">
              <a:lumMod val="95000"/>
            </a:schemeClr>
          </a:solidFill>
          <a:ln>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Ecommerce Application</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5" name="Rectangle: Rounded Corners 4">
            <a:extLst>
              <a:ext uri="{FF2B5EF4-FFF2-40B4-BE49-F238E27FC236}">
                <a16:creationId xmlns:a16="http://schemas.microsoft.com/office/drawing/2014/main" id="{AC5B0EA0-D1B9-8CA5-C370-2ED60F05EBB1}"/>
              </a:ext>
            </a:extLst>
          </p:cNvPr>
          <p:cNvSpPr/>
          <p:nvPr/>
        </p:nvSpPr>
        <p:spPr>
          <a:xfrm>
            <a:off x="9668362" y="2868493"/>
            <a:ext cx="1471906" cy="2428099"/>
          </a:xfrm>
          <a:prstGeom prst="roundRect">
            <a:avLst/>
          </a:prstGeom>
          <a:solidFill>
            <a:schemeClr val="accent4">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Payment</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6" name="Rectangle: Rounded Corners 5">
            <a:extLst>
              <a:ext uri="{FF2B5EF4-FFF2-40B4-BE49-F238E27FC236}">
                <a16:creationId xmlns:a16="http://schemas.microsoft.com/office/drawing/2014/main" id="{E158BFF1-AFD6-A26A-F404-8E29686CFC5D}"/>
              </a:ext>
            </a:extLst>
          </p:cNvPr>
          <p:cNvSpPr/>
          <p:nvPr/>
        </p:nvSpPr>
        <p:spPr>
          <a:xfrm>
            <a:off x="8072972" y="2868493"/>
            <a:ext cx="1471906" cy="2428100"/>
          </a:xfrm>
          <a:prstGeom prst="roundRect">
            <a:avLst/>
          </a:prstGeom>
          <a:solidFill>
            <a:schemeClr val="accent5">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Order</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4" name="Rectangle: Rounded Corners 13">
            <a:extLst>
              <a:ext uri="{FF2B5EF4-FFF2-40B4-BE49-F238E27FC236}">
                <a16:creationId xmlns:a16="http://schemas.microsoft.com/office/drawing/2014/main" id="{DE7D852A-6E85-668C-5813-A5485F059516}"/>
              </a:ext>
            </a:extLst>
          </p:cNvPr>
          <p:cNvSpPr/>
          <p:nvPr/>
        </p:nvSpPr>
        <p:spPr>
          <a:xfrm>
            <a:off x="6410192" y="2868493"/>
            <a:ext cx="1471906" cy="2428100"/>
          </a:xfrm>
          <a:prstGeom prst="roundRect">
            <a:avLst/>
          </a:prstGeom>
          <a:solidFill>
            <a:schemeClr val="accent2">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Products</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AD1E5DCE-1AFE-E854-C69D-2DD7160BE0C2}"/>
              </a:ext>
            </a:extLst>
          </p:cNvPr>
          <p:cNvSpPr txBox="1"/>
          <p:nvPr/>
        </p:nvSpPr>
        <p:spPr>
          <a:xfrm>
            <a:off x="6560374" y="3341227"/>
            <a:ext cx="1259198"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 created (bean1)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FDFC0DDB-F092-D6E3-9E18-F56269C32759}"/>
              </a:ext>
            </a:extLst>
          </p:cNvPr>
          <p:cNvSpPr txBox="1"/>
          <p:nvPr/>
        </p:nvSpPr>
        <p:spPr>
          <a:xfrm>
            <a:off x="8456014" y="1938140"/>
            <a:ext cx="671338"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User 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7930D215-F561-176C-D7B4-F2A3CCEE73BC}"/>
              </a:ext>
            </a:extLst>
          </p:cNvPr>
          <p:cNvSpPr txBox="1"/>
          <p:nvPr/>
        </p:nvSpPr>
        <p:spPr>
          <a:xfrm>
            <a:off x="8012728" y="3341227"/>
            <a:ext cx="1648663"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New bean created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(bean2)</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AFF0A630-64DE-4780-119A-ED91F355AB40}"/>
              </a:ext>
            </a:extLst>
          </p:cNvPr>
          <p:cNvSpPr txBox="1"/>
          <p:nvPr/>
        </p:nvSpPr>
        <p:spPr>
          <a:xfrm>
            <a:off x="9610947" y="3341227"/>
            <a:ext cx="1622271"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New bean created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(bean3)</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pic>
        <p:nvPicPr>
          <p:cNvPr id="19" name="Picture 18" descr="Computer User Images - Free Download on Freepik">
            <a:extLst>
              <a:ext uri="{FF2B5EF4-FFF2-40B4-BE49-F238E27FC236}">
                <a16:creationId xmlns:a16="http://schemas.microsoft.com/office/drawing/2014/main" id="{49808014-EF64-AEB0-7D8C-B665BCF5913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09537" y="5620922"/>
            <a:ext cx="766011" cy="752787"/>
          </a:xfrm>
          <a:prstGeom prst="ellipse">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FFCDB7CE-ACD5-8B00-EE53-C6C4DF8A58C1}"/>
              </a:ext>
            </a:extLst>
          </p:cNvPr>
          <p:cNvSpPr txBox="1"/>
          <p:nvPr/>
        </p:nvSpPr>
        <p:spPr>
          <a:xfrm>
            <a:off x="8661788" y="6314603"/>
            <a:ext cx="766011"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User 2</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34E1289A-8C69-DFC3-51C3-96541784A579}"/>
              </a:ext>
            </a:extLst>
          </p:cNvPr>
          <p:cNvSpPr/>
          <p:nvPr/>
        </p:nvSpPr>
        <p:spPr>
          <a:xfrm>
            <a:off x="5637006" y="1408542"/>
            <a:ext cx="6320807" cy="2233136"/>
          </a:xfrm>
          <a:custGeom>
            <a:avLst/>
            <a:gdLst>
              <a:gd name="connsiteX0" fmla="*/ 3159574 w 7834773"/>
              <a:gd name="connsiteY0" fmla="*/ 124122 h 2389271"/>
              <a:gd name="connsiteX1" fmla="*/ 835922 w 7834773"/>
              <a:gd name="connsiteY1" fmla="*/ 371548 h 2389271"/>
              <a:gd name="connsiteX2" fmla="*/ 491678 w 7834773"/>
              <a:gd name="connsiteY2" fmla="*/ 2135802 h 2389271"/>
              <a:gd name="connsiteX3" fmla="*/ 7344299 w 7834773"/>
              <a:gd name="connsiteY3" fmla="*/ 2168075 h 2389271"/>
              <a:gd name="connsiteX4" fmla="*/ 6935508 w 7834773"/>
              <a:gd name="connsiteY4" fmla="*/ 156395 h 2389271"/>
              <a:gd name="connsiteX5" fmla="*/ 4127762 w 7834773"/>
              <a:gd name="connsiteY5" fmla="*/ 134879 h 2389271"/>
              <a:gd name="connsiteX6" fmla="*/ 3815791 w 7834773"/>
              <a:gd name="connsiteY6" fmla="*/ 134879 h 2389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4773" h="2389271">
                <a:moveTo>
                  <a:pt x="3159574" y="124122"/>
                </a:moveTo>
                <a:cubicBezTo>
                  <a:pt x="2220072" y="80195"/>
                  <a:pt x="1280571" y="36268"/>
                  <a:pt x="835922" y="371548"/>
                </a:cubicBezTo>
                <a:cubicBezTo>
                  <a:pt x="391273" y="706828"/>
                  <a:pt x="-593052" y="1836381"/>
                  <a:pt x="491678" y="2135802"/>
                </a:cubicBezTo>
                <a:cubicBezTo>
                  <a:pt x="1576407" y="2435223"/>
                  <a:pt x="6270327" y="2497976"/>
                  <a:pt x="7344299" y="2168075"/>
                </a:cubicBezTo>
                <a:cubicBezTo>
                  <a:pt x="8418271" y="1838174"/>
                  <a:pt x="7471597" y="495261"/>
                  <a:pt x="6935508" y="156395"/>
                </a:cubicBezTo>
                <a:cubicBezTo>
                  <a:pt x="6399419" y="-182471"/>
                  <a:pt x="4127762" y="134879"/>
                  <a:pt x="4127762" y="134879"/>
                </a:cubicBezTo>
                <a:lnTo>
                  <a:pt x="3815791" y="134879"/>
                </a:lnTo>
              </a:path>
            </a:pathLst>
          </a:custGeom>
          <a:noFill/>
          <a:ln>
            <a:solidFill>
              <a:schemeClr val="bg1">
                <a:lumMod val="50000"/>
              </a:schemeClr>
            </a:solidFill>
            <a:prstDash val="dash"/>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2" name="Picture 21" descr="Computer User Images - Free Download on Freepik">
            <a:extLst>
              <a:ext uri="{FF2B5EF4-FFF2-40B4-BE49-F238E27FC236}">
                <a16:creationId xmlns:a16="http://schemas.microsoft.com/office/drawing/2014/main" id="{CA16F5F6-D009-BE03-B8C3-DA0367C1C2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61340" y="1153017"/>
            <a:ext cx="766011" cy="752787"/>
          </a:xfrm>
          <a:prstGeom prst="ellipse">
            <a:avLst/>
          </a:prstGeom>
          <a:noFill/>
          <a:extLst>
            <a:ext uri="{909E8E84-426E-40DD-AFC4-6F175D3DCCD1}">
              <a14:hiddenFill xmlns:a14="http://schemas.microsoft.com/office/drawing/2010/main">
                <a:solidFill>
                  <a:srgbClr val="FFFFFF"/>
                </a:solidFill>
              </a14:hiddenFill>
            </a:ext>
          </a:extLst>
        </p:spPr>
      </p:pic>
      <p:cxnSp>
        <p:nvCxnSpPr>
          <p:cNvPr id="25" name="Straight Arrow Connector 24">
            <a:extLst>
              <a:ext uri="{FF2B5EF4-FFF2-40B4-BE49-F238E27FC236}">
                <a16:creationId xmlns:a16="http://schemas.microsoft.com/office/drawing/2014/main" id="{9536AA79-5673-A2B6-8308-DFEF5C8EAAAA}"/>
              </a:ext>
            </a:extLst>
          </p:cNvPr>
          <p:cNvCxnSpPr>
            <a:cxnSpLocks/>
            <a:endCxn id="21" idx="2"/>
          </p:cNvCxnSpPr>
          <p:nvPr/>
        </p:nvCxnSpPr>
        <p:spPr>
          <a:xfrm>
            <a:off x="5927462" y="3357155"/>
            <a:ext cx="106212" cy="47618"/>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BC04C9A8-FE25-4F01-0914-4AC76C512E84}"/>
              </a:ext>
            </a:extLst>
          </p:cNvPr>
          <p:cNvCxnSpPr>
            <a:cxnSpLocks/>
          </p:cNvCxnSpPr>
          <p:nvPr/>
        </p:nvCxnSpPr>
        <p:spPr>
          <a:xfrm>
            <a:off x="7067771" y="3562191"/>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2CC2CF9E-B161-37B6-24CA-5078CFD427AE}"/>
              </a:ext>
            </a:extLst>
          </p:cNvPr>
          <p:cNvCxnSpPr>
            <a:cxnSpLocks/>
          </p:cNvCxnSpPr>
          <p:nvPr/>
        </p:nvCxnSpPr>
        <p:spPr>
          <a:xfrm>
            <a:off x="8661696" y="3639285"/>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1E7AEE1A-6A97-2575-81B2-50B09B383F87}"/>
              </a:ext>
            </a:extLst>
          </p:cNvPr>
          <p:cNvCxnSpPr>
            <a:cxnSpLocks/>
          </p:cNvCxnSpPr>
          <p:nvPr/>
        </p:nvCxnSpPr>
        <p:spPr>
          <a:xfrm>
            <a:off x="10309409" y="3619561"/>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722EF608-C587-9256-7662-10E753BC1E84}"/>
              </a:ext>
            </a:extLst>
          </p:cNvPr>
          <p:cNvCxnSpPr>
            <a:cxnSpLocks/>
          </p:cNvCxnSpPr>
          <p:nvPr/>
        </p:nvCxnSpPr>
        <p:spPr>
          <a:xfrm flipH="1" flipV="1">
            <a:off x="11754867" y="2193664"/>
            <a:ext cx="62409" cy="115255"/>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E5F091EB-7440-CA5E-B4D0-7D4F31471330}"/>
              </a:ext>
            </a:extLst>
          </p:cNvPr>
          <p:cNvCxnSpPr>
            <a:cxnSpLocks/>
          </p:cNvCxnSpPr>
          <p:nvPr/>
        </p:nvCxnSpPr>
        <p:spPr>
          <a:xfrm flipV="1">
            <a:off x="11958916" y="2911346"/>
            <a:ext cx="0" cy="15240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4" name="Straight Arrow Connector 33">
            <a:extLst>
              <a:ext uri="{FF2B5EF4-FFF2-40B4-BE49-F238E27FC236}">
                <a16:creationId xmlns:a16="http://schemas.microsoft.com/office/drawing/2014/main" id="{CEF433BB-4DD7-29F9-0242-A6672BA8DC10}"/>
              </a:ext>
            </a:extLst>
          </p:cNvPr>
          <p:cNvCxnSpPr>
            <a:cxnSpLocks/>
          </p:cNvCxnSpPr>
          <p:nvPr/>
        </p:nvCxnSpPr>
        <p:spPr>
          <a:xfrm flipH="1">
            <a:off x="10309409" y="1408542"/>
            <a:ext cx="138708"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24C5491F-B749-BBE1-A67C-86EC4ED626E9}"/>
              </a:ext>
            </a:extLst>
          </p:cNvPr>
          <p:cNvCxnSpPr>
            <a:cxnSpLocks/>
          </p:cNvCxnSpPr>
          <p:nvPr/>
        </p:nvCxnSpPr>
        <p:spPr>
          <a:xfrm flipH="1">
            <a:off x="6474313" y="1592194"/>
            <a:ext cx="177707" cy="61657"/>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9" name="Freeform: Shape 38">
            <a:extLst>
              <a:ext uri="{FF2B5EF4-FFF2-40B4-BE49-F238E27FC236}">
                <a16:creationId xmlns:a16="http://schemas.microsoft.com/office/drawing/2014/main" id="{478ED633-EB36-FDCA-BB02-F7C24503D3A7}"/>
              </a:ext>
            </a:extLst>
          </p:cNvPr>
          <p:cNvSpPr/>
          <p:nvPr/>
        </p:nvSpPr>
        <p:spPr>
          <a:xfrm rot="10800000">
            <a:off x="5594742" y="4339523"/>
            <a:ext cx="6320810" cy="1978764"/>
          </a:xfrm>
          <a:custGeom>
            <a:avLst/>
            <a:gdLst>
              <a:gd name="connsiteX0" fmla="*/ 3159574 w 7834773"/>
              <a:gd name="connsiteY0" fmla="*/ 124122 h 2389271"/>
              <a:gd name="connsiteX1" fmla="*/ 835922 w 7834773"/>
              <a:gd name="connsiteY1" fmla="*/ 371548 h 2389271"/>
              <a:gd name="connsiteX2" fmla="*/ 491678 w 7834773"/>
              <a:gd name="connsiteY2" fmla="*/ 2135802 h 2389271"/>
              <a:gd name="connsiteX3" fmla="*/ 7344299 w 7834773"/>
              <a:gd name="connsiteY3" fmla="*/ 2168075 h 2389271"/>
              <a:gd name="connsiteX4" fmla="*/ 6935508 w 7834773"/>
              <a:gd name="connsiteY4" fmla="*/ 156395 h 2389271"/>
              <a:gd name="connsiteX5" fmla="*/ 4127762 w 7834773"/>
              <a:gd name="connsiteY5" fmla="*/ 134879 h 2389271"/>
              <a:gd name="connsiteX6" fmla="*/ 3815791 w 7834773"/>
              <a:gd name="connsiteY6" fmla="*/ 134879 h 2389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4773" h="2389271">
                <a:moveTo>
                  <a:pt x="3159574" y="124122"/>
                </a:moveTo>
                <a:cubicBezTo>
                  <a:pt x="2220072" y="80195"/>
                  <a:pt x="1280571" y="36268"/>
                  <a:pt x="835922" y="371548"/>
                </a:cubicBezTo>
                <a:cubicBezTo>
                  <a:pt x="391273" y="706828"/>
                  <a:pt x="-593052" y="1836381"/>
                  <a:pt x="491678" y="2135802"/>
                </a:cubicBezTo>
                <a:cubicBezTo>
                  <a:pt x="1576407" y="2435223"/>
                  <a:pt x="6270327" y="2497976"/>
                  <a:pt x="7344299" y="2168075"/>
                </a:cubicBezTo>
                <a:cubicBezTo>
                  <a:pt x="8418271" y="1838174"/>
                  <a:pt x="7471597" y="495261"/>
                  <a:pt x="6935508" y="156395"/>
                </a:cubicBezTo>
                <a:cubicBezTo>
                  <a:pt x="6399419" y="-182471"/>
                  <a:pt x="4127762" y="134879"/>
                  <a:pt x="4127762" y="134879"/>
                </a:cubicBezTo>
                <a:lnTo>
                  <a:pt x="3815791" y="134879"/>
                </a:lnTo>
              </a:path>
            </a:pathLst>
          </a:custGeom>
          <a:noFill/>
          <a:ln>
            <a:solidFill>
              <a:schemeClr val="bg1">
                <a:lumMod val="50000"/>
              </a:schemeClr>
            </a:solidFill>
            <a:prstDash val="dash"/>
            <a:tailEnd type="non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0" name="Straight Arrow Connector 39">
            <a:extLst>
              <a:ext uri="{FF2B5EF4-FFF2-40B4-BE49-F238E27FC236}">
                <a16:creationId xmlns:a16="http://schemas.microsoft.com/office/drawing/2014/main" id="{2D31C9B0-3464-B961-FF8C-AF668A5BD300}"/>
              </a:ext>
            </a:extLst>
          </p:cNvPr>
          <p:cNvCxnSpPr>
            <a:cxnSpLocks/>
          </p:cNvCxnSpPr>
          <p:nvPr/>
        </p:nvCxnSpPr>
        <p:spPr>
          <a:xfrm flipH="1" flipV="1">
            <a:off x="5594742" y="5179408"/>
            <a:ext cx="86065" cy="214171"/>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a:extLst>
              <a:ext uri="{FF2B5EF4-FFF2-40B4-BE49-F238E27FC236}">
                <a16:creationId xmlns:a16="http://schemas.microsoft.com/office/drawing/2014/main" id="{31EC808B-8598-EC97-B1A4-423B86369180}"/>
              </a:ext>
            </a:extLst>
          </p:cNvPr>
          <p:cNvCxnSpPr>
            <a:cxnSpLocks/>
          </p:cNvCxnSpPr>
          <p:nvPr/>
        </p:nvCxnSpPr>
        <p:spPr>
          <a:xfrm flipH="1">
            <a:off x="7204733" y="6303843"/>
            <a:ext cx="317311" cy="30828"/>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E20BC189-FB49-FE05-EE2B-046DD7B5E87E}"/>
              </a:ext>
            </a:extLst>
          </p:cNvPr>
          <p:cNvCxnSpPr>
            <a:cxnSpLocks/>
            <a:stCxn id="39" idx="4"/>
          </p:cNvCxnSpPr>
          <p:nvPr/>
        </p:nvCxnSpPr>
        <p:spPr>
          <a:xfrm flipH="1" flipV="1">
            <a:off x="6102142" y="6012886"/>
            <a:ext cx="218094" cy="175877"/>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C7E17483-1311-6B5C-8C0B-E514E3B187F2}"/>
              </a:ext>
            </a:extLst>
          </p:cNvPr>
          <p:cNvCxnSpPr>
            <a:cxnSpLocks/>
          </p:cNvCxnSpPr>
          <p:nvPr/>
        </p:nvCxnSpPr>
        <p:spPr>
          <a:xfrm>
            <a:off x="7215491" y="4359973"/>
            <a:ext cx="306553"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50">
            <a:extLst>
              <a:ext uri="{FF2B5EF4-FFF2-40B4-BE49-F238E27FC236}">
                <a16:creationId xmlns:a16="http://schemas.microsoft.com/office/drawing/2014/main" id="{E9A528BB-76FD-0E6A-0B75-A18BB0B8B6C2}"/>
              </a:ext>
            </a:extLst>
          </p:cNvPr>
          <p:cNvCxnSpPr>
            <a:cxnSpLocks/>
          </p:cNvCxnSpPr>
          <p:nvPr/>
        </p:nvCxnSpPr>
        <p:spPr>
          <a:xfrm>
            <a:off x="8921412" y="4339523"/>
            <a:ext cx="306553"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a:extLst>
              <a:ext uri="{FF2B5EF4-FFF2-40B4-BE49-F238E27FC236}">
                <a16:creationId xmlns:a16="http://schemas.microsoft.com/office/drawing/2014/main" id="{B3634946-B5B9-E06B-7834-F1AEB6A89EF2}"/>
              </a:ext>
            </a:extLst>
          </p:cNvPr>
          <p:cNvCxnSpPr>
            <a:cxnSpLocks/>
          </p:cNvCxnSpPr>
          <p:nvPr/>
        </p:nvCxnSpPr>
        <p:spPr>
          <a:xfrm>
            <a:off x="10710006" y="4433492"/>
            <a:ext cx="135842"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3" name="Straight Arrow Connector 52">
            <a:extLst>
              <a:ext uri="{FF2B5EF4-FFF2-40B4-BE49-F238E27FC236}">
                <a16:creationId xmlns:a16="http://schemas.microsoft.com/office/drawing/2014/main" id="{208BE730-FDFF-81FA-2A6B-D35D996663AF}"/>
              </a:ext>
            </a:extLst>
          </p:cNvPr>
          <p:cNvCxnSpPr>
            <a:cxnSpLocks/>
          </p:cNvCxnSpPr>
          <p:nvPr/>
        </p:nvCxnSpPr>
        <p:spPr>
          <a:xfrm flipH="1">
            <a:off x="11387618" y="5800657"/>
            <a:ext cx="119789" cy="94462"/>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7F7E58BE-60DF-0555-1F46-F4E0A04973F8}"/>
              </a:ext>
            </a:extLst>
          </p:cNvPr>
          <p:cNvSpPr txBox="1"/>
          <p:nvPr/>
        </p:nvSpPr>
        <p:spPr>
          <a:xfrm>
            <a:off x="6353499" y="4077912"/>
            <a:ext cx="1601866"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New Bean created (bean4)</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CE9C7062-E8A0-CAC6-32F4-525A8ECADF7C}"/>
              </a:ext>
            </a:extLst>
          </p:cNvPr>
          <p:cNvSpPr txBox="1"/>
          <p:nvPr/>
        </p:nvSpPr>
        <p:spPr>
          <a:xfrm>
            <a:off x="8004828" y="4077912"/>
            <a:ext cx="1648663"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New bean created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(bean5)</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65" name="TextBox 64">
            <a:extLst>
              <a:ext uri="{FF2B5EF4-FFF2-40B4-BE49-F238E27FC236}">
                <a16:creationId xmlns:a16="http://schemas.microsoft.com/office/drawing/2014/main" id="{6CA8E826-75C9-68DC-EBEF-5A0B48C689F3}"/>
              </a:ext>
            </a:extLst>
          </p:cNvPr>
          <p:cNvSpPr txBox="1"/>
          <p:nvPr/>
        </p:nvSpPr>
        <p:spPr>
          <a:xfrm>
            <a:off x="9603047" y="4077912"/>
            <a:ext cx="1622271"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New bean created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(bean6)</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E224580A-9499-F9B5-8421-02B1567D683C}"/>
              </a:ext>
            </a:extLst>
          </p:cNvPr>
          <p:cNvSpPr txBox="1"/>
          <p:nvPr/>
        </p:nvSpPr>
        <p:spPr>
          <a:xfrm>
            <a:off x="6502986" y="1621231"/>
            <a:ext cx="131658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Request 1</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28D908B4-7062-F91A-439F-6CE6FC3E18F2}"/>
              </a:ext>
            </a:extLst>
          </p:cNvPr>
          <p:cNvSpPr txBox="1"/>
          <p:nvPr/>
        </p:nvSpPr>
        <p:spPr>
          <a:xfrm>
            <a:off x="6443847" y="5922722"/>
            <a:ext cx="131658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Request 2</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A8B192F9-6B9E-EE02-5BAE-F58F182A9E06}"/>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370153951"/>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When to</a:t>
            </a:r>
            <a:r>
              <a:rPr lang="en-US" sz="2400" b="1" dirty="0">
                <a:solidFill>
                  <a:schemeClr val="bg1"/>
                </a:solidFill>
                <a:latin typeface="Calibri Light" panose="020F0302020204030204"/>
                <a:ea typeface="+mn-ea"/>
                <a:cs typeface="+mn-cs"/>
              </a:rPr>
              <a:t>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use Prototype scope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What are its pros and cons?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10820E8A-1D92-95BE-5300-68AE56A37569}"/>
              </a:ext>
            </a:extLst>
          </p:cNvPr>
          <p:cNvSpPr txBox="1"/>
          <p:nvPr/>
        </p:nvSpPr>
        <p:spPr>
          <a:xfrm>
            <a:off x="355694" y="1100850"/>
            <a:ext cx="4572700" cy="2616101"/>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Advantage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Good for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stateful application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because when request maintain states then sharing instances between Requests can create problems.</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Disadvantage: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Creating a new instance of a prototype bean for every request can impact performance.</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Use: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Good for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stateful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applications.</a:t>
            </a:r>
          </a:p>
        </p:txBody>
      </p:sp>
      <p:sp>
        <p:nvSpPr>
          <p:cNvPr id="4" name="Rectangle: Rounded Corners 3">
            <a:extLst>
              <a:ext uri="{FF2B5EF4-FFF2-40B4-BE49-F238E27FC236}">
                <a16:creationId xmlns:a16="http://schemas.microsoft.com/office/drawing/2014/main" id="{542A0945-B651-A6B0-A1EC-56319289931A}"/>
              </a:ext>
            </a:extLst>
          </p:cNvPr>
          <p:cNvSpPr/>
          <p:nvPr/>
        </p:nvSpPr>
        <p:spPr>
          <a:xfrm>
            <a:off x="6013523" y="2264250"/>
            <a:ext cx="5475643" cy="3207707"/>
          </a:xfrm>
          <a:prstGeom prst="roundRect">
            <a:avLst/>
          </a:prstGeom>
          <a:solidFill>
            <a:schemeClr val="bg1">
              <a:lumMod val="95000"/>
            </a:schemeClr>
          </a:solidFill>
          <a:ln>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Ecommerce Application</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5" name="Rectangle: Rounded Corners 4">
            <a:extLst>
              <a:ext uri="{FF2B5EF4-FFF2-40B4-BE49-F238E27FC236}">
                <a16:creationId xmlns:a16="http://schemas.microsoft.com/office/drawing/2014/main" id="{AC5B0EA0-D1B9-8CA5-C370-2ED60F05EBB1}"/>
              </a:ext>
            </a:extLst>
          </p:cNvPr>
          <p:cNvSpPr/>
          <p:nvPr/>
        </p:nvSpPr>
        <p:spPr>
          <a:xfrm>
            <a:off x="9668362" y="2868493"/>
            <a:ext cx="1471906" cy="2428099"/>
          </a:xfrm>
          <a:prstGeom prst="roundRect">
            <a:avLst/>
          </a:prstGeom>
          <a:solidFill>
            <a:schemeClr val="accent4">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Payment</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6" name="Rectangle: Rounded Corners 5">
            <a:extLst>
              <a:ext uri="{FF2B5EF4-FFF2-40B4-BE49-F238E27FC236}">
                <a16:creationId xmlns:a16="http://schemas.microsoft.com/office/drawing/2014/main" id="{E158BFF1-AFD6-A26A-F404-8E29686CFC5D}"/>
              </a:ext>
            </a:extLst>
          </p:cNvPr>
          <p:cNvSpPr/>
          <p:nvPr/>
        </p:nvSpPr>
        <p:spPr>
          <a:xfrm>
            <a:off x="8072972" y="2868493"/>
            <a:ext cx="1471906" cy="2428100"/>
          </a:xfrm>
          <a:prstGeom prst="roundRect">
            <a:avLst/>
          </a:prstGeom>
          <a:solidFill>
            <a:schemeClr val="accent5">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Order</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4" name="Rectangle: Rounded Corners 13">
            <a:extLst>
              <a:ext uri="{FF2B5EF4-FFF2-40B4-BE49-F238E27FC236}">
                <a16:creationId xmlns:a16="http://schemas.microsoft.com/office/drawing/2014/main" id="{DE7D852A-6E85-668C-5813-A5485F059516}"/>
              </a:ext>
            </a:extLst>
          </p:cNvPr>
          <p:cNvSpPr/>
          <p:nvPr/>
        </p:nvSpPr>
        <p:spPr>
          <a:xfrm>
            <a:off x="6410192" y="2868493"/>
            <a:ext cx="1471906" cy="2428100"/>
          </a:xfrm>
          <a:prstGeom prst="roundRect">
            <a:avLst/>
          </a:prstGeom>
          <a:solidFill>
            <a:schemeClr val="accent2">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Products</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AD1E5DCE-1AFE-E854-C69D-2DD7160BE0C2}"/>
              </a:ext>
            </a:extLst>
          </p:cNvPr>
          <p:cNvSpPr txBox="1"/>
          <p:nvPr/>
        </p:nvSpPr>
        <p:spPr>
          <a:xfrm>
            <a:off x="6560374" y="3341227"/>
            <a:ext cx="1259198"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 created (bean1)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FDFC0DDB-F092-D6E3-9E18-F56269C32759}"/>
              </a:ext>
            </a:extLst>
          </p:cNvPr>
          <p:cNvSpPr txBox="1"/>
          <p:nvPr/>
        </p:nvSpPr>
        <p:spPr>
          <a:xfrm>
            <a:off x="8456014" y="1938140"/>
            <a:ext cx="671338"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User 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7930D215-F561-176C-D7B4-F2A3CCEE73BC}"/>
              </a:ext>
            </a:extLst>
          </p:cNvPr>
          <p:cNvSpPr txBox="1"/>
          <p:nvPr/>
        </p:nvSpPr>
        <p:spPr>
          <a:xfrm>
            <a:off x="8012728" y="3341227"/>
            <a:ext cx="1648663"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New bean created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(bean2)</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AFF0A630-64DE-4780-119A-ED91F355AB40}"/>
              </a:ext>
            </a:extLst>
          </p:cNvPr>
          <p:cNvSpPr txBox="1"/>
          <p:nvPr/>
        </p:nvSpPr>
        <p:spPr>
          <a:xfrm>
            <a:off x="9610947" y="3341227"/>
            <a:ext cx="1622271"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New bean created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(bean3)</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pic>
        <p:nvPicPr>
          <p:cNvPr id="19" name="Picture 18" descr="Computer User Images - Free Download on Freepik">
            <a:extLst>
              <a:ext uri="{FF2B5EF4-FFF2-40B4-BE49-F238E27FC236}">
                <a16:creationId xmlns:a16="http://schemas.microsoft.com/office/drawing/2014/main" id="{49808014-EF64-AEB0-7D8C-B665BCF5913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09537" y="5620922"/>
            <a:ext cx="766011" cy="752787"/>
          </a:xfrm>
          <a:prstGeom prst="ellipse">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FFCDB7CE-ACD5-8B00-EE53-C6C4DF8A58C1}"/>
              </a:ext>
            </a:extLst>
          </p:cNvPr>
          <p:cNvSpPr txBox="1"/>
          <p:nvPr/>
        </p:nvSpPr>
        <p:spPr>
          <a:xfrm>
            <a:off x="8661788" y="6314603"/>
            <a:ext cx="766011"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User 2</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34E1289A-8C69-DFC3-51C3-96541784A579}"/>
              </a:ext>
            </a:extLst>
          </p:cNvPr>
          <p:cNvSpPr/>
          <p:nvPr/>
        </p:nvSpPr>
        <p:spPr>
          <a:xfrm>
            <a:off x="5637006" y="1408542"/>
            <a:ext cx="6320807" cy="2233136"/>
          </a:xfrm>
          <a:custGeom>
            <a:avLst/>
            <a:gdLst>
              <a:gd name="connsiteX0" fmla="*/ 3159574 w 7834773"/>
              <a:gd name="connsiteY0" fmla="*/ 124122 h 2389271"/>
              <a:gd name="connsiteX1" fmla="*/ 835922 w 7834773"/>
              <a:gd name="connsiteY1" fmla="*/ 371548 h 2389271"/>
              <a:gd name="connsiteX2" fmla="*/ 491678 w 7834773"/>
              <a:gd name="connsiteY2" fmla="*/ 2135802 h 2389271"/>
              <a:gd name="connsiteX3" fmla="*/ 7344299 w 7834773"/>
              <a:gd name="connsiteY3" fmla="*/ 2168075 h 2389271"/>
              <a:gd name="connsiteX4" fmla="*/ 6935508 w 7834773"/>
              <a:gd name="connsiteY4" fmla="*/ 156395 h 2389271"/>
              <a:gd name="connsiteX5" fmla="*/ 4127762 w 7834773"/>
              <a:gd name="connsiteY5" fmla="*/ 134879 h 2389271"/>
              <a:gd name="connsiteX6" fmla="*/ 3815791 w 7834773"/>
              <a:gd name="connsiteY6" fmla="*/ 134879 h 2389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4773" h="2389271">
                <a:moveTo>
                  <a:pt x="3159574" y="124122"/>
                </a:moveTo>
                <a:cubicBezTo>
                  <a:pt x="2220072" y="80195"/>
                  <a:pt x="1280571" y="36268"/>
                  <a:pt x="835922" y="371548"/>
                </a:cubicBezTo>
                <a:cubicBezTo>
                  <a:pt x="391273" y="706828"/>
                  <a:pt x="-593052" y="1836381"/>
                  <a:pt x="491678" y="2135802"/>
                </a:cubicBezTo>
                <a:cubicBezTo>
                  <a:pt x="1576407" y="2435223"/>
                  <a:pt x="6270327" y="2497976"/>
                  <a:pt x="7344299" y="2168075"/>
                </a:cubicBezTo>
                <a:cubicBezTo>
                  <a:pt x="8418271" y="1838174"/>
                  <a:pt x="7471597" y="495261"/>
                  <a:pt x="6935508" y="156395"/>
                </a:cubicBezTo>
                <a:cubicBezTo>
                  <a:pt x="6399419" y="-182471"/>
                  <a:pt x="4127762" y="134879"/>
                  <a:pt x="4127762" y="134879"/>
                </a:cubicBezTo>
                <a:lnTo>
                  <a:pt x="3815791" y="134879"/>
                </a:lnTo>
              </a:path>
            </a:pathLst>
          </a:custGeom>
          <a:noFill/>
          <a:ln>
            <a:solidFill>
              <a:schemeClr val="bg1">
                <a:lumMod val="50000"/>
              </a:schemeClr>
            </a:solidFill>
            <a:prstDash val="dash"/>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2" name="Picture 21" descr="Computer User Images - Free Download on Freepik">
            <a:extLst>
              <a:ext uri="{FF2B5EF4-FFF2-40B4-BE49-F238E27FC236}">
                <a16:creationId xmlns:a16="http://schemas.microsoft.com/office/drawing/2014/main" id="{CA16F5F6-D009-BE03-B8C3-DA0367C1C2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61340" y="1153017"/>
            <a:ext cx="766011" cy="752787"/>
          </a:xfrm>
          <a:prstGeom prst="ellipse">
            <a:avLst/>
          </a:prstGeom>
          <a:noFill/>
          <a:extLst>
            <a:ext uri="{909E8E84-426E-40DD-AFC4-6F175D3DCCD1}">
              <a14:hiddenFill xmlns:a14="http://schemas.microsoft.com/office/drawing/2010/main">
                <a:solidFill>
                  <a:srgbClr val="FFFFFF"/>
                </a:solidFill>
              </a14:hiddenFill>
            </a:ext>
          </a:extLst>
        </p:spPr>
      </p:pic>
      <p:cxnSp>
        <p:nvCxnSpPr>
          <p:cNvPr id="25" name="Straight Arrow Connector 24">
            <a:extLst>
              <a:ext uri="{FF2B5EF4-FFF2-40B4-BE49-F238E27FC236}">
                <a16:creationId xmlns:a16="http://schemas.microsoft.com/office/drawing/2014/main" id="{9536AA79-5673-A2B6-8308-DFEF5C8EAAAA}"/>
              </a:ext>
            </a:extLst>
          </p:cNvPr>
          <p:cNvCxnSpPr>
            <a:cxnSpLocks/>
            <a:endCxn id="21" idx="2"/>
          </p:cNvCxnSpPr>
          <p:nvPr/>
        </p:nvCxnSpPr>
        <p:spPr>
          <a:xfrm>
            <a:off x="5927462" y="3357155"/>
            <a:ext cx="106212" cy="47618"/>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BC04C9A8-FE25-4F01-0914-4AC76C512E84}"/>
              </a:ext>
            </a:extLst>
          </p:cNvPr>
          <p:cNvCxnSpPr>
            <a:cxnSpLocks/>
          </p:cNvCxnSpPr>
          <p:nvPr/>
        </p:nvCxnSpPr>
        <p:spPr>
          <a:xfrm>
            <a:off x="7067771" y="3562191"/>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2CC2CF9E-B161-37B6-24CA-5078CFD427AE}"/>
              </a:ext>
            </a:extLst>
          </p:cNvPr>
          <p:cNvCxnSpPr>
            <a:cxnSpLocks/>
          </p:cNvCxnSpPr>
          <p:nvPr/>
        </p:nvCxnSpPr>
        <p:spPr>
          <a:xfrm>
            <a:off x="8661696" y="3639285"/>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1E7AEE1A-6A97-2575-81B2-50B09B383F87}"/>
              </a:ext>
            </a:extLst>
          </p:cNvPr>
          <p:cNvCxnSpPr>
            <a:cxnSpLocks/>
          </p:cNvCxnSpPr>
          <p:nvPr/>
        </p:nvCxnSpPr>
        <p:spPr>
          <a:xfrm>
            <a:off x="10309409" y="3619561"/>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722EF608-C587-9256-7662-10E753BC1E84}"/>
              </a:ext>
            </a:extLst>
          </p:cNvPr>
          <p:cNvCxnSpPr>
            <a:cxnSpLocks/>
          </p:cNvCxnSpPr>
          <p:nvPr/>
        </p:nvCxnSpPr>
        <p:spPr>
          <a:xfrm flipH="1" flipV="1">
            <a:off x="11754867" y="2193664"/>
            <a:ext cx="62409" cy="115255"/>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E5F091EB-7440-CA5E-B4D0-7D4F31471330}"/>
              </a:ext>
            </a:extLst>
          </p:cNvPr>
          <p:cNvCxnSpPr>
            <a:cxnSpLocks/>
          </p:cNvCxnSpPr>
          <p:nvPr/>
        </p:nvCxnSpPr>
        <p:spPr>
          <a:xfrm flipV="1">
            <a:off x="11958916" y="2911346"/>
            <a:ext cx="0" cy="15240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4" name="Straight Arrow Connector 33">
            <a:extLst>
              <a:ext uri="{FF2B5EF4-FFF2-40B4-BE49-F238E27FC236}">
                <a16:creationId xmlns:a16="http://schemas.microsoft.com/office/drawing/2014/main" id="{CEF433BB-4DD7-29F9-0242-A6672BA8DC10}"/>
              </a:ext>
            </a:extLst>
          </p:cNvPr>
          <p:cNvCxnSpPr>
            <a:cxnSpLocks/>
          </p:cNvCxnSpPr>
          <p:nvPr/>
        </p:nvCxnSpPr>
        <p:spPr>
          <a:xfrm flipH="1">
            <a:off x="10309409" y="1408542"/>
            <a:ext cx="138708"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24C5491F-B749-BBE1-A67C-86EC4ED626E9}"/>
              </a:ext>
            </a:extLst>
          </p:cNvPr>
          <p:cNvCxnSpPr>
            <a:cxnSpLocks/>
          </p:cNvCxnSpPr>
          <p:nvPr/>
        </p:nvCxnSpPr>
        <p:spPr>
          <a:xfrm flipH="1">
            <a:off x="6474313" y="1592194"/>
            <a:ext cx="177707" cy="61657"/>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9" name="Freeform: Shape 38">
            <a:extLst>
              <a:ext uri="{FF2B5EF4-FFF2-40B4-BE49-F238E27FC236}">
                <a16:creationId xmlns:a16="http://schemas.microsoft.com/office/drawing/2014/main" id="{478ED633-EB36-FDCA-BB02-F7C24503D3A7}"/>
              </a:ext>
            </a:extLst>
          </p:cNvPr>
          <p:cNvSpPr/>
          <p:nvPr/>
        </p:nvSpPr>
        <p:spPr>
          <a:xfrm rot="10800000">
            <a:off x="5594742" y="4339523"/>
            <a:ext cx="6320810" cy="1978764"/>
          </a:xfrm>
          <a:custGeom>
            <a:avLst/>
            <a:gdLst>
              <a:gd name="connsiteX0" fmla="*/ 3159574 w 7834773"/>
              <a:gd name="connsiteY0" fmla="*/ 124122 h 2389271"/>
              <a:gd name="connsiteX1" fmla="*/ 835922 w 7834773"/>
              <a:gd name="connsiteY1" fmla="*/ 371548 h 2389271"/>
              <a:gd name="connsiteX2" fmla="*/ 491678 w 7834773"/>
              <a:gd name="connsiteY2" fmla="*/ 2135802 h 2389271"/>
              <a:gd name="connsiteX3" fmla="*/ 7344299 w 7834773"/>
              <a:gd name="connsiteY3" fmla="*/ 2168075 h 2389271"/>
              <a:gd name="connsiteX4" fmla="*/ 6935508 w 7834773"/>
              <a:gd name="connsiteY4" fmla="*/ 156395 h 2389271"/>
              <a:gd name="connsiteX5" fmla="*/ 4127762 w 7834773"/>
              <a:gd name="connsiteY5" fmla="*/ 134879 h 2389271"/>
              <a:gd name="connsiteX6" fmla="*/ 3815791 w 7834773"/>
              <a:gd name="connsiteY6" fmla="*/ 134879 h 2389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4773" h="2389271">
                <a:moveTo>
                  <a:pt x="3159574" y="124122"/>
                </a:moveTo>
                <a:cubicBezTo>
                  <a:pt x="2220072" y="80195"/>
                  <a:pt x="1280571" y="36268"/>
                  <a:pt x="835922" y="371548"/>
                </a:cubicBezTo>
                <a:cubicBezTo>
                  <a:pt x="391273" y="706828"/>
                  <a:pt x="-593052" y="1836381"/>
                  <a:pt x="491678" y="2135802"/>
                </a:cubicBezTo>
                <a:cubicBezTo>
                  <a:pt x="1576407" y="2435223"/>
                  <a:pt x="6270327" y="2497976"/>
                  <a:pt x="7344299" y="2168075"/>
                </a:cubicBezTo>
                <a:cubicBezTo>
                  <a:pt x="8418271" y="1838174"/>
                  <a:pt x="7471597" y="495261"/>
                  <a:pt x="6935508" y="156395"/>
                </a:cubicBezTo>
                <a:cubicBezTo>
                  <a:pt x="6399419" y="-182471"/>
                  <a:pt x="4127762" y="134879"/>
                  <a:pt x="4127762" y="134879"/>
                </a:cubicBezTo>
                <a:lnTo>
                  <a:pt x="3815791" y="134879"/>
                </a:lnTo>
              </a:path>
            </a:pathLst>
          </a:custGeom>
          <a:noFill/>
          <a:ln>
            <a:solidFill>
              <a:schemeClr val="bg1">
                <a:lumMod val="50000"/>
              </a:schemeClr>
            </a:solidFill>
            <a:prstDash val="dash"/>
            <a:tailEnd type="non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0" name="Straight Arrow Connector 39">
            <a:extLst>
              <a:ext uri="{FF2B5EF4-FFF2-40B4-BE49-F238E27FC236}">
                <a16:creationId xmlns:a16="http://schemas.microsoft.com/office/drawing/2014/main" id="{2D31C9B0-3464-B961-FF8C-AF668A5BD300}"/>
              </a:ext>
            </a:extLst>
          </p:cNvPr>
          <p:cNvCxnSpPr>
            <a:cxnSpLocks/>
          </p:cNvCxnSpPr>
          <p:nvPr/>
        </p:nvCxnSpPr>
        <p:spPr>
          <a:xfrm flipH="1" flipV="1">
            <a:off x="5594742" y="5179408"/>
            <a:ext cx="86065" cy="214171"/>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a:extLst>
              <a:ext uri="{FF2B5EF4-FFF2-40B4-BE49-F238E27FC236}">
                <a16:creationId xmlns:a16="http://schemas.microsoft.com/office/drawing/2014/main" id="{31EC808B-8598-EC97-B1A4-423B86369180}"/>
              </a:ext>
            </a:extLst>
          </p:cNvPr>
          <p:cNvCxnSpPr>
            <a:cxnSpLocks/>
          </p:cNvCxnSpPr>
          <p:nvPr/>
        </p:nvCxnSpPr>
        <p:spPr>
          <a:xfrm flipH="1">
            <a:off x="7204733" y="6303843"/>
            <a:ext cx="317311" cy="30828"/>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E20BC189-FB49-FE05-EE2B-046DD7B5E87E}"/>
              </a:ext>
            </a:extLst>
          </p:cNvPr>
          <p:cNvCxnSpPr>
            <a:cxnSpLocks/>
            <a:stCxn id="39" idx="4"/>
          </p:cNvCxnSpPr>
          <p:nvPr/>
        </p:nvCxnSpPr>
        <p:spPr>
          <a:xfrm flipH="1" flipV="1">
            <a:off x="6102142" y="6012886"/>
            <a:ext cx="218094" cy="175877"/>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C7E17483-1311-6B5C-8C0B-E514E3B187F2}"/>
              </a:ext>
            </a:extLst>
          </p:cNvPr>
          <p:cNvCxnSpPr>
            <a:cxnSpLocks/>
          </p:cNvCxnSpPr>
          <p:nvPr/>
        </p:nvCxnSpPr>
        <p:spPr>
          <a:xfrm>
            <a:off x="7215491" y="4359973"/>
            <a:ext cx="306553"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50">
            <a:extLst>
              <a:ext uri="{FF2B5EF4-FFF2-40B4-BE49-F238E27FC236}">
                <a16:creationId xmlns:a16="http://schemas.microsoft.com/office/drawing/2014/main" id="{E9A528BB-76FD-0E6A-0B75-A18BB0B8B6C2}"/>
              </a:ext>
            </a:extLst>
          </p:cNvPr>
          <p:cNvCxnSpPr>
            <a:cxnSpLocks/>
          </p:cNvCxnSpPr>
          <p:nvPr/>
        </p:nvCxnSpPr>
        <p:spPr>
          <a:xfrm>
            <a:off x="8921412" y="4339523"/>
            <a:ext cx="306553"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a:extLst>
              <a:ext uri="{FF2B5EF4-FFF2-40B4-BE49-F238E27FC236}">
                <a16:creationId xmlns:a16="http://schemas.microsoft.com/office/drawing/2014/main" id="{B3634946-B5B9-E06B-7834-F1AEB6A89EF2}"/>
              </a:ext>
            </a:extLst>
          </p:cNvPr>
          <p:cNvCxnSpPr>
            <a:cxnSpLocks/>
          </p:cNvCxnSpPr>
          <p:nvPr/>
        </p:nvCxnSpPr>
        <p:spPr>
          <a:xfrm>
            <a:off x="10710006" y="4433492"/>
            <a:ext cx="135842"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3" name="Straight Arrow Connector 52">
            <a:extLst>
              <a:ext uri="{FF2B5EF4-FFF2-40B4-BE49-F238E27FC236}">
                <a16:creationId xmlns:a16="http://schemas.microsoft.com/office/drawing/2014/main" id="{208BE730-FDFF-81FA-2A6B-D35D996663AF}"/>
              </a:ext>
            </a:extLst>
          </p:cNvPr>
          <p:cNvCxnSpPr>
            <a:cxnSpLocks/>
          </p:cNvCxnSpPr>
          <p:nvPr/>
        </p:nvCxnSpPr>
        <p:spPr>
          <a:xfrm flipH="1">
            <a:off x="11387618" y="5800657"/>
            <a:ext cx="119789" cy="94462"/>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7F7E58BE-60DF-0555-1F46-F4E0A04973F8}"/>
              </a:ext>
            </a:extLst>
          </p:cNvPr>
          <p:cNvSpPr txBox="1"/>
          <p:nvPr/>
        </p:nvSpPr>
        <p:spPr>
          <a:xfrm>
            <a:off x="6353499" y="4077912"/>
            <a:ext cx="1601866"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New Bean created (bean4)</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CE9C7062-E8A0-CAC6-32F4-525A8ECADF7C}"/>
              </a:ext>
            </a:extLst>
          </p:cNvPr>
          <p:cNvSpPr txBox="1"/>
          <p:nvPr/>
        </p:nvSpPr>
        <p:spPr>
          <a:xfrm>
            <a:off x="8004828" y="4077912"/>
            <a:ext cx="1648663"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New bean created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(bean5)</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65" name="TextBox 64">
            <a:extLst>
              <a:ext uri="{FF2B5EF4-FFF2-40B4-BE49-F238E27FC236}">
                <a16:creationId xmlns:a16="http://schemas.microsoft.com/office/drawing/2014/main" id="{6CA8E826-75C9-68DC-EBEF-5A0B48C689F3}"/>
              </a:ext>
            </a:extLst>
          </p:cNvPr>
          <p:cNvSpPr txBox="1"/>
          <p:nvPr/>
        </p:nvSpPr>
        <p:spPr>
          <a:xfrm>
            <a:off x="9603047" y="4077912"/>
            <a:ext cx="1622271"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New bean created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(bean6)</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E224580A-9499-F9B5-8421-02B1567D683C}"/>
              </a:ext>
            </a:extLst>
          </p:cNvPr>
          <p:cNvSpPr txBox="1"/>
          <p:nvPr/>
        </p:nvSpPr>
        <p:spPr>
          <a:xfrm>
            <a:off x="6502986" y="1621231"/>
            <a:ext cx="131658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Request 1</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28D908B4-7062-F91A-439F-6CE6FC3E18F2}"/>
              </a:ext>
            </a:extLst>
          </p:cNvPr>
          <p:cNvSpPr txBox="1"/>
          <p:nvPr/>
        </p:nvSpPr>
        <p:spPr>
          <a:xfrm>
            <a:off x="6443847" y="5922722"/>
            <a:ext cx="131658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Request 2</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A34B7423-4706-F357-70A5-22BE7315BA1A}"/>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294215384"/>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Request Scope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When to use it?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10820E8A-1D92-95BE-5300-68AE56A37569}"/>
              </a:ext>
            </a:extLst>
          </p:cNvPr>
          <p:cNvSpPr txBox="1"/>
          <p:nvPr/>
        </p:nvSpPr>
        <p:spPr>
          <a:xfrm>
            <a:off x="355694" y="1100850"/>
            <a:ext cx="4404216" cy="2462213"/>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8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Scope</a:t>
            </a:r>
            <a:r>
              <a:rPr kumimoji="0" lang="en-US"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8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“request"</a:t>
            </a:r>
            <a:r>
              <a:rPr kumimoji="0" lang="en-US" sz="18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When a bean is configured with Request scope, the Spring IoC container will create a new instance of the bean for each HTTP request. </a:t>
            </a:r>
          </a:p>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Use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Good for applications which maintain state or data specific to individual HTTP requests. </a:t>
            </a:r>
          </a:p>
        </p:txBody>
      </p:sp>
      <p:sp>
        <p:nvSpPr>
          <p:cNvPr id="12" name="Rectangle: Rounded Corners 11">
            <a:extLst>
              <a:ext uri="{FF2B5EF4-FFF2-40B4-BE49-F238E27FC236}">
                <a16:creationId xmlns:a16="http://schemas.microsoft.com/office/drawing/2014/main" id="{E75709F4-9BCF-64BC-F2DD-3494ADDC4EC8}"/>
              </a:ext>
            </a:extLst>
          </p:cNvPr>
          <p:cNvSpPr/>
          <p:nvPr/>
        </p:nvSpPr>
        <p:spPr>
          <a:xfrm>
            <a:off x="6013523" y="2264250"/>
            <a:ext cx="5475643" cy="3207707"/>
          </a:xfrm>
          <a:prstGeom prst="roundRect">
            <a:avLst/>
          </a:prstGeom>
          <a:solidFill>
            <a:schemeClr val="bg1">
              <a:lumMod val="95000"/>
            </a:schemeClr>
          </a:solidFill>
          <a:ln>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Ecommerce Application</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13" name="Rectangle: Rounded Corners 12">
            <a:extLst>
              <a:ext uri="{FF2B5EF4-FFF2-40B4-BE49-F238E27FC236}">
                <a16:creationId xmlns:a16="http://schemas.microsoft.com/office/drawing/2014/main" id="{B02AE8C5-5174-E875-148A-302A3F5C5954}"/>
              </a:ext>
            </a:extLst>
          </p:cNvPr>
          <p:cNvSpPr/>
          <p:nvPr/>
        </p:nvSpPr>
        <p:spPr>
          <a:xfrm>
            <a:off x="9668362" y="2868493"/>
            <a:ext cx="1471906" cy="2428099"/>
          </a:xfrm>
          <a:prstGeom prst="roundRect">
            <a:avLst/>
          </a:prstGeom>
          <a:solidFill>
            <a:schemeClr val="accent4">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Payment</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23" name="Rectangle: Rounded Corners 22">
            <a:extLst>
              <a:ext uri="{FF2B5EF4-FFF2-40B4-BE49-F238E27FC236}">
                <a16:creationId xmlns:a16="http://schemas.microsoft.com/office/drawing/2014/main" id="{90FA8666-FC28-57BB-83EA-14A586D3A133}"/>
              </a:ext>
            </a:extLst>
          </p:cNvPr>
          <p:cNvSpPr/>
          <p:nvPr/>
        </p:nvSpPr>
        <p:spPr>
          <a:xfrm>
            <a:off x="8072972" y="2868493"/>
            <a:ext cx="1471906" cy="2428100"/>
          </a:xfrm>
          <a:prstGeom prst="roundRect">
            <a:avLst/>
          </a:prstGeom>
          <a:solidFill>
            <a:schemeClr val="accent5">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Order</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24" name="Rectangle: Rounded Corners 23">
            <a:extLst>
              <a:ext uri="{FF2B5EF4-FFF2-40B4-BE49-F238E27FC236}">
                <a16:creationId xmlns:a16="http://schemas.microsoft.com/office/drawing/2014/main" id="{51A8CADD-E678-BC5A-40EC-0C9D3E310675}"/>
              </a:ext>
            </a:extLst>
          </p:cNvPr>
          <p:cNvSpPr/>
          <p:nvPr/>
        </p:nvSpPr>
        <p:spPr>
          <a:xfrm>
            <a:off x="6410192" y="2868493"/>
            <a:ext cx="1471906" cy="2428100"/>
          </a:xfrm>
          <a:prstGeom prst="roundRect">
            <a:avLst/>
          </a:prstGeom>
          <a:solidFill>
            <a:schemeClr val="accent2">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Products</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E1CBB5CA-1032-3697-B17E-16FE085CA006}"/>
              </a:ext>
            </a:extLst>
          </p:cNvPr>
          <p:cNvSpPr txBox="1"/>
          <p:nvPr/>
        </p:nvSpPr>
        <p:spPr>
          <a:xfrm>
            <a:off x="6560374" y="3341227"/>
            <a:ext cx="1259198"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 created (bean1)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29ED7506-1410-4CC7-AE3A-931FA3ED4D74}"/>
              </a:ext>
            </a:extLst>
          </p:cNvPr>
          <p:cNvSpPr txBox="1"/>
          <p:nvPr/>
        </p:nvSpPr>
        <p:spPr>
          <a:xfrm>
            <a:off x="8456014" y="1938140"/>
            <a:ext cx="671338"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User 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31" name="TextBox 30">
            <a:extLst>
              <a:ext uri="{FF2B5EF4-FFF2-40B4-BE49-F238E27FC236}">
                <a16:creationId xmlns:a16="http://schemas.microsoft.com/office/drawing/2014/main" id="{3A39E9F9-2D95-C677-A414-B08DE19AA4A9}"/>
              </a:ext>
            </a:extLst>
          </p:cNvPr>
          <p:cNvSpPr txBox="1"/>
          <p:nvPr/>
        </p:nvSpPr>
        <p:spPr>
          <a:xfrm>
            <a:off x="8012728" y="3341227"/>
            <a:ext cx="1648663"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Same bean used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55C0AD04-4C45-8600-6063-E6F2A882DB03}"/>
              </a:ext>
            </a:extLst>
          </p:cNvPr>
          <p:cNvSpPr txBox="1"/>
          <p:nvPr/>
        </p:nvSpPr>
        <p:spPr>
          <a:xfrm>
            <a:off x="9610947" y="3341227"/>
            <a:ext cx="1622271"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Same bean used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(bean1)</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pic>
        <p:nvPicPr>
          <p:cNvPr id="35" name="Picture 34" descr="Computer User Images - Free Download on Freepik">
            <a:extLst>
              <a:ext uri="{FF2B5EF4-FFF2-40B4-BE49-F238E27FC236}">
                <a16:creationId xmlns:a16="http://schemas.microsoft.com/office/drawing/2014/main" id="{65500557-36E3-1DEB-1F85-A6C0A8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09537" y="5620922"/>
            <a:ext cx="766011" cy="752787"/>
          </a:xfrm>
          <a:prstGeom prst="ellipse">
            <a:avLst/>
          </a:prstGeom>
          <a:noFill/>
          <a:extLst>
            <a:ext uri="{909E8E84-426E-40DD-AFC4-6F175D3DCCD1}">
              <a14:hiddenFill xmlns:a14="http://schemas.microsoft.com/office/drawing/2010/main">
                <a:solidFill>
                  <a:srgbClr val="FFFFFF"/>
                </a:solidFill>
              </a14:hiddenFill>
            </a:ext>
          </a:extLst>
        </p:spPr>
      </p:pic>
      <p:sp>
        <p:nvSpPr>
          <p:cNvPr id="36" name="TextBox 35">
            <a:extLst>
              <a:ext uri="{FF2B5EF4-FFF2-40B4-BE49-F238E27FC236}">
                <a16:creationId xmlns:a16="http://schemas.microsoft.com/office/drawing/2014/main" id="{406F4910-F873-22AE-2819-A3112DED7EDC}"/>
              </a:ext>
            </a:extLst>
          </p:cNvPr>
          <p:cNvSpPr txBox="1"/>
          <p:nvPr/>
        </p:nvSpPr>
        <p:spPr>
          <a:xfrm>
            <a:off x="8661788" y="6314603"/>
            <a:ext cx="766011"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User 2</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37" name="Freeform: Shape 36">
            <a:extLst>
              <a:ext uri="{FF2B5EF4-FFF2-40B4-BE49-F238E27FC236}">
                <a16:creationId xmlns:a16="http://schemas.microsoft.com/office/drawing/2014/main" id="{6097FE9B-8F67-89F3-9B62-D49464CC4A1C}"/>
              </a:ext>
            </a:extLst>
          </p:cNvPr>
          <p:cNvSpPr/>
          <p:nvPr/>
        </p:nvSpPr>
        <p:spPr>
          <a:xfrm>
            <a:off x="5637006" y="1408542"/>
            <a:ext cx="6320807" cy="2233136"/>
          </a:xfrm>
          <a:custGeom>
            <a:avLst/>
            <a:gdLst>
              <a:gd name="connsiteX0" fmla="*/ 3159574 w 7834773"/>
              <a:gd name="connsiteY0" fmla="*/ 124122 h 2389271"/>
              <a:gd name="connsiteX1" fmla="*/ 835922 w 7834773"/>
              <a:gd name="connsiteY1" fmla="*/ 371548 h 2389271"/>
              <a:gd name="connsiteX2" fmla="*/ 491678 w 7834773"/>
              <a:gd name="connsiteY2" fmla="*/ 2135802 h 2389271"/>
              <a:gd name="connsiteX3" fmla="*/ 7344299 w 7834773"/>
              <a:gd name="connsiteY3" fmla="*/ 2168075 h 2389271"/>
              <a:gd name="connsiteX4" fmla="*/ 6935508 w 7834773"/>
              <a:gd name="connsiteY4" fmla="*/ 156395 h 2389271"/>
              <a:gd name="connsiteX5" fmla="*/ 4127762 w 7834773"/>
              <a:gd name="connsiteY5" fmla="*/ 134879 h 2389271"/>
              <a:gd name="connsiteX6" fmla="*/ 3815791 w 7834773"/>
              <a:gd name="connsiteY6" fmla="*/ 134879 h 2389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4773" h="2389271">
                <a:moveTo>
                  <a:pt x="3159574" y="124122"/>
                </a:moveTo>
                <a:cubicBezTo>
                  <a:pt x="2220072" y="80195"/>
                  <a:pt x="1280571" y="36268"/>
                  <a:pt x="835922" y="371548"/>
                </a:cubicBezTo>
                <a:cubicBezTo>
                  <a:pt x="391273" y="706828"/>
                  <a:pt x="-593052" y="1836381"/>
                  <a:pt x="491678" y="2135802"/>
                </a:cubicBezTo>
                <a:cubicBezTo>
                  <a:pt x="1576407" y="2435223"/>
                  <a:pt x="6270327" y="2497976"/>
                  <a:pt x="7344299" y="2168075"/>
                </a:cubicBezTo>
                <a:cubicBezTo>
                  <a:pt x="8418271" y="1838174"/>
                  <a:pt x="7471597" y="495261"/>
                  <a:pt x="6935508" y="156395"/>
                </a:cubicBezTo>
                <a:cubicBezTo>
                  <a:pt x="6399419" y="-182471"/>
                  <a:pt x="4127762" y="134879"/>
                  <a:pt x="4127762" y="134879"/>
                </a:cubicBezTo>
                <a:lnTo>
                  <a:pt x="3815791" y="134879"/>
                </a:lnTo>
              </a:path>
            </a:pathLst>
          </a:custGeom>
          <a:noFill/>
          <a:ln>
            <a:solidFill>
              <a:schemeClr val="bg1">
                <a:lumMod val="50000"/>
              </a:schemeClr>
            </a:solidFill>
            <a:prstDash val="dash"/>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41" name="Picture 40" descr="Computer User Images - Free Download on Freepik">
            <a:extLst>
              <a:ext uri="{FF2B5EF4-FFF2-40B4-BE49-F238E27FC236}">
                <a16:creationId xmlns:a16="http://schemas.microsoft.com/office/drawing/2014/main" id="{E523B6EF-532F-6483-6B63-732C6F344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61340" y="1153017"/>
            <a:ext cx="766011" cy="752787"/>
          </a:xfrm>
          <a:prstGeom prst="ellipse">
            <a:avLst/>
          </a:prstGeom>
          <a:noFill/>
          <a:extLst>
            <a:ext uri="{909E8E84-426E-40DD-AFC4-6F175D3DCCD1}">
              <a14:hiddenFill xmlns:a14="http://schemas.microsoft.com/office/drawing/2010/main">
                <a:solidFill>
                  <a:srgbClr val="FFFFFF"/>
                </a:solidFill>
              </a14:hiddenFill>
            </a:ext>
          </a:extLst>
        </p:spPr>
      </p:pic>
      <p:cxnSp>
        <p:nvCxnSpPr>
          <p:cNvPr id="43" name="Straight Arrow Connector 42">
            <a:extLst>
              <a:ext uri="{FF2B5EF4-FFF2-40B4-BE49-F238E27FC236}">
                <a16:creationId xmlns:a16="http://schemas.microsoft.com/office/drawing/2014/main" id="{4B169951-E801-96F9-B8A3-2D3A1838A466}"/>
              </a:ext>
            </a:extLst>
          </p:cNvPr>
          <p:cNvCxnSpPr>
            <a:cxnSpLocks/>
            <a:endCxn id="37" idx="2"/>
          </p:cNvCxnSpPr>
          <p:nvPr/>
        </p:nvCxnSpPr>
        <p:spPr>
          <a:xfrm>
            <a:off x="5927462" y="3357155"/>
            <a:ext cx="106212" cy="47618"/>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4" name="Straight Arrow Connector 43">
            <a:extLst>
              <a:ext uri="{FF2B5EF4-FFF2-40B4-BE49-F238E27FC236}">
                <a16:creationId xmlns:a16="http://schemas.microsoft.com/office/drawing/2014/main" id="{767F9B7F-78CF-FAEA-004B-78254F683D62}"/>
              </a:ext>
            </a:extLst>
          </p:cNvPr>
          <p:cNvCxnSpPr>
            <a:cxnSpLocks/>
          </p:cNvCxnSpPr>
          <p:nvPr/>
        </p:nvCxnSpPr>
        <p:spPr>
          <a:xfrm>
            <a:off x="7067771" y="3562191"/>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6A4E3212-6969-10C1-F8C4-A4992B2D5C34}"/>
              </a:ext>
            </a:extLst>
          </p:cNvPr>
          <p:cNvCxnSpPr>
            <a:cxnSpLocks/>
          </p:cNvCxnSpPr>
          <p:nvPr/>
        </p:nvCxnSpPr>
        <p:spPr>
          <a:xfrm>
            <a:off x="8661696" y="3639285"/>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a16:creationId xmlns:a16="http://schemas.microsoft.com/office/drawing/2014/main" id="{9909CC72-205A-6CC3-9F26-664F1A53E5ED}"/>
              </a:ext>
            </a:extLst>
          </p:cNvPr>
          <p:cNvCxnSpPr>
            <a:cxnSpLocks/>
          </p:cNvCxnSpPr>
          <p:nvPr/>
        </p:nvCxnSpPr>
        <p:spPr>
          <a:xfrm>
            <a:off x="10309409" y="3619561"/>
            <a:ext cx="21683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9" name="Straight Arrow Connector 48">
            <a:extLst>
              <a:ext uri="{FF2B5EF4-FFF2-40B4-BE49-F238E27FC236}">
                <a16:creationId xmlns:a16="http://schemas.microsoft.com/office/drawing/2014/main" id="{F8EAB7BE-A145-ABBA-00AB-2EF4B0320B50}"/>
              </a:ext>
            </a:extLst>
          </p:cNvPr>
          <p:cNvCxnSpPr>
            <a:cxnSpLocks/>
          </p:cNvCxnSpPr>
          <p:nvPr/>
        </p:nvCxnSpPr>
        <p:spPr>
          <a:xfrm flipH="1" flipV="1">
            <a:off x="11754867" y="2193664"/>
            <a:ext cx="62409" cy="115255"/>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0" name="Straight Arrow Connector 49">
            <a:extLst>
              <a:ext uri="{FF2B5EF4-FFF2-40B4-BE49-F238E27FC236}">
                <a16:creationId xmlns:a16="http://schemas.microsoft.com/office/drawing/2014/main" id="{A67BD0E0-BE75-D6F5-11FB-A4C04DF1293D}"/>
              </a:ext>
            </a:extLst>
          </p:cNvPr>
          <p:cNvCxnSpPr>
            <a:cxnSpLocks/>
          </p:cNvCxnSpPr>
          <p:nvPr/>
        </p:nvCxnSpPr>
        <p:spPr>
          <a:xfrm flipV="1">
            <a:off x="11958916" y="2911346"/>
            <a:ext cx="0" cy="15240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50">
            <a:extLst>
              <a:ext uri="{FF2B5EF4-FFF2-40B4-BE49-F238E27FC236}">
                <a16:creationId xmlns:a16="http://schemas.microsoft.com/office/drawing/2014/main" id="{45A33711-2B8A-EF76-45FB-AED9444CB297}"/>
              </a:ext>
            </a:extLst>
          </p:cNvPr>
          <p:cNvCxnSpPr>
            <a:cxnSpLocks/>
          </p:cNvCxnSpPr>
          <p:nvPr/>
        </p:nvCxnSpPr>
        <p:spPr>
          <a:xfrm flipH="1">
            <a:off x="10309409" y="1408542"/>
            <a:ext cx="138708"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a:extLst>
              <a:ext uri="{FF2B5EF4-FFF2-40B4-BE49-F238E27FC236}">
                <a16:creationId xmlns:a16="http://schemas.microsoft.com/office/drawing/2014/main" id="{F834BC3F-F702-9251-1261-7DF551C969A6}"/>
              </a:ext>
            </a:extLst>
          </p:cNvPr>
          <p:cNvCxnSpPr>
            <a:cxnSpLocks/>
          </p:cNvCxnSpPr>
          <p:nvPr/>
        </p:nvCxnSpPr>
        <p:spPr>
          <a:xfrm flipH="1">
            <a:off x="6474313" y="1592194"/>
            <a:ext cx="177707" cy="61657"/>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3" name="Freeform: Shape 52">
            <a:extLst>
              <a:ext uri="{FF2B5EF4-FFF2-40B4-BE49-F238E27FC236}">
                <a16:creationId xmlns:a16="http://schemas.microsoft.com/office/drawing/2014/main" id="{37BF1540-216A-981C-2196-3FF9CE01C889}"/>
              </a:ext>
            </a:extLst>
          </p:cNvPr>
          <p:cNvSpPr/>
          <p:nvPr/>
        </p:nvSpPr>
        <p:spPr>
          <a:xfrm rot="10800000">
            <a:off x="5594742" y="4339523"/>
            <a:ext cx="6320810" cy="1978764"/>
          </a:xfrm>
          <a:custGeom>
            <a:avLst/>
            <a:gdLst>
              <a:gd name="connsiteX0" fmla="*/ 3159574 w 7834773"/>
              <a:gd name="connsiteY0" fmla="*/ 124122 h 2389271"/>
              <a:gd name="connsiteX1" fmla="*/ 835922 w 7834773"/>
              <a:gd name="connsiteY1" fmla="*/ 371548 h 2389271"/>
              <a:gd name="connsiteX2" fmla="*/ 491678 w 7834773"/>
              <a:gd name="connsiteY2" fmla="*/ 2135802 h 2389271"/>
              <a:gd name="connsiteX3" fmla="*/ 7344299 w 7834773"/>
              <a:gd name="connsiteY3" fmla="*/ 2168075 h 2389271"/>
              <a:gd name="connsiteX4" fmla="*/ 6935508 w 7834773"/>
              <a:gd name="connsiteY4" fmla="*/ 156395 h 2389271"/>
              <a:gd name="connsiteX5" fmla="*/ 4127762 w 7834773"/>
              <a:gd name="connsiteY5" fmla="*/ 134879 h 2389271"/>
              <a:gd name="connsiteX6" fmla="*/ 3815791 w 7834773"/>
              <a:gd name="connsiteY6" fmla="*/ 134879 h 2389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4773" h="2389271">
                <a:moveTo>
                  <a:pt x="3159574" y="124122"/>
                </a:moveTo>
                <a:cubicBezTo>
                  <a:pt x="2220072" y="80195"/>
                  <a:pt x="1280571" y="36268"/>
                  <a:pt x="835922" y="371548"/>
                </a:cubicBezTo>
                <a:cubicBezTo>
                  <a:pt x="391273" y="706828"/>
                  <a:pt x="-593052" y="1836381"/>
                  <a:pt x="491678" y="2135802"/>
                </a:cubicBezTo>
                <a:cubicBezTo>
                  <a:pt x="1576407" y="2435223"/>
                  <a:pt x="6270327" y="2497976"/>
                  <a:pt x="7344299" y="2168075"/>
                </a:cubicBezTo>
                <a:cubicBezTo>
                  <a:pt x="8418271" y="1838174"/>
                  <a:pt x="7471597" y="495261"/>
                  <a:pt x="6935508" y="156395"/>
                </a:cubicBezTo>
                <a:cubicBezTo>
                  <a:pt x="6399419" y="-182471"/>
                  <a:pt x="4127762" y="134879"/>
                  <a:pt x="4127762" y="134879"/>
                </a:cubicBezTo>
                <a:lnTo>
                  <a:pt x="3815791" y="134879"/>
                </a:lnTo>
              </a:path>
            </a:pathLst>
          </a:custGeom>
          <a:noFill/>
          <a:ln>
            <a:solidFill>
              <a:schemeClr val="bg1">
                <a:lumMod val="50000"/>
              </a:schemeClr>
            </a:solidFill>
            <a:prstDash val="dash"/>
            <a:tailEnd type="non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4" name="Straight Arrow Connector 53">
            <a:extLst>
              <a:ext uri="{FF2B5EF4-FFF2-40B4-BE49-F238E27FC236}">
                <a16:creationId xmlns:a16="http://schemas.microsoft.com/office/drawing/2014/main" id="{3EB2A883-20FE-26BD-15FB-BFD4E9C1AE42}"/>
              </a:ext>
            </a:extLst>
          </p:cNvPr>
          <p:cNvCxnSpPr>
            <a:cxnSpLocks/>
          </p:cNvCxnSpPr>
          <p:nvPr/>
        </p:nvCxnSpPr>
        <p:spPr>
          <a:xfrm flipH="1" flipV="1">
            <a:off x="5594742" y="5179408"/>
            <a:ext cx="86065" cy="214171"/>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499CA950-DB44-7AEB-10A5-C1982FA095B9}"/>
              </a:ext>
            </a:extLst>
          </p:cNvPr>
          <p:cNvCxnSpPr>
            <a:cxnSpLocks/>
          </p:cNvCxnSpPr>
          <p:nvPr/>
        </p:nvCxnSpPr>
        <p:spPr>
          <a:xfrm flipH="1">
            <a:off x="7204733" y="6303843"/>
            <a:ext cx="317311" cy="30828"/>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6" name="Straight Arrow Connector 55">
            <a:extLst>
              <a:ext uri="{FF2B5EF4-FFF2-40B4-BE49-F238E27FC236}">
                <a16:creationId xmlns:a16="http://schemas.microsoft.com/office/drawing/2014/main" id="{DC1ECE3B-D2FA-A16E-7B5E-8F0A0EDE797A}"/>
              </a:ext>
            </a:extLst>
          </p:cNvPr>
          <p:cNvCxnSpPr>
            <a:cxnSpLocks/>
            <a:stCxn id="53" idx="4"/>
          </p:cNvCxnSpPr>
          <p:nvPr/>
        </p:nvCxnSpPr>
        <p:spPr>
          <a:xfrm flipH="1" flipV="1">
            <a:off x="6102142" y="6012886"/>
            <a:ext cx="218094" cy="175877"/>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8" name="Straight Arrow Connector 57">
            <a:extLst>
              <a:ext uri="{FF2B5EF4-FFF2-40B4-BE49-F238E27FC236}">
                <a16:creationId xmlns:a16="http://schemas.microsoft.com/office/drawing/2014/main" id="{AC601693-2A52-C83E-61B3-AEE242D348D0}"/>
              </a:ext>
            </a:extLst>
          </p:cNvPr>
          <p:cNvCxnSpPr>
            <a:cxnSpLocks/>
          </p:cNvCxnSpPr>
          <p:nvPr/>
        </p:nvCxnSpPr>
        <p:spPr>
          <a:xfrm>
            <a:off x="7215491" y="4359973"/>
            <a:ext cx="306553"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6B1B43B8-6E9E-B60C-22E0-CF13F2E8BEEE}"/>
              </a:ext>
            </a:extLst>
          </p:cNvPr>
          <p:cNvCxnSpPr>
            <a:cxnSpLocks/>
          </p:cNvCxnSpPr>
          <p:nvPr/>
        </p:nvCxnSpPr>
        <p:spPr>
          <a:xfrm>
            <a:off x="8921412" y="4339523"/>
            <a:ext cx="306553"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1" name="Straight Arrow Connector 60">
            <a:extLst>
              <a:ext uri="{FF2B5EF4-FFF2-40B4-BE49-F238E27FC236}">
                <a16:creationId xmlns:a16="http://schemas.microsoft.com/office/drawing/2014/main" id="{DDC0A9B8-DB78-5843-B1ED-F5C78536D57B}"/>
              </a:ext>
            </a:extLst>
          </p:cNvPr>
          <p:cNvCxnSpPr>
            <a:cxnSpLocks/>
          </p:cNvCxnSpPr>
          <p:nvPr/>
        </p:nvCxnSpPr>
        <p:spPr>
          <a:xfrm>
            <a:off x="10710006" y="4433492"/>
            <a:ext cx="135842"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2" name="Straight Arrow Connector 61">
            <a:extLst>
              <a:ext uri="{FF2B5EF4-FFF2-40B4-BE49-F238E27FC236}">
                <a16:creationId xmlns:a16="http://schemas.microsoft.com/office/drawing/2014/main" id="{011ABC39-A5F8-312E-C79B-DF249F2CCD2B}"/>
              </a:ext>
            </a:extLst>
          </p:cNvPr>
          <p:cNvCxnSpPr>
            <a:cxnSpLocks/>
          </p:cNvCxnSpPr>
          <p:nvPr/>
        </p:nvCxnSpPr>
        <p:spPr>
          <a:xfrm flipH="1">
            <a:off x="11387618" y="5800657"/>
            <a:ext cx="119789" cy="94462"/>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D7B00B79-28F3-14F4-572A-CF235A8BDF67}"/>
              </a:ext>
            </a:extLst>
          </p:cNvPr>
          <p:cNvSpPr txBox="1"/>
          <p:nvPr/>
        </p:nvSpPr>
        <p:spPr>
          <a:xfrm>
            <a:off x="6353499" y="4077912"/>
            <a:ext cx="1601866"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New Bean created (bean2)</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64" name="TextBox 63">
            <a:extLst>
              <a:ext uri="{FF2B5EF4-FFF2-40B4-BE49-F238E27FC236}">
                <a16:creationId xmlns:a16="http://schemas.microsoft.com/office/drawing/2014/main" id="{AC1F4BBC-9F6E-F6B0-A16E-C11B6D978B63}"/>
              </a:ext>
            </a:extLst>
          </p:cNvPr>
          <p:cNvSpPr txBox="1"/>
          <p:nvPr/>
        </p:nvSpPr>
        <p:spPr>
          <a:xfrm>
            <a:off x="8004828" y="4077912"/>
            <a:ext cx="1648663"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Same bean used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(bean2)</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66" name="TextBox 65">
            <a:extLst>
              <a:ext uri="{FF2B5EF4-FFF2-40B4-BE49-F238E27FC236}">
                <a16:creationId xmlns:a16="http://schemas.microsoft.com/office/drawing/2014/main" id="{0D001028-6961-A810-EC9F-182E1E51B011}"/>
              </a:ext>
            </a:extLst>
          </p:cNvPr>
          <p:cNvSpPr txBox="1"/>
          <p:nvPr/>
        </p:nvSpPr>
        <p:spPr>
          <a:xfrm>
            <a:off x="9603047" y="4077912"/>
            <a:ext cx="1622271"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Same bean used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(bean2)</a:t>
            </a:r>
            <a:endParaRPr kumimoji="0" lang="en-IN" sz="14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67" name="TextBox 66">
            <a:extLst>
              <a:ext uri="{FF2B5EF4-FFF2-40B4-BE49-F238E27FC236}">
                <a16:creationId xmlns:a16="http://schemas.microsoft.com/office/drawing/2014/main" id="{C4AACBAF-3B73-DBA8-8679-EA166FB95897}"/>
              </a:ext>
            </a:extLst>
          </p:cNvPr>
          <p:cNvSpPr txBox="1"/>
          <p:nvPr/>
        </p:nvSpPr>
        <p:spPr>
          <a:xfrm>
            <a:off x="6502986" y="1621231"/>
            <a:ext cx="131658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Request 1</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68" name="TextBox 67">
            <a:extLst>
              <a:ext uri="{FF2B5EF4-FFF2-40B4-BE49-F238E27FC236}">
                <a16:creationId xmlns:a16="http://schemas.microsoft.com/office/drawing/2014/main" id="{36193003-AD79-7B84-850B-BEEEB76E3A59}"/>
              </a:ext>
            </a:extLst>
          </p:cNvPr>
          <p:cNvSpPr txBox="1"/>
          <p:nvPr/>
        </p:nvSpPr>
        <p:spPr>
          <a:xfrm>
            <a:off x="6443847" y="5922722"/>
            <a:ext cx="131658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Request 2</a:t>
            </a:r>
            <a:endParaRPr kumimoji="0" lang="en-IN" sz="18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1A850DC0-D99C-D710-5D79-AB0B7F90BEB7}"/>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00050035"/>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954381"/>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Spring AOP</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circular dependencies</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How does Spring handle it?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Can we have multiple Spring configuration files in one project?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BeanFactory</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in Spring?</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BeanFactory</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ApplicationContext</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Spring - Others</a:t>
            </a:r>
            <a:endParaRPr lang="en-IN" b="1" dirty="0"/>
          </a:p>
        </p:txBody>
      </p:sp>
      <p:pic>
        <p:nvPicPr>
          <p:cNvPr id="2" name="Picture 1">
            <a:extLst>
              <a:ext uri="{FF2B5EF4-FFF2-40B4-BE49-F238E27FC236}">
                <a16:creationId xmlns:a16="http://schemas.microsoft.com/office/drawing/2014/main" id="{42856B36-51A8-3699-1720-6209FBB0AF6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586363" y="1547866"/>
            <a:ext cx="625656" cy="248916"/>
          </a:xfrm>
          <a:prstGeom prst="rect">
            <a:avLst/>
          </a:prstGeom>
        </p:spPr>
      </p:pic>
      <p:pic>
        <p:nvPicPr>
          <p:cNvPr id="3" name="Picture 2">
            <a:extLst>
              <a:ext uri="{FF2B5EF4-FFF2-40B4-BE49-F238E27FC236}">
                <a16:creationId xmlns:a16="http://schemas.microsoft.com/office/drawing/2014/main" id="{AF67A40D-2872-0846-B1D9-2080DFFFF6D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116277" y="3148000"/>
            <a:ext cx="625656" cy="248916"/>
          </a:xfrm>
          <a:prstGeom prst="rect">
            <a:avLst/>
          </a:prstGeom>
        </p:spPr>
      </p:pic>
      <p:sp>
        <p:nvSpPr>
          <p:cNvPr id="6" name="TextBox 5">
            <a:extLst>
              <a:ext uri="{FF2B5EF4-FFF2-40B4-BE49-F238E27FC236}">
                <a16:creationId xmlns:a16="http://schemas.microsoft.com/office/drawing/2014/main" id="{B18A5856-6C74-2353-3937-6320A6E93F27}"/>
              </a:ext>
            </a:extLst>
          </p:cNvPr>
          <p:cNvSpPr txBox="1"/>
          <p:nvPr/>
        </p:nvSpPr>
        <p:spPr>
          <a:xfrm>
            <a:off x="10342731" y="6373174"/>
            <a:ext cx="1972639" cy="307777"/>
          </a:xfrm>
          <a:prstGeom prst="rect">
            <a:avLst/>
          </a:prstGeom>
          <a:noFill/>
        </p:spPr>
        <p:txBody>
          <a:bodyPr wrap="square">
            <a:spAutoFit/>
          </a:bodyPr>
          <a:lstStyle/>
          <a:p>
            <a:r>
              <a:rPr lang="en-US" sz="1400" dirty="0">
                <a:hlinkClick r:id="rId9" action="ppaction://hlinksldjump"/>
              </a:rPr>
              <a:t>Back to main index</a:t>
            </a:r>
            <a:endParaRPr lang="en-IN" sz="1400" dirty="0"/>
          </a:p>
        </p:txBody>
      </p:sp>
    </p:spTree>
    <p:extLst>
      <p:ext uri="{BB962C8B-B14F-4D97-AF65-F5344CB8AC3E}">
        <p14:creationId xmlns:p14="http://schemas.microsoft.com/office/powerpoint/2010/main" val="2848125283"/>
      </p:ext>
    </p:extLst>
  </p:cSld>
  <p:clrMapOvr>
    <a:overrideClrMapping bg1="dk1" tx1="lt1" bg2="dk2" tx2="lt2" accent1="accent1" accent2="accent2" accent3="accent3" accent4="accent4" accent5="accent5" accent6="accent6" hlink="hlink" folHlink="folHlink"/>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AA5404AA-CBFE-41E8-F57F-7BEEBFDEFA46}"/>
              </a:ext>
            </a:extLst>
          </p:cNvPr>
          <p:cNvSpPr/>
          <p:nvPr/>
        </p:nvSpPr>
        <p:spPr>
          <a:xfrm>
            <a:off x="6581301" y="1978665"/>
            <a:ext cx="5095741" cy="3160644"/>
          </a:xfrm>
          <a:prstGeom prst="roundRect">
            <a:avLst/>
          </a:prstGeom>
          <a:solidFill>
            <a:schemeClr val="bg1">
              <a:lumMod val="9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Application with Spring AOP</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Spring AOP</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75CB0E64-604D-5066-BE22-DB7D80CEA68B}"/>
              </a:ext>
            </a:extLst>
          </p:cNvPr>
          <p:cNvSpPr txBox="1"/>
          <p:nvPr/>
        </p:nvSpPr>
        <p:spPr>
          <a:xfrm>
            <a:off x="297054" y="1114923"/>
            <a:ext cx="7172691" cy="646331"/>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AOP (Aspect-Oriented Programming) allows you to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separate cross-cutting concerns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from the business logic of your application.</a:t>
            </a:r>
          </a:p>
        </p:txBody>
      </p:sp>
      <p:sp>
        <p:nvSpPr>
          <p:cNvPr id="6" name="Rectangle: Rounded Corners 5">
            <a:extLst>
              <a:ext uri="{FF2B5EF4-FFF2-40B4-BE49-F238E27FC236}">
                <a16:creationId xmlns:a16="http://schemas.microsoft.com/office/drawing/2014/main" id="{7818D483-2BBE-C86F-13F8-7F0F58C327AD}"/>
              </a:ext>
            </a:extLst>
          </p:cNvPr>
          <p:cNvSpPr/>
          <p:nvPr/>
        </p:nvSpPr>
        <p:spPr>
          <a:xfrm>
            <a:off x="6937616" y="2944562"/>
            <a:ext cx="4418979" cy="476655"/>
          </a:xfrm>
          <a:prstGeom prst="roundRect">
            <a:avLst/>
          </a:prstGeom>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Presentation Layer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Rectangle: Rounded Corners 7">
            <a:extLst>
              <a:ext uri="{FF2B5EF4-FFF2-40B4-BE49-F238E27FC236}">
                <a16:creationId xmlns:a16="http://schemas.microsoft.com/office/drawing/2014/main" id="{B4E0B395-A6A0-C7BA-CEE3-5E4F30C9E8D0}"/>
              </a:ext>
            </a:extLst>
          </p:cNvPr>
          <p:cNvSpPr/>
          <p:nvPr/>
        </p:nvSpPr>
        <p:spPr>
          <a:xfrm>
            <a:off x="6937616" y="3603380"/>
            <a:ext cx="4418979" cy="476655"/>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Business Logic Layer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Rounded Corners 9">
            <a:extLst>
              <a:ext uri="{FF2B5EF4-FFF2-40B4-BE49-F238E27FC236}">
                <a16:creationId xmlns:a16="http://schemas.microsoft.com/office/drawing/2014/main" id="{8D517744-5BA6-F467-63B1-D8CDEEA04C66}"/>
              </a:ext>
            </a:extLst>
          </p:cNvPr>
          <p:cNvSpPr/>
          <p:nvPr/>
        </p:nvSpPr>
        <p:spPr>
          <a:xfrm>
            <a:off x="6937616" y="4262198"/>
            <a:ext cx="4418979" cy="476655"/>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 Access Layer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Rounded Corners 10">
            <a:extLst>
              <a:ext uri="{FF2B5EF4-FFF2-40B4-BE49-F238E27FC236}">
                <a16:creationId xmlns:a16="http://schemas.microsoft.com/office/drawing/2014/main" id="{3F81F155-0614-1FB5-9AFE-01F3A2788781}"/>
              </a:ext>
            </a:extLst>
          </p:cNvPr>
          <p:cNvSpPr/>
          <p:nvPr/>
        </p:nvSpPr>
        <p:spPr>
          <a:xfrm rot="16200000">
            <a:off x="8183769" y="3525841"/>
            <a:ext cx="2206213" cy="486383"/>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Logging</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Rectangle: Rounded Corners 11">
            <a:extLst>
              <a:ext uri="{FF2B5EF4-FFF2-40B4-BE49-F238E27FC236}">
                <a16:creationId xmlns:a16="http://schemas.microsoft.com/office/drawing/2014/main" id="{0F0FE040-1EF0-87BB-36BA-5B3E2B752A9D}"/>
              </a:ext>
            </a:extLst>
          </p:cNvPr>
          <p:cNvSpPr/>
          <p:nvPr/>
        </p:nvSpPr>
        <p:spPr>
          <a:xfrm rot="16200000">
            <a:off x="8901184" y="3525840"/>
            <a:ext cx="2206213" cy="486383"/>
          </a:xfrm>
          <a:prstGeom prst="roundRect">
            <a:avLst/>
          </a:prstGeom>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Security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Rectangle: Rounded Corners 12">
            <a:extLst>
              <a:ext uri="{FF2B5EF4-FFF2-40B4-BE49-F238E27FC236}">
                <a16:creationId xmlns:a16="http://schemas.microsoft.com/office/drawing/2014/main" id="{FD1D9002-6485-C30A-C5A3-1F2720B91F72}"/>
              </a:ext>
            </a:extLst>
          </p:cNvPr>
          <p:cNvSpPr/>
          <p:nvPr/>
        </p:nvSpPr>
        <p:spPr>
          <a:xfrm rot="16200000">
            <a:off x="9630192" y="3525840"/>
            <a:ext cx="2206213" cy="48638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Transaction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2A0D90AC-857D-E723-3698-6C13959C5D9C}"/>
              </a:ext>
            </a:extLst>
          </p:cNvPr>
          <p:cNvSpPr/>
          <p:nvPr/>
        </p:nvSpPr>
        <p:spPr>
          <a:xfrm>
            <a:off x="8769581" y="5532116"/>
            <a:ext cx="2533420" cy="486384"/>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t"/>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Cross cutting concerns</a:t>
            </a: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5" name="Straight Arrow Connector 14">
            <a:extLst>
              <a:ext uri="{FF2B5EF4-FFF2-40B4-BE49-F238E27FC236}">
                <a16:creationId xmlns:a16="http://schemas.microsoft.com/office/drawing/2014/main" id="{1615C241-244D-38B7-2093-5581FE37F77A}"/>
              </a:ext>
            </a:extLst>
          </p:cNvPr>
          <p:cNvCxnSpPr>
            <a:cxnSpLocks/>
            <a:stCxn id="11" idx="1"/>
          </p:cNvCxnSpPr>
          <p:nvPr/>
        </p:nvCxnSpPr>
        <p:spPr>
          <a:xfrm>
            <a:off x="9286876" y="4872139"/>
            <a:ext cx="474223" cy="659977"/>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FF073A3A-7B1E-0186-8000-DC4856DD54F2}"/>
              </a:ext>
            </a:extLst>
          </p:cNvPr>
          <p:cNvCxnSpPr>
            <a:cxnSpLocks/>
            <a:stCxn id="13" idx="1"/>
          </p:cNvCxnSpPr>
          <p:nvPr/>
        </p:nvCxnSpPr>
        <p:spPr>
          <a:xfrm flipH="1">
            <a:off x="10326142" y="4872138"/>
            <a:ext cx="407157" cy="659978"/>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C79F36F1-C60B-3F80-02DA-C1F7DF1C58F9}"/>
              </a:ext>
            </a:extLst>
          </p:cNvPr>
          <p:cNvCxnSpPr>
            <a:cxnSpLocks/>
            <a:stCxn id="12" idx="1"/>
            <a:endCxn id="14" idx="0"/>
          </p:cNvCxnSpPr>
          <p:nvPr/>
        </p:nvCxnSpPr>
        <p:spPr>
          <a:xfrm>
            <a:off x="10004291" y="4872138"/>
            <a:ext cx="32000" cy="659978"/>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4" name="Picture 3">
            <a:extLst>
              <a:ext uri="{FF2B5EF4-FFF2-40B4-BE49-F238E27FC236}">
                <a16:creationId xmlns:a16="http://schemas.microsoft.com/office/drawing/2014/main" id="{43360F0F-0740-3419-46C5-5EE5A3E2380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54028" y="282764"/>
            <a:ext cx="902635" cy="359112"/>
          </a:xfrm>
          <a:prstGeom prst="rect">
            <a:avLst/>
          </a:prstGeom>
        </p:spPr>
      </p:pic>
      <p:sp>
        <p:nvSpPr>
          <p:cNvPr id="33" name="Rectangle: Rounded Corners 32">
            <a:extLst>
              <a:ext uri="{FF2B5EF4-FFF2-40B4-BE49-F238E27FC236}">
                <a16:creationId xmlns:a16="http://schemas.microsoft.com/office/drawing/2014/main" id="{C8C6EE7D-EDF8-C83A-7340-D98F7B08F263}"/>
              </a:ext>
            </a:extLst>
          </p:cNvPr>
          <p:cNvSpPr/>
          <p:nvPr/>
        </p:nvSpPr>
        <p:spPr>
          <a:xfrm>
            <a:off x="503359" y="2044017"/>
            <a:ext cx="5203066" cy="2833419"/>
          </a:xfrm>
          <a:prstGeom prst="roundRect">
            <a:avLst/>
          </a:prstGeom>
          <a:solidFill>
            <a:schemeClr val="bg1">
              <a:lumMod val="9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Application without Spring AOP</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Rounded Corners 33">
            <a:extLst>
              <a:ext uri="{FF2B5EF4-FFF2-40B4-BE49-F238E27FC236}">
                <a16:creationId xmlns:a16="http://schemas.microsoft.com/office/drawing/2014/main" id="{62E35C3E-654B-9C65-5DDF-A51A3F0A4937}"/>
              </a:ext>
            </a:extLst>
          </p:cNvPr>
          <p:cNvSpPr/>
          <p:nvPr/>
        </p:nvSpPr>
        <p:spPr>
          <a:xfrm>
            <a:off x="730884" y="2682690"/>
            <a:ext cx="4785745" cy="476655"/>
          </a:xfrm>
          <a:prstGeom prst="roundRect">
            <a:avLst/>
          </a:prstGeom>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Presentation Layer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Rounded Corners 34">
            <a:extLst>
              <a:ext uri="{FF2B5EF4-FFF2-40B4-BE49-F238E27FC236}">
                <a16:creationId xmlns:a16="http://schemas.microsoft.com/office/drawing/2014/main" id="{1D3E2F38-D138-6CFF-DF28-1A6A8BEF2241}"/>
              </a:ext>
            </a:extLst>
          </p:cNvPr>
          <p:cNvSpPr/>
          <p:nvPr/>
        </p:nvSpPr>
        <p:spPr>
          <a:xfrm>
            <a:off x="730884" y="3341508"/>
            <a:ext cx="4785745" cy="476655"/>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Business Logic Layer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Rounded Corners 35">
            <a:extLst>
              <a:ext uri="{FF2B5EF4-FFF2-40B4-BE49-F238E27FC236}">
                <a16:creationId xmlns:a16="http://schemas.microsoft.com/office/drawing/2014/main" id="{FC06C23C-0105-E6F4-D2FC-E895C2578DD3}"/>
              </a:ext>
            </a:extLst>
          </p:cNvPr>
          <p:cNvSpPr/>
          <p:nvPr/>
        </p:nvSpPr>
        <p:spPr>
          <a:xfrm>
            <a:off x="730884" y="4000326"/>
            <a:ext cx="4785745" cy="476655"/>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 Access Layer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Rounded Corners 36">
            <a:extLst>
              <a:ext uri="{FF2B5EF4-FFF2-40B4-BE49-F238E27FC236}">
                <a16:creationId xmlns:a16="http://schemas.microsoft.com/office/drawing/2014/main" id="{0726AEB6-E797-B544-56BB-77D55A2F2E32}"/>
              </a:ext>
            </a:extLst>
          </p:cNvPr>
          <p:cNvSpPr/>
          <p:nvPr/>
        </p:nvSpPr>
        <p:spPr>
          <a:xfrm>
            <a:off x="2953735" y="2802335"/>
            <a:ext cx="717415" cy="314188"/>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Logging</a:t>
            </a:r>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Rounded Corners 37">
            <a:extLst>
              <a:ext uri="{FF2B5EF4-FFF2-40B4-BE49-F238E27FC236}">
                <a16:creationId xmlns:a16="http://schemas.microsoft.com/office/drawing/2014/main" id="{21439BA8-427D-7CCE-C306-4BF34F290C64}"/>
              </a:ext>
            </a:extLst>
          </p:cNvPr>
          <p:cNvSpPr/>
          <p:nvPr/>
        </p:nvSpPr>
        <p:spPr>
          <a:xfrm>
            <a:off x="3735545" y="2802334"/>
            <a:ext cx="737914" cy="314188"/>
          </a:xfrm>
          <a:prstGeom prst="roundRect">
            <a:avLst/>
          </a:prstGeom>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Security</a:t>
            </a:r>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Rounded Corners 38">
            <a:extLst>
              <a:ext uri="{FF2B5EF4-FFF2-40B4-BE49-F238E27FC236}">
                <a16:creationId xmlns:a16="http://schemas.microsoft.com/office/drawing/2014/main" id="{C1208ABA-C181-0443-DCEF-F124AC725654}"/>
              </a:ext>
            </a:extLst>
          </p:cNvPr>
          <p:cNvSpPr/>
          <p:nvPr/>
        </p:nvSpPr>
        <p:spPr>
          <a:xfrm>
            <a:off x="4533196" y="2802334"/>
            <a:ext cx="931919" cy="314188"/>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Transaction</a:t>
            </a:r>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Rounded Corners 39">
            <a:extLst>
              <a:ext uri="{FF2B5EF4-FFF2-40B4-BE49-F238E27FC236}">
                <a16:creationId xmlns:a16="http://schemas.microsoft.com/office/drawing/2014/main" id="{F8385F70-4F1C-1CD9-1C08-17D367E1DC76}"/>
              </a:ext>
            </a:extLst>
          </p:cNvPr>
          <p:cNvSpPr/>
          <p:nvPr/>
        </p:nvSpPr>
        <p:spPr>
          <a:xfrm>
            <a:off x="2932466" y="3437963"/>
            <a:ext cx="717415" cy="314188"/>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Logging</a:t>
            </a:r>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Rounded Corners 40">
            <a:extLst>
              <a:ext uri="{FF2B5EF4-FFF2-40B4-BE49-F238E27FC236}">
                <a16:creationId xmlns:a16="http://schemas.microsoft.com/office/drawing/2014/main" id="{C47B2AE7-5501-B0D9-AB47-4E0A667356B3}"/>
              </a:ext>
            </a:extLst>
          </p:cNvPr>
          <p:cNvSpPr/>
          <p:nvPr/>
        </p:nvSpPr>
        <p:spPr>
          <a:xfrm>
            <a:off x="3714276" y="3437962"/>
            <a:ext cx="737914" cy="314188"/>
          </a:xfrm>
          <a:prstGeom prst="roundRect">
            <a:avLst/>
          </a:prstGeom>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Security</a:t>
            </a:r>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Rounded Corners 41">
            <a:extLst>
              <a:ext uri="{FF2B5EF4-FFF2-40B4-BE49-F238E27FC236}">
                <a16:creationId xmlns:a16="http://schemas.microsoft.com/office/drawing/2014/main" id="{87BE2394-70C0-0FD8-5BE2-6E591D84E79A}"/>
              </a:ext>
            </a:extLst>
          </p:cNvPr>
          <p:cNvSpPr/>
          <p:nvPr/>
        </p:nvSpPr>
        <p:spPr>
          <a:xfrm>
            <a:off x="4511927" y="3437962"/>
            <a:ext cx="931919" cy="314188"/>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Transaction</a:t>
            </a:r>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Rounded Corners 42">
            <a:extLst>
              <a:ext uri="{FF2B5EF4-FFF2-40B4-BE49-F238E27FC236}">
                <a16:creationId xmlns:a16="http://schemas.microsoft.com/office/drawing/2014/main" id="{7A8750A2-BEFC-FF0E-372B-E72959373097}"/>
              </a:ext>
            </a:extLst>
          </p:cNvPr>
          <p:cNvSpPr/>
          <p:nvPr/>
        </p:nvSpPr>
        <p:spPr>
          <a:xfrm>
            <a:off x="2932466" y="4076140"/>
            <a:ext cx="717415" cy="314188"/>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Logging</a:t>
            </a:r>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Rounded Corners 43">
            <a:extLst>
              <a:ext uri="{FF2B5EF4-FFF2-40B4-BE49-F238E27FC236}">
                <a16:creationId xmlns:a16="http://schemas.microsoft.com/office/drawing/2014/main" id="{DC3ABE56-424D-4205-6EB5-DD7FFDDFEF99}"/>
              </a:ext>
            </a:extLst>
          </p:cNvPr>
          <p:cNvSpPr/>
          <p:nvPr/>
        </p:nvSpPr>
        <p:spPr>
          <a:xfrm>
            <a:off x="3714276" y="4076139"/>
            <a:ext cx="737914" cy="314188"/>
          </a:xfrm>
          <a:prstGeom prst="roundRect">
            <a:avLst/>
          </a:prstGeom>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Security</a:t>
            </a:r>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Rounded Corners 44">
            <a:extLst>
              <a:ext uri="{FF2B5EF4-FFF2-40B4-BE49-F238E27FC236}">
                <a16:creationId xmlns:a16="http://schemas.microsoft.com/office/drawing/2014/main" id="{D1A77670-2000-84DB-F176-121D1F94C18B}"/>
              </a:ext>
            </a:extLst>
          </p:cNvPr>
          <p:cNvSpPr/>
          <p:nvPr/>
        </p:nvSpPr>
        <p:spPr>
          <a:xfrm>
            <a:off x="4511927" y="4076139"/>
            <a:ext cx="931919" cy="314188"/>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Transaction</a:t>
            </a:r>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7" name="Straight Connector 16">
            <a:extLst>
              <a:ext uri="{FF2B5EF4-FFF2-40B4-BE49-F238E27FC236}">
                <a16:creationId xmlns:a16="http://schemas.microsoft.com/office/drawing/2014/main" id="{F8B17466-F513-B626-30A4-8C7B6AE24E5F}"/>
              </a:ext>
            </a:extLst>
          </p:cNvPr>
          <p:cNvCxnSpPr/>
          <p:nvPr/>
        </p:nvCxnSpPr>
        <p:spPr>
          <a:xfrm>
            <a:off x="6096000" y="2044017"/>
            <a:ext cx="0" cy="3488099"/>
          </a:xfrm>
          <a:prstGeom prst="line">
            <a:avLst/>
          </a:prstGeom>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8B11F910-078A-16D8-D430-280C79C4A376}"/>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517810168"/>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are </a:t>
            </a:r>
            <a:r>
              <a:rPr lang="en-US" sz="2400" b="1" dirty="0">
                <a:solidFill>
                  <a:srgbClr val="FFFF00"/>
                </a:solidFill>
              </a:rPr>
              <a:t>circular dependencies</a:t>
            </a:r>
            <a:r>
              <a:rPr lang="en-US" sz="2400" b="1" dirty="0">
                <a:solidFill>
                  <a:schemeClr val="bg1"/>
                </a:solidFill>
              </a:rPr>
              <a:t>? </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How does Spring handle it?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75CB0E64-604D-5066-BE22-DB7D80CEA68B}"/>
              </a:ext>
            </a:extLst>
          </p:cNvPr>
          <p:cNvSpPr txBox="1"/>
          <p:nvPr/>
        </p:nvSpPr>
        <p:spPr>
          <a:xfrm>
            <a:off x="355694" y="1153359"/>
            <a:ext cx="4865330" cy="3447098"/>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When services depends on each other that is called circular dependencies.</a:t>
            </a:r>
          </a:p>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Constructor injection can cause circular dependency if services depends on each other (Error: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BeanCurrentlyInCreationException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Setter Injection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or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@Lazy Annotation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can be used to resolve circular dependency. They will optionally and lazily inject the dependencies which can avoid the circular dependency</a:t>
            </a:r>
          </a:p>
        </p:txBody>
      </p:sp>
      <p:sp>
        <p:nvSpPr>
          <p:cNvPr id="5" name="Rectangle: Rounded Corners 4">
            <a:extLst>
              <a:ext uri="{FF2B5EF4-FFF2-40B4-BE49-F238E27FC236}">
                <a16:creationId xmlns:a16="http://schemas.microsoft.com/office/drawing/2014/main" id="{92B659AF-DAD6-2660-864E-558BC7DF5D28}"/>
              </a:ext>
            </a:extLst>
          </p:cNvPr>
          <p:cNvSpPr/>
          <p:nvPr/>
        </p:nvSpPr>
        <p:spPr>
          <a:xfrm>
            <a:off x="6192252" y="2595637"/>
            <a:ext cx="1627234" cy="628963"/>
          </a:xfrm>
          <a:prstGeom prst="roundRect">
            <a:avLst/>
          </a:prstGeom>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Service A</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Rounded Corners 5">
            <a:extLst>
              <a:ext uri="{FF2B5EF4-FFF2-40B4-BE49-F238E27FC236}">
                <a16:creationId xmlns:a16="http://schemas.microsoft.com/office/drawing/2014/main" id="{66707C4B-26F0-70B5-4C49-784A89F26AA5}"/>
              </a:ext>
            </a:extLst>
          </p:cNvPr>
          <p:cNvSpPr/>
          <p:nvPr/>
        </p:nvSpPr>
        <p:spPr>
          <a:xfrm>
            <a:off x="9699801" y="2595638"/>
            <a:ext cx="1627234" cy="628963"/>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Service B</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TextBox 43">
            <a:extLst>
              <a:ext uri="{FF2B5EF4-FFF2-40B4-BE49-F238E27FC236}">
                <a16:creationId xmlns:a16="http://schemas.microsoft.com/office/drawing/2014/main" id="{FDA2CE56-78FA-915C-146C-B5222B455162}"/>
              </a:ext>
            </a:extLst>
          </p:cNvPr>
          <p:cNvSpPr txBox="1"/>
          <p:nvPr/>
        </p:nvSpPr>
        <p:spPr>
          <a:xfrm>
            <a:off x="7254716" y="1150963"/>
            <a:ext cx="3206839"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Service A depends on Service B</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TextBox 44">
            <a:extLst>
              <a:ext uri="{FF2B5EF4-FFF2-40B4-BE49-F238E27FC236}">
                <a16:creationId xmlns:a16="http://schemas.microsoft.com/office/drawing/2014/main" id="{232FDA2A-1B37-8939-C778-6CAFC804AD02}"/>
              </a:ext>
            </a:extLst>
          </p:cNvPr>
          <p:cNvSpPr txBox="1"/>
          <p:nvPr/>
        </p:nvSpPr>
        <p:spPr>
          <a:xfrm>
            <a:off x="7254717" y="4382971"/>
            <a:ext cx="3206839"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Service B depends on Service A</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Arrow: Curved Down 3">
            <a:extLst>
              <a:ext uri="{FF2B5EF4-FFF2-40B4-BE49-F238E27FC236}">
                <a16:creationId xmlns:a16="http://schemas.microsoft.com/office/drawing/2014/main" id="{377B6DE4-970D-581E-558C-1E1A9745367D}"/>
              </a:ext>
            </a:extLst>
          </p:cNvPr>
          <p:cNvSpPr/>
          <p:nvPr/>
        </p:nvSpPr>
        <p:spPr>
          <a:xfrm>
            <a:off x="6831439" y="1511321"/>
            <a:ext cx="4053396" cy="1084316"/>
          </a:xfrm>
          <a:prstGeom prst="curvedDownArrow">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Arrow: Curved Down 7">
            <a:extLst>
              <a:ext uri="{FF2B5EF4-FFF2-40B4-BE49-F238E27FC236}">
                <a16:creationId xmlns:a16="http://schemas.microsoft.com/office/drawing/2014/main" id="{E0BD08DD-5535-2964-16F9-4C33CFF74D41}"/>
              </a:ext>
            </a:extLst>
          </p:cNvPr>
          <p:cNvSpPr/>
          <p:nvPr/>
        </p:nvSpPr>
        <p:spPr>
          <a:xfrm rot="10800000">
            <a:off x="6702588" y="3261628"/>
            <a:ext cx="4053396" cy="1084316"/>
          </a:xfrm>
          <a:prstGeom prst="curvedDownArrow">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39C2988A-3A97-388B-B872-F56F6CD2A03A}"/>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35823536"/>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Can we have </a:t>
            </a:r>
            <a:r>
              <a:rPr lang="en-US" sz="2400" b="1" dirty="0">
                <a:solidFill>
                  <a:schemeClr val="bg1"/>
                </a:solidFill>
                <a:latin typeface="Calibri Light" panose="020F0302020204030204"/>
                <a:ea typeface="+mn-ea"/>
                <a:cs typeface="+mn-cs"/>
              </a:rPr>
              <a:t>m</a:t>
            </a:r>
            <a:r>
              <a:rPr kumimoji="0" lang="en-US" sz="2400" b="1" i="0" u="none" strike="noStrike" kern="1200" cap="none" spc="0" normalizeH="0" baseline="0" noProof="0" dirty="0" err="1">
                <a:ln>
                  <a:noFill/>
                </a:ln>
                <a:solidFill>
                  <a:schemeClr val="bg1"/>
                </a:solidFill>
                <a:effectLst/>
                <a:uLnTx/>
                <a:uFillTx/>
                <a:latin typeface="Calibri Light" panose="020F0302020204030204"/>
                <a:ea typeface="+mn-ea"/>
                <a:cs typeface="+mn-cs"/>
              </a:rPr>
              <a:t>ultiple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Spring configuration </a:t>
            </a:r>
            <a:r>
              <a:rPr lang="en-US" sz="2400" b="1" dirty="0">
                <a:solidFill>
                  <a:schemeClr val="bg1"/>
                </a:solidFill>
                <a:latin typeface="Calibri Light" panose="020F0302020204030204"/>
                <a:ea typeface="+mn-ea"/>
                <a:cs typeface="+mn-cs"/>
              </a:rPr>
              <a:t>f</a:t>
            </a:r>
            <a:r>
              <a:rPr kumimoji="0" lang="en-US" sz="2400" b="1" i="0" u="none" strike="noStrike" kern="1200" cap="none" spc="0" normalizeH="0" baseline="0" noProof="0" dirty="0" err="1">
                <a:ln>
                  <a:noFill/>
                </a:ln>
                <a:solidFill>
                  <a:schemeClr val="bg1"/>
                </a:solidFill>
                <a:effectLst/>
                <a:uLnTx/>
                <a:uFillTx/>
                <a:latin typeface="Calibri Light" panose="020F0302020204030204"/>
                <a:ea typeface="+mn-ea"/>
                <a:cs typeface="+mn-cs"/>
              </a:rPr>
              <a:t>iles</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in one project?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75CB0E64-604D-5066-BE22-DB7D80CEA68B}"/>
              </a:ext>
            </a:extLst>
          </p:cNvPr>
          <p:cNvSpPr txBox="1"/>
          <p:nvPr/>
        </p:nvSpPr>
        <p:spPr>
          <a:xfrm>
            <a:off x="505602" y="1156503"/>
            <a:ext cx="4300703"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Yes, in large projects, having multiple Spring configurations is recommended to increase maintainability and modularity.</a:t>
            </a:r>
          </a:p>
        </p:txBody>
      </p:sp>
      <p:pic>
        <p:nvPicPr>
          <p:cNvPr id="5" name="Graphic 4" descr="Artificial Intelligence with solid fill">
            <a:extLst>
              <a:ext uri="{FF2B5EF4-FFF2-40B4-BE49-F238E27FC236}">
                <a16:creationId xmlns:a16="http://schemas.microsoft.com/office/drawing/2014/main" id="{A1EA1D10-1DB0-E6B0-5A00-CB77FFCDD9E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335327" y="152198"/>
            <a:ext cx="617172" cy="617172"/>
          </a:xfrm>
          <a:prstGeom prst="rect">
            <a:avLst/>
          </a:prstGeom>
        </p:spPr>
      </p:pic>
      <p:sp>
        <p:nvSpPr>
          <p:cNvPr id="4" name="Rectangle 3">
            <a:extLst>
              <a:ext uri="{FF2B5EF4-FFF2-40B4-BE49-F238E27FC236}">
                <a16:creationId xmlns:a16="http://schemas.microsoft.com/office/drawing/2014/main" id="{F82297F5-711F-AF92-B18B-947CF923FF79}"/>
              </a:ext>
            </a:extLst>
          </p:cNvPr>
          <p:cNvSpPr/>
          <p:nvPr/>
        </p:nvSpPr>
        <p:spPr>
          <a:xfrm>
            <a:off x="5372874" y="1156503"/>
            <a:ext cx="6542078" cy="107624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WebConfig</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ServiceConfig</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TextBox 5">
            <a:extLst>
              <a:ext uri="{FF2B5EF4-FFF2-40B4-BE49-F238E27FC236}">
                <a16:creationId xmlns:a16="http://schemas.microsoft.com/office/drawing/2014/main" id="{A59EBD37-0A88-F9B4-AA5D-E14FA91B5F60}"/>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704079445"/>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err="1">
                <a:ln>
                  <a:noFill/>
                </a:ln>
                <a:solidFill>
                  <a:srgbClr val="FFFF00"/>
                </a:solidFill>
                <a:effectLst/>
                <a:uLnTx/>
                <a:uFillTx/>
                <a:latin typeface="Calibri Light" panose="020F0302020204030204"/>
                <a:ea typeface="+mn-ea"/>
                <a:cs typeface="+mn-cs"/>
              </a:rPr>
              <a:t>BeanFactory</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in Spring?</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4">
            <a:extLst>
              <a:ext uri="{FF2B5EF4-FFF2-40B4-BE49-F238E27FC236}">
                <a16:creationId xmlns:a16="http://schemas.microsoft.com/office/drawing/2014/main" id="{C5889A94-9DD7-29B4-D295-D11205E697FC}"/>
              </a:ext>
            </a:extLst>
          </p:cNvPr>
          <p:cNvSpPr/>
          <p:nvPr/>
        </p:nvSpPr>
        <p:spPr>
          <a:xfrm>
            <a:off x="4392062" y="1082083"/>
            <a:ext cx="7624965" cy="418537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BeanFactoryExample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Load the Spring configuration file using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ClassPathResource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ClassPathResource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resource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ClassPathResource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“beans.xml"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BeanFactory</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instance and load the bean definitions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BeanFactory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beanFactory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XmlBeanFactory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(resource);</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Retrieve a bean from the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BeanFactory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MyService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myService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MyService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beanFactory</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getBean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myService</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 the retrieved bean</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myService</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doSomething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7" name="Rectangle 6">
            <a:extLst>
              <a:ext uri="{FF2B5EF4-FFF2-40B4-BE49-F238E27FC236}">
                <a16:creationId xmlns:a16="http://schemas.microsoft.com/office/drawing/2014/main" id="{853327D7-346B-846F-3756-602C3B7B5D6A}"/>
              </a:ext>
            </a:extLst>
          </p:cNvPr>
          <p:cNvSpPr/>
          <p:nvPr/>
        </p:nvSpPr>
        <p:spPr>
          <a:xfrm>
            <a:off x="306940" y="1082083"/>
            <a:ext cx="3491337" cy="1766625"/>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182880" bIns="182880" rtlCol="0" anchor="t"/>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BeanFactory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is a basic container in Spring for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managing beans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It provides the fundamental features for dependency injection and bean instantiation. </a:t>
            </a:r>
          </a:p>
          <a:p>
            <a:pPr marL="0" marR="0" lvl="0" indent="0" algn="l" defTabSz="914400" rtl="0" eaLnBrk="1" fontAlgn="auto" latinLnBrk="0" hangingPunct="1">
              <a:lnSpc>
                <a:spcPct val="100000"/>
              </a:lnSpc>
              <a:spcBef>
                <a:spcPts val="600"/>
              </a:spcBef>
              <a:spcAft>
                <a:spcPts val="0"/>
              </a:spcAft>
              <a:buClr>
                <a:srgbClr val="FFC000"/>
              </a:buClr>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600"/>
              </a:spcBef>
              <a:spcAft>
                <a:spcPts val="0"/>
              </a:spcAft>
              <a:buClr>
                <a:srgbClr val="FFC000"/>
              </a:buClr>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 name="Straight Arrow Connector 7">
            <a:extLst>
              <a:ext uri="{FF2B5EF4-FFF2-40B4-BE49-F238E27FC236}">
                <a16:creationId xmlns:a16="http://schemas.microsoft.com/office/drawing/2014/main" id="{2B5818F9-5D30-407C-1F61-DF2AA8550673}"/>
              </a:ext>
            </a:extLst>
          </p:cNvPr>
          <p:cNvCxnSpPr>
            <a:cxnSpLocks/>
            <a:stCxn id="7" idx="3"/>
          </p:cNvCxnSpPr>
          <p:nvPr/>
        </p:nvCxnSpPr>
        <p:spPr>
          <a:xfrm>
            <a:off x="3798277" y="1965396"/>
            <a:ext cx="1069937" cy="124144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AD5957ED-C37C-CF9D-3C58-E44BE4D78FB8}"/>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674911897"/>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difference between </a:t>
            </a:r>
            <a:r>
              <a:rPr kumimoji="0" lang="en-US" sz="2400" b="1" i="0" u="none" strike="noStrike" kern="1200" cap="none" spc="0" normalizeH="0" baseline="0" noProof="0" dirty="0" err="1">
                <a:ln>
                  <a:noFill/>
                </a:ln>
                <a:solidFill>
                  <a:srgbClr val="FFFF00"/>
                </a:solidFill>
                <a:effectLst/>
                <a:uLnTx/>
                <a:uFillTx/>
                <a:latin typeface="Calibri Light" panose="020F0302020204030204"/>
                <a:ea typeface="+mn-ea"/>
                <a:cs typeface="+mn-cs"/>
              </a:rPr>
              <a:t>BeanFactory</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and </a:t>
            </a:r>
            <a:r>
              <a:rPr kumimoji="0" lang="en-US" sz="2400" b="1" i="0" u="none" strike="noStrike" kern="1200" cap="none" spc="0" normalizeH="0" baseline="0" noProof="0" dirty="0" err="1">
                <a:ln>
                  <a:noFill/>
                </a:ln>
                <a:solidFill>
                  <a:srgbClr val="FFFF00"/>
                </a:solidFill>
                <a:effectLst/>
                <a:uLnTx/>
                <a:uFillTx/>
                <a:latin typeface="Calibri Light" panose="020F0302020204030204"/>
                <a:ea typeface="+mn-ea"/>
                <a:cs typeface="+mn-cs"/>
              </a:rPr>
              <a:t>ApplicationContext</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Rectangle 5">
            <a:extLst>
              <a:ext uri="{FF2B5EF4-FFF2-40B4-BE49-F238E27FC236}">
                <a16:creationId xmlns:a16="http://schemas.microsoft.com/office/drawing/2014/main" id="{92FB1F65-4585-BC66-C43F-5DD6C5A3AEC0}"/>
              </a:ext>
            </a:extLst>
          </p:cNvPr>
          <p:cNvSpPr/>
          <p:nvPr/>
        </p:nvSpPr>
        <p:spPr>
          <a:xfrm>
            <a:off x="5613494" y="1105817"/>
            <a:ext cx="6329869" cy="260839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ClassPathResource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resource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ClassPathResource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“beans.xml"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BeanFactory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beanFactory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XmlBeanFactory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(resource);</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MyService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beanFactory</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getBean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myService</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myService</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doSomething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 the retrieved bean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4" name="TextBox 3">
            <a:extLst>
              <a:ext uri="{FF2B5EF4-FFF2-40B4-BE49-F238E27FC236}">
                <a16:creationId xmlns:a16="http://schemas.microsoft.com/office/drawing/2014/main" id="{1525D7B4-65D6-E423-9B5E-EA97B48A68B0}"/>
              </a:ext>
            </a:extLst>
          </p:cNvPr>
          <p:cNvSpPr txBox="1"/>
          <p:nvPr/>
        </p:nvSpPr>
        <p:spPr>
          <a:xfrm>
            <a:off x="355693" y="1100850"/>
            <a:ext cx="4906117"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Similarity: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BeanFactory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ApplicationContext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are used as containers for managing and accessing beans.</a:t>
            </a:r>
          </a:p>
        </p:txBody>
      </p:sp>
      <p:sp>
        <p:nvSpPr>
          <p:cNvPr id="5" name="Rectangle 4">
            <a:extLst>
              <a:ext uri="{FF2B5EF4-FFF2-40B4-BE49-F238E27FC236}">
                <a16:creationId xmlns:a16="http://schemas.microsoft.com/office/drawing/2014/main" id="{13E7FBFA-AAF4-0230-9C22-B3AA077D3B42}"/>
              </a:ext>
            </a:extLst>
          </p:cNvPr>
          <p:cNvSpPr/>
          <p:nvPr/>
        </p:nvSpPr>
        <p:spPr>
          <a:xfrm>
            <a:off x="5613494" y="3906111"/>
            <a:ext cx="6329869" cy="267074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Spring application context (IoC container)</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Retrieve the bean from the context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getBean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 the bean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7" name="Oval 6">
            <a:extLst>
              <a:ext uri="{FF2B5EF4-FFF2-40B4-BE49-F238E27FC236}">
                <a16:creationId xmlns:a16="http://schemas.microsoft.com/office/drawing/2014/main" id="{03130707-7916-44F4-A594-6F8E8B33E2B4}"/>
              </a:ext>
            </a:extLst>
          </p:cNvPr>
          <p:cNvSpPr/>
          <p:nvPr/>
        </p:nvSpPr>
        <p:spPr>
          <a:xfrm>
            <a:off x="485840" y="2569869"/>
            <a:ext cx="4054076" cy="2263952"/>
          </a:xfrm>
          <a:prstGeom prst="ellipse">
            <a:avLst/>
          </a:prstGeom>
        </p:spPr>
        <p:style>
          <a:lnRef idx="1">
            <a:schemeClr val="accent6"/>
          </a:lnRef>
          <a:fillRef idx="2">
            <a:schemeClr val="accent6"/>
          </a:fillRef>
          <a:effectRef idx="1">
            <a:schemeClr val="accent6"/>
          </a:effectRef>
          <a:fontRef idx="minor">
            <a:schemeClr val="dk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ApplicationContext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Oval 7">
            <a:extLst>
              <a:ext uri="{FF2B5EF4-FFF2-40B4-BE49-F238E27FC236}">
                <a16:creationId xmlns:a16="http://schemas.microsoft.com/office/drawing/2014/main" id="{C8AC2F6A-1718-EDEF-DEA5-E70531AE3074}"/>
              </a:ext>
            </a:extLst>
          </p:cNvPr>
          <p:cNvSpPr/>
          <p:nvPr/>
        </p:nvSpPr>
        <p:spPr>
          <a:xfrm>
            <a:off x="1413191" y="3348876"/>
            <a:ext cx="2119206" cy="1114469"/>
          </a:xfrm>
          <a:prstGeom prst="ellipse">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Bean Factory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0" name="Picture 9">
            <a:extLst>
              <a:ext uri="{FF2B5EF4-FFF2-40B4-BE49-F238E27FC236}">
                <a16:creationId xmlns:a16="http://schemas.microsoft.com/office/drawing/2014/main" id="{5CAF0584-9A89-8869-331F-9787C41B7D0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214008" y="281144"/>
            <a:ext cx="902635" cy="359112"/>
          </a:xfrm>
          <a:prstGeom prst="rect">
            <a:avLst/>
          </a:prstGeom>
        </p:spPr>
      </p:pic>
      <p:sp>
        <p:nvSpPr>
          <p:cNvPr id="11" name="TextBox 10">
            <a:extLst>
              <a:ext uri="{FF2B5EF4-FFF2-40B4-BE49-F238E27FC236}">
                <a16:creationId xmlns:a16="http://schemas.microsoft.com/office/drawing/2014/main" id="{A9180DCE-BD77-8FC5-31C8-C54D69A3E19D}"/>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879481099"/>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difference between </a:t>
            </a:r>
            <a:r>
              <a:rPr kumimoji="0" lang="en-US" sz="2400" b="1" i="0" u="none" strike="noStrike" kern="1200" cap="none" spc="0" normalizeH="0" baseline="0" noProof="0" dirty="0" err="1">
                <a:ln>
                  <a:noFill/>
                </a:ln>
                <a:solidFill>
                  <a:srgbClr val="FFFF00"/>
                </a:solidFill>
                <a:effectLst/>
                <a:uLnTx/>
                <a:uFillTx/>
                <a:latin typeface="Calibri Light" panose="020F0302020204030204"/>
                <a:ea typeface="+mn-ea"/>
                <a:cs typeface="+mn-cs"/>
              </a:rPr>
              <a:t>BeanFactory</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and </a:t>
            </a:r>
            <a:r>
              <a:rPr kumimoji="0" lang="en-US" sz="2400" b="1" i="0" u="none" strike="noStrike" kern="1200" cap="none" spc="0" normalizeH="0" baseline="0" noProof="0" dirty="0" err="1">
                <a:ln>
                  <a:noFill/>
                </a:ln>
                <a:solidFill>
                  <a:srgbClr val="FFFF00"/>
                </a:solidFill>
                <a:effectLst/>
                <a:uLnTx/>
                <a:uFillTx/>
                <a:latin typeface="Calibri Light" panose="020F0302020204030204"/>
                <a:ea typeface="+mn-ea"/>
                <a:cs typeface="+mn-cs"/>
              </a:rPr>
              <a:t>ApplicationContext</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Rectangle 5">
            <a:extLst>
              <a:ext uri="{FF2B5EF4-FFF2-40B4-BE49-F238E27FC236}">
                <a16:creationId xmlns:a16="http://schemas.microsoft.com/office/drawing/2014/main" id="{92FB1F65-4585-BC66-C43F-5DD6C5A3AEC0}"/>
              </a:ext>
            </a:extLst>
          </p:cNvPr>
          <p:cNvSpPr/>
          <p:nvPr/>
        </p:nvSpPr>
        <p:spPr>
          <a:xfrm>
            <a:off x="5983705" y="1105817"/>
            <a:ext cx="6184246" cy="260839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ClassPathResource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resource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ClassPathResource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“beans.xml"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BeanFactory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beanFactory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XmlBeanFactory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(resource);</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MyService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beanFactory</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getBean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myService</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myService</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doSomething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 the retrieved bean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5" name="Rectangle 4">
            <a:extLst>
              <a:ext uri="{FF2B5EF4-FFF2-40B4-BE49-F238E27FC236}">
                <a16:creationId xmlns:a16="http://schemas.microsoft.com/office/drawing/2014/main" id="{13E7FBFA-AAF4-0230-9C22-B3AA077D3B42}"/>
              </a:ext>
            </a:extLst>
          </p:cNvPr>
          <p:cNvSpPr/>
          <p:nvPr/>
        </p:nvSpPr>
        <p:spPr>
          <a:xfrm>
            <a:off x="5983705" y="3906111"/>
            <a:ext cx="6184246" cy="267074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Spring application context (IoC container)</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AnnotationConfigApplicationContext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Retrieve the bean from the context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context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getBean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school</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displayStudentCount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 the bean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pic>
        <p:nvPicPr>
          <p:cNvPr id="10" name="Picture 9">
            <a:extLst>
              <a:ext uri="{FF2B5EF4-FFF2-40B4-BE49-F238E27FC236}">
                <a16:creationId xmlns:a16="http://schemas.microsoft.com/office/drawing/2014/main" id="{5CAF0584-9A89-8869-331F-9787C41B7D0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214008" y="281144"/>
            <a:ext cx="902635" cy="359112"/>
          </a:xfrm>
          <a:prstGeom prst="rect">
            <a:avLst/>
          </a:prstGeom>
        </p:spPr>
      </p:pic>
      <p:graphicFrame>
        <p:nvGraphicFramePr>
          <p:cNvPr id="16" name="Table 15">
            <a:extLst>
              <a:ext uri="{FF2B5EF4-FFF2-40B4-BE49-F238E27FC236}">
                <a16:creationId xmlns:a16="http://schemas.microsoft.com/office/drawing/2014/main" id="{8DC456AC-0653-9A89-4619-5B4E40E061B7}"/>
              </a:ext>
            </a:extLst>
          </p:cNvPr>
          <p:cNvGraphicFramePr>
            <a:graphicFrameLocks noGrp="1"/>
          </p:cNvGraphicFramePr>
          <p:nvPr/>
        </p:nvGraphicFramePr>
        <p:xfrm>
          <a:off x="145903" y="1105817"/>
          <a:ext cx="5467591" cy="4516514"/>
        </p:xfrm>
        <a:graphic>
          <a:graphicData uri="http://schemas.openxmlformats.org/drawingml/2006/table">
            <a:tbl>
              <a:tblPr firstRow="1" bandRow="1">
                <a:tableStyleId>{E8B1032C-EA38-4F05-BA0D-38AFFFC7BED3}</a:tableStyleId>
              </a:tblPr>
              <a:tblGrid>
                <a:gridCol w="2249220">
                  <a:extLst>
                    <a:ext uri="{9D8B030D-6E8A-4147-A177-3AD203B41FA5}">
                      <a16:colId xmlns:a16="http://schemas.microsoft.com/office/drawing/2014/main" val="1665958475"/>
                    </a:ext>
                  </a:extLst>
                </a:gridCol>
                <a:gridCol w="3218371">
                  <a:extLst>
                    <a:ext uri="{9D8B030D-6E8A-4147-A177-3AD203B41FA5}">
                      <a16:colId xmlns:a16="http://schemas.microsoft.com/office/drawing/2014/main" val="2360550784"/>
                    </a:ext>
                  </a:extLst>
                </a:gridCol>
              </a:tblGrid>
              <a:tr h="594355">
                <a:tc>
                  <a:txBody>
                    <a:bodyPr/>
                    <a:lstStyle/>
                    <a:p>
                      <a:pPr algn="ctr"/>
                      <a:r>
                        <a:rPr lang="en-IN" sz="1800" b="1" dirty="0" err="1"/>
                        <a:t>BeanFactory</a:t>
                      </a:r>
                      <a:endParaRPr lang="en-IN" dirty="0"/>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800" b="1" dirty="0" err="1"/>
                        <a:t>ApplicationContext</a:t>
                      </a:r>
                      <a:endParaRPr lang="en-IN" sz="1800" dirty="0"/>
                    </a:p>
                  </a:txBody>
                  <a:tcPr anchor="ctr"/>
                </a:tc>
                <a:extLst>
                  <a:ext uri="{0D108BD9-81ED-4DB2-BD59-A6C34878D82A}">
                    <a16:rowId xmlns:a16="http://schemas.microsoft.com/office/drawing/2014/main" val="397178096"/>
                  </a:ext>
                </a:extLst>
              </a:tr>
              <a:tr h="60533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dirty="0"/>
                        <a:t>1. Lazy initialization of beans</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dirty="0"/>
                        <a:t>Eager initialization of beans</a:t>
                      </a:r>
                    </a:p>
                  </a:txBody>
                  <a:tcPr anchor="ctr"/>
                </a:tc>
                <a:extLst>
                  <a:ext uri="{0D108BD9-81ED-4DB2-BD59-A6C34878D82A}">
                    <a16:rowId xmlns:a16="http://schemas.microsoft.com/office/drawing/2014/main" val="3532180525"/>
                  </a:ext>
                </a:extLst>
              </a:tr>
              <a:tr h="81319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dirty="0"/>
                        <a:t>2. Limited support</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t>Full support with message sources, transaction management </a:t>
                      </a:r>
                      <a:r>
                        <a:rPr lang="en-US" sz="1800" dirty="0" err="1"/>
                        <a:t>etc</a:t>
                      </a:r>
                      <a:endParaRPr lang="en-IN" dirty="0"/>
                    </a:p>
                  </a:txBody>
                  <a:tcPr anchor="ctr"/>
                </a:tc>
                <a:extLst>
                  <a:ext uri="{0D108BD9-81ED-4DB2-BD59-A6C34878D82A}">
                    <a16:rowId xmlns:a16="http://schemas.microsoft.com/office/drawing/2014/main" val="3363237304"/>
                  </a:ext>
                </a:extLst>
              </a:tr>
              <a:tr h="60533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dirty="0"/>
                        <a:t>3. Minimal integration</a:t>
                      </a:r>
                      <a:endParaRPr lang="en-IN" dirty="0"/>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t>Integrates with Spring's AOP features</a:t>
                      </a:r>
                      <a:endParaRPr lang="en-IN" dirty="0"/>
                    </a:p>
                  </a:txBody>
                  <a:tcPr anchor="ctr"/>
                </a:tc>
                <a:extLst>
                  <a:ext uri="{0D108BD9-81ED-4DB2-BD59-A6C34878D82A}">
                    <a16:rowId xmlns:a16="http://schemas.microsoft.com/office/drawing/2014/main" val="3770603188"/>
                  </a:ext>
                </a:extLst>
              </a:tr>
              <a:tr h="86476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dirty="0"/>
                        <a:t>4. Simple resource loading</a:t>
                      </a:r>
                      <a:endParaRPr lang="en-IN" dirty="0"/>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t>Good mechanism for loading resources </a:t>
                      </a:r>
                      <a:r>
                        <a:rPr lang="en-US" dirty="0"/>
                        <a:t>(e.g., </a:t>
                      </a:r>
                      <a:r>
                        <a:rPr lang="en-US" dirty="0" err="1"/>
                        <a:t>classpath</a:t>
                      </a:r>
                      <a:r>
                        <a:rPr lang="en-US" dirty="0"/>
                        <a:t>, file system, URL)</a:t>
                      </a:r>
                      <a:endParaRPr lang="en-IN" dirty="0"/>
                    </a:p>
                  </a:txBody>
                  <a:tcPr anchor="ctr"/>
                </a:tc>
                <a:extLst>
                  <a:ext uri="{0D108BD9-81ED-4DB2-BD59-A6C34878D82A}">
                    <a16:rowId xmlns:a16="http://schemas.microsoft.com/office/drawing/2014/main" val="4286302655"/>
                  </a:ext>
                </a:extLst>
              </a:tr>
              <a:tr h="813199">
                <a:tc>
                  <a:txBody>
                    <a:bodyPr/>
                    <a:lstStyle/>
                    <a:p>
                      <a:r>
                        <a:rPr lang="en-US" dirty="0"/>
                        <a:t>5. </a:t>
                      </a:r>
                      <a:r>
                        <a:rPr lang="en-IN" sz="1800" dirty="0"/>
                        <a:t>Suitable for simple &amp; small applications</a:t>
                      </a:r>
                      <a:endParaRPr lang="en-IN" dirty="0"/>
                    </a:p>
                  </a:txBody>
                  <a:tcPr anchor="ctr"/>
                </a:tc>
                <a:tc>
                  <a:txBody>
                    <a:bodyPr/>
                    <a:lstStyle/>
                    <a:p>
                      <a:r>
                        <a:rPr lang="en-US" sz="1800" dirty="0"/>
                        <a:t>Preferred for enterprise &amp; big applications</a:t>
                      </a:r>
                      <a:endParaRPr lang="en-IN" dirty="0"/>
                    </a:p>
                  </a:txBody>
                  <a:tcPr anchor="ctr"/>
                </a:tc>
                <a:extLst>
                  <a:ext uri="{0D108BD9-81ED-4DB2-BD59-A6C34878D82A}">
                    <a16:rowId xmlns:a16="http://schemas.microsoft.com/office/drawing/2014/main" val="3676563760"/>
                  </a:ext>
                </a:extLst>
              </a:tr>
            </a:tbl>
          </a:graphicData>
        </a:graphic>
      </p:graphicFrame>
      <p:pic>
        <p:nvPicPr>
          <p:cNvPr id="17" name="Graphic 16" descr="Trophy with solid fill">
            <a:extLst>
              <a:ext uri="{FF2B5EF4-FFF2-40B4-BE49-F238E27FC236}">
                <a16:creationId xmlns:a16="http://schemas.microsoft.com/office/drawing/2014/main" id="{B940515E-B927-51B5-F80A-E5D3060419B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218506" y="2795519"/>
            <a:ext cx="451757" cy="451757"/>
          </a:xfrm>
          <a:prstGeom prst="rect">
            <a:avLst/>
          </a:prstGeom>
        </p:spPr>
      </p:pic>
      <p:pic>
        <p:nvPicPr>
          <p:cNvPr id="18" name="Graphic 17" descr="Trophy with solid fill">
            <a:extLst>
              <a:ext uri="{FF2B5EF4-FFF2-40B4-BE49-F238E27FC236}">
                <a16:creationId xmlns:a16="http://schemas.microsoft.com/office/drawing/2014/main" id="{58D571EE-EC98-1051-8583-1B10005A338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218506" y="3404230"/>
            <a:ext cx="451757" cy="451757"/>
          </a:xfrm>
          <a:prstGeom prst="rect">
            <a:avLst/>
          </a:prstGeom>
        </p:spPr>
      </p:pic>
      <p:pic>
        <p:nvPicPr>
          <p:cNvPr id="19" name="Graphic 18" descr="Trophy with solid fill">
            <a:extLst>
              <a:ext uri="{FF2B5EF4-FFF2-40B4-BE49-F238E27FC236}">
                <a16:creationId xmlns:a16="http://schemas.microsoft.com/office/drawing/2014/main" id="{4BAF013B-25B6-B4EE-591D-6D89D7859B4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218506" y="4268950"/>
            <a:ext cx="451757" cy="451757"/>
          </a:xfrm>
          <a:prstGeom prst="rect">
            <a:avLst/>
          </a:prstGeom>
        </p:spPr>
      </p:pic>
      <p:pic>
        <p:nvPicPr>
          <p:cNvPr id="20" name="Graphic 19" descr="Trophy with solid fill">
            <a:extLst>
              <a:ext uri="{FF2B5EF4-FFF2-40B4-BE49-F238E27FC236}">
                <a16:creationId xmlns:a16="http://schemas.microsoft.com/office/drawing/2014/main" id="{79196746-C250-5C0D-4FD7-E3AFFEAA7AE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218506" y="4981133"/>
            <a:ext cx="451757" cy="451757"/>
          </a:xfrm>
          <a:prstGeom prst="rect">
            <a:avLst/>
          </a:prstGeom>
        </p:spPr>
      </p:pic>
      <p:sp>
        <p:nvSpPr>
          <p:cNvPr id="4" name="TextBox 3">
            <a:extLst>
              <a:ext uri="{FF2B5EF4-FFF2-40B4-BE49-F238E27FC236}">
                <a16:creationId xmlns:a16="http://schemas.microsoft.com/office/drawing/2014/main" id="{E5360A8F-CB6C-4CE1-6247-292E1426EB8A}"/>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7"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003329502"/>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2760756"/>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Spring Boot</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How does it differ from the traditional Spring Framework?</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Spring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Initializr</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Spring Boot starter</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are the types of Spring Boot starter?</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How Spring Boot provides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auto configuration</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@SpringBootApplication </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annotation?</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embedded servers </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in Spring Boot? What are its benefits?</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Spring Boot - Basics</a:t>
            </a:r>
            <a:endParaRPr lang="en-IN" b="1" dirty="0"/>
          </a:p>
        </p:txBody>
      </p:sp>
      <p:pic>
        <p:nvPicPr>
          <p:cNvPr id="2" name="Picture 1">
            <a:extLst>
              <a:ext uri="{FF2B5EF4-FFF2-40B4-BE49-F238E27FC236}">
                <a16:creationId xmlns:a16="http://schemas.microsoft.com/office/drawing/2014/main" id="{873AE719-9034-4BCF-66CD-70360D3F4712}"/>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8030677" y="1510221"/>
            <a:ext cx="625656" cy="248916"/>
          </a:xfrm>
          <a:prstGeom prst="rect">
            <a:avLst/>
          </a:prstGeom>
        </p:spPr>
      </p:pic>
      <p:pic>
        <p:nvPicPr>
          <p:cNvPr id="3" name="Picture 2">
            <a:extLst>
              <a:ext uri="{FF2B5EF4-FFF2-40B4-BE49-F238E27FC236}">
                <a16:creationId xmlns:a16="http://schemas.microsoft.com/office/drawing/2014/main" id="{24FC6E1F-6F02-9A10-A768-585E4B84B6A1}"/>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934448" y="3131958"/>
            <a:ext cx="625656" cy="248916"/>
          </a:xfrm>
          <a:prstGeom prst="rect">
            <a:avLst/>
          </a:prstGeom>
        </p:spPr>
      </p:pic>
      <p:pic>
        <p:nvPicPr>
          <p:cNvPr id="5" name="Picture 4">
            <a:extLst>
              <a:ext uri="{FF2B5EF4-FFF2-40B4-BE49-F238E27FC236}">
                <a16:creationId xmlns:a16="http://schemas.microsoft.com/office/drawing/2014/main" id="{66B54875-59E2-4BE1-FABB-F7372CC1976F}"/>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5907031" y="3537370"/>
            <a:ext cx="625656" cy="248916"/>
          </a:xfrm>
          <a:prstGeom prst="rect">
            <a:avLst/>
          </a:prstGeom>
        </p:spPr>
      </p:pic>
      <p:sp>
        <p:nvSpPr>
          <p:cNvPr id="10" name="TextBox 9">
            <a:extLst>
              <a:ext uri="{FF2B5EF4-FFF2-40B4-BE49-F238E27FC236}">
                <a16:creationId xmlns:a16="http://schemas.microsoft.com/office/drawing/2014/main" id="{1D6C1CE9-48C2-CEFB-EEAF-D766A22B05F7}"/>
              </a:ext>
            </a:extLst>
          </p:cNvPr>
          <p:cNvSpPr txBox="1"/>
          <p:nvPr/>
        </p:nvSpPr>
        <p:spPr>
          <a:xfrm>
            <a:off x="10342731" y="6373174"/>
            <a:ext cx="1972639" cy="307777"/>
          </a:xfrm>
          <a:prstGeom prst="rect">
            <a:avLst/>
          </a:prstGeom>
          <a:noFill/>
        </p:spPr>
        <p:txBody>
          <a:bodyPr wrap="square">
            <a:spAutoFit/>
          </a:bodyPr>
          <a:lstStyle/>
          <a:p>
            <a:r>
              <a:rPr lang="en-US" sz="1400" dirty="0">
                <a:hlinkClick r:id="rId11" action="ppaction://hlinksldjump"/>
              </a:rPr>
              <a:t>Back to main index</a:t>
            </a:r>
            <a:endParaRPr lang="en-IN" sz="1400" dirty="0"/>
          </a:p>
        </p:txBody>
      </p:sp>
    </p:spTree>
    <p:extLst>
      <p:ext uri="{BB962C8B-B14F-4D97-AF65-F5344CB8AC3E}">
        <p14:creationId xmlns:p14="http://schemas.microsoft.com/office/powerpoint/2010/main" val="401127579"/>
      </p:ext>
    </p:extLst>
  </p:cSld>
  <p:clrMapOvr>
    <a:overrideClrMapping bg1="dk1" tx1="lt1" bg2="dk2" tx2="lt2" accent1="accent1" accent2="accent2" accent3="accent3" accent4="accent4" accent5="accent5" accent6="accent6" hlink="hlink" folHlink="folHlink"/>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Spring Boot</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How does it differ from the traditional Spring Framework?</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026" name="Picture 2">
            <a:extLst>
              <a:ext uri="{FF2B5EF4-FFF2-40B4-BE49-F238E27FC236}">
                <a16:creationId xmlns:a16="http://schemas.microsoft.com/office/drawing/2014/main" id="{52213159-74C1-4D86-4538-8422D3DDE84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2649" y="5856371"/>
            <a:ext cx="1379529" cy="724253"/>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23D617F2-4758-6BF7-1AC4-52890DBFE4A6}"/>
              </a:ext>
            </a:extLst>
          </p:cNvPr>
          <p:cNvSpPr txBox="1"/>
          <p:nvPr/>
        </p:nvSpPr>
        <p:spPr>
          <a:xfrm>
            <a:off x="355694" y="1135193"/>
            <a:ext cx="5068653" cy="1831271"/>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0"/>
              </a:spcBef>
              <a:spcAft>
                <a:spcPts val="60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Spring Boot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is an open-source framework that is built on top of the Spring Framework.</a:t>
            </a:r>
          </a:p>
          <a:p>
            <a:pPr marL="285750" marR="0" lvl="0" indent="-285750" algn="l" defTabSz="914400" rtl="0" eaLnBrk="1" fontAlgn="auto" latinLnBrk="0" hangingPunct="1">
              <a:lnSpc>
                <a:spcPct val="100000"/>
              </a:lnSpc>
              <a:spcBef>
                <a:spcPts val="0"/>
              </a:spcBef>
              <a:spcAft>
                <a:spcPts val="60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Boot allows developers to quickly create stand-alone,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production-ready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Spring applications with minimal setup and configuration.</a:t>
            </a:r>
          </a:p>
        </p:txBody>
      </p:sp>
      <p:sp>
        <p:nvSpPr>
          <p:cNvPr id="19" name="Hexagon 18">
            <a:extLst>
              <a:ext uri="{FF2B5EF4-FFF2-40B4-BE49-F238E27FC236}">
                <a16:creationId xmlns:a16="http://schemas.microsoft.com/office/drawing/2014/main" id="{D1CCE8AD-3196-46AE-8549-8E01107EEC0A}"/>
              </a:ext>
            </a:extLst>
          </p:cNvPr>
          <p:cNvSpPr/>
          <p:nvPr/>
        </p:nvSpPr>
        <p:spPr>
          <a:xfrm>
            <a:off x="6813475" y="2495542"/>
            <a:ext cx="1762204" cy="675559"/>
          </a:xfrm>
          <a:prstGeom prst="hexagon">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Embedded server</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Hexagon 20">
            <a:extLst>
              <a:ext uri="{FF2B5EF4-FFF2-40B4-BE49-F238E27FC236}">
                <a16:creationId xmlns:a16="http://schemas.microsoft.com/office/drawing/2014/main" id="{76100120-83F7-6387-0AC6-5EE79FF1ED25}"/>
              </a:ext>
            </a:extLst>
          </p:cNvPr>
          <p:cNvSpPr/>
          <p:nvPr/>
        </p:nvSpPr>
        <p:spPr>
          <a:xfrm>
            <a:off x="6813475" y="3509786"/>
            <a:ext cx="1762204" cy="675559"/>
          </a:xfrm>
          <a:prstGeom prst="hexagon">
            <a:avLst/>
          </a:prstGeom>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Auto configuration</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Hexagon 22">
            <a:extLst>
              <a:ext uri="{FF2B5EF4-FFF2-40B4-BE49-F238E27FC236}">
                <a16:creationId xmlns:a16="http://schemas.microsoft.com/office/drawing/2014/main" id="{D20A6D86-3B0D-A1E2-327A-D4D204A361C5}"/>
              </a:ext>
            </a:extLst>
          </p:cNvPr>
          <p:cNvSpPr/>
          <p:nvPr/>
        </p:nvSpPr>
        <p:spPr>
          <a:xfrm>
            <a:off x="6830155" y="4560689"/>
            <a:ext cx="1762204" cy="675559"/>
          </a:xfrm>
          <a:prstGeom prst="hexagon">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Starter templates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030" name="Picture 6">
            <a:extLst>
              <a:ext uri="{FF2B5EF4-FFF2-40B4-BE49-F238E27FC236}">
                <a16:creationId xmlns:a16="http://schemas.microsoft.com/office/drawing/2014/main" id="{E0538850-F538-9B44-2464-086A9FA86D9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78561" y="1080227"/>
            <a:ext cx="802855" cy="802112"/>
          </a:xfrm>
          <a:prstGeom prst="rect">
            <a:avLst/>
          </a:prstGeom>
          <a:noFill/>
          <a:extLst>
            <a:ext uri="{909E8E84-426E-40DD-AFC4-6F175D3DCCD1}">
              <a14:hiddenFill xmlns:a14="http://schemas.microsoft.com/office/drawing/2010/main">
                <a:solidFill>
                  <a:srgbClr val="FFFFFF"/>
                </a:solidFill>
              </a14:hiddenFill>
            </a:ext>
          </a:extLst>
        </p:spPr>
      </p:pic>
      <p:sp>
        <p:nvSpPr>
          <p:cNvPr id="27" name="TextBox 26">
            <a:extLst>
              <a:ext uri="{FF2B5EF4-FFF2-40B4-BE49-F238E27FC236}">
                <a16:creationId xmlns:a16="http://schemas.microsoft.com/office/drawing/2014/main" id="{344F6AF2-3FF5-4216-541D-29B6733529E0}"/>
              </a:ext>
            </a:extLst>
          </p:cNvPr>
          <p:cNvSpPr txBox="1"/>
          <p:nvPr/>
        </p:nvSpPr>
        <p:spPr>
          <a:xfrm>
            <a:off x="6859211" y="1800039"/>
            <a:ext cx="1762204"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Spring Framework</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 name="Graphic 4" descr="Car with solid fill">
            <a:extLst>
              <a:ext uri="{FF2B5EF4-FFF2-40B4-BE49-F238E27FC236}">
                <a16:creationId xmlns:a16="http://schemas.microsoft.com/office/drawing/2014/main" id="{EDBF31C5-A625-75B9-F442-FF31A54ADEE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9746580" y="784304"/>
            <a:ext cx="1320255" cy="1320255"/>
          </a:xfrm>
          <a:prstGeom prst="rect">
            <a:avLst/>
          </a:prstGeom>
        </p:spPr>
      </p:pic>
      <p:pic>
        <p:nvPicPr>
          <p:cNvPr id="7" name="Graphic 6" descr="Convertible with solid fill">
            <a:extLst>
              <a:ext uri="{FF2B5EF4-FFF2-40B4-BE49-F238E27FC236}">
                <a16:creationId xmlns:a16="http://schemas.microsoft.com/office/drawing/2014/main" id="{010B3707-637A-C0DE-A81C-4167D1A98BF4}"/>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721180" y="5458488"/>
            <a:ext cx="1307082" cy="1307082"/>
          </a:xfrm>
          <a:prstGeom prst="rect">
            <a:avLst/>
          </a:prstGeom>
        </p:spPr>
      </p:pic>
      <p:sp>
        <p:nvSpPr>
          <p:cNvPr id="10" name="TextBox 9">
            <a:extLst>
              <a:ext uri="{FF2B5EF4-FFF2-40B4-BE49-F238E27FC236}">
                <a16:creationId xmlns:a16="http://schemas.microsoft.com/office/drawing/2014/main" id="{F2B0A9A0-BC5C-13C2-FA0C-1538429471AE}"/>
              </a:ext>
            </a:extLst>
          </p:cNvPr>
          <p:cNvSpPr txBox="1"/>
          <p:nvPr/>
        </p:nvSpPr>
        <p:spPr>
          <a:xfrm>
            <a:off x="9643466" y="1710764"/>
            <a:ext cx="1419736"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Normal car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49797D9-737A-82CB-37F9-0A7D0471A279}"/>
              </a:ext>
            </a:extLst>
          </p:cNvPr>
          <p:cNvSpPr txBox="1"/>
          <p:nvPr/>
        </p:nvSpPr>
        <p:spPr>
          <a:xfrm>
            <a:off x="9604307" y="6256504"/>
            <a:ext cx="1631425"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Super car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Equals 25">
            <a:extLst>
              <a:ext uri="{FF2B5EF4-FFF2-40B4-BE49-F238E27FC236}">
                <a16:creationId xmlns:a16="http://schemas.microsoft.com/office/drawing/2014/main" id="{C4A10768-7616-FF11-21D3-6FED5D370A4F}"/>
              </a:ext>
            </a:extLst>
          </p:cNvPr>
          <p:cNvSpPr/>
          <p:nvPr/>
        </p:nvSpPr>
        <p:spPr>
          <a:xfrm rot="5400000">
            <a:off x="7486257" y="5447941"/>
            <a:ext cx="416636" cy="241217"/>
          </a:xfrm>
          <a:prstGeom prst="mathEqual">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Plus Sign 27">
            <a:extLst>
              <a:ext uri="{FF2B5EF4-FFF2-40B4-BE49-F238E27FC236}">
                <a16:creationId xmlns:a16="http://schemas.microsoft.com/office/drawing/2014/main" id="{86DE2430-73AB-D0A5-09C2-81F44F41107C}"/>
              </a:ext>
            </a:extLst>
          </p:cNvPr>
          <p:cNvSpPr/>
          <p:nvPr/>
        </p:nvSpPr>
        <p:spPr>
          <a:xfrm>
            <a:off x="7527483" y="3214883"/>
            <a:ext cx="305013" cy="294904"/>
          </a:xfrm>
          <a:prstGeom prst="mathPlus">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Plus Sign 28">
            <a:extLst>
              <a:ext uri="{FF2B5EF4-FFF2-40B4-BE49-F238E27FC236}">
                <a16:creationId xmlns:a16="http://schemas.microsoft.com/office/drawing/2014/main" id="{DA9BE93E-8079-5BDD-935F-48D93B1D7983}"/>
              </a:ext>
            </a:extLst>
          </p:cNvPr>
          <p:cNvSpPr/>
          <p:nvPr/>
        </p:nvSpPr>
        <p:spPr>
          <a:xfrm>
            <a:off x="7542070" y="2157915"/>
            <a:ext cx="305013" cy="294904"/>
          </a:xfrm>
          <a:prstGeom prst="mathPlus">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Plus Sign 29">
            <a:extLst>
              <a:ext uri="{FF2B5EF4-FFF2-40B4-BE49-F238E27FC236}">
                <a16:creationId xmlns:a16="http://schemas.microsoft.com/office/drawing/2014/main" id="{CC5F5708-92E5-8D9B-1F5F-01E37DBD615D}"/>
              </a:ext>
            </a:extLst>
          </p:cNvPr>
          <p:cNvSpPr/>
          <p:nvPr/>
        </p:nvSpPr>
        <p:spPr>
          <a:xfrm>
            <a:off x="7527483" y="4252271"/>
            <a:ext cx="305013" cy="294904"/>
          </a:xfrm>
          <a:prstGeom prst="mathPlus">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Hexagon 30">
            <a:extLst>
              <a:ext uri="{FF2B5EF4-FFF2-40B4-BE49-F238E27FC236}">
                <a16:creationId xmlns:a16="http://schemas.microsoft.com/office/drawing/2014/main" id="{431F734C-3DED-2A7B-F460-4A805749E52D}"/>
              </a:ext>
            </a:extLst>
          </p:cNvPr>
          <p:cNvSpPr/>
          <p:nvPr/>
        </p:nvSpPr>
        <p:spPr>
          <a:xfrm>
            <a:off x="9508207" y="2495542"/>
            <a:ext cx="1762204" cy="675559"/>
          </a:xfrm>
          <a:prstGeom prst="hexagon">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Automatic</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Hexagon 31">
            <a:extLst>
              <a:ext uri="{FF2B5EF4-FFF2-40B4-BE49-F238E27FC236}">
                <a16:creationId xmlns:a16="http://schemas.microsoft.com/office/drawing/2014/main" id="{3C1D28BA-4529-502C-7058-97C2CD6AFBE8}"/>
              </a:ext>
            </a:extLst>
          </p:cNvPr>
          <p:cNvSpPr/>
          <p:nvPr/>
        </p:nvSpPr>
        <p:spPr>
          <a:xfrm>
            <a:off x="9508207" y="3509786"/>
            <a:ext cx="1762204" cy="675559"/>
          </a:xfrm>
          <a:prstGeom prst="hexagon">
            <a:avLst/>
          </a:prstGeom>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Power Engine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Hexagon 32">
            <a:extLst>
              <a:ext uri="{FF2B5EF4-FFF2-40B4-BE49-F238E27FC236}">
                <a16:creationId xmlns:a16="http://schemas.microsoft.com/office/drawing/2014/main" id="{B2681BB6-4D4A-6649-BFF1-8C1F0D2E2483}"/>
              </a:ext>
            </a:extLst>
          </p:cNvPr>
          <p:cNvSpPr/>
          <p:nvPr/>
        </p:nvSpPr>
        <p:spPr>
          <a:xfrm>
            <a:off x="9524887" y="4560689"/>
            <a:ext cx="1762204" cy="675559"/>
          </a:xfrm>
          <a:prstGeom prst="hexagon">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Performance Tyers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Equals 35">
            <a:extLst>
              <a:ext uri="{FF2B5EF4-FFF2-40B4-BE49-F238E27FC236}">
                <a16:creationId xmlns:a16="http://schemas.microsoft.com/office/drawing/2014/main" id="{C6C63784-786F-732F-615A-16F5A820F8CB}"/>
              </a:ext>
            </a:extLst>
          </p:cNvPr>
          <p:cNvSpPr/>
          <p:nvPr/>
        </p:nvSpPr>
        <p:spPr>
          <a:xfrm rot="5400000">
            <a:off x="10180989" y="5447941"/>
            <a:ext cx="416636" cy="241217"/>
          </a:xfrm>
          <a:prstGeom prst="mathEqual">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Plus Sign 36">
            <a:extLst>
              <a:ext uri="{FF2B5EF4-FFF2-40B4-BE49-F238E27FC236}">
                <a16:creationId xmlns:a16="http://schemas.microsoft.com/office/drawing/2014/main" id="{E01C8442-A22F-8336-05ED-7CCC9800E796}"/>
              </a:ext>
            </a:extLst>
          </p:cNvPr>
          <p:cNvSpPr/>
          <p:nvPr/>
        </p:nvSpPr>
        <p:spPr>
          <a:xfrm>
            <a:off x="10222215" y="3214883"/>
            <a:ext cx="305013" cy="294904"/>
          </a:xfrm>
          <a:prstGeom prst="mathPlus">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 name="Plus Sign 37">
            <a:extLst>
              <a:ext uri="{FF2B5EF4-FFF2-40B4-BE49-F238E27FC236}">
                <a16:creationId xmlns:a16="http://schemas.microsoft.com/office/drawing/2014/main" id="{E415BFC6-7F9A-F09A-9DAB-621E68E4197E}"/>
              </a:ext>
            </a:extLst>
          </p:cNvPr>
          <p:cNvSpPr/>
          <p:nvPr/>
        </p:nvSpPr>
        <p:spPr>
          <a:xfrm>
            <a:off x="10236802" y="2157915"/>
            <a:ext cx="305013" cy="294904"/>
          </a:xfrm>
          <a:prstGeom prst="mathPlus">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Plus Sign 38">
            <a:extLst>
              <a:ext uri="{FF2B5EF4-FFF2-40B4-BE49-F238E27FC236}">
                <a16:creationId xmlns:a16="http://schemas.microsoft.com/office/drawing/2014/main" id="{ACAB72EE-2F15-6D5C-08B4-EFB281CC09B2}"/>
              </a:ext>
            </a:extLst>
          </p:cNvPr>
          <p:cNvSpPr/>
          <p:nvPr/>
        </p:nvSpPr>
        <p:spPr>
          <a:xfrm>
            <a:off x="10222215" y="4252271"/>
            <a:ext cx="305013" cy="294904"/>
          </a:xfrm>
          <a:prstGeom prst="mathPlus">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40" name="Picture 39">
            <a:extLst>
              <a:ext uri="{FF2B5EF4-FFF2-40B4-BE49-F238E27FC236}">
                <a16:creationId xmlns:a16="http://schemas.microsoft.com/office/drawing/2014/main" id="{5CB3A754-E405-4A2B-0E6E-BC0690B00A52}"/>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10349452" y="293493"/>
            <a:ext cx="902635" cy="359112"/>
          </a:xfrm>
          <a:prstGeom prst="rect">
            <a:avLst/>
          </a:prstGeom>
        </p:spPr>
      </p:pic>
      <p:sp>
        <p:nvSpPr>
          <p:cNvPr id="4" name="TextBox 3">
            <a:extLst>
              <a:ext uri="{FF2B5EF4-FFF2-40B4-BE49-F238E27FC236}">
                <a16:creationId xmlns:a16="http://schemas.microsoft.com/office/drawing/2014/main" id="{9D719424-72A3-BB19-32BD-5021954C427D}"/>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1"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990834444"/>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Spring </a:t>
            </a:r>
            <a:r>
              <a:rPr kumimoji="0" lang="en-US" sz="2400" b="1" i="0" u="none" strike="noStrike" kern="1200" cap="none" spc="0" normalizeH="0" baseline="0" noProof="0" dirty="0" err="1">
                <a:ln>
                  <a:noFill/>
                </a:ln>
                <a:solidFill>
                  <a:srgbClr val="FFFF00"/>
                </a:solidFill>
                <a:effectLst/>
                <a:uLnTx/>
                <a:uFillTx/>
                <a:latin typeface="Calibri Light" panose="020F0302020204030204"/>
                <a:ea typeface="+mn-ea"/>
                <a:cs typeface="+mn-cs"/>
              </a:rPr>
              <a:t>Initializr</a:t>
            </a:r>
            <a:r>
              <a:rPr lang="en-US" sz="2400" b="1" dirty="0">
                <a:solidFill>
                  <a:schemeClr val="bg1"/>
                </a:solidFill>
                <a:latin typeface="Calibri Light" panose="020F0302020204030204"/>
                <a:ea typeface="+mn-ea"/>
                <a:cs typeface="+mn-cs"/>
              </a:rPr>
              <a:t>?</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Picture 5">
            <a:extLst>
              <a:ext uri="{FF2B5EF4-FFF2-40B4-BE49-F238E27FC236}">
                <a16:creationId xmlns:a16="http://schemas.microsoft.com/office/drawing/2014/main" id="{EA576A99-11E0-CE52-9304-1FDAB29B3A9C}"/>
              </a:ext>
            </a:extLst>
          </p:cNvPr>
          <p:cNvPicPr>
            <a:picLocks noChangeAspect="1"/>
          </p:cNvPicPr>
          <p:nvPr/>
        </p:nvPicPr>
        <p:blipFill>
          <a:blip r:embed="rId4"/>
          <a:stretch>
            <a:fillRect/>
          </a:stretch>
        </p:blipFill>
        <p:spPr>
          <a:xfrm>
            <a:off x="2430846" y="2168213"/>
            <a:ext cx="7330307" cy="4365443"/>
          </a:xfrm>
          <a:prstGeom prst="rect">
            <a:avLst/>
          </a:prstGeom>
          <a:ln>
            <a:solidFill>
              <a:schemeClr val="bg1">
                <a:lumMod val="95000"/>
              </a:schemeClr>
            </a:solidFill>
          </a:ln>
        </p:spPr>
      </p:pic>
      <p:sp>
        <p:nvSpPr>
          <p:cNvPr id="7" name="TextBox 6">
            <a:extLst>
              <a:ext uri="{FF2B5EF4-FFF2-40B4-BE49-F238E27FC236}">
                <a16:creationId xmlns:a16="http://schemas.microsoft.com/office/drawing/2014/main" id="{E64FBDFD-246D-893A-34E3-E52D0FC62E14}"/>
              </a:ext>
            </a:extLst>
          </p:cNvPr>
          <p:cNvSpPr txBox="1"/>
          <p:nvPr/>
        </p:nvSpPr>
        <p:spPr>
          <a:xfrm>
            <a:off x="481203" y="1135193"/>
            <a:ext cx="6473050"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Initializr</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is a web-based tool provided by the Spring team to simplify the process of creating a new Spring Boot project. </a:t>
            </a:r>
          </a:p>
        </p:txBody>
      </p:sp>
      <p:sp>
        <p:nvSpPr>
          <p:cNvPr id="4" name="TextBox 3">
            <a:extLst>
              <a:ext uri="{FF2B5EF4-FFF2-40B4-BE49-F238E27FC236}">
                <a16:creationId xmlns:a16="http://schemas.microsoft.com/office/drawing/2014/main" id="{C73A9A9B-C7CC-E738-EAD7-F61DDFAA52DC}"/>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790795109"/>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Spring Boot starter</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E64FBDFD-246D-893A-34E3-E52D0FC62E14}"/>
              </a:ext>
            </a:extLst>
          </p:cNvPr>
          <p:cNvSpPr txBox="1"/>
          <p:nvPr/>
        </p:nvSpPr>
        <p:spPr>
          <a:xfrm>
            <a:off x="355693" y="1070360"/>
            <a:ext cx="4190907"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Spring Boot Starter is a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set of dependencies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that you can include in your Spring Boot project to quickly add specific functionalities. </a:t>
            </a:r>
          </a:p>
        </p:txBody>
      </p:sp>
      <p:pic>
        <p:nvPicPr>
          <p:cNvPr id="13" name="Picture 12">
            <a:extLst>
              <a:ext uri="{FF2B5EF4-FFF2-40B4-BE49-F238E27FC236}">
                <a16:creationId xmlns:a16="http://schemas.microsoft.com/office/drawing/2014/main" id="{C95497E1-5AFB-BDF0-88C6-FC524FE16799}"/>
              </a:ext>
            </a:extLst>
          </p:cNvPr>
          <p:cNvPicPr>
            <a:picLocks noChangeAspect="1"/>
          </p:cNvPicPr>
          <p:nvPr/>
        </p:nvPicPr>
        <p:blipFill>
          <a:blip r:embed="rId4"/>
          <a:stretch>
            <a:fillRect/>
          </a:stretch>
        </p:blipFill>
        <p:spPr>
          <a:xfrm>
            <a:off x="5191787" y="1156503"/>
            <a:ext cx="6724114" cy="3772064"/>
          </a:xfrm>
          <a:prstGeom prst="rect">
            <a:avLst/>
          </a:prstGeom>
        </p:spPr>
      </p:pic>
      <p:sp>
        <p:nvSpPr>
          <p:cNvPr id="4" name="TextBox 3">
            <a:extLst>
              <a:ext uri="{FF2B5EF4-FFF2-40B4-BE49-F238E27FC236}">
                <a16:creationId xmlns:a16="http://schemas.microsoft.com/office/drawing/2014/main" id="{7A1A248D-8B33-2A59-3466-D174E0F99AF6}"/>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765083897"/>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are the types of Spring Boot starter?</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5" name="Diagram 4">
            <a:extLst>
              <a:ext uri="{FF2B5EF4-FFF2-40B4-BE49-F238E27FC236}">
                <a16:creationId xmlns:a16="http://schemas.microsoft.com/office/drawing/2014/main" id="{523C7AE0-B454-1D1F-9D59-F91EDBD0FEFC}"/>
              </a:ext>
            </a:extLst>
          </p:cNvPr>
          <p:cNvGraphicFramePr/>
          <p:nvPr/>
        </p:nvGraphicFramePr>
        <p:xfrm>
          <a:off x="513955" y="1321202"/>
          <a:ext cx="10199078" cy="3465951"/>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4" name="TextBox 3">
            <a:extLst>
              <a:ext uri="{FF2B5EF4-FFF2-40B4-BE49-F238E27FC236}">
                <a16:creationId xmlns:a16="http://schemas.microsoft.com/office/drawing/2014/main" id="{C6088EC1-DE4E-C7F8-8E80-D1B690943512}"/>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9"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663724273"/>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Spring Boot provides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auto configuration</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E64FBDFD-246D-893A-34E3-E52D0FC62E14}"/>
              </a:ext>
            </a:extLst>
          </p:cNvPr>
          <p:cNvSpPr txBox="1"/>
          <p:nvPr/>
        </p:nvSpPr>
        <p:spPr>
          <a:xfrm>
            <a:off x="355694" y="1156503"/>
            <a:ext cx="4419506" cy="2031325"/>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Boot provides auto-configuration by automatically configuring Spring applications based on the dependencies present on the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classpath</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reducing the need for manual configuration and allowing developers to focus on writing business logic.</a:t>
            </a:r>
          </a:p>
        </p:txBody>
      </p:sp>
      <p:pic>
        <p:nvPicPr>
          <p:cNvPr id="5" name="Picture 4">
            <a:extLst>
              <a:ext uri="{FF2B5EF4-FFF2-40B4-BE49-F238E27FC236}">
                <a16:creationId xmlns:a16="http://schemas.microsoft.com/office/drawing/2014/main" id="{969C2018-D6C0-27FA-4411-AC336D9F23A2}"/>
              </a:ext>
            </a:extLst>
          </p:cNvPr>
          <p:cNvPicPr>
            <a:picLocks noChangeAspect="1"/>
          </p:cNvPicPr>
          <p:nvPr/>
        </p:nvPicPr>
        <p:blipFill>
          <a:blip r:embed="rId4"/>
          <a:stretch>
            <a:fillRect/>
          </a:stretch>
        </p:blipFill>
        <p:spPr>
          <a:xfrm>
            <a:off x="5388997" y="1156503"/>
            <a:ext cx="6724114" cy="3772064"/>
          </a:xfrm>
          <a:prstGeom prst="rect">
            <a:avLst/>
          </a:prstGeom>
        </p:spPr>
      </p:pic>
      <p:pic>
        <p:nvPicPr>
          <p:cNvPr id="6" name="Picture 5">
            <a:extLst>
              <a:ext uri="{FF2B5EF4-FFF2-40B4-BE49-F238E27FC236}">
                <a16:creationId xmlns:a16="http://schemas.microsoft.com/office/drawing/2014/main" id="{56B94263-3085-FE7D-20A5-20B0CD78329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374352" y="311644"/>
            <a:ext cx="902635" cy="359112"/>
          </a:xfrm>
          <a:prstGeom prst="rect">
            <a:avLst/>
          </a:prstGeom>
        </p:spPr>
      </p:pic>
      <p:sp>
        <p:nvSpPr>
          <p:cNvPr id="4" name="TextBox 3">
            <a:extLst>
              <a:ext uri="{FF2B5EF4-FFF2-40B4-BE49-F238E27FC236}">
                <a16:creationId xmlns:a16="http://schemas.microsoft.com/office/drawing/2014/main" id="{3A66C69E-55DE-9C2A-41CB-E902C1F56835}"/>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358504194"/>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role of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@SpringBootApplication </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annotation?</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12" name="Diagram 11">
            <a:extLst>
              <a:ext uri="{FF2B5EF4-FFF2-40B4-BE49-F238E27FC236}">
                <a16:creationId xmlns:a16="http://schemas.microsoft.com/office/drawing/2014/main" id="{EBDBCEF3-6691-9480-FA33-A29B7CD51325}"/>
              </a:ext>
            </a:extLst>
          </p:cNvPr>
          <p:cNvGraphicFramePr/>
          <p:nvPr/>
        </p:nvGraphicFramePr>
        <p:xfrm>
          <a:off x="426584" y="1023621"/>
          <a:ext cx="4917076" cy="4029641"/>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6" name="Picture 5">
            <a:extLst>
              <a:ext uri="{FF2B5EF4-FFF2-40B4-BE49-F238E27FC236}">
                <a16:creationId xmlns:a16="http://schemas.microsoft.com/office/drawing/2014/main" id="{A15E7098-00A0-095F-520D-348E1EF6306D}"/>
              </a:ext>
            </a:extLst>
          </p:cNvPr>
          <p:cNvPicPr>
            <a:picLocks noChangeAspect="1"/>
          </p:cNvPicPr>
          <p:nvPr/>
        </p:nvPicPr>
        <p:blipFill>
          <a:blip r:embed="rId9"/>
          <a:stretch>
            <a:fillRect/>
          </a:stretch>
        </p:blipFill>
        <p:spPr>
          <a:xfrm>
            <a:off x="5613494" y="3861603"/>
            <a:ext cx="6393576" cy="2589239"/>
          </a:xfrm>
          <a:prstGeom prst="rect">
            <a:avLst/>
          </a:prstGeom>
        </p:spPr>
      </p:pic>
      <p:pic>
        <p:nvPicPr>
          <p:cNvPr id="4" name="Picture 3">
            <a:extLst>
              <a:ext uri="{FF2B5EF4-FFF2-40B4-BE49-F238E27FC236}">
                <a16:creationId xmlns:a16="http://schemas.microsoft.com/office/drawing/2014/main" id="{17C07FD9-3208-2217-0C4F-83CB141E5632}"/>
              </a:ext>
            </a:extLst>
          </p:cNvPr>
          <p:cNvPicPr>
            <a:picLocks noChangeAspect="1"/>
          </p:cNvPicPr>
          <p:nvPr/>
        </p:nvPicPr>
        <p:blipFill rotWithShape="1">
          <a:blip r:embed="rId10"/>
          <a:srcRect t="19656" b="36755"/>
          <a:stretch/>
        </p:blipFill>
        <p:spPr>
          <a:xfrm>
            <a:off x="7362094" y="1118403"/>
            <a:ext cx="3075131" cy="2705100"/>
          </a:xfrm>
          <a:prstGeom prst="rect">
            <a:avLst/>
          </a:prstGeom>
        </p:spPr>
      </p:pic>
      <p:sp>
        <p:nvSpPr>
          <p:cNvPr id="5" name="Rectangle 4">
            <a:extLst>
              <a:ext uri="{FF2B5EF4-FFF2-40B4-BE49-F238E27FC236}">
                <a16:creationId xmlns:a16="http://schemas.microsoft.com/office/drawing/2014/main" id="{6EEAFC00-0600-A0E3-4015-2BEE55D5E044}"/>
              </a:ext>
            </a:extLst>
          </p:cNvPr>
          <p:cNvSpPr/>
          <p:nvPr/>
        </p:nvSpPr>
        <p:spPr>
          <a:xfrm>
            <a:off x="7899400" y="3429000"/>
            <a:ext cx="2197100" cy="394503"/>
          </a:xfrm>
          <a:prstGeom prst="rect">
            <a:avLst/>
          </a:prstGeom>
          <a:noFill/>
          <a:ln w="127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B4ED1CA1-D938-1C75-0326-A1699A2D5FAE}"/>
              </a:ext>
            </a:extLst>
          </p:cNvPr>
          <p:cNvSpPr/>
          <p:nvPr/>
        </p:nvSpPr>
        <p:spPr>
          <a:xfrm>
            <a:off x="6263544" y="4559300"/>
            <a:ext cx="2461356" cy="305224"/>
          </a:xfrm>
          <a:prstGeom prst="rect">
            <a:avLst/>
          </a:prstGeom>
          <a:noFill/>
          <a:ln w="127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5" name="Picture 14">
            <a:extLst>
              <a:ext uri="{FF2B5EF4-FFF2-40B4-BE49-F238E27FC236}">
                <a16:creationId xmlns:a16="http://schemas.microsoft.com/office/drawing/2014/main" id="{04CDFD5C-A85F-16BA-68CA-362B7376155C}"/>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7600480" y="311644"/>
            <a:ext cx="902635" cy="359112"/>
          </a:xfrm>
          <a:prstGeom prst="rect">
            <a:avLst/>
          </a:prstGeom>
        </p:spPr>
      </p:pic>
      <p:sp>
        <p:nvSpPr>
          <p:cNvPr id="7" name="TextBox 6">
            <a:extLst>
              <a:ext uri="{FF2B5EF4-FFF2-40B4-BE49-F238E27FC236}">
                <a16:creationId xmlns:a16="http://schemas.microsoft.com/office/drawing/2014/main" id="{DCA98E97-6F3E-446A-B4DA-67E319DDF4E7}"/>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2"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222798109"/>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E60BE8B2-1B4D-D3C7-E7B8-EA339970E736}"/>
              </a:ext>
            </a:extLst>
          </p:cNvPr>
          <p:cNvSpPr/>
          <p:nvPr/>
        </p:nvSpPr>
        <p:spPr>
          <a:xfrm>
            <a:off x="5791200" y="1267327"/>
            <a:ext cx="5741805" cy="3481136"/>
          </a:xfrm>
          <a:prstGeom prst="rect">
            <a:avLst/>
          </a:prstGeom>
          <a:solidFill>
            <a:srgbClr val="F8F8F8"/>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Spring Boot Application</a:t>
            </a:r>
            <a:endParaRPr kumimoji="0" lang="en-IN"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are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embedded servers</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in Spring Boot? What are its benefits?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Diagram 3">
            <a:extLst>
              <a:ext uri="{FF2B5EF4-FFF2-40B4-BE49-F238E27FC236}">
                <a16:creationId xmlns:a16="http://schemas.microsoft.com/office/drawing/2014/main" id="{2B7EC03F-003A-EBF8-6876-0DB32485074F}"/>
              </a:ext>
            </a:extLst>
          </p:cNvPr>
          <p:cNvGraphicFramePr/>
          <p:nvPr/>
        </p:nvGraphicFramePr>
        <p:xfrm>
          <a:off x="6136825" y="2086402"/>
          <a:ext cx="5071522" cy="239644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5" name="Picture 2">
            <a:extLst>
              <a:ext uri="{FF2B5EF4-FFF2-40B4-BE49-F238E27FC236}">
                <a16:creationId xmlns:a16="http://schemas.microsoft.com/office/drawing/2014/main" id="{1A854D6B-EBB9-5ACC-1F86-F0D597EC2313}"/>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l="10739" t="41665" r="70175" b="8660"/>
          <a:stretch/>
        </p:blipFill>
        <p:spPr bwMode="auto">
          <a:xfrm>
            <a:off x="6749003" y="1310256"/>
            <a:ext cx="385955" cy="421893"/>
          </a:xfrm>
          <a:prstGeom prst="rect">
            <a:avLst/>
          </a:prstGeom>
          <a:noFill/>
          <a:ln>
            <a:solidFill>
              <a:schemeClr val="bg1">
                <a:lumMod val="95000"/>
              </a:schemeClr>
            </a:solidFill>
          </a:ln>
          <a:extLst>
            <a:ext uri="{909E8E84-426E-40DD-AFC4-6F175D3DCCD1}">
              <a14:hiddenFill xmlns:a14="http://schemas.microsoft.com/office/drawing/2010/main">
                <a:solidFill>
                  <a:srgbClr val="FFFFFF"/>
                </a:solidFill>
              </a14:hiddenFill>
            </a:ext>
          </a:extLst>
        </p:spPr>
      </p:pic>
      <p:pic>
        <p:nvPicPr>
          <p:cNvPr id="1026" name="Picture 2">
            <a:extLst>
              <a:ext uri="{FF2B5EF4-FFF2-40B4-BE49-F238E27FC236}">
                <a16:creationId xmlns:a16="http://schemas.microsoft.com/office/drawing/2014/main" id="{66BFD8CA-0325-74CF-3E9E-371007684113}"/>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l="62273" t="30953" r="10454" b="17319"/>
          <a:stretch/>
        </p:blipFill>
        <p:spPr bwMode="auto">
          <a:xfrm>
            <a:off x="10555706" y="2713788"/>
            <a:ext cx="604515" cy="481559"/>
          </a:xfrm>
          <a:prstGeom prst="rect">
            <a:avLst/>
          </a:prstGeom>
          <a:noFill/>
          <a:ln>
            <a:solidFill>
              <a:schemeClr val="bg1">
                <a:lumMod val="95000"/>
              </a:schemeClr>
            </a:solidFill>
          </a:ln>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E64FBDFD-246D-893A-34E3-E52D0FC62E14}"/>
              </a:ext>
            </a:extLst>
          </p:cNvPr>
          <p:cNvSpPr txBox="1"/>
          <p:nvPr/>
        </p:nvSpPr>
        <p:spPr>
          <a:xfrm>
            <a:off x="355694" y="1145847"/>
            <a:ext cx="4648107" cy="2462213"/>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 Spring Boot, embedded servers refer to web servers (e.g., Tomcat, Jetty) that are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bundled within your application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as part of the build process.</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Benefits of embedded server: The application can run on any machine with a JRE without requiring a pre-installed web server, which simplified the development.</a:t>
            </a:r>
          </a:p>
        </p:txBody>
      </p:sp>
      <p:sp>
        <p:nvSpPr>
          <p:cNvPr id="6" name="TextBox 5">
            <a:extLst>
              <a:ext uri="{FF2B5EF4-FFF2-40B4-BE49-F238E27FC236}">
                <a16:creationId xmlns:a16="http://schemas.microsoft.com/office/drawing/2014/main" id="{0A11F0AA-9725-CE23-CB59-16319C7D3B66}"/>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0"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336627436"/>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2760756"/>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project structure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of a Spring Boot MVC application?</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application.properties</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used for in Spring Boot?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application.yml</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file? Difference btw </a:t>
            </a:r>
            <a:r>
              <a:rPr kumimoji="0" lang="en-US" sz="1800" b="0" i="0" u="none" strike="noStrike" kern="1200" cap="none" spc="0" normalizeH="0" baseline="0" noProof="0" dirty="0" err="1">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application.yml</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&amp; </a:t>
            </a:r>
            <a:r>
              <a:rPr kumimoji="0" lang="en-US" sz="1800" b="0" i="0" u="none" strike="noStrike" kern="1200" cap="none" spc="0" normalizeH="0" baseline="0" noProof="0" dirty="0" err="1">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application.properties</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How do you configure a Spring Boot application?</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Spring Boot Actuator</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key features </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of Spring Boot Actuator?</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How do you package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deploy</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 a Spring Boot application?</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normAutofit/>
          </a:bodyPr>
          <a:lstStyle/>
          <a:p>
            <a:r>
              <a:rPr lang="en-US" sz="3600" b="1" dirty="0">
                <a:solidFill>
                  <a:srgbClr val="FFFF00"/>
                </a:solidFill>
              </a:rPr>
              <a:t>Spring Boot - Project structure, Configuration &amp; Actuator</a:t>
            </a:r>
            <a:endParaRPr lang="en-IN" sz="3600" b="1" dirty="0"/>
          </a:p>
        </p:txBody>
      </p:sp>
      <p:pic>
        <p:nvPicPr>
          <p:cNvPr id="2" name="Picture 1">
            <a:extLst>
              <a:ext uri="{FF2B5EF4-FFF2-40B4-BE49-F238E27FC236}">
                <a16:creationId xmlns:a16="http://schemas.microsoft.com/office/drawing/2014/main" id="{9B5BB7AD-066E-01D2-56F6-5E8B603EA18A}"/>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8563222" y="2324866"/>
            <a:ext cx="625656" cy="248916"/>
          </a:xfrm>
          <a:prstGeom prst="rect">
            <a:avLst/>
          </a:prstGeom>
        </p:spPr>
      </p:pic>
      <p:pic>
        <p:nvPicPr>
          <p:cNvPr id="3" name="Picture 2">
            <a:extLst>
              <a:ext uri="{FF2B5EF4-FFF2-40B4-BE49-F238E27FC236}">
                <a16:creationId xmlns:a16="http://schemas.microsoft.com/office/drawing/2014/main" id="{5AB51F75-6094-B9F1-F8D5-FFC0A5DF9462}"/>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3452911" y="3131958"/>
            <a:ext cx="625656" cy="248916"/>
          </a:xfrm>
          <a:prstGeom prst="rect">
            <a:avLst/>
          </a:prstGeom>
        </p:spPr>
      </p:pic>
      <p:sp>
        <p:nvSpPr>
          <p:cNvPr id="6" name="TextBox 5">
            <a:extLst>
              <a:ext uri="{FF2B5EF4-FFF2-40B4-BE49-F238E27FC236}">
                <a16:creationId xmlns:a16="http://schemas.microsoft.com/office/drawing/2014/main" id="{D715D6C6-7E49-3969-C132-FC614B51D5D2}"/>
              </a:ext>
            </a:extLst>
          </p:cNvPr>
          <p:cNvSpPr txBox="1"/>
          <p:nvPr/>
        </p:nvSpPr>
        <p:spPr>
          <a:xfrm>
            <a:off x="10342731" y="6373174"/>
            <a:ext cx="1972639" cy="307777"/>
          </a:xfrm>
          <a:prstGeom prst="rect">
            <a:avLst/>
          </a:prstGeom>
          <a:noFill/>
        </p:spPr>
        <p:txBody>
          <a:bodyPr wrap="square">
            <a:spAutoFit/>
          </a:bodyPr>
          <a:lstStyle/>
          <a:p>
            <a:r>
              <a:rPr lang="en-US" sz="1400" dirty="0">
                <a:hlinkClick r:id="rId11" action="ppaction://hlinksldjump"/>
              </a:rPr>
              <a:t>Back to main index</a:t>
            </a:r>
            <a:endParaRPr lang="en-IN" sz="1400" dirty="0"/>
          </a:p>
        </p:txBody>
      </p:sp>
    </p:spTree>
    <p:extLst>
      <p:ext uri="{BB962C8B-B14F-4D97-AF65-F5344CB8AC3E}">
        <p14:creationId xmlns:p14="http://schemas.microsoft.com/office/powerpoint/2010/main" val="514476340"/>
      </p:ext>
    </p:extLst>
  </p:cSld>
  <p:clrMapOvr>
    <a:overrideClrMapping bg1="dk1" tx1="lt1" bg2="dk2" tx2="lt2" accent1="accent1" accent2="accent2" accent3="accent3" accent4="accent4" accent5="accent5" accent6="accent6" hlink="hlink" folHlink="folHlink"/>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pic>
        <p:nvPicPr>
          <p:cNvPr id="27" name="Picture 26">
            <a:extLst>
              <a:ext uri="{FF2B5EF4-FFF2-40B4-BE49-F238E27FC236}">
                <a16:creationId xmlns:a16="http://schemas.microsoft.com/office/drawing/2014/main" id="{4ACB26E9-1862-8EA7-3227-0A834F5BB1E0}"/>
              </a:ext>
            </a:extLst>
          </p:cNvPr>
          <p:cNvPicPr>
            <a:picLocks noChangeAspect="1"/>
          </p:cNvPicPr>
          <p:nvPr/>
        </p:nvPicPr>
        <p:blipFill rotWithShape="1">
          <a:blip r:embed="rId3"/>
          <a:srcRect b="8946"/>
          <a:stretch/>
        </p:blipFill>
        <p:spPr>
          <a:xfrm>
            <a:off x="8402146" y="977300"/>
            <a:ext cx="3075131" cy="5650708"/>
          </a:xfrm>
          <a:prstGeom prst="rect">
            <a:avLst/>
          </a:prstGeom>
        </p:spPr>
      </p:pic>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project structure </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of a Spring Boot MVC application?</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cxnSp>
        <p:nvCxnSpPr>
          <p:cNvPr id="4" name="Straight Arrow Connector 3">
            <a:extLst>
              <a:ext uri="{FF2B5EF4-FFF2-40B4-BE49-F238E27FC236}">
                <a16:creationId xmlns:a16="http://schemas.microsoft.com/office/drawing/2014/main" id="{BC26B4B9-7DC0-68CD-F5EC-C2E944D690CD}"/>
              </a:ext>
            </a:extLst>
          </p:cNvPr>
          <p:cNvCxnSpPr>
            <a:cxnSpLocks/>
          </p:cNvCxnSpPr>
          <p:nvPr/>
        </p:nvCxnSpPr>
        <p:spPr>
          <a:xfrm flipH="1" flipV="1">
            <a:off x="6477000" y="1765300"/>
            <a:ext cx="2590800" cy="1447800"/>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B462C74A-279E-4148-D4EA-16266F0FCF26}"/>
              </a:ext>
            </a:extLst>
          </p:cNvPr>
          <p:cNvSpPr/>
          <p:nvPr/>
        </p:nvSpPr>
        <p:spPr>
          <a:xfrm>
            <a:off x="355692" y="1002325"/>
            <a:ext cx="6819808" cy="4293575"/>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182880" bIns="182880" rtlCol="0" anchor="t"/>
          <a:lstStyle/>
          <a:p>
            <a:pPr marL="285750" marR="0" lvl="0" indent="-285750" algn="l" defTabSz="914400" rtl="0" eaLnBrk="1" fontAlgn="auto" latinLnBrk="0" hangingPunct="1">
              <a:lnSpc>
                <a:spcPct val="100000"/>
              </a:lnSpc>
              <a:spcBef>
                <a:spcPts val="9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src/main/java/: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the main source code of your application.</a:t>
            </a:r>
          </a:p>
          <a:p>
            <a:pPr marL="742950" marR="0" lvl="1" indent="-285750" algn="l" defTabSz="914400" rtl="0" eaLnBrk="1" fontAlgn="auto" latinLnBrk="0" hangingPunct="1">
              <a:lnSpc>
                <a:spcPct val="100000"/>
              </a:lnSpc>
              <a:spcBef>
                <a:spcPts val="9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config/(@Configuration):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configuration classes.</a:t>
            </a:r>
          </a:p>
          <a:p>
            <a:pPr marL="742950" marR="0" lvl="1" indent="-285750" algn="l" defTabSz="914400" rtl="0" eaLnBrk="1" fontAlgn="auto" latinLnBrk="0" hangingPunct="1">
              <a:lnSpc>
                <a:spcPct val="100000"/>
              </a:lnSpc>
              <a:spcBef>
                <a:spcPts val="9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controller/(@RestController or @Controller):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controllers which handle HTTP requests.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742950" marR="0" lvl="1" indent="-285750" algn="l" defTabSz="914400" rtl="0" eaLnBrk="1" fontAlgn="auto" latinLnBrk="0" hangingPunct="1">
              <a:lnSpc>
                <a:spcPct val="100000"/>
              </a:lnSpc>
              <a:spcBef>
                <a:spcPts val="9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model/(@Entity):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Contains entity classes that represent the data model. </a:t>
            </a:r>
          </a:p>
          <a:p>
            <a:pPr marL="742950" marR="0" lvl="1" indent="-285750" algn="l" defTabSz="914400" rtl="0" eaLnBrk="1" fontAlgn="auto" latinLnBrk="0" hangingPunct="1">
              <a:lnSpc>
                <a:spcPct val="100000"/>
              </a:lnSpc>
              <a:spcBef>
                <a:spcPts val="9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repository/(@Repository):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Contains repository interfaces which are used to interact with the database.</a:t>
            </a:r>
          </a:p>
          <a:p>
            <a:pPr marL="742950" marR="0" lvl="1" indent="-285750" algn="l" defTabSz="914400" rtl="0" eaLnBrk="1" fontAlgn="auto" latinLnBrk="0" hangingPunct="1">
              <a:lnSpc>
                <a:spcPct val="100000"/>
              </a:lnSpc>
              <a:spcBef>
                <a:spcPts val="9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service/(@Service):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Contains service classes which contains business logic.</a:t>
            </a:r>
          </a:p>
          <a:p>
            <a:pPr marL="742950" marR="0" lvl="1" indent="-285750" algn="l" defTabSz="914400" rtl="0" eaLnBrk="1" fontAlgn="auto" latinLnBrk="0" hangingPunct="1">
              <a:lnSpc>
                <a:spcPct val="100000"/>
              </a:lnSpc>
              <a:spcBef>
                <a:spcPts val="9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Main class(@SpringBootApplication):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main class is the entry point for the Spring Boot application.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900"/>
              </a:spcBef>
              <a:spcAft>
                <a:spcPts val="0"/>
              </a:spcAft>
              <a:buClr>
                <a:srgbClr val="FFC000"/>
              </a:buClr>
              <a:buSzTx/>
              <a:buFont typeface="Wingdings" panose="05000000000000000000" pitchFamily="2" charset="2"/>
              <a:buChar char="v"/>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 name="Straight Arrow Connector 10">
            <a:extLst>
              <a:ext uri="{FF2B5EF4-FFF2-40B4-BE49-F238E27FC236}">
                <a16:creationId xmlns:a16="http://schemas.microsoft.com/office/drawing/2014/main" id="{8C6B806D-3FD9-0C60-5593-5C72F3BDEEEB}"/>
              </a:ext>
            </a:extLst>
          </p:cNvPr>
          <p:cNvCxnSpPr>
            <a:cxnSpLocks/>
          </p:cNvCxnSpPr>
          <p:nvPr/>
        </p:nvCxnSpPr>
        <p:spPr>
          <a:xfrm flipH="1" flipV="1">
            <a:off x="6972300" y="1406240"/>
            <a:ext cx="2070100" cy="1552860"/>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707A041D-75C2-EBF2-BDA0-31E3B0E3F8BE}"/>
              </a:ext>
            </a:extLst>
          </p:cNvPr>
          <p:cNvCxnSpPr>
            <a:cxnSpLocks/>
          </p:cNvCxnSpPr>
          <p:nvPr/>
        </p:nvCxnSpPr>
        <p:spPr>
          <a:xfrm flipH="1" flipV="1">
            <a:off x="6235700" y="2247900"/>
            <a:ext cx="2857500" cy="1285280"/>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F8FDF817-6F59-6B75-6682-7E6E64876072}"/>
              </a:ext>
            </a:extLst>
          </p:cNvPr>
          <p:cNvCxnSpPr>
            <a:cxnSpLocks/>
          </p:cNvCxnSpPr>
          <p:nvPr/>
        </p:nvCxnSpPr>
        <p:spPr>
          <a:xfrm flipH="1" flipV="1">
            <a:off x="6235700" y="2959100"/>
            <a:ext cx="2857500" cy="821325"/>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4" name="Straight Arrow Connector 43">
            <a:extLst>
              <a:ext uri="{FF2B5EF4-FFF2-40B4-BE49-F238E27FC236}">
                <a16:creationId xmlns:a16="http://schemas.microsoft.com/office/drawing/2014/main" id="{CA0731EB-CABE-DA69-0428-63BFBDDEDCA8}"/>
              </a:ext>
            </a:extLst>
          </p:cNvPr>
          <p:cNvCxnSpPr>
            <a:cxnSpLocks/>
          </p:cNvCxnSpPr>
          <p:nvPr/>
        </p:nvCxnSpPr>
        <p:spPr>
          <a:xfrm flipH="1" flipV="1">
            <a:off x="6337300" y="3632200"/>
            <a:ext cx="2705100" cy="469900"/>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EDBF1555-BCAC-F930-9B16-B84A5C43DFDC}"/>
              </a:ext>
            </a:extLst>
          </p:cNvPr>
          <p:cNvCxnSpPr>
            <a:cxnSpLocks/>
          </p:cNvCxnSpPr>
          <p:nvPr/>
        </p:nvCxnSpPr>
        <p:spPr>
          <a:xfrm flipH="1" flipV="1">
            <a:off x="6502400" y="4199525"/>
            <a:ext cx="2590800" cy="212440"/>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50">
            <a:extLst>
              <a:ext uri="{FF2B5EF4-FFF2-40B4-BE49-F238E27FC236}">
                <a16:creationId xmlns:a16="http://schemas.microsoft.com/office/drawing/2014/main" id="{91E78DBF-28F5-E2D5-A712-CC5D89511AE0}"/>
              </a:ext>
            </a:extLst>
          </p:cNvPr>
          <p:cNvCxnSpPr>
            <a:cxnSpLocks/>
          </p:cNvCxnSpPr>
          <p:nvPr/>
        </p:nvCxnSpPr>
        <p:spPr>
          <a:xfrm flipH="1">
            <a:off x="6642100" y="4664360"/>
            <a:ext cx="2451100" cy="212440"/>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45DCD9C1-C9CF-E329-2C0E-F6CFBC295F9C}"/>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589224821"/>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pic>
        <p:nvPicPr>
          <p:cNvPr id="27" name="Picture 26">
            <a:extLst>
              <a:ext uri="{FF2B5EF4-FFF2-40B4-BE49-F238E27FC236}">
                <a16:creationId xmlns:a16="http://schemas.microsoft.com/office/drawing/2014/main" id="{4ACB26E9-1862-8EA7-3227-0A834F5BB1E0}"/>
              </a:ext>
            </a:extLst>
          </p:cNvPr>
          <p:cNvPicPr>
            <a:picLocks noChangeAspect="1"/>
          </p:cNvPicPr>
          <p:nvPr/>
        </p:nvPicPr>
        <p:blipFill rotWithShape="1">
          <a:blip r:embed="rId3"/>
          <a:srcRect b="8105"/>
          <a:stretch/>
        </p:blipFill>
        <p:spPr>
          <a:xfrm>
            <a:off x="8414846" y="964599"/>
            <a:ext cx="3075131" cy="5702901"/>
          </a:xfrm>
          <a:prstGeom prst="rect">
            <a:avLst/>
          </a:prstGeom>
        </p:spPr>
      </p:pic>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project structure </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of a Spring Boot MVC application?</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cxnSp>
        <p:nvCxnSpPr>
          <p:cNvPr id="4" name="Straight Arrow Connector 3">
            <a:extLst>
              <a:ext uri="{FF2B5EF4-FFF2-40B4-BE49-F238E27FC236}">
                <a16:creationId xmlns:a16="http://schemas.microsoft.com/office/drawing/2014/main" id="{BC26B4B9-7DC0-68CD-F5EC-C2E944D690CD}"/>
              </a:ext>
            </a:extLst>
          </p:cNvPr>
          <p:cNvCxnSpPr>
            <a:cxnSpLocks/>
          </p:cNvCxnSpPr>
          <p:nvPr/>
        </p:nvCxnSpPr>
        <p:spPr>
          <a:xfrm flipH="1" flipV="1">
            <a:off x="6705600" y="2146300"/>
            <a:ext cx="2425700" cy="3175000"/>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B462C74A-279E-4148-D4EA-16266F0FCF26}"/>
              </a:ext>
            </a:extLst>
          </p:cNvPr>
          <p:cNvSpPr/>
          <p:nvPr/>
        </p:nvSpPr>
        <p:spPr>
          <a:xfrm>
            <a:off x="355692" y="1002325"/>
            <a:ext cx="6769008" cy="2744175"/>
          </a:xfrm>
          <a:prstGeom prst="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tIns="182880" bIns="182880" rtlCol="0" anchor="t"/>
          <a:lstStyle/>
          <a:p>
            <a:pPr marL="285750" marR="0" lvl="0" indent="-285750" algn="l" defTabSz="914400" rtl="0" eaLnBrk="1" fontAlgn="auto" latinLnBrk="0" hangingPunct="1">
              <a:lnSpc>
                <a:spcPct val="100000"/>
              </a:lnSpc>
              <a:spcBef>
                <a:spcPts val="900"/>
              </a:spcBef>
              <a:spcAft>
                <a:spcPts val="0"/>
              </a:spcAft>
              <a:buClr>
                <a:srgbClr val="FFC000"/>
              </a:buClr>
              <a:buSzTx/>
              <a:buFont typeface="Wingdings" panose="05000000000000000000" pitchFamily="2" charset="2"/>
              <a:buChar char="v"/>
              <a:tabLst/>
              <a:defRPr/>
            </a:pPr>
            <a:r>
              <a:rPr kumimoji="0" lang="en-IN" sz="1800" b="1" i="0" u="none" strike="noStrike" kern="1200" cap="none" spc="0" normalizeH="0" baseline="0" noProof="0" dirty="0">
                <a:ln>
                  <a:noFill/>
                </a:ln>
                <a:solidFill>
                  <a:prstClr val="black"/>
                </a:solidFill>
                <a:effectLst/>
                <a:uLnTx/>
                <a:uFillTx/>
                <a:latin typeface="Calibri" panose="020F0502020204030204"/>
                <a:ea typeface="+mn-ea"/>
                <a:cs typeface="+mn-cs"/>
              </a:rPr>
              <a:t>src/main/resources/</a:t>
            </a: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 Contains static resources, templates, and configuration files.</a:t>
            </a:r>
          </a:p>
          <a:p>
            <a:pPr marL="742950" marR="0" lvl="1" indent="-285750" algn="l" defTabSz="914400" rtl="0" eaLnBrk="1" fontAlgn="auto" latinLnBrk="0" hangingPunct="1">
              <a:lnSpc>
                <a:spcPct val="100000"/>
              </a:lnSpc>
              <a:spcBef>
                <a:spcPts val="9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static/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Used for static assets like CSS, JavaScript, and images. These files are served directly by the web server.</a:t>
            </a:r>
          </a:p>
          <a:p>
            <a:pPr marL="742950" marR="0" lvl="1" indent="-285750" algn="l" defTabSz="914400" rtl="0" eaLnBrk="1" fontAlgn="auto" latinLnBrk="0" hangingPunct="1">
              <a:lnSpc>
                <a:spcPct val="100000"/>
              </a:lnSpc>
              <a:spcBef>
                <a:spcPts val="9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templates/: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Contains view templates (e.g.,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Thymeleaf</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FreeMarker</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used for server-side rendering of web pages.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742950" marR="0" lvl="1" indent="-285750" algn="l" defTabSz="914400" rtl="0" eaLnBrk="1" fontAlgn="auto" latinLnBrk="0" hangingPunct="1">
              <a:lnSpc>
                <a:spcPct val="100000"/>
              </a:lnSpc>
              <a:spcBef>
                <a:spcPts val="9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err="1">
                <a:ln>
                  <a:noFill/>
                </a:ln>
                <a:solidFill>
                  <a:prstClr val="black"/>
                </a:solidFill>
                <a:effectLst/>
                <a:uLnTx/>
                <a:uFillTx/>
                <a:latin typeface="Calibri" panose="020F0502020204030204"/>
                <a:ea typeface="+mn-ea"/>
                <a:cs typeface="+mn-cs"/>
              </a:rPr>
              <a:t>application.properties</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1800" b="1" i="0" u="none" strike="noStrike" kern="1200" cap="none" spc="0" normalizeH="0" baseline="0" noProof="0" dirty="0" err="1">
                <a:ln>
                  <a:noFill/>
                </a:ln>
                <a:solidFill>
                  <a:prstClr val="black"/>
                </a:solidFill>
                <a:effectLst/>
                <a:uLnTx/>
                <a:uFillTx/>
                <a:latin typeface="Calibri" panose="020F0502020204030204"/>
                <a:ea typeface="+mn-ea"/>
                <a:cs typeface="+mn-cs"/>
              </a:rPr>
              <a:t>application.yml</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Configuration files for the application.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 name="Straight Arrow Connector 10">
            <a:extLst>
              <a:ext uri="{FF2B5EF4-FFF2-40B4-BE49-F238E27FC236}">
                <a16:creationId xmlns:a16="http://schemas.microsoft.com/office/drawing/2014/main" id="{8C6B806D-3FD9-0C60-5593-5C72F3BDEEEB}"/>
              </a:ext>
            </a:extLst>
          </p:cNvPr>
          <p:cNvCxnSpPr>
            <a:cxnSpLocks/>
          </p:cNvCxnSpPr>
          <p:nvPr/>
        </p:nvCxnSpPr>
        <p:spPr>
          <a:xfrm flipH="1" flipV="1">
            <a:off x="6489700" y="1435100"/>
            <a:ext cx="2552700" cy="3517900"/>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a:extLst>
              <a:ext uri="{FF2B5EF4-FFF2-40B4-BE49-F238E27FC236}">
                <a16:creationId xmlns:a16="http://schemas.microsoft.com/office/drawing/2014/main" id="{A2867273-6B47-9C5A-6434-5FB3B8EBF29A}"/>
              </a:ext>
            </a:extLst>
          </p:cNvPr>
          <p:cNvCxnSpPr>
            <a:cxnSpLocks/>
          </p:cNvCxnSpPr>
          <p:nvPr/>
        </p:nvCxnSpPr>
        <p:spPr>
          <a:xfrm flipH="1" flipV="1">
            <a:off x="6489700" y="3009900"/>
            <a:ext cx="2552700" cy="2540000"/>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7F456385-AE43-FB92-FCCE-B436841157EC}"/>
              </a:ext>
            </a:extLst>
          </p:cNvPr>
          <p:cNvCxnSpPr>
            <a:cxnSpLocks/>
          </p:cNvCxnSpPr>
          <p:nvPr/>
        </p:nvCxnSpPr>
        <p:spPr>
          <a:xfrm flipH="1" flipV="1">
            <a:off x="6362700" y="3606800"/>
            <a:ext cx="2768600" cy="2286601"/>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0294D2A7-8920-979B-D029-6AD8D02C1751}"/>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993413958"/>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err="1">
                <a:ln>
                  <a:noFill/>
                </a:ln>
                <a:solidFill>
                  <a:srgbClr val="FFFF00"/>
                </a:solidFill>
                <a:effectLst/>
                <a:uLnTx/>
                <a:uFillTx/>
                <a:latin typeface="Calibri Light" panose="020F0302020204030204"/>
                <a:ea typeface="+mn-ea"/>
                <a:cs typeface="+mn-cs"/>
              </a:rPr>
              <a:t>application.properties</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 </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used for in Spring Boot?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E64FBDFD-246D-893A-34E3-E52D0FC62E14}"/>
              </a:ext>
            </a:extLst>
          </p:cNvPr>
          <p:cNvSpPr txBox="1"/>
          <p:nvPr/>
        </p:nvSpPr>
        <p:spPr>
          <a:xfrm>
            <a:off x="355694" y="1156503"/>
            <a:ext cx="4267106" cy="2585323"/>
          </a:xfrm>
          <a:prstGeom prst="rect">
            <a:avLst/>
          </a:prstGeom>
          <a:noFill/>
          <a:ln>
            <a:solidFill>
              <a:schemeClr val="bg1">
                <a:lumMod val="85000"/>
              </a:schemeClr>
            </a:solidFill>
          </a:ln>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application.properties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is a configuration files used to define various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settings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 the form of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key value pairs.</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Used for defining database connections, application server settings, port etc.</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ideal for simpler applications with straightforward configurations.</a:t>
            </a:r>
          </a:p>
        </p:txBody>
      </p:sp>
      <p:pic>
        <p:nvPicPr>
          <p:cNvPr id="6" name="Picture 5">
            <a:extLst>
              <a:ext uri="{FF2B5EF4-FFF2-40B4-BE49-F238E27FC236}">
                <a16:creationId xmlns:a16="http://schemas.microsoft.com/office/drawing/2014/main" id="{8CD157A9-48BF-2B8B-2657-661C501AD54B}"/>
              </a:ext>
            </a:extLst>
          </p:cNvPr>
          <p:cNvPicPr>
            <a:picLocks noChangeAspect="1"/>
          </p:cNvPicPr>
          <p:nvPr/>
        </p:nvPicPr>
        <p:blipFill>
          <a:blip r:embed="rId4"/>
          <a:stretch>
            <a:fillRect/>
          </a:stretch>
        </p:blipFill>
        <p:spPr>
          <a:xfrm>
            <a:off x="5272602" y="3265769"/>
            <a:ext cx="6840509" cy="2440101"/>
          </a:xfrm>
          <a:prstGeom prst="rect">
            <a:avLst/>
          </a:prstGeom>
        </p:spPr>
      </p:pic>
      <p:pic>
        <p:nvPicPr>
          <p:cNvPr id="4" name="Picture 3">
            <a:extLst>
              <a:ext uri="{FF2B5EF4-FFF2-40B4-BE49-F238E27FC236}">
                <a16:creationId xmlns:a16="http://schemas.microsoft.com/office/drawing/2014/main" id="{9426714C-6895-7011-BB7C-1638B7C78DFC}"/>
              </a:ext>
            </a:extLst>
          </p:cNvPr>
          <p:cNvPicPr>
            <a:picLocks noChangeAspect="1"/>
          </p:cNvPicPr>
          <p:nvPr/>
        </p:nvPicPr>
        <p:blipFill rotWithShape="1">
          <a:blip r:embed="rId5"/>
          <a:srcRect t="63040" b="5035"/>
          <a:stretch/>
        </p:blipFill>
        <p:spPr>
          <a:xfrm>
            <a:off x="7404194" y="1152130"/>
            <a:ext cx="3075131" cy="1981200"/>
          </a:xfrm>
          <a:prstGeom prst="rect">
            <a:avLst/>
          </a:prstGeom>
        </p:spPr>
      </p:pic>
      <p:sp>
        <p:nvSpPr>
          <p:cNvPr id="5" name="Rectangle 4">
            <a:extLst>
              <a:ext uri="{FF2B5EF4-FFF2-40B4-BE49-F238E27FC236}">
                <a16:creationId xmlns:a16="http://schemas.microsoft.com/office/drawing/2014/main" id="{A2F08EB3-7282-D173-C551-054E6741F4E2}"/>
              </a:ext>
            </a:extLst>
          </p:cNvPr>
          <p:cNvSpPr/>
          <p:nvPr/>
        </p:nvSpPr>
        <p:spPr>
          <a:xfrm>
            <a:off x="7988968" y="2005263"/>
            <a:ext cx="2213811" cy="288758"/>
          </a:xfrm>
          <a:prstGeom prst="rect">
            <a:avLst/>
          </a:prstGeom>
          <a:noFill/>
          <a:ln w="190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BEE2A57F-7DAA-773D-C07C-83569D2D7004}"/>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257862026"/>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124582" y="324344"/>
            <a:ext cx="10903977" cy="356974"/>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err="1">
                <a:ln>
                  <a:noFill/>
                </a:ln>
                <a:solidFill>
                  <a:srgbClr val="FFFF00"/>
                </a:solidFill>
                <a:effectLst/>
                <a:uLnTx/>
                <a:uFillTx/>
                <a:latin typeface="Calibri Light" panose="020F0302020204030204"/>
                <a:ea typeface="+mn-ea"/>
                <a:cs typeface="+mn-cs"/>
              </a:rPr>
              <a:t>application.yml</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file? Difference btw </a:t>
            </a:r>
            <a:r>
              <a:rPr kumimoji="0" lang="en-US" sz="2400" b="1" i="0" u="none" strike="noStrike" kern="1200" cap="none" spc="0" normalizeH="0" baseline="0" noProof="0" dirty="0" err="1">
                <a:ln>
                  <a:noFill/>
                </a:ln>
                <a:solidFill>
                  <a:schemeClr val="bg1"/>
                </a:solidFill>
                <a:effectLst/>
                <a:uLnTx/>
                <a:uFillTx/>
                <a:latin typeface="Calibri Light" panose="020F0302020204030204"/>
                <a:ea typeface="+mn-ea"/>
                <a:cs typeface="+mn-cs"/>
              </a:rPr>
              <a:t>application.yml</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&amp; </a:t>
            </a:r>
            <a:r>
              <a:rPr kumimoji="0" lang="en-US" sz="2400" b="1" i="0" u="none" strike="noStrike" kern="1200" cap="none" spc="0" normalizeH="0" baseline="0" noProof="0" dirty="0" err="1">
                <a:ln>
                  <a:noFill/>
                </a:ln>
                <a:solidFill>
                  <a:schemeClr val="bg1"/>
                </a:solidFill>
                <a:effectLst/>
                <a:uLnTx/>
                <a:uFillTx/>
                <a:latin typeface="Calibri Light" panose="020F0302020204030204"/>
                <a:ea typeface="+mn-ea"/>
                <a:cs typeface="+mn-cs"/>
              </a:rPr>
              <a:t>application.properties</a:t>
            </a:r>
            <a:r>
              <a:rPr lang="en-US" sz="2400" b="1" dirty="0">
                <a:solidFill>
                  <a:schemeClr val="bg1"/>
                </a:solidFill>
                <a:latin typeface="Calibri Light" panose="020F0302020204030204"/>
                <a:ea typeface="+mn-ea"/>
                <a:cs typeface="+mn-cs"/>
              </a:rPr>
              <a:t>?</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E64FBDFD-246D-893A-34E3-E52D0FC62E14}"/>
              </a:ext>
            </a:extLst>
          </p:cNvPr>
          <p:cNvSpPr txBox="1"/>
          <p:nvPr/>
        </p:nvSpPr>
        <p:spPr>
          <a:xfrm>
            <a:off x="517055" y="1156503"/>
            <a:ext cx="4521106" cy="2862322"/>
          </a:xfrm>
          <a:prstGeom prst="rect">
            <a:avLst/>
          </a:prstGeom>
          <a:noFill/>
          <a:ln>
            <a:solidFill>
              <a:schemeClr val="bg1">
                <a:lumMod val="85000"/>
              </a:schemeClr>
            </a:solidFill>
          </a:ln>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application.yml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is a configuration files used to define various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settings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 the form of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hierarchical and nested structure.</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Used for defining database connections, application server settings, port etc.</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ideal for more complex applications with many nested configurations, as the YAML format is more readable then.</a:t>
            </a:r>
          </a:p>
        </p:txBody>
      </p:sp>
      <p:pic>
        <p:nvPicPr>
          <p:cNvPr id="5" name="Picture 4">
            <a:extLst>
              <a:ext uri="{FF2B5EF4-FFF2-40B4-BE49-F238E27FC236}">
                <a16:creationId xmlns:a16="http://schemas.microsoft.com/office/drawing/2014/main" id="{4FD50236-B9C3-F0E4-C182-A9F4DF704AA6}"/>
              </a:ext>
            </a:extLst>
          </p:cNvPr>
          <p:cNvPicPr>
            <a:picLocks noChangeAspect="1"/>
          </p:cNvPicPr>
          <p:nvPr/>
        </p:nvPicPr>
        <p:blipFill>
          <a:blip r:embed="rId4"/>
          <a:stretch>
            <a:fillRect/>
          </a:stretch>
        </p:blipFill>
        <p:spPr>
          <a:xfrm>
            <a:off x="6561338" y="2916535"/>
            <a:ext cx="5274968" cy="3617121"/>
          </a:xfrm>
          <a:prstGeom prst="rect">
            <a:avLst/>
          </a:prstGeom>
        </p:spPr>
      </p:pic>
      <p:pic>
        <p:nvPicPr>
          <p:cNvPr id="4" name="Picture 3">
            <a:extLst>
              <a:ext uri="{FF2B5EF4-FFF2-40B4-BE49-F238E27FC236}">
                <a16:creationId xmlns:a16="http://schemas.microsoft.com/office/drawing/2014/main" id="{C8DB9BDE-8106-4B54-7700-5A07C815244A}"/>
              </a:ext>
            </a:extLst>
          </p:cNvPr>
          <p:cNvPicPr>
            <a:picLocks noChangeAspect="1"/>
          </p:cNvPicPr>
          <p:nvPr/>
        </p:nvPicPr>
        <p:blipFill rotWithShape="1">
          <a:blip r:embed="rId5"/>
          <a:srcRect t="63040" b="9840"/>
          <a:stretch/>
        </p:blipFill>
        <p:spPr>
          <a:xfrm>
            <a:off x="7748037" y="1156503"/>
            <a:ext cx="3075131" cy="1682990"/>
          </a:xfrm>
          <a:prstGeom prst="rect">
            <a:avLst/>
          </a:prstGeom>
        </p:spPr>
      </p:pic>
      <p:sp>
        <p:nvSpPr>
          <p:cNvPr id="6" name="Rectangle 5">
            <a:extLst>
              <a:ext uri="{FF2B5EF4-FFF2-40B4-BE49-F238E27FC236}">
                <a16:creationId xmlns:a16="http://schemas.microsoft.com/office/drawing/2014/main" id="{BBCF8911-764B-BBCF-1368-6E8E8F52A3E5}"/>
              </a:ext>
            </a:extLst>
          </p:cNvPr>
          <p:cNvSpPr/>
          <p:nvPr/>
        </p:nvSpPr>
        <p:spPr>
          <a:xfrm>
            <a:off x="8390022" y="2298906"/>
            <a:ext cx="1507958" cy="251789"/>
          </a:xfrm>
          <a:prstGeom prst="rect">
            <a:avLst/>
          </a:prstGeom>
          <a:noFill/>
          <a:ln w="190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8" name="Picture 7">
            <a:extLst>
              <a:ext uri="{FF2B5EF4-FFF2-40B4-BE49-F238E27FC236}">
                <a16:creationId xmlns:a16="http://schemas.microsoft.com/office/drawing/2014/main" id="{7CDEB23C-8301-6F39-DC95-C18237BBA0E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782949" y="358917"/>
            <a:ext cx="697299" cy="277419"/>
          </a:xfrm>
          <a:prstGeom prst="rect">
            <a:avLst/>
          </a:prstGeom>
        </p:spPr>
      </p:pic>
      <p:sp>
        <p:nvSpPr>
          <p:cNvPr id="10" name="TextBox 9">
            <a:extLst>
              <a:ext uri="{FF2B5EF4-FFF2-40B4-BE49-F238E27FC236}">
                <a16:creationId xmlns:a16="http://schemas.microsoft.com/office/drawing/2014/main" id="{5C7E47D2-444B-DD09-9854-A8919CE8B95F}"/>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7"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481658480"/>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do you configure a Spring Boot application?</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E64FBDFD-246D-893A-34E3-E52D0FC62E14}"/>
              </a:ext>
            </a:extLst>
          </p:cNvPr>
          <p:cNvSpPr txBox="1"/>
          <p:nvPr/>
        </p:nvSpPr>
        <p:spPr>
          <a:xfrm>
            <a:off x="355693" y="1156503"/>
            <a:ext cx="5095537" cy="1231106"/>
          </a:xfrm>
          <a:prstGeom prst="rect">
            <a:avLst/>
          </a:prstGeom>
          <a:noFill/>
          <a:ln>
            <a:solidFill>
              <a:schemeClr val="bg1">
                <a:lumMod val="85000"/>
              </a:schemeClr>
            </a:solidFill>
          </a:ln>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Two ways to configure a Spring Boot application:</a:t>
            </a:r>
          </a:p>
          <a:p>
            <a:pPr marL="342900" marR="0" lvl="0" indent="-342900" algn="l" defTabSz="914400" rtl="0" eaLnBrk="1" fontAlgn="auto" latinLnBrk="0" hangingPunct="1">
              <a:lnSpc>
                <a:spcPct val="100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application.properties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l" defTabSz="914400" rtl="0" eaLnBrk="1" fontAlgn="auto" latinLnBrk="0" hangingPunct="1">
              <a:lnSpc>
                <a:spcPct val="100000"/>
              </a:lnSpc>
              <a:spcBef>
                <a:spcPts val="1200"/>
              </a:spcBef>
              <a:spcAft>
                <a:spcPts val="0"/>
              </a:spcAft>
              <a:buClr>
                <a:srgbClr val="FFC000"/>
              </a:buClr>
              <a:buSzTx/>
              <a:buFont typeface="+mj-lt"/>
              <a:buAutoNum type="arabicPeriod"/>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application.yml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 name="Graphic 3" descr="Artificial Intelligence with solid fill">
            <a:extLst>
              <a:ext uri="{FF2B5EF4-FFF2-40B4-BE49-F238E27FC236}">
                <a16:creationId xmlns:a16="http://schemas.microsoft.com/office/drawing/2014/main" id="{32490400-7979-0E0D-D2AA-A605E3B3ACD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637628" y="152198"/>
            <a:ext cx="617172" cy="617172"/>
          </a:xfrm>
          <a:prstGeom prst="rect">
            <a:avLst/>
          </a:prstGeom>
        </p:spPr>
      </p:pic>
      <p:sp>
        <p:nvSpPr>
          <p:cNvPr id="5" name="TextBox 4">
            <a:extLst>
              <a:ext uri="{FF2B5EF4-FFF2-40B4-BE49-F238E27FC236}">
                <a16:creationId xmlns:a16="http://schemas.microsoft.com/office/drawing/2014/main" id="{46ADD424-7A96-C207-FDE1-7965E62006DB}"/>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738028421"/>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Spring Boot Actuator</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E64FBDFD-246D-893A-34E3-E52D0FC62E14}"/>
              </a:ext>
            </a:extLst>
          </p:cNvPr>
          <p:cNvSpPr txBox="1"/>
          <p:nvPr/>
        </p:nvSpPr>
        <p:spPr>
          <a:xfrm>
            <a:off x="355693" y="1156503"/>
            <a:ext cx="4345261" cy="1477328"/>
          </a:xfrm>
          <a:prstGeom prst="rect">
            <a:avLst/>
          </a:prstGeom>
          <a:noFill/>
          <a:ln>
            <a:solidFill>
              <a:schemeClr val="bg1">
                <a:lumMod val="85000"/>
              </a:schemeClr>
            </a:solidFill>
          </a:ln>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Boot Actuator is a subproject of Spring boot that provides production-ready features for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monitoring and managing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Boot applications through various endpoints.</a:t>
            </a:r>
          </a:p>
        </p:txBody>
      </p:sp>
      <p:pic>
        <p:nvPicPr>
          <p:cNvPr id="5" name="Picture 4">
            <a:extLst>
              <a:ext uri="{FF2B5EF4-FFF2-40B4-BE49-F238E27FC236}">
                <a16:creationId xmlns:a16="http://schemas.microsoft.com/office/drawing/2014/main" id="{9C578ED6-EE5A-493A-C00B-9EA85EFB4DE6}"/>
              </a:ext>
            </a:extLst>
          </p:cNvPr>
          <p:cNvPicPr>
            <a:picLocks noChangeAspect="1"/>
          </p:cNvPicPr>
          <p:nvPr/>
        </p:nvPicPr>
        <p:blipFill rotWithShape="1">
          <a:blip r:embed="rId4"/>
          <a:srcRect l="9910" t="13083"/>
          <a:stretch/>
        </p:blipFill>
        <p:spPr>
          <a:xfrm>
            <a:off x="5251939" y="1028233"/>
            <a:ext cx="6705600" cy="2160104"/>
          </a:xfrm>
          <a:prstGeom prst="rect">
            <a:avLst/>
          </a:prstGeom>
        </p:spPr>
      </p:pic>
      <p:pic>
        <p:nvPicPr>
          <p:cNvPr id="10" name="Picture 9">
            <a:extLst>
              <a:ext uri="{FF2B5EF4-FFF2-40B4-BE49-F238E27FC236}">
                <a16:creationId xmlns:a16="http://schemas.microsoft.com/office/drawing/2014/main" id="{27351BAA-40F3-6FDD-86EF-D5895B65D74D}"/>
              </a:ext>
            </a:extLst>
          </p:cNvPr>
          <p:cNvPicPr>
            <a:picLocks noChangeAspect="1"/>
          </p:cNvPicPr>
          <p:nvPr/>
        </p:nvPicPr>
        <p:blipFill>
          <a:blip r:embed="rId5"/>
          <a:stretch>
            <a:fillRect/>
          </a:stretch>
        </p:blipFill>
        <p:spPr>
          <a:xfrm>
            <a:off x="5251939" y="3429000"/>
            <a:ext cx="6705600" cy="1299642"/>
          </a:xfrm>
          <a:prstGeom prst="rect">
            <a:avLst/>
          </a:prstGeom>
        </p:spPr>
      </p:pic>
      <p:pic>
        <p:nvPicPr>
          <p:cNvPr id="14" name="Picture 13">
            <a:extLst>
              <a:ext uri="{FF2B5EF4-FFF2-40B4-BE49-F238E27FC236}">
                <a16:creationId xmlns:a16="http://schemas.microsoft.com/office/drawing/2014/main" id="{DAE247EF-845A-E70A-AAB1-5B707BB3002F}"/>
              </a:ext>
            </a:extLst>
          </p:cNvPr>
          <p:cNvPicPr>
            <a:picLocks noChangeAspect="1"/>
          </p:cNvPicPr>
          <p:nvPr/>
        </p:nvPicPr>
        <p:blipFill>
          <a:blip r:embed="rId6"/>
          <a:stretch>
            <a:fillRect/>
          </a:stretch>
        </p:blipFill>
        <p:spPr>
          <a:xfrm>
            <a:off x="7203867" y="4989192"/>
            <a:ext cx="2801744" cy="1397709"/>
          </a:xfrm>
          <a:prstGeom prst="rect">
            <a:avLst/>
          </a:prstGeom>
          <a:ln>
            <a:solidFill>
              <a:schemeClr val="bg2"/>
            </a:solidFill>
          </a:ln>
        </p:spPr>
      </p:pic>
      <p:sp>
        <p:nvSpPr>
          <p:cNvPr id="15" name="Arrow: Down 14">
            <a:extLst>
              <a:ext uri="{FF2B5EF4-FFF2-40B4-BE49-F238E27FC236}">
                <a16:creationId xmlns:a16="http://schemas.microsoft.com/office/drawing/2014/main" id="{3686C582-CC35-8C04-BDDB-9FC837BAF8D7}"/>
              </a:ext>
            </a:extLst>
          </p:cNvPr>
          <p:cNvSpPr/>
          <p:nvPr/>
        </p:nvSpPr>
        <p:spPr>
          <a:xfrm>
            <a:off x="8332734" y="3203619"/>
            <a:ext cx="544010" cy="176186"/>
          </a:xfrm>
          <a:prstGeom prst="downArrow">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Arrow: Down 15">
            <a:extLst>
              <a:ext uri="{FF2B5EF4-FFF2-40B4-BE49-F238E27FC236}">
                <a16:creationId xmlns:a16="http://schemas.microsoft.com/office/drawing/2014/main" id="{6CDBE3C8-6004-93E1-C89D-CA9A5B1EC2F9}"/>
              </a:ext>
            </a:extLst>
          </p:cNvPr>
          <p:cNvSpPr/>
          <p:nvPr/>
        </p:nvSpPr>
        <p:spPr>
          <a:xfrm>
            <a:off x="8332734" y="4743924"/>
            <a:ext cx="544010" cy="176186"/>
          </a:xfrm>
          <a:prstGeom prst="downArrow">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 name="Picture 5">
            <a:extLst>
              <a:ext uri="{FF2B5EF4-FFF2-40B4-BE49-F238E27FC236}">
                <a16:creationId xmlns:a16="http://schemas.microsoft.com/office/drawing/2014/main" id="{E45DA72D-8737-B760-2E7D-C253EE8998A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512523" y="291741"/>
            <a:ext cx="902635" cy="359112"/>
          </a:xfrm>
          <a:prstGeom prst="rect">
            <a:avLst/>
          </a:prstGeom>
        </p:spPr>
      </p:pic>
      <p:sp>
        <p:nvSpPr>
          <p:cNvPr id="4" name="TextBox 3">
            <a:extLst>
              <a:ext uri="{FF2B5EF4-FFF2-40B4-BE49-F238E27FC236}">
                <a16:creationId xmlns:a16="http://schemas.microsoft.com/office/drawing/2014/main" id="{58348369-E147-E80F-2301-9E19E91D9E5C}"/>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8"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673059042"/>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are the </a:t>
            </a:r>
            <a:r>
              <a:rPr lang="en-US" sz="2400" b="1" dirty="0">
                <a:solidFill>
                  <a:srgbClr val="FFFF00"/>
                </a:solidFill>
                <a:latin typeface="Calibri Light" panose="020F0302020204030204"/>
                <a:ea typeface="+mn-ea"/>
                <a:cs typeface="+mn-cs"/>
              </a:rPr>
              <a:t>key features </a:t>
            </a:r>
            <a:r>
              <a:rPr lang="en-US" sz="2400" b="1" dirty="0">
                <a:solidFill>
                  <a:schemeClr val="bg1"/>
                </a:solidFill>
                <a:latin typeface="Calibri Light" panose="020F0302020204030204"/>
                <a:ea typeface="+mn-ea"/>
                <a:cs typeface="+mn-cs"/>
              </a:rPr>
              <a:t>of</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Spring Boot Actuator?</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Diagram 3">
            <a:extLst>
              <a:ext uri="{FF2B5EF4-FFF2-40B4-BE49-F238E27FC236}">
                <a16:creationId xmlns:a16="http://schemas.microsoft.com/office/drawing/2014/main" id="{8D26A081-564A-50F8-CE71-0EC924B6FF74}"/>
              </a:ext>
            </a:extLst>
          </p:cNvPr>
          <p:cNvGraphicFramePr/>
          <p:nvPr/>
        </p:nvGraphicFramePr>
        <p:xfrm>
          <a:off x="484647" y="1156503"/>
          <a:ext cx="9548353" cy="4164797"/>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5" name="TextBox 4">
            <a:extLst>
              <a:ext uri="{FF2B5EF4-FFF2-40B4-BE49-F238E27FC236}">
                <a16:creationId xmlns:a16="http://schemas.microsoft.com/office/drawing/2014/main" id="{759C82E8-FB70-10EC-E091-234AAFD651B8}"/>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9"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547085207"/>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do you package and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deploy</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 Spring Boot application?</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Diagram 3">
            <a:extLst>
              <a:ext uri="{FF2B5EF4-FFF2-40B4-BE49-F238E27FC236}">
                <a16:creationId xmlns:a16="http://schemas.microsoft.com/office/drawing/2014/main" id="{8D26A081-564A-50F8-CE71-0EC924B6FF74}"/>
              </a:ext>
            </a:extLst>
          </p:cNvPr>
          <p:cNvGraphicFramePr/>
          <p:nvPr/>
        </p:nvGraphicFramePr>
        <p:xfrm>
          <a:off x="719109" y="1262011"/>
          <a:ext cx="10964891" cy="437679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5" name="TextBox 4">
            <a:extLst>
              <a:ext uri="{FF2B5EF4-FFF2-40B4-BE49-F238E27FC236}">
                <a16:creationId xmlns:a16="http://schemas.microsoft.com/office/drawing/2014/main" id="{7B00C3F7-FEDD-03D0-8CE9-8CC10CBEF3FB}"/>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9"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17540530"/>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397031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Spring MVC</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Explain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architecture</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of Spring MVC?</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does MVC stands for?</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Dispatcher Servlet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in Spring MVC?</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Controller</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@Controller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annotation in Spring MVC?</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@RequestMapping </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annotation in Spring MVC?</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@GetMapping </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annotation in Spring MVC?</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@PostMapping </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&amp;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@PutMapping </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annotation?</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@DeleteMapping </a:t>
            </a: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annotation in Spring MVC?</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@Controller </a:t>
            </a:r>
            <a:r>
              <a:rPr kumimoji="0" lang="en-US" sz="1800" b="0" i="0" u="none" strike="noStrike" kern="1200" cap="none" spc="0" normalizeH="0" baseline="0" noProof="0" dirty="0">
                <a:ln>
                  <a:noFill/>
                </a:ln>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@RestController </a:t>
            </a:r>
            <a:r>
              <a:rPr kumimoji="0" lang="en-US" sz="1800" b="0" i="0" u="none" strike="noStrike" kern="1200" cap="none" spc="0" normalizeH="0" baseline="0" noProof="0" dirty="0">
                <a:ln>
                  <a:noFill/>
                </a:ln>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annotations?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Model</a:t>
            </a: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 in Spring MVC?</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Spring MVC - Basics</a:t>
            </a:r>
            <a:endParaRPr lang="en-IN" b="1" dirty="0"/>
          </a:p>
        </p:txBody>
      </p:sp>
      <p:pic>
        <p:nvPicPr>
          <p:cNvPr id="2" name="Picture 1">
            <a:extLst>
              <a:ext uri="{FF2B5EF4-FFF2-40B4-BE49-F238E27FC236}">
                <a16:creationId xmlns:a16="http://schemas.microsoft.com/office/drawing/2014/main" id="{95750C76-1990-D508-79EE-6DDD7CFEEB8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6354716" y="1532869"/>
            <a:ext cx="625656" cy="248916"/>
          </a:xfrm>
          <a:prstGeom prst="rect">
            <a:avLst/>
          </a:prstGeom>
        </p:spPr>
      </p:pic>
      <p:pic>
        <p:nvPicPr>
          <p:cNvPr id="3" name="Picture 2">
            <a:extLst>
              <a:ext uri="{FF2B5EF4-FFF2-40B4-BE49-F238E27FC236}">
                <a16:creationId xmlns:a16="http://schemas.microsoft.com/office/drawing/2014/main" id="{3299C3CC-9FD5-93D8-836A-ADF1A712985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7806088" y="3922553"/>
            <a:ext cx="625656" cy="248916"/>
          </a:xfrm>
          <a:prstGeom prst="rect">
            <a:avLst/>
          </a:prstGeom>
        </p:spPr>
      </p:pic>
      <p:pic>
        <p:nvPicPr>
          <p:cNvPr id="5" name="Picture 4">
            <a:extLst>
              <a:ext uri="{FF2B5EF4-FFF2-40B4-BE49-F238E27FC236}">
                <a16:creationId xmlns:a16="http://schemas.microsoft.com/office/drawing/2014/main" id="{33A79043-9294-1120-7C7A-DE3E932AF8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6755163" y="3129648"/>
            <a:ext cx="625656" cy="248916"/>
          </a:xfrm>
          <a:prstGeom prst="rect">
            <a:avLst/>
          </a:prstGeom>
        </p:spPr>
      </p:pic>
      <p:sp>
        <p:nvSpPr>
          <p:cNvPr id="10" name="TextBox 9">
            <a:extLst>
              <a:ext uri="{FF2B5EF4-FFF2-40B4-BE49-F238E27FC236}">
                <a16:creationId xmlns:a16="http://schemas.microsoft.com/office/drawing/2014/main" id="{2C239C72-BD48-6402-65AE-A58356E4F97D}"/>
              </a:ext>
            </a:extLst>
          </p:cNvPr>
          <p:cNvSpPr txBox="1"/>
          <p:nvPr/>
        </p:nvSpPr>
        <p:spPr>
          <a:xfrm>
            <a:off x="10342731" y="6373174"/>
            <a:ext cx="1972639" cy="307777"/>
          </a:xfrm>
          <a:prstGeom prst="rect">
            <a:avLst/>
          </a:prstGeom>
          <a:noFill/>
        </p:spPr>
        <p:txBody>
          <a:bodyPr wrap="square">
            <a:spAutoFit/>
          </a:bodyPr>
          <a:lstStyle/>
          <a:p>
            <a:r>
              <a:rPr lang="en-US" sz="1400" dirty="0">
                <a:hlinkClick r:id="rId14" action="ppaction://hlinksldjump"/>
              </a:rPr>
              <a:t>Back to main index</a:t>
            </a:r>
            <a:endParaRPr lang="en-IN" sz="1400" dirty="0"/>
          </a:p>
        </p:txBody>
      </p:sp>
    </p:spTree>
    <p:extLst>
      <p:ext uri="{BB962C8B-B14F-4D97-AF65-F5344CB8AC3E}">
        <p14:creationId xmlns:p14="http://schemas.microsoft.com/office/powerpoint/2010/main" val="2102502505"/>
      </p:ext>
    </p:extLst>
  </p:cSld>
  <p:clrMapOvr>
    <a:overrideClrMapping bg1="dk1" tx1="lt1" bg2="dk2" tx2="lt2" accent1="accent1" accent2="accent2" accent3="accent3" accent4="accent4" accent5="accent5" accent6="accent6" hlink="hlink" folHlink="folHlink"/>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Spring MVC</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Explain the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architecture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of Spring MVC?</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Rectangle: Rounded Corners 5">
            <a:extLst>
              <a:ext uri="{FF2B5EF4-FFF2-40B4-BE49-F238E27FC236}">
                <a16:creationId xmlns:a16="http://schemas.microsoft.com/office/drawing/2014/main" id="{9FB55803-3889-8F7E-CCDC-C9CF3D0BFDAC}"/>
              </a:ext>
            </a:extLst>
          </p:cNvPr>
          <p:cNvSpPr/>
          <p:nvPr/>
        </p:nvSpPr>
        <p:spPr>
          <a:xfrm>
            <a:off x="4102449" y="1401955"/>
            <a:ext cx="1396388" cy="2928843"/>
          </a:xfrm>
          <a:prstGeom prst="roundRect">
            <a:avLst/>
          </a:prstGeom>
        </p:spPr>
        <p:style>
          <a:lnRef idx="1">
            <a:schemeClr val="dk1"/>
          </a:lnRef>
          <a:fillRef idx="2">
            <a:schemeClr val="dk1"/>
          </a:fillRef>
          <a:effectRef idx="1">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Browser/ Frontend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Arrow: Right 7">
            <a:extLst>
              <a:ext uri="{FF2B5EF4-FFF2-40B4-BE49-F238E27FC236}">
                <a16:creationId xmlns:a16="http://schemas.microsoft.com/office/drawing/2014/main" id="{739D512C-2639-BC70-291E-9AEA8C609DF6}"/>
              </a:ext>
            </a:extLst>
          </p:cNvPr>
          <p:cNvSpPr/>
          <p:nvPr/>
        </p:nvSpPr>
        <p:spPr>
          <a:xfrm>
            <a:off x="5524189" y="1791560"/>
            <a:ext cx="889586" cy="192082"/>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Rectangle: Rounded Corners 9">
            <a:extLst>
              <a:ext uri="{FF2B5EF4-FFF2-40B4-BE49-F238E27FC236}">
                <a16:creationId xmlns:a16="http://schemas.microsoft.com/office/drawing/2014/main" id="{B9458CF8-6E94-7902-65E8-2ACC165FDD06}"/>
              </a:ext>
            </a:extLst>
          </p:cNvPr>
          <p:cNvSpPr/>
          <p:nvPr/>
        </p:nvSpPr>
        <p:spPr>
          <a:xfrm>
            <a:off x="8625750" y="1417948"/>
            <a:ext cx="1222448" cy="892843"/>
          </a:xfrm>
          <a:prstGeom prst="roundRect">
            <a:avLst/>
          </a:prstGeom>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Controller</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Rounded Corners 10">
            <a:extLst>
              <a:ext uri="{FF2B5EF4-FFF2-40B4-BE49-F238E27FC236}">
                <a16:creationId xmlns:a16="http://schemas.microsoft.com/office/drawing/2014/main" id="{A2D45C79-8E93-D829-2B99-26EDCCA6D0E1}"/>
              </a:ext>
            </a:extLst>
          </p:cNvPr>
          <p:cNvSpPr/>
          <p:nvPr/>
        </p:nvSpPr>
        <p:spPr>
          <a:xfrm>
            <a:off x="10661818" y="1401956"/>
            <a:ext cx="1222448" cy="892843"/>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Service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Rectangle: Rounded Corners 11">
            <a:extLst>
              <a:ext uri="{FF2B5EF4-FFF2-40B4-BE49-F238E27FC236}">
                <a16:creationId xmlns:a16="http://schemas.microsoft.com/office/drawing/2014/main" id="{8283327C-4AF1-3926-EB72-0D85C9BCEBB8}"/>
              </a:ext>
            </a:extLst>
          </p:cNvPr>
          <p:cNvSpPr/>
          <p:nvPr/>
        </p:nvSpPr>
        <p:spPr>
          <a:xfrm>
            <a:off x="10705682" y="2621428"/>
            <a:ext cx="1222448" cy="892843"/>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Repository (DAO)</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 name="Picture 12" descr="rdbms] DB schema 설계시 주의할 점 2가지(확장성, 정규화)">
            <a:extLst>
              <a:ext uri="{FF2B5EF4-FFF2-40B4-BE49-F238E27FC236}">
                <a16:creationId xmlns:a16="http://schemas.microsoft.com/office/drawing/2014/main" id="{D2A55C2E-73BF-1433-C246-F5FB2E5CA6B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10006" y="3891797"/>
            <a:ext cx="592808" cy="65375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03823BB0-2725-D171-8883-200F2E78FDC4}"/>
              </a:ext>
            </a:extLst>
          </p:cNvPr>
          <p:cNvSpPr txBox="1"/>
          <p:nvPr/>
        </p:nvSpPr>
        <p:spPr>
          <a:xfrm>
            <a:off x="10827123" y="4509579"/>
            <a:ext cx="99384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Database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Arrow: Right 15">
            <a:extLst>
              <a:ext uri="{FF2B5EF4-FFF2-40B4-BE49-F238E27FC236}">
                <a16:creationId xmlns:a16="http://schemas.microsoft.com/office/drawing/2014/main" id="{8BB9291F-7745-77FD-673E-B92C210F5FA5}"/>
              </a:ext>
            </a:extLst>
          </p:cNvPr>
          <p:cNvSpPr/>
          <p:nvPr/>
        </p:nvSpPr>
        <p:spPr>
          <a:xfrm>
            <a:off x="7834395" y="1743084"/>
            <a:ext cx="796939" cy="151402"/>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Rectangle: Rounded Corners 22">
            <a:extLst>
              <a:ext uri="{FF2B5EF4-FFF2-40B4-BE49-F238E27FC236}">
                <a16:creationId xmlns:a16="http://schemas.microsoft.com/office/drawing/2014/main" id="{0B610178-8611-0FB1-E34E-5FC1833A7A72}"/>
              </a:ext>
            </a:extLst>
          </p:cNvPr>
          <p:cNvSpPr/>
          <p:nvPr/>
        </p:nvSpPr>
        <p:spPr>
          <a:xfrm>
            <a:off x="8649721" y="3418332"/>
            <a:ext cx="1222448" cy="892843"/>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View</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Arrow: Left-Right 23">
            <a:extLst>
              <a:ext uri="{FF2B5EF4-FFF2-40B4-BE49-F238E27FC236}">
                <a16:creationId xmlns:a16="http://schemas.microsoft.com/office/drawing/2014/main" id="{CC6A934B-5877-2D77-3BC9-CB396D0E900A}"/>
              </a:ext>
            </a:extLst>
          </p:cNvPr>
          <p:cNvSpPr/>
          <p:nvPr/>
        </p:nvSpPr>
        <p:spPr>
          <a:xfrm rot="16200000">
            <a:off x="8538651" y="2792578"/>
            <a:ext cx="1098586" cy="152921"/>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Arrow: Right 24">
            <a:extLst>
              <a:ext uri="{FF2B5EF4-FFF2-40B4-BE49-F238E27FC236}">
                <a16:creationId xmlns:a16="http://schemas.microsoft.com/office/drawing/2014/main" id="{A5743CE3-8FB8-43D7-4DC9-E31E0C7CF0A3}"/>
              </a:ext>
            </a:extLst>
          </p:cNvPr>
          <p:cNvSpPr/>
          <p:nvPr/>
        </p:nvSpPr>
        <p:spPr>
          <a:xfrm rot="10800000">
            <a:off x="7832746" y="3784121"/>
            <a:ext cx="796938" cy="151401"/>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0B024CA4-27E0-0E43-0EC8-10846718B00B}"/>
              </a:ext>
            </a:extLst>
          </p:cNvPr>
          <p:cNvSpPr txBox="1"/>
          <p:nvPr/>
        </p:nvSpPr>
        <p:spPr>
          <a:xfrm>
            <a:off x="5413397" y="1499612"/>
            <a:ext cx="1078954"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Request</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BD7893BE-8ECD-DE4F-DCB2-7B354BE0CEBB}"/>
              </a:ext>
            </a:extLst>
          </p:cNvPr>
          <p:cNvSpPr txBox="1"/>
          <p:nvPr/>
        </p:nvSpPr>
        <p:spPr>
          <a:xfrm>
            <a:off x="5429172" y="3986382"/>
            <a:ext cx="1077085"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Response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Rounded Corners 30">
            <a:extLst>
              <a:ext uri="{FF2B5EF4-FFF2-40B4-BE49-F238E27FC236}">
                <a16:creationId xmlns:a16="http://schemas.microsoft.com/office/drawing/2014/main" id="{A37B94D3-D515-F992-4750-EC312E0B4DC8}"/>
              </a:ext>
            </a:extLst>
          </p:cNvPr>
          <p:cNvSpPr/>
          <p:nvPr/>
        </p:nvSpPr>
        <p:spPr>
          <a:xfrm>
            <a:off x="6426099" y="1396093"/>
            <a:ext cx="1396388" cy="2928843"/>
          </a:xfrm>
          <a:prstGeom prst="roundRect">
            <a:avLst/>
          </a:prstGeom>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Dispatcher Servlet</a:t>
            </a: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 Front Controller</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Arrow: Right 31">
            <a:extLst>
              <a:ext uri="{FF2B5EF4-FFF2-40B4-BE49-F238E27FC236}">
                <a16:creationId xmlns:a16="http://schemas.microsoft.com/office/drawing/2014/main" id="{6977817F-7DE3-680B-96B4-5B44E94323BB}"/>
              </a:ext>
            </a:extLst>
          </p:cNvPr>
          <p:cNvSpPr/>
          <p:nvPr/>
        </p:nvSpPr>
        <p:spPr>
          <a:xfrm rot="10800000">
            <a:off x="5490163" y="3750762"/>
            <a:ext cx="889585" cy="199290"/>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Arrow: Left-Right 32">
            <a:extLst>
              <a:ext uri="{FF2B5EF4-FFF2-40B4-BE49-F238E27FC236}">
                <a16:creationId xmlns:a16="http://schemas.microsoft.com/office/drawing/2014/main" id="{AC6D3610-8390-9432-2788-D5C25F98FBBC}"/>
              </a:ext>
            </a:extLst>
          </p:cNvPr>
          <p:cNvSpPr/>
          <p:nvPr/>
        </p:nvSpPr>
        <p:spPr>
          <a:xfrm>
            <a:off x="9867680" y="1738476"/>
            <a:ext cx="794137" cy="156009"/>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Arrow: Left-Right 33">
            <a:extLst>
              <a:ext uri="{FF2B5EF4-FFF2-40B4-BE49-F238E27FC236}">
                <a16:creationId xmlns:a16="http://schemas.microsoft.com/office/drawing/2014/main" id="{E047DD01-C1FB-0EFB-912F-8B3FB9A26FBF}"/>
              </a:ext>
            </a:extLst>
          </p:cNvPr>
          <p:cNvSpPr/>
          <p:nvPr/>
        </p:nvSpPr>
        <p:spPr>
          <a:xfrm rot="5400000">
            <a:off x="11157217" y="2365928"/>
            <a:ext cx="282530" cy="174022"/>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Arrow: Left-Right 34">
            <a:extLst>
              <a:ext uri="{FF2B5EF4-FFF2-40B4-BE49-F238E27FC236}">
                <a16:creationId xmlns:a16="http://schemas.microsoft.com/office/drawing/2014/main" id="{285757E8-946C-217A-6A49-75D78968374D}"/>
              </a:ext>
            </a:extLst>
          </p:cNvPr>
          <p:cNvSpPr/>
          <p:nvPr/>
        </p:nvSpPr>
        <p:spPr>
          <a:xfrm rot="5400000">
            <a:off x="11156148" y="3611558"/>
            <a:ext cx="304273" cy="154415"/>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Rectangle: Rounded Corners 3">
            <a:extLst>
              <a:ext uri="{FF2B5EF4-FFF2-40B4-BE49-F238E27FC236}">
                <a16:creationId xmlns:a16="http://schemas.microsoft.com/office/drawing/2014/main" id="{108999AF-364A-4524-4EF6-C95F2B0BA570}"/>
              </a:ext>
            </a:extLst>
          </p:cNvPr>
          <p:cNvSpPr/>
          <p:nvPr/>
        </p:nvSpPr>
        <p:spPr>
          <a:xfrm>
            <a:off x="8303273" y="1194876"/>
            <a:ext cx="1867402" cy="3483980"/>
          </a:xfrm>
          <a:prstGeom prst="roundRect">
            <a:avLst/>
          </a:prstGeom>
          <a:no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056" name="Picture 8">
            <a:extLst>
              <a:ext uri="{FF2B5EF4-FFF2-40B4-BE49-F238E27FC236}">
                <a16:creationId xmlns:a16="http://schemas.microsoft.com/office/drawing/2014/main" id="{D10F0FCA-0575-1ED6-9B66-EEAED56BABF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1379" y="1791560"/>
            <a:ext cx="1006368" cy="429803"/>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B4D2B08F-3551-80AC-6601-4E29AC590D39}"/>
              </a:ext>
            </a:extLst>
          </p:cNvPr>
          <p:cNvSpPr txBox="1"/>
          <p:nvPr/>
        </p:nvSpPr>
        <p:spPr>
          <a:xfrm>
            <a:off x="6902830" y="4963307"/>
            <a:ext cx="2656768"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MVC Architecture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Rectangle: Rounded Corners 17">
            <a:extLst>
              <a:ext uri="{FF2B5EF4-FFF2-40B4-BE49-F238E27FC236}">
                <a16:creationId xmlns:a16="http://schemas.microsoft.com/office/drawing/2014/main" id="{519CB47A-559E-8D59-CE60-A96EB0562B5B}"/>
              </a:ext>
            </a:extLst>
          </p:cNvPr>
          <p:cNvSpPr/>
          <p:nvPr/>
        </p:nvSpPr>
        <p:spPr>
          <a:xfrm>
            <a:off x="9164406" y="2584636"/>
            <a:ext cx="891998" cy="466015"/>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Model</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 name="Picture 4">
            <a:extLst>
              <a:ext uri="{FF2B5EF4-FFF2-40B4-BE49-F238E27FC236}">
                <a16:creationId xmlns:a16="http://schemas.microsoft.com/office/drawing/2014/main" id="{4280AB84-8DFE-68FC-9B9E-C284B511776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248508" y="293493"/>
            <a:ext cx="902635" cy="359112"/>
          </a:xfrm>
          <a:prstGeom prst="rect">
            <a:avLst/>
          </a:prstGeom>
        </p:spPr>
      </p:pic>
      <p:sp>
        <p:nvSpPr>
          <p:cNvPr id="7" name="Rectangle 6">
            <a:extLst>
              <a:ext uri="{FF2B5EF4-FFF2-40B4-BE49-F238E27FC236}">
                <a16:creationId xmlns:a16="http://schemas.microsoft.com/office/drawing/2014/main" id="{E660C085-A944-E814-7C26-BF636AEE6068}"/>
              </a:ext>
            </a:extLst>
          </p:cNvPr>
          <p:cNvSpPr/>
          <p:nvPr/>
        </p:nvSpPr>
        <p:spPr>
          <a:xfrm>
            <a:off x="263870" y="1170444"/>
            <a:ext cx="3413567" cy="2021413"/>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Spring MVC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is a module within the Spring framework </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that simplifies web application development by using MVC(Model View Controller) pattern.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65D1E75A-05CA-51FE-AEA3-F6846F32FAE9}"/>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7"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039572161"/>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a:t>
            </a:r>
            <a:r>
              <a:rPr lang="en-US" sz="2400" b="1" dirty="0">
                <a:solidFill>
                  <a:schemeClr val="bg1"/>
                </a:solidFill>
                <a:latin typeface="Calibri Light" panose="020F0302020204030204"/>
                <a:ea typeface="+mn-ea"/>
                <a:cs typeface="+mn-cs"/>
              </a:rPr>
              <a:t>does</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MVC stands for?</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Rectangle: Rounded Corners 5">
            <a:extLst>
              <a:ext uri="{FF2B5EF4-FFF2-40B4-BE49-F238E27FC236}">
                <a16:creationId xmlns:a16="http://schemas.microsoft.com/office/drawing/2014/main" id="{9FB55803-3889-8F7E-CCDC-C9CF3D0BFDAC}"/>
              </a:ext>
            </a:extLst>
          </p:cNvPr>
          <p:cNvSpPr/>
          <p:nvPr/>
        </p:nvSpPr>
        <p:spPr>
          <a:xfrm>
            <a:off x="2722412" y="3029150"/>
            <a:ext cx="1222449" cy="2710884"/>
          </a:xfrm>
          <a:prstGeom prst="roundRect">
            <a:avLst/>
          </a:prstGeom>
        </p:spPr>
        <p:style>
          <a:lnRef idx="1">
            <a:schemeClr val="dk1"/>
          </a:lnRef>
          <a:fillRef idx="2">
            <a:schemeClr val="dk1"/>
          </a:fillRef>
          <a:effectRef idx="1">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Browser/ Frontend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Arrow: Right 7">
            <a:extLst>
              <a:ext uri="{FF2B5EF4-FFF2-40B4-BE49-F238E27FC236}">
                <a16:creationId xmlns:a16="http://schemas.microsoft.com/office/drawing/2014/main" id="{739D512C-2639-BC70-291E-9AEA8C609DF6}"/>
              </a:ext>
            </a:extLst>
          </p:cNvPr>
          <p:cNvSpPr/>
          <p:nvPr/>
        </p:nvSpPr>
        <p:spPr>
          <a:xfrm>
            <a:off x="3944861" y="3418754"/>
            <a:ext cx="812627" cy="144262"/>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Rectangle: Rounded Corners 9">
            <a:extLst>
              <a:ext uri="{FF2B5EF4-FFF2-40B4-BE49-F238E27FC236}">
                <a16:creationId xmlns:a16="http://schemas.microsoft.com/office/drawing/2014/main" id="{B9458CF8-6E94-7902-65E8-2ACC165FDD06}"/>
              </a:ext>
            </a:extLst>
          </p:cNvPr>
          <p:cNvSpPr/>
          <p:nvPr/>
        </p:nvSpPr>
        <p:spPr>
          <a:xfrm>
            <a:off x="6646725" y="3045062"/>
            <a:ext cx="1222448" cy="892843"/>
          </a:xfrm>
          <a:prstGeom prst="roundRect">
            <a:avLst/>
          </a:prstGeom>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Controller</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Rounded Corners 10">
            <a:extLst>
              <a:ext uri="{FF2B5EF4-FFF2-40B4-BE49-F238E27FC236}">
                <a16:creationId xmlns:a16="http://schemas.microsoft.com/office/drawing/2014/main" id="{A2D45C79-8E93-D829-2B99-26EDCCA6D0E1}"/>
              </a:ext>
            </a:extLst>
          </p:cNvPr>
          <p:cNvSpPr/>
          <p:nvPr/>
        </p:nvSpPr>
        <p:spPr>
          <a:xfrm>
            <a:off x="8449446" y="3029150"/>
            <a:ext cx="1222448" cy="892843"/>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Service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Rectangle: Rounded Corners 11">
            <a:extLst>
              <a:ext uri="{FF2B5EF4-FFF2-40B4-BE49-F238E27FC236}">
                <a16:creationId xmlns:a16="http://schemas.microsoft.com/office/drawing/2014/main" id="{8283327C-4AF1-3926-EB72-0D85C9BCEBB8}"/>
              </a:ext>
            </a:extLst>
          </p:cNvPr>
          <p:cNvSpPr/>
          <p:nvPr/>
        </p:nvSpPr>
        <p:spPr>
          <a:xfrm>
            <a:off x="8493310" y="4248622"/>
            <a:ext cx="1222448" cy="892843"/>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Repository (DAO)</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 name="Picture 12" descr="rdbms] DB schema 설계시 주의할 점 2가지(확장성, 정규화)">
            <a:extLst>
              <a:ext uri="{FF2B5EF4-FFF2-40B4-BE49-F238E27FC236}">
                <a16:creationId xmlns:a16="http://schemas.microsoft.com/office/drawing/2014/main" id="{D2A55C2E-73BF-1433-C246-F5FB2E5CA6B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97634" y="5518991"/>
            <a:ext cx="592808" cy="65375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03823BB0-2725-D171-8883-200F2E78FDC4}"/>
              </a:ext>
            </a:extLst>
          </p:cNvPr>
          <p:cNvSpPr txBox="1"/>
          <p:nvPr/>
        </p:nvSpPr>
        <p:spPr>
          <a:xfrm>
            <a:off x="8614751" y="6136773"/>
            <a:ext cx="99384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Database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Arrow: Right 15">
            <a:extLst>
              <a:ext uri="{FF2B5EF4-FFF2-40B4-BE49-F238E27FC236}">
                <a16:creationId xmlns:a16="http://schemas.microsoft.com/office/drawing/2014/main" id="{8BB9291F-7745-77FD-673E-B92C210F5FA5}"/>
              </a:ext>
            </a:extLst>
          </p:cNvPr>
          <p:cNvSpPr/>
          <p:nvPr/>
        </p:nvSpPr>
        <p:spPr>
          <a:xfrm>
            <a:off x="5997161" y="3346833"/>
            <a:ext cx="649563" cy="141974"/>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Rectangle: Rounded Corners 22">
            <a:extLst>
              <a:ext uri="{FF2B5EF4-FFF2-40B4-BE49-F238E27FC236}">
                <a16:creationId xmlns:a16="http://schemas.microsoft.com/office/drawing/2014/main" id="{0B610178-8611-0FB1-E34E-5FC1833A7A72}"/>
              </a:ext>
            </a:extLst>
          </p:cNvPr>
          <p:cNvSpPr/>
          <p:nvPr/>
        </p:nvSpPr>
        <p:spPr>
          <a:xfrm>
            <a:off x="6745559" y="4847191"/>
            <a:ext cx="1222448" cy="892843"/>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View</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Arrow: Left-Right 23">
            <a:extLst>
              <a:ext uri="{FF2B5EF4-FFF2-40B4-BE49-F238E27FC236}">
                <a16:creationId xmlns:a16="http://schemas.microsoft.com/office/drawing/2014/main" id="{CC6A934B-5877-2D77-3BC9-CB396D0E900A}"/>
              </a:ext>
            </a:extLst>
          </p:cNvPr>
          <p:cNvSpPr/>
          <p:nvPr/>
        </p:nvSpPr>
        <p:spPr>
          <a:xfrm rot="16200000">
            <a:off x="6725012" y="4337561"/>
            <a:ext cx="925198" cy="143955"/>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Arrow: Right 24">
            <a:extLst>
              <a:ext uri="{FF2B5EF4-FFF2-40B4-BE49-F238E27FC236}">
                <a16:creationId xmlns:a16="http://schemas.microsoft.com/office/drawing/2014/main" id="{A5743CE3-8FB8-43D7-4DC9-E31E0C7CF0A3}"/>
              </a:ext>
            </a:extLst>
          </p:cNvPr>
          <p:cNvSpPr/>
          <p:nvPr/>
        </p:nvSpPr>
        <p:spPr>
          <a:xfrm rot="10800000">
            <a:off x="6017854" y="5227965"/>
            <a:ext cx="692431" cy="141975"/>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0B024CA4-27E0-0E43-0EC8-10846718B00B}"/>
              </a:ext>
            </a:extLst>
          </p:cNvPr>
          <p:cNvSpPr txBox="1"/>
          <p:nvPr/>
        </p:nvSpPr>
        <p:spPr>
          <a:xfrm>
            <a:off x="3810623" y="3126806"/>
            <a:ext cx="1078954"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Request</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BD7893BE-8ECD-DE4F-DCB2-7B354BE0CEBB}"/>
              </a:ext>
            </a:extLst>
          </p:cNvPr>
          <p:cNvSpPr txBox="1"/>
          <p:nvPr/>
        </p:nvSpPr>
        <p:spPr>
          <a:xfrm>
            <a:off x="3849753" y="5309758"/>
            <a:ext cx="1077085"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Response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Rounded Corners 30">
            <a:extLst>
              <a:ext uri="{FF2B5EF4-FFF2-40B4-BE49-F238E27FC236}">
                <a16:creationId xmlns:a16="http://schemas.microsoft.com/office/drawing/2014/main" id="{A37B94D3-D515-F992-4750-EC312E0B4DC8}"/>
              </a:ext>
            </a:extLst>
          </p:cNvPr>
          <p:cNvSpPr/>
          <p:nvPr/>
        </p:nvSpPr>
        <p:spPr>
          <a:xfrm>
            <a:off x="4766078" y="3054097"/>
            <a:ext cx="1222449" cy="2710884"/>
          </a:xfrm>
          <a:prstGeom prst="roundRect">
            <a:avLst/>
          </a:prstGeom>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Dispatcher Servlet</a:t>
            </a: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 Front Controller</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Arrow: Right 31">
            <a:extLst>
              <a:ext uri="{FF2B5EF4-FFF2-40B4-BE49-F238E27FC236}">
                <a16:creationId xmlns:a16="http://schemas.microsoft.com/office/drawing/2014/main" id="{6977817F-7DE3-680B-96B4-5B44E94323BB}"/>
              </a:ext>
            </a:extLst>
          </p:cNvPr>
          <p:cNvSpPr/>
          <p:nvPr/>
        </p:nvSpPr>
        <p:spPr>
          <a:xfrm rot="10800000">
            <a:off x="3968909" y="5212025"/>
            <a:ext cx="783299" cy="162540"/>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Arrow: Left-Right 32">
            <a:extLst>
              <a:ext uri="{FF2B5EF4-FFF2-40B4-BE49-F238E27FC236}">
                <a16:creationId xmlns:a16="http://schemas.microsoft.com/office/drawing/2014/main" id="{AC6D3610-8390-9432-2788-D5C25F98FBBC}"/>
              </a:ext>
            </a:extLst>
          </p:cNvPr>
          <p:cNvSpPr/>
          <p:nvPr/>
        </p:nvSpPr>
        <p:spPr>
          <a:xfrm>
            <a:off x="7869173" y="3365671"/>
            <a:ext cx="580273" cy="123135"/>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Arrow: Left-Right 33">
            <a:extLst>
              <a:ext uri="{FF2B5EF4-FFF2-40B4-BE49-F238E27FC236}">
                <a16:creationId xmlns:a16="http://schemas.microsoft.com/office/drawing/2014/main" id="{E047DD01-C1FB-0EFB-912F-8B3FB9A26FBF}"/>
              </a:ext>
            </a:extLst>
          </p:cNvPr>
          <p:cNvSpPr/>
          <p:nvPr/>
        </p:nvSpPr>
        <p:spPr>
          <a:xfrm rot="5400000">
            <a:off x="8944845" y="3993122"/>
            <a:ext cx="282530" cy="174022"/>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Arrow: Left-Right 34">
            <a:extLst>
              <a:ext uri="{FF2B5EF4-FFF2-40B4-BE49-F238E27FC236}">
                <a16:creationId xmlns:a16="http://schemas.microsoft.com/office/drawing/2014/main" id="{285757E8-946C-217A-6A49-75D78968374D}"/>
              </a:ext>
            </a:extLst>
          </p:cNvPr>
          <p:cNvSpPr/>
          <p:nvPr/>
        </p:nvSpPr>
        <p:spPr>
          <a:xfrm rot="5400000">
            <a:off x="8943776" y="5238752"/>
            <a:ext cx="304273" cy="154415"/>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Rectangle: Rounded Corners 3">
            <a:extLst>
              <a:ext uri="{FF2B5EF4-FFF2-40B4-BE49-F238E27FC236}">
                <a16:creationId xmlns:a16="http://schemas.microsoft.com/office/drawing/2014/main" id="{108999AF-364A-4524-4EF6-C95F2B0BA570}"/>
              </a:ext>
            </a:extLst>
          </p:cNvPr>
          <p:cNvSpPr/>
          <p:nvPr/>
        </p:nvSpPr>
        <p:spPr>
          <a:xfrm>
            <a:off x="6372255" y="2822070"/>
            <a:ext cx="1867402" cy="3483980"/>
          </a:xfrm>
          <a:prstGeom prst="roundRect">
            <a:avLst/>
          </a:prstGeom>
          <a:no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056" name="Picture 8">
            <a:extLst>
              <a:ext uri="{FF2B5EF4-FFF2-40B4-BE49-F238E27FC236}">
                <a16:creationId xmlns:a16="http://schemas.microsoft.com/office/drawing/2014/main" id="{D10F0FCA-0575-1ED6-9B66-EEAED56BABF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04254" y="3418754"/>
            <a:ext cx="1006368" cy="429803"/>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Rounded Corners 4">
            <a:extLst>
              <a:ext uri="{FF2B5EF4-FFF2-40B4-BE49-F238E27FC236}">
                <a16:creationId xmlns:a16="http://schemas.microsoft.com/office/drawing/2014/main" id="{E8491C3C-A1A8-3D83-560E-A2D84D27EC41}"/>
              </a:ext>
            </a:extLst>
          </p:cNvPr>
          <p:cNvSpPr/>
          <p:nvPr/>
        </p:nvSpPr>
        <p:spPr>
          <a:xfrm>
            <a:off x="7268455" y="4170089"/>
            <a:ext cx="891998" cy="466015"/>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Model</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5298D85A-A3B6-FCFC-1F2A-7F8B6895BC24}"/>
              </a:ext>
            </a:extLst>
          </p:cNvPr>
          <p:cNvSpPr/>
          <p:nvPr/>
        </p:nvSpPr>
        <p:spPr>
          <a:xfrm>
            <a:off x="8562113" y="1191349"/>
            <a:ext cx="3075140" cy="1311522"/>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marR="0" lvl="0" indent="-34290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The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Model</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represents the data. It is used to hold data and transfer it between View and Controller. </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E5D3F5D5-7F4F-AF7C-AD6F-BCC1E6647335}"/>
              </a:ext>
            </a:extLst>
          </p:cNvPr>
          <p:cNvSpPr/>
          <p:nvPr/>
        </p:nvSpPr>
        <p:spPr>
          <a:xfrm>
            <a:off x="355694" y="1151359"/>
            <a:ext cx="3642751" cy="1351512"/>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marR="0" lvl="0" indent="-34290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The </a:t>
            </a:r>
            <a:r>
              <a:rPr kumimoji="0" lang="en-US"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View</a:t>
            </a: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renders the model(data) and generates the response to be sent to the client.</a:t>
            </a:r>
          </a:p>
        </p:txBody>
      </p:sp>
      <p:sp>
        <p:nvSpPr>
          <p:cNvPr id="18" name="Rectangle 17">
            <a:extLst>
              <a:ext uri="{FF2B5EF4-FFF2-40B4-BE49-F238E27FC236}">
                <a16:creationId xmlns:a16="http://schemas.microsoft.com/office/drawing/2014/main" id="{0DB787C3-84AE-EC69-E91D-3E493EF2C35E}"/>
              </a:ext>
            </a:extLst>
          </p:cNvPr>
          <p:cNvSpPr/>
          <p:nvPr/>
        </p:nvSpPr>
        <p:spPr>
          <a:xfrm>
            <a:off x="4424819" y="1191349"/>
            <a:ext cx="3768738" cy="1311523"/>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marR="0" lvl="0" indent="-34290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Controllers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handles incoming requests and invokes appropriate service(business logic) to prepare data(model) for rendering.</a:t>
            </a:r>
          </a:p>
        </p:txBody>
      </p:sp>
      <p:cxnSp>
        <p:nvCxnSpPr>
          <p:cNvPr id="20" name="Straight Arrow Connector 19">
            <a:extLst>
              <a:ext uri="{FF2B5EF4-FFF2-40B4-BE49-F238E27FC236}">
                <a16:creationId xmlns:a16="http://schemas.microsoft.com/office/drawing/2014/main" id="{5FB571D4-E2AC-1AA9-A717-542C009B1E65}"/>
              </a:ext>
            </a:extLst>
          </p:cNvPr>
          <p:cNvCxnSpPr>
            <a:cxnSpLocks/>
            <a:stCxn id="5" idx="0"/>
            <a:endCxn id="7" idx="2"/>
          </p:cNvCxnSpPr>
          <p:nvPr/>
        </p:nvCxnSpPr>
        <p:spPr>
          <a:xfrm flipV="1">
            <a:off x="7714454" y="2502871"/>
            <a:ext cx="2385229" cy="1667218"/>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15347A5E-C5CC-E881-925B-38F666261826}"/>
              </a:ext>
            </a:extLst>
          </p:cNvPr>
          <p:cNvCxnSpPr>
            <a:cxnSpLocks/>
            <a:stCxn id="10" idx="0"/>
            <a:endCxn id="18" idx="2"/>
          </p:cNvCxnSpPr>
          <p:nvPr/>
        </p:nvCxnSpPr>
        <p:spPr>
          <a:xfrm flipH="1" flipV="1">
            <a:off x="6309188" y="2502872"/>
            <a:ext cx="948761" cy="54219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a16="http://schemas.microsoft.com/office/drawing/2014/main" id="{0D8EBCEB-59B1-0A62-814B-BFF35EDDFDE8}"/>
              </a:ext>
            </a:extLst>
          </p:cNvPr>
          <p:cNvCxnSpPr>
            <a:cxnSpLocks/>
            <a:stCxn id="23" idx="0"/>
            <a:endCxn id="17" idx="2"/>
          </p:cNvCxnSpPr>
          <p:nvPr/>
        </p:nvCxnSpPr>
        <p:spPr>
          <a:xfrm flipH="1" flipV="1">
            <a:off x="2177070" y="2502871"/>
            <a:ext cx="5179713" cy="234432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1B84DF3C-792D-073B-928D-7E6CD32410EE}"/>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110329252"/>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role of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Dispatcher Servlet</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t>
            </a:r>
            <a:r>
              <a:rPr lang="en-US" sz="2400" b="1" dirty="0">
                <a:solidFill>
                  <a:schemeClr val="bg1"/>
                </a:solidFill>
                <a:latin typeface="Calibri Light" panose="020F0302020204030204"/>
                <a:ea typeface="+mn-ea"/>
                <a:cs typeface="+mn-cs"/>
              </a:rPr>
              <a:t>in Spring MVC?</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Rounded Corners 3">
            <a:extLst>
              <a:ext uri="{FF2B5EF4-FFF2-40B4-BE49-F238E27FC236}">
                <a16:creationId xmlns:a16="http://schemas.microsoft.com/office/drawing/2014/main" id="{27DB38B0-7CCF-FE98-52F8-5CAB4C1481F8}"/>
              </a:ext>
            </a:extLst>
          </p:cNvPr>
          <p:cNvSpPr/>
          <p:nvPr/>
        </p:nvSpPr>
        <p:spPr>
          <a:xfrm>
            <a:off x="4951463" y="1376487"/>
            <a:ext cx="1222449" cy="2710884"/>
          </a:xfrm>
          <a:prstGeom prst="roundRect">
            <a:avLst/>
          </a:prstGeom>
        </p:spPr>
        <p:style>
          <a:lnRef idx="1">
            <a:schemeClr val="dk1"/>
          </a:lnRef>
          <a:fillRef idx="2">
            <a:schemeClr val="dk1"/>
          </a:fillRef>
          <a:effectRef idx="1">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Browser/ Frontend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Arrow: Right 4">
            <a:extLst>
              <a:ext uri="{FF2B5EF4-FFF2-40B4-BE49-F238E27FC236}">
                <a16:creationId xmlns:a16="http://schemas.microsoft.com/office/drawing/2014/main" id="{F31BD501-CF9D-4F45-1DE7-046CEBAA9D05}"/>
              </a:ext>
            </a:extLst>
          </p:cNvPr>
          <p:cNvSpPr/>
          <p:nvPr/>
        </p:nvSpPr>
        <p:spPr>
          <a:xfrm>
            <a:off x="6173912" y="1766091"/>
            <a:ext cx="812627" cy="144262"/>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Rectangle: Rounded Corners 5">
            <a:extLst>
              <a:ext uri="{FF2B5EF4-FFF2-40B4-BE49-F238E27FC236}">
                <a16:creationId xmlns:a16="http://schemas.microsoft.com/office/drawing/2014/main" id="{9DC8DC66-0290-333D-A928-CBC2CA085F38}"/>
              </a:ext>
            </a:extLst>
          </p:cNvPr>
          <p:cNvSpPr/>
          <p:nvPr/>
        </p:nvSpPr>
        <p:spPr>
          <a:xfrm>
            <a:off x="8875776" y="1392399"/>
            <a:ext cx="1222448" cy="892843"/>
          </a:xfrm>
          <a:prstGeom prst="roundRect">
            <a:avLst/>
          </a:prstGeom>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Controller</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Rounded Corners 6">
            <a:extLst>
              <a:ext uri="{FF2B5EF4-FFF2-40B4-BE49-F238E27FC236}">
                <a16:creationId xmlns:a16="http://schemas.microsoft.com/office/drawing/2014/main" id="{7BAED5FC-5EFE-6F09-70E7-4A4025479347}"/>
              </a:ext>
            </a:extLst>
          </p:cNvPr>
          <p:cNvSpPr/>
          <p:nvPr/>
        </p:nvSpPr>
        <p:spPr>
          <a:xfrm>
            <a:off x="10678497" y="1376487"/>
            <a:ext cx="1222448" cy="892843"/>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Service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Rounded Corners 9">
            <a:extLst>
              <a:ext uri="{FF2B5EF4-FFF2-40B4-BE49-F238E27FC236}">
                <a16:creationId xmlns:a16="http://schemas.microsoft.com/office/drawing/2014/main" id="{AB63BBFA-C40C-AD6B-6E5B-A4D8E7308B96}"/>
              </a:ext>
            </a:extLst>
          </p:cNvPr>
          <p:cNvSpPr/>
          <p:nvPr/>
        </p:nvSpPr>
        <p:spPr>
          <a:xfrm>
            <a:off x="10722361" y="2595959"/>
            <a:ext cx="1222448" cy="892843"/>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Repository (DAO)</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Picture 10" descr="rdbms] DB schema 설계시 주의할 점 2가지(확장성, 정규화)">
            <a:extLst>
              <a:ext uri="{FF2B5EF4-FFF2-40B4-BE49-F238E27FC236}">
                <a16:creationId xmlns:a16="http://schemas.microsoft.com/office/drawing/2014/main" id="{8D045C86-6DD8-FB6C-2D8B-8DD4CBC9F3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26685" y="3866328"/>
            <a:ext cx="592808" cy="653751"/>
          </a:xfrm>
          <a:prstGeom prst="rect">
            <a:avLst/>
          </a:prstGeom>
          <a:noFill/>
          <a:extLst>
            <a:ext uri="{909E8E84-426E-40DD-AFC4-6F175D3DCCD1}">
              <a14:hiddenFill xmlns:a14="http://schemas.microsoft.com/office/drawing/2010/main">
                <a:solidFill>
                  <a:srgbClr val="FFFFFF"/>
                </a:solidFill>
              </a14:hiddenFill>
            </a:ext>
          </a:extLst>
        </p:spPr>
      </p:pic>
      <p:sp>
        <p:nvSpPr>
          <p:cNvPr id="12" name="TextBox 11">
            <a:extLst>
              <a:ext uri="{FF2B5EF4-FFF2-40B4-BE49-F238E27FC236}">
                <a16:creationId xmlns:a16="http://schemas.microsoft.com/office/drawing/2014/main" id="{112F13D1-A71D-364D-7BD4-281F7874D896}"/>
              </a:ext>
            </a:extLst>
          </p:cNvPr>
          <p:cNvSpPr txBox="1"/>
          <p:nvPr/>
        </p:nvSpPr>
        <p:spPr>
          <a:xfrm>
            <a:off x="10843802" y="4484110"/>
            <a:ext cx="99384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Database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Arrow: Right 12">
            <a:extLst>
              <a:ext uri="{FF2B5EF4-FFF2-40B4-BE49-F238E27FC236}">
                <a16:creationId xmlns:a16="http://schemas.microsoft.com/office/drawing/2014/main" id="{0F65264B-E3F8-A5B3-B273-E229F35018AE}"/>
              </a:ext>
            </a:extLst>
          </p:cNvPr>
          <p:cNvSpPr/>
          <p:nvPr/>
        </p:nvSpPr>
        <p:spPr>
          <a:xfrm>
            <a:off x="8226212" y="1694170"/>
            <a:ext cx="649563" cy="141974"/>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 name="Rectangle: Rounded Corners 13">
            <a:extLst>
              <a:ext uri="{FF2B5EF4-FFF2-40B4-BE49-F238E27FC236}">
                <a16:creationId xmlns:a16="http://schemas.microsoft.com/office/drawing/2014/main" id="{E9D394C5-8D9D-B29D-1551-A0881B5AFB6F}"/>
              </a:ext>
            </a:extLst>
          </p:cNvPr>
          <p:cNvSpPr/>
          <p:nvPr/>
        </p:nvSpPr>
        <p:spPr>
          <a:xfrm>
            <a:off x="8974610" y="3194528"/>
            <a:ext cx="1222448" cy="892843"/>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View</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Arrow: Left-Right 14">
            <a:extLst>
              <a:ext uri="{FF2B5EF4-FFF2-40B4-BE49-F238E27FC236}">
                <a16:creationId xmlns:a16="http://schemas.microsoft.com/office/drawing/2014/main" id="{F48A52E3-77D1-6D3A-C273-26D93D5A5279}"/>
              </a:ext>
            </a:extLst>
          </p:cNvPr>
          <p:cNvSpPr/>
          <p:nvPr/>
        </p:nvSpPr>
        <p:spPr>
          <a:xfrm rot="16200000">
            <a:off x="8954063" y="2684898"/>
            <a:ext cx="925198" cy="143955"/>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Arrow: Right 15">
            <a:extLst>
              <a:ext uri="{FF2B5EF4-FFF2-40B4-BE49-F238E27FC236}">
                <a16:creationId xmlns:a16="http://schemas.microsoft.com/office/drawing/2014/main" id="{FC66FBC8-264A-D427-1754-09A4BD1B6222}"/>
              </a:ext>
            </a:extLst>
          </p:cNvPr>
          <p:cNvSpPr/>
          <p:nvPr/>
        </p:nvSpPr>
        <p:spPr>
          <a:xfrm rot="10800000">
            <a:off x="8246905" y="3575302"/>
            <a:ext cx="692431" cy="141975"/>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8F1CB161-A4B6-7191-EC42-7E38DC30B655}"/>
              </a:ext>
            </a:extLst>
          </p:cNvPr>
          <p:cNvSpPr txBox="1"/>
          <p:nvPr/>
        </p:nvSpPr>
        <p:spPr>
          <a:xfrm>
            <a:off x="6039674" y="1474143"/>
            <a:ext cx="1078954"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Request</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88C11A4A-6D71-1F01-62A7-A40C0A5ECC1C}"/>
              </a:ext>
            </a:extLst>
          </p:cNvPr>
          <p:cNvSpPr txBox="1"/>
          <p:nvPr/>
        </p:nvSpPr>
        <p:spPr>
          <a:xfrm>
            <a:off x="6078804" y="3657095"/>
            <a:ext cx="1077085"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Response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Rounded Corners 18">
            <a:extLst>
              <a:ext uri="{FF2B5EF4-FFF2-40B4-BE49-F238E27FC236}">
                <a16:creationId xmlns:a16="http://schemas.microsoft.com/office/drawing/2014/main" id="{BA854CBE-F57A-FA7C-7F27-D56AB1BA20F1}"/>
              </a:ext>
            </a:extLst>
          </p:cNvPr>
          <p:cNvSpPr/>
          <p:nvPr/>
        </p:nvSpPr>
        <p:spPr>
          <a:xfrm>
            <a:off x="6995129" y="1401434"/>
            <a:ext cx="1222449" cy="2710884"/>
          </a:xfrm>
          <a:prstGeom prst="roundRect">
            <a:avLst/>
          </a:prstGeom>
          <a:solidFill>
            <a:srgbClr val="FFFF00"/>
          </a:solidFill>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Dispatcher Servlet</a:t>
            </a: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 Front Controller</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Arrow: Right 19">
            <a:extLst>
              <a:ext uri="{FF2B5EF4-FFF2-40B4-BE49-F238E27FC236}">
                <a16:creationId xmlns:a16="http://schemas.microsoft.com/office/drawing/2014/main" id="{E5DEB862-4603-D97D-A495-2482B995AA0C}"/>
              </a:ext>
            </a:extLst>
          </p:cNvPr>
          <p:cNvSpPr/>
          <p:nvPr/>
        </p:nvSpPr>
        <p:spPr>
          <a:xfrm rot="10800000">
            <a:off x="6197960" y="3559362"/>
            <a:ext cx="783299" cy="162540"/>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Arrow: Left-Right 20">
            <a:extLst>
              <a:ext uri="{FF2B5EF4-FFF2-40B4-BE49-F238E27FC236}">
                <a16:creationId xmlns:a16="http://schemas.microsoft.com/office/drawing/2014/main" id="{7F83CBC5-BD6A-A95E-96BE-EC35DE503973}"/>
              </a:ext>
            </a:extLst>
          </p:cNvPr>
          <p:cNvSpPr/>
          <p:nvPr/>
        </p:nvSpPr>
        <p:spPr>
          <a:xfrm>
            <a:off x="10098224" y="1713008"/>
            <a:ext cx="580273" cy="123135"/>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Arrow: Left-Right 21">
            <a:extLst>
              <a:ext uri="{FF2B5EF4-FFF2-40B4-BE49-F238E27FC236}">
                <a16:creationId xmlns:a16="http://schemas.microsoft.com/office/drawing/2014/main" id="{5CC7401E-FE93-F0F4-C0E3-64581B967FA0}"/>
              </a:ext>
            </a:extLst>
          </p:cNvPr>
          <p:cNvSpPr/>
          <p:nvPr/>
        </p:nvSpPr>
        <p:spPr>
          <a:xfrm rot="5400000">
            <a:off x="11173896" y="2340459"/>
            <a:ext cx="282530" cy="174022"/>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Arrow: Left-Right 22">
            <a:extLst>
              <a:ext uri="{FF2B5EF4-FFF2-40B4-BE49-F238E27FC236}">
                <a16:creationId xmlns:a16="http://schemas.microsoft.com/office/drawing/2014/main" id="{B28B113C-5EC1-B680-9290-95FA64C8D983}"/>
              </a:ext>
            </a:extLst>
          </p:cNvPr>
          <p:cNvSpPr/>
          <p:nvPr/>
        </p:nvSpPr>
        <p:spPr>
          <a:xfrm rot="5400000">
            <a:off x="11172827" y="3586089"/>
            <a:ext cx="304273" cy="154415"/>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Rectangle: Rounded Corners 23">
            <a:extLst>
              <a:ext uri="{FF2B5EF4-FFF2-40B4-BE49-F238E27FC236}">
                <a16:creationId xmlns:a16="http://schemas.microsoft.com/office/drawing/2014/main" id="{E8062692-203D-2307-52EB-7E37B338FECE}"/>
              </a:ext>
            </a:extLst>
          </p:cNvPr>
          <p:cNvSpPr/>
          <p:nvPr/>
        </p:nvSpPr>
        <p:spPr>
          <a:xfrm>
            <a:off x="8601306" y="1169407"/>
            <a:ext cx="1867402" cy="3483980"/>
          </a:xfrm>
          <a:prstGeom prst="roundRect">
            <a:avLst/>
          </a:prstGeom>
          <a:no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5" name="Picture 8">
            <a:extLst>
              <a:ext uri="{FF2B5EF4-FFF2-40B4-BE49-F238E27FC236}">
                <a16:creationId xmlns:a16="http://schemas.microsoft.com/office/drawing/2014/main" id="{AE6B8B57-E0E3-CD27-F53E-57F78C906C3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33305" y="1766091"/>
            <a:ext cx="1006368" cy="429803"/>
          </a:xfrm>
          <a:prstGeom prst="rect">
            <a:avLst/>
          </a:prstGeom>
          <a:noFill/>
          <a:extLst>
            <a:ext uri="{909E8E84-426E-40DD-AFC4-6F175D3DCCD1}">
              <a14:hiddenFill xmlns:a14="http://schemas.microsoft.com/office/drawing/2010/main">
                <a:solidFill>
                  <a:srgbClr val="FFFFFF"/>
                </a:solidFill>
              </a14:hiddenFill>
            </a:ext>
          </a:extLst>
        </p:spPr>
      </p:pic>
      <p:sp>
        <p:nvSpPr>
          <p:cNvPr id="26" name="Rectangle: Rounded Corners 25">
            <a:extLst>
              <a:ext uri="{FF2B5EF4-FFF2-40B4-BE49-F238E27FC236}">
                <a16:creationId xmlns:a16="http://schemas.microsoft.com/office/drawing/2014/main" id="{DCE47485-D01E-18D1-B5BD-D6DB62A4EEB1}"/>
              </a:ext>
            </a:extLst>
          </p:cNvPr>
          <p:cNvSpPr/>
          <p:nvPr/>
        </p:nvSpPr>
        <p:spPr>
          <a:xfrm>
            <a:off x="9497506" y="2517426"/>
            <a:ext cx="891998" cy="466015"/>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Model</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5112B218-DD1D-B3FB-0DF6-3D8B80CA01DD}"/>
              </a:ext>
            </a:extLst>
          </p:cNvPr>
          <p:cNvSpPr/>
          <p:nvPr/>
        </p:nvSpPr>
        <p:spPr>
          <a:xfrm>
            <a:off x="402009" y="1067808"/>
            <a:ext cx="4011590" cy="1814035"/>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Dispatcher Servlet acts as the front controller responsible for receiving incoming requests and dispatching them to the appropriate controllers for processing based on the request URL match.</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7E94D3F7-6158-573F-53E0-A77CF1C8C693}"/>
              </a:ext>
            </a:extLst>
          </p:cNvPr>
          <p:cNvSpPr/>
          <p:nvPr/>
        </p:nvSpPr>
        <p:spPr>
          <a:xfrm>
            <a:off x="402009" y="3053780"/>
            <a:ext cx="4011590" cy="1498009"/>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In Spring we configure Dispatcher Servlet but because of auto configuration, Spring Boot automatically sets up the </a:t>
            </a:r>
            <a:r>
              <a:rPr kumimoji="0" lang="en-US" sz="1800" b="0" i="0" u="none" strike="noStrike" kern="1200" cap="none" spc="0" normalizeH="0" baseline="0" noProof="0" dirty="0" err="1">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DispatcherServlet</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Shape 27">
            <a:extLst>
              <a:ext uri="{FF2B5EF4-FFF2-40B4-BE49-F238E27FC236}">
                <a16:creationId xmlns:a16="http://schemas.microsoft.com/office/drawing/2014/main" id="{4AA864AA-9ED5-009A-4788-4D7097C86D0B}"/>
              </a:ext>
            </a:extLst>
          </p:cNvPr>
          <p:cNvSpPr/>
          <p:nvPr/>
        </p:nvSpPr>
        <p:spPr>
          <a:xfrm>
            <a:off x="4421875" y="1066197"/>
            <a:ext cx="3138985" cy="768663"/>
          </a:xfrm>
          <a:custGeom>
            <a:avLst/>
            <a:gdLst>
              <a:gd name="connsiteX0" fmla="*/ 3138985 w 3138985"/>
              <a:gd name="connsiteY0" fmla="*/ 436826 h 1023680"/>
              <a:gd name="connsiteX1" fmla="*/ 2088107 w 3138985"/>
              <a:gd name="connsiteY1" fmla="*/ 68337 h 1023680"/>
              <a:gd name="connsiteX2" fmla="*/ 1037229 w 3138985"/>
              <a:gd name="connsiteY2" fmla="*/ 95632 h 1023680"/>
              <a:gd name="connsiteX3" fmla="*/ 0 w 3138985"/>
              <a:gd name="connsiteY3" fmla="*/ 1023680 h 1023680"/>
            </a:gdLst>
            <a:ahLst/>
            <a:cxnLst>
              <a:cxn ang="0">
                <a:pos x="connsiteX0" y="connsiteY0"/>
              </a:cxn>
              <a:cxn ang="0">
                <a:pos x="connsiteX1" y="connsiteY1"/>
              </a:cxn>
              <a:cxn ang="0">
                <a:pos x="connsiteX2" y="connsiteY2"/>
              </a:cxn>
              <a:cxn ang="0">
                <a:pos x="connsiteX3" y="connsiteY3"/>
              </a:cxn>
            </a:cxnLst>
            <a:rect l="l" t="t" r="r" b="b"/>
            <a:pathLst>
              <a:path w="3138985" h="1023680">
                <a:moveTo>
                  <a:pt x="3138985" y="436826"/>
                </a:moveTo>
                <a:cubicBezTo>
                  <a:pt x="2788692" y="281014"/>
                  <a:pt x="2438400" y="125203"/>
                  <a:pt x="2088107" y="68337"/>
                </a:cubicBezTo>
                <a:cubicBezTo>
                  <a:pt x="1737814" y="11471"/>
                  <a:pt x="1385247" y="-63592"/>
                  <a:pt x="1037229" y="95632"/>
                </a:cubicBezTo>
                <a:cubicBezTo>
                  <a:pt x="689211" y="254856"/>
                  <a:pt x="344605" y="639268"/>
                  <a:pt x="0" y="1023680"/>
                </a:cubicBezTo>
              </a:path>
            </a:pathLst>
          </a:custGeom>
          <a:noFill/>
          <a:ln w="19050">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2690B362-709D-E89F-7ADE-3035EE2539CC}"/>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819146194"/>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role of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Dispatcher Servlet</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t>
            </a:r>
            <a:r>
              <a:rPr lang="en-US" sz="2400" b="1" dirty="0">
                <a:solidFill>
                  <a:schemeClr val="bg1"/>
                </a:solidFill>
                <a:latin typeface="Calibri Light" panose="020F0302020204030204"/>
                <a:ea typeface="+mn-ea"/>
                <a:cs typeface="+mn-cs"/>
              </a:rPr>
              <a:t>in Spring MVC?</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8" name="Rectangle 7">
            <a:extLst>
              <a:ext uri="{FF2B5EF4-FFF2-40B4-BE49-F238E27FC236}">
                <a16:creationId xmlns:a16="http://schemas.microsoft.com/office/drawing/2014/main" id="{0ED0BBA4-AE37-D52D-8C7D-8FA3AD8CF417}"/>
              </a:ext>
            </a:extLst>
          </p:cNvPr>
          <p:cNvSpPr/>
          <p:nvPr/>
        </p:nvSpPr>
        <p:spPr>
          <a:xfrm>
            <a:off x="4667534" y="1083778"/>
            <a:ext cx="7296162" cy="544987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MyWebAppInitializer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AbstractAnnotationConfigDispatcherServletInitializer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Override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protected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getRootConfigClasses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Root context configuration (e.g., services, repositories)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RootConfig</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Override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protected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getServletConfigClasses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Servlet context configuration (e.g., controllers, view resolvers)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WebConfig</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586C0"/>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Override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protected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getServletMappings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Map the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DispatcherServlet</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to the root URL pattern ("/")</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Rectangle 3">
            <a:extLst>
              <a:ext uri="{FF2B5EF4-FFF2-40B4-BE49-F238E27FC236}">
                <a16:creationId xmlns:a16="http://schemas.microsoft.com/office/drawing/2014/main" id="{151259F9-14BC-4061-5279-609A4CC8F7E7}"/>
              </a:ext>
            </a:extLst>
          </p:cNvPr>
          <p:cNvSpPr/>
          <p:nvPr/>
        </p:nvSpPr>
        <p:spPr>
          <a:xfrm>
            <a:off x="355694" y="1097426"/>
            <a:ext cx="4011590" cy="2546526"/>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AbstractAnnotationConfigDispatcherServletInitializer</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is an abstract base class provided by the Spring Framework that simplifies the configuration of the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DispatcherServlet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and other web-related settings using Java-based configuration instead of traditional web.xml configuration.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 name="Straight Arrow Connector 5">
            <a:extLst>
              <a:ext uri="{FF2B5EF4-FFF2-40B4-BE49-F238E27FC236}">
                <a16:creationId xmlns:a16="http://schemas.microsoft.com/office/drawing/2014/main" id="{697E0346-8333-2F48-FCBE-37EDFCFF985B}"/>
              </a:ext>
            </a:extLst>
          </p:cNvPr>
          <p:cNvCxnSpPr>
            <a:cxnSpLocks/>
            <a:endCxn id="4" idx="3"/>
          </p:cNvCxnSpPr>
          <p:nvPr/>
        </p:nvCxnSpPr>
        <p:spPr>
          <a:xfrm flipH="1">
            <a:off x="4367284" y="1801504"/>
            <a:ext cx="955343" cy="569185"/>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CC85A5C0-FF6F-7D7B-7FEC-7A88981BA0BC}"/>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791992093"/>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19" name="Rectangle 18">
            <a:extLst>
              <a:ext uri="{FF2B5EF4-FFF2-40B4-BE49-F238E27FC236}">
                <a16:creationId xmlns:a16="http://schemas.microsoft.com/office/drawing/2014/main" id="{6D39594E-5C6F-B768-AE8C-88911117B4AB}"/>
              </a:ext>
            </a:extLst>
          </p:cNvPr>
          <p:cNvSpPr/>
          <p:nvPr/>
        </p:nvSpPr>
        <p:spPr>
          <a:xfrm>
            <a:off x="5800299" y="1097426"/>
            <a:ext cx="6036008" cy="387139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Controller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UserController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Handles HTTP GET requests to "/user"</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GetMapping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"/user"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showUser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user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data to the model</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user</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addAttribute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"name"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 real application, controller will get 	model from Service-&gt;Repository-&gt;Database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Returning the view name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userView</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lang="en-US" sz="2400" b="1" dirty="0">
                <a:solidFill>
                  <a:srgbClr val="FFFF00"/>
                </a:solidFill>
                <a:latin typeface="Calibri Light" panose="020F0302020204030204"/>
                <a:ea typeface="+mn-ea"/>
                <a:cs typeface="+mn-cs"/>
              </a:rPr>
              <a:t>C</a:t>
            </a:r>
            <a:r>
              <a:rPr kumimoji="0" lang="en-US" sz="2400" b="1" i="0" u="none" strike="noStrike" kern="1200" cap="none" spc="0" normalizeH="0" baseline="0" noProof="0" dirty="0" err="1">
                <a:ln>
                  <a:noFill/>
                </a:ln>
                <a:solidFill>
                  <a:srgbClr val="FFFF00"/>
                </a:solidFill>
                <a:effectLst/>
                <a:uLnTx/>
                <a:uFillTx/>
                <a:latin typeface="Calibri Light" panose="020F0302020204030204"/>
                <a:ea typeface="+mn-ea"/>
                <a:cs typeface="+mn-cs"/>
              </a:rPr>
              <a:t>ontroller</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and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@Controller</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annotation in Spring MVC?</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A68B62F3-3DBE-D59D-EBD1-2AE5BF52C33B}"/>
              </a:ext>
            </a:extLst>
          </p:cNvPr>
          <p:cNvSpPr/>
          <p:nvPr/>
        </p:nvSpPr>
        <p:spPr>
          <a:xfrm>
            <a:off x="355693" y="2403771"/>
            <a:ext cx="4025237" cy="1382879"/>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 controller is a key component that handles user requests and processes them to generate appropriate responses.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 name="Straight Arrow Connector 4">
            <a:extLst>
              <a:ext uri="{FF2B5EF4-FFF2-40B4-BE49-F238E27FC236}">
                <a16:creationId xmlns:a16="http://schemas.microsoft.com/office/drawing/2014/main" id="{527B23B7-8114-5B74-14E8-E48A0B8B2162}"/>
              </a:ext>
            </a:extLst>
          </p:cNvPr>
          <p:cNvCxnSpPr>
            <a:cxnSpLocks/>
            <a:endCxn id="13" idx="3"/>
          </p:cNvCxnSpPr>
          <p:nvPr/>
        </p:nvCxnSpPr>
        <p:spPr>
          <a:xfrm flipH="1">
            <a:off x="4380930" y="1364776"/>
            <a:ext cx="1419369" cy="227734"/>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C7E1AE8C-3643-CD0D-4F94-94E87F928CA7}"/>
              </a:ext>
            </a:extLst>
          </p:cNvPr>
          <p:cNvSpPr/>
          <p:nvPr/>
        </p:nvSpPr>
        <p:spPr>
          <a:xfrm>
            <a:off x="355693" y="1097427"/>
            <a:ext cx="4025237" cy="990166"/>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@Controller annotation marks a class as a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web controller.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D8F585FE-40E2-CE35-E747-12D6F50CBC61}"/>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975570815"/>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23" name="Rectangle 22">
            <a:extLst>
              <a:ext uri="{FF2B5EF4-FFF2-40B4-BE49-F238E27FC236}">
                <a16:creationId xmlns:a16="http://schemas.microsoft.com/office/drawing/2014/main" id="{82E74ACE-8AFD-A383-9E1A-D09090D805E5}"/>
              </a:ext>
            </a:extLst>
          </p:cNvPr>
          <p:cNvSpPr/>
          <p:nvPr/>
        </p:nvSpPr>
        <p:spPr>
          <a:xfrm>
            <a:off x="4285396" y="1097425"/>
            <a:ext cx="7828427" cy="441627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Controller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RequestMapping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"/users"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Base URL for all methods in this controller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UserController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Handles HTTP GET requests to "/users/home"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GetMapping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"/home"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home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"home"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Returns the "home" view</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Handles HTTP GET requests to "/users/{id}" with a path variable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GetMapping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getUser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PathVariable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Long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addAttribute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userId</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addAttribute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userName</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"John Doe"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userProfile</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Returns the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userProfile</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view</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role of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@RequestMapping</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annotation in Spring MVC?</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cxnSp>
        <p:nvCxnSpPr>
          <p:cNvPr id="4" name="Straight Arrow Connector 3">
            <a:extLst>
              <a:ext uri="{FF2B5EF4-FFF2-40B4-BE49-F238E27FC236}">
                <a16:creationId xmlns:a16="http://schemas.microsoft.com/office/drawing/2014/main" id="{ADC147DB-7F88-C8DA-DDF6-E70CF6B5C3A4}"/>
              </a:ext>
            </a:extLst>
          </p:cNvPr>
          <p:cNvCxnSpPr>
            <a:cxnSpLocks/>
            <a:endCxn id="5" idx="3"/>
          </p:cNvCxnSpPr>
          <p:nvPr/>
        </p:nvCxnSpPr>
        <p:spPr>
          <a:xfrm flipH="1">
            <a:off x="3862316" y="1661360"/>
            <a:ext cx="532263" cy="730667"/>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6189EB21-9FC9-EC6C-0608-FCBF81912E5E}"/>
              </a:ext>
            </a:extLst>
          </p:cNvPr>
          <p:cNvSpPr/>
          <p:nvPr/>
        </p:nvSpPr>
        <p:spPr>
          <a:xfrm>
            <a:off x="355693" y="1097425"/>
            <a:ext cx="3506623" cy="2589204"/>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@RequestMapping("/users")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defines a base URL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for all handler methods within the class. </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 example, in code base URL(“/users”) is applied to all methods in the controller. </a:t>
            </a:r>
          </a:p>
        </p:txBody>
      </p:sp>
      <p:pic>
        <p:nvPicPr>
          <p:cNvPr id="29" name="Picture 28">
            <a:extLst>
              <a:ext uri="{FF2B5EF4-FFF2-40B4-BE49-F238E27FC236}">
                <a16:creationId xmlns:a16="http://schemas.microsoft.com/office/drawing/2014/main" id="{F09A41D3-7043-9599-F6B0-2F74387D182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775520" y="288230"/>
            <a:ext cx="902635" cy="359112"/>
          </a:xfrm>
          <a:prstGeom prst="rect">
            <a:avLst/>
          </a:prstGeom>
        </p:spPr>
      </p:pic>
      <p:sp>
        <p:nvSpPr>
          <p:cNvPr id="6" name="TextBox 5">
            <a:extLst>
              <a:ext uri="{FF2B5EF4-FFF2-40B4-BE49-F238E27FC236}">
                <a16:creationId xmlns:a16="http://schemas.microsoft.com/office/drawing/2014/main" id="{C723E5B3-6DBE-D5AE-1FDF-1E208B14CAA2}"/>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79068345"/>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21" name="Rectangle 20">
            <a:extLst>
              <a:ext uri="{FF2B5EF4-FFF2-40B4-BE49-F238E27FC236}">
                <a16:creationId xmlns:a16="http://schemas.microsoft.com/office/drawing/2014/main" id="{F82320E2-D1E2-0E66-4605-EA7AED125A8D}"/>
              </a:ext>
            </a:extLst>
          </p:cNvPr>
          <p:cNvSpPr/>
          <p:nvPr/>
        </p:nvSpPr>
        <p:spPr>
          <a:xfrm>
            <a:off x="4749421" y="1097427"/>
            <a:ext cx="7364402" cy="449815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Controller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RequestMapping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"/users"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UserController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Handles HTTP GET requests to "/users/home"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GetMapping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"/home"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home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"home"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Returns the "home" view</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Handles HTTP GET requests to "/users/{id}" with a path variable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GetMapping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getUser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PathVariable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Long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addAttribute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userId</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addAttribute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userName</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"John Doe"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userProfile</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Returns the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userProfile</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view</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role of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@GetMapping</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annotation in Spring MVC?</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Rectangle 9">
            <a:extLst>
              <a:ext uri="{FF2B5EF4-FFF2-40B4-BE49-F238E27FC236}">
                <a16:creationId xmlns:a16="http://schemas.microsoft.com/office/drawing/2014/main" id="{F9DB2F75-3BB6-411D-2457-E54F2629F089}"/>
              </a:ext>
            </a:extLst>
          </p:cNvPr>
          <p:cNvSpPr/>
          <p:nvPr/>
        </p:nvSpPr>
        <p:spPr>
          <a:xfrm>
            <a:off x="491880" y="1008203"/>
            <a:ext cx="3875404" cy="2608454"/>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@GetMapping annotation maps HTTP GET requests to specific handler methods, simplifying the process of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retrieving data</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or rendering views. </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It’s a concise alternative to @RequestMapping(method =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RequestMethod.GET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cxnSp>
        <p:nvCxnSpPr>
          <p:cNvPr id="12" name="Straight Arrow Connector 11">
            <a:extLst>
              <a:ext uri="{FF2B5EF4-FFF2-40B4-BE49-F238E27FC236}">
                <a16:creationId xmlns:a16="http://schemas.microsoft.com/office/drawing/2014/main" id="{33D9E8A4-848F-8435-8665-84003EDA7E1F}"/>
              </a:ext>
            </a:extLst>
          </p:cNvPr>
          <p:cNvCxnSpPr>
            <a:cxnSpLocks/>
            <a:endCxn id="10" idx="3"/>
          </p:cNvCxnSpPr>
          <p:nvPr/>
        </p:nvCxnSpPr>
        <p:spPr>
          <a:xfrm flipH="1" flipV="1">
            <a:off x="4367284" y="2312430"/>
            <a:ext cx="600501" cy="226054"/>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67D2A104-4901-226A-B6C2-6FBA7D4D8FF6}"/>
              </a:ext>
            </a:extLst>
          </p:cNvPr>
          <p:cNvCxnSpPr>
            <a:cxnSpLocks/>
          </p:cNvCxnSpPr>
          <p:nvPr/>
        </p:nvCxnSpPr>
        <p:spPr>
          <a:xfrm flipH="1" flipV="1">
            <a:off x="4367284" y="2442949"/>
            <a:ext cx="600501" cy="1392425"/>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E5707702-284B-0401-9773-C1FB461ACCC4}"/>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748768632"/>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difference between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@PostMapping</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&amp;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@PutMapping </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annotation?</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Rectangle 5">
            <a:extLst>
              <a:ext uri="{FF2B5EF4-FFF2-40B4-BE49-F238E27FC236}">
                <a16:creationId xmlns:a16="http://schemas.microsoft.com/office/drawing/2014/main" id="{45EB458E-333B-49CA-103B-FCE9415BE69F}"/>
              </a:ext>
            </a:extLst>
          </p:cNvPr>
          <p:cNvSpPr/>
          <p:nvPr/>
        </p:nvSpPr>
        <p:spPr>
          <a:xfrm>
            <a:off x="4326340" y="974594"/>
            <a:ext cx="7746538" cy="574426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Controller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RequestMapping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"/users"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UserController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Handles HTTP POST requests to "/users/submit" for form submissions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PostMapping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"/submit"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submitForm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RequestParam</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"name"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addAttribute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"name"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Handle form submission logic here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"result"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Returns the "result" view</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Handles HTTP PUT requests to "/users/update/{id}" with a path variable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PutMapping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"/update/{id}"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updateUser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PathVariable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Long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RequestBody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User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user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Update user logic here using the user object and id</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userUpdated</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Returns the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userUpdated</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view</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TextBox 3">
            <a:extLst>
              <a:ext uri="{FF2B5EF4-FFF2-40B4-BE49-F238E27FC236}">
                <a16:creationId xmlns:a16="http://schemas.microsoft.com/office/drawing/2014/main" id="{98ACE84B-3CD4-2E29-AE95-C82AF9E45EA9}"/>
              </a:ext>
            </a:extLst>
          </p:cNvPr>
          <p:cNvSpPr txBox="1"/>
          <p:nvPr/>
        </p:nvSpPr>
        <p:spPr>
          <a:xfrm>
            <a:off x="228304" y="1099805"/>
            <a:ext cx="3825083" cy="80021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250DAFE4-0420-170F-F850-02FB4BB48799}"/>
              </a:ext>
            </a:extLst>
          </p:cNvPr>
          <p:cNvSpPr/>
          <p:nvPr/>
        </p:nvSpPr>
        <p:spPr>
          <a:xfrm>
            <a:off x="320882" y="1015538"/>
            <a:ext cx="3681046" cy="1168104"/>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@PostMapping("/submit")</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Handles POST requests for creating user data.</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 name="Straight Arrow Connector 6">
            <a:extLst>
              <a:ext uri="{FF2B5EF4-FFF2-40B4-BE49-F238E27FC236}">
                <a16:creationId xmlns:a16="http://schemas.microsoft.com/office/drawing/2014/main" id="{4CCC0A37-B241-CA2F-5E28-B3CED7AC9CD2}"/>
              </a:ext>
            </a:extLst>
          </p:cNvPr>
          <p:cNvCxnSpPr>
            <a:cxnSpLocks/>
            <a:endCxn id="5" idx="3"/>
          </p:cNvCxnSpPr>
          <p:nvPr/>
        </p:nvCxnSpPr>
        <p:spPr>
          <a:xfrm flipH="1" flipV="1">
            <a:off x="4001928" y="1599590"/>
            <a:ext cx="623134" cy="812344"/>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A90399FB-D428-C00B-BFC4-012210C407E6}"/>
              </a:ext>
            </a:extLst>
          </p:cNvPr>
          <p:cNvSpPr/>
          <p:nvPr/>
        </p:nvSpPr>
        <p:spPr>
          <a:xfrm>
            <a:off x="355694" y="2525021"/>
            <a:ext cx="3681046" cy="1168104"/>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@PutMapping("/update/{id}"): </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Handles PUT requests for updating user data.</a:t>
            </a:r>
          </a:p>
        </p:txBody>
      </p:sp>
      <p:cxnSp>
        <p:nvCxnSpPr>
          <p:cNvPr id="11" name="Straight Arrow Connector 10">
            <a:extLst>
              <a:ext uri="{FF2B5EF4-FFF2-40B4-BE49-F238E27FC236}">
                <a16:creationId xmlns:a16="http://schemas.microsoft.com/office/drawing/2014/main" id="{1B42EB35-0423-3ECA-D29E-FE4242B5C048}"/>
              </a:ext>
            </a:extLst>
          </p:cNvPr>
          <p:cNvCxnSpPr>
            <a:cxnSpLocks/>
            <a:endCxn id="10" idx="3"/>
          </p:cNvCxnSpPr>
          <p:nvPr/>
        </p:nvCxnSpPr>
        <p:spPr>
          <a:xfrm flipH="1" flipV="1">
            <a:off x="4036740" y="3109073"/>
            <a:ext cx="588322" cy="166764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36" name="Picture 35">
            <a:extLst>
              <a:ext uri="{FF2B5EF4-FFF2-40B4-BE49-F238E27FC236}">
                <a16:creationId xmlns:a16="http://schemas.microsoft.com/office/drawing/2014/main" id="{29004626-3586-0F4C-04F1-6E797A7C96E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172846" y="293493"/>
            <a:ext cx="902635" cy="359112"/>
          </a:xfrm>
          <a:prstGeom prst="rect">
            <a:avLst/>
          </a:prstGeom>
        </p:spPr>
      </p:pic>
      <p:sp>
        <p:nvSpPr>
          <p:cNvPr id="8" name="TextBox 7">
            <a:extLst>
              <a:ext uri="{FF2B5EF4-FFF2-40B4-BE49-F238E27FC236}">
                <a16:creationId xmlns:a16="http://schemas.microsoft.com/office/drawing/2014/main" id="{452E6EFB-9300-9B73-4DEB-2844617E906F}"/>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272898547"/>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role of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@DeleteMapping</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annotation in Spring MVC?</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Rectangle 5">
            <a:extLst>
              <a:ext uri="{FF2B5EF4-FFF2-40B4-BE49-F238E27FC236}">
                <a16:creationId xmlns:a16="http://schemas.microsoft.com/office/drawing/2014/main" id="{45EB458E-333B-49CA-103B-FCE9415BE69F}"/>
              </a:ext>
            </a:extLst>
          </p:cNvPr>
          <p:cNvSpPr/>
          <p:nvPr/>
        </p:nvSpPr>
        <p:spPr>
          <a:xfrm>
            <a:off x="5513696" y="1149148"/>
            <a:ext cx="6454140" cy="295882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Controller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RequestMapping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"/users"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UserController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Handles HTTP DELETE requests to "/users/delete/{id}"</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DeleteMapping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"/delete/{id}"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deleteUser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PathVariable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Long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Delete user logic here using the id</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userDeleted</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Returns the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userDeleted</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view</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14" name="Rectangle 13">
            <a:extLst>
              <a:ext uri="{FF2B5EF4-FFF2-40B4-BE49-F238E27FC236}">
                <a16:creationId xmlns:a16="http://schemas.microsoft.com/office/drawing/2014/main" id="{787B55A8-10DF-ACC6-0CEE-A684C989B870}"/>
              </a:ext>
            </a:extLst>
          </p:cNvPr>
          <p:cNvSpPr/>
          <p:nvPr/>
        </p:nvSpPr>
        <p:spPr>
          <a:xfrm>
            <a:off x="563407" y="1177488"/>
            <a:ext cx="4090480" cy="1190592"/>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@DeleteMapping("/delete/{id}"): </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Handles DELETE requests for deleting a user.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5" name="Straight Arrow Connector 14">
            <a:extLst>
              <a:ext uri="{FF2B5EF4-FFF2-40B4-BE49-F238E27FC236}">
                <a16:creationId xmlns:a16="http://schemas.microsoft.com/office/drawing/2014/main" id="{E69ADAEE-0951-D183-2387-3A11E9DA91F5}"/>
              </a:ext>
            </a:extLst>
          </p:cNvPr>
          <p:cNvCxnSpPr>
            <a:cxnSpLocks/>
            <a:endCxn id="14" idx="3"/>
          </p:cNvCxnSpPr>
          <p:nvPr/>
        </p:nvCxnSpPr>
        <p:spPr>
          <a:xfrm flipH="1" flipV="1">
            <a:off x="4653887" y="1772784"/>
            <a:ext cx="1119116" cy="724756"/>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9B43F2D0-9258-B5B6-7116-9A1659E82326}"/>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4195070363"/>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difference between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@Controller </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and</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 @RestController</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annotations?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97C215EE-848D-7D9A-D94B-7DD19253D91C}"/>
              </a:ext>
            </a:extLst>
          </p:cNvPr>
          <p:cNvSpPr/>
          <p:nvPr/>
        </p:nvSpPr>
        <p:spPr>
          <a:xfrm>
            <a:off x="467873" y="1148218"/>
            <a:ext cx="4762407" cy="1635925"/>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@Controller is a general-purpose annotation used to define a controller that handles web requests. It is typically used in web applications where the response is HTML, JSP, or other types of views.</a:t>
            </a:r>
          </a:p>
        </p:txBody>
      </p:sp>
      <p:sp>
        <p:nvSpPr>
          <p:cNvPr id="5" name="Rectangle 4">
            <a:extLst>
              <a:ext uri="{FF2B5EF4-FFF2-40B4-BE49-F238E27FC236}">
                <a16:creationId xmlns:a16="http://schemas.microsoft.com/office/drawing/2014/main" id="{69643D60-8CA5-414D-B890-8392C21E7FB4}"/>
              </a:ext>
            </a:extLst>
          </p:cNvPr>
          <p:cNvSpPr/>
          <p:nvPr/>
        </p:nvSpPr>
        <p:spPr>
          <a:xfrm>
            <a:off x="6574692" y="1148217"/>
            <a:ext cx="4762407" cy="1635925"/>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@RestController is a specialized version of the @Controller annotation which is used to create RESTful web services where the response is typically in JSON or XML format.</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64DB994E-FFFC-4D36-9781-623253DC0431}"/>
              </a:ext>
            </a:extLst>
          </p:cNvPr>
          <p:cNvSpPr/>
          <p:nvPr/>
        </p:nvSpPr>
        <p:spPr>
          <a:xfrm>
            <a:off x="6804755" y="2963719"/>
            <a:ext cx="4302280" cy="208595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RestController</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HelloController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GetMapping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"/hello"</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hello</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"Hello, World!"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8" name="Rectangle 7">
            <a:extLst>
              <a:ext uri="{FF2B5EF4-FFF2-40B4-BE49-F238E27FC236}">
                <a16:creationId xmlns:a16="http://schemas.microsoft.com/office/drawing/2014/main" id="{E25F3726-8AB3-8240-AECA-5CDF847F3BA1}"/>
              </a:ext>
            </a:extLst>
          </p:cNvPr>
          <p:cNvSpPr/>
          <p:nvPr/>
        </p:nvSpPr>
        <p:spPr>
          <a:xfrm>
            <a:off x="795282" y="2963721"/>
            <a:ext cx="4302280" cy="208594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Controller</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HelloController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GetMapping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"/hello"</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hello</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Return the name of the 	view</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helloView</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cxnSp>
        <p:nvCxnSpPr>
          <p:cNvPr id="11" name="Straight Connector 10">
            <a:extLst>
              <a:ext uri="{FF2B5EF4-FFF2-40B4-BE49-F238E27FC236}">
                <a16:creationId xmlns:a16="http://schemas.microsoft.com/office/drawing/2014/main" id="{B07A2A24-C09A-75C8-0C5B-CE1AB6D5FCA5}"/>
              </a:ext>
            </a:extLst>
          </p:cNvPr>
          <p:cNvCxnSpPr/>
          <p:nvPr/>
        </p:nvCxnSpPr>
        <p:spPr>
          <a:xfrm>
            <a:off x="5936776" y="1296537"/>
            <a:ext cx="0" cy="4790364"/>
          </a:xfrm>
          <a:prstGeom prst="line">
            <a:avLst/>
          </a:prstGeom>
        </p:spPr>
        <p:style>
          <a:lnRef idx="1">
            <a:schemeClr val="accent1"/>
          </a:lnRef>
          <a:fillRef idx="0">
            <a:schemeClr val="accent1"/>
          </a:fillRef>
          <a:effectRef idx="0">
            <a:schemeClr val="accent1"/>
          </a:effectRef>
          <a:fontRef idx="minor">
            <a:schemeClr val="tx1"/>
          </a:fontRef>
        </p:style>
      </p:cxnSp>
      <p:pic>
        <p:nvPicPr>
          <p:cNvPr id="12" name="Picture 11">
            <a:extLst>
              <a:ext uri="{FF2B5EF4-FFF2-40B4-BE49-F238E27FC236}">
                <a16:creationId xmlns:a16="http://schemas.microsoft.com/office/drawing/2014/main" id="{DB44572E-D249-CD94-F71C-6AE694DD8CC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363918" y="293493"/>
            <a:ext cx="902635" cy="359112"/>
          </a:xfrm>
          <a:prstGeom prst="rect">
            <a:avLst/>
          </a:prstGeom>
        </p:spPr>
      </p:pic>
      <p:sp>
        <p:nvSpPr>
          <p:cNvPr id="6" name="TextBox 5">
            <a:extLst>
              <a:ext uri="{FF2B5EF4-FFF2-40B4-BE49-F238E27FC236}">
                <a16:creationId xmlns:a16="http://schemas.microsoft.com/office/drawing/2014/main" id="{0D3789FC-624F-E2B4-6CD9-F67FDDEF486B}"/>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673260253"/>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role of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Model</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in Spring MVC?</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2B3E7B12-BF84-3A64-3D79-B9907E6835F8}"/>
              </a:ext>
            </a:extLst>
          </p:cNvPr>
          <p:cNvSpPr/>
          <p:nvPr/>
        </p:nvSpPr>
        <p:spPr>
          <a:xfrm>
            <a:off x="7683686" y="1031565"/>
            <a:ext cx="4147668" cy="571102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user model</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user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Long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user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Long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Getters and Setters</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Long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Long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getName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setName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Rectangle 4">
            <a:extLst>
              <a:ext uri="{FF2B5EF4-FFF2-40B4-BE49-F238E27FC236}">
                <a16:creationId xmlns:a16="http://schemas.microsoft.com/office/drawing/2014/main" id="{CEAAD6EB-B4EC-F06C-EB2A-58D9803E863E}"/>
              </a:ext>
            </a:extLst>
          </p:cNvPr>
          <p:cNvSpPr/>
          <p:nvPr/>
        </p:nvSpPr>
        <p:spPr>
          <a:xfrm>
            <a:off x="505211" y="1029862"/>
            <a:ext cx="6176729" cy="780244"/>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 Spring MVC, the Model represents the data that is transferred between the controller and the view.</a:t>
            </a:r>
          </a:p>
        </p:txBody>
      </p:sp>
      <p:sp>
        <p:nvSpPr>
          <p:cNvPr id="46" name="Rectangle: Rounded Corners 45">
            <a:extLst>
              <a:ext uri="{FF2B5EF4-FFF2-40B4-BE49-F238E27FC236}">
                <a16:creationId xmlns:a16="http://schemas.microsoft.com/office/drawing/2014/main" id="{DE6AE296-C842-69E2-E2C3-185E05773C6E}"/>
              </a:ext>
            </a:extLst>
          </p:cNvPr>
          <p:cNvSpPr/>
          <p:nvPr/>
        </p:nvSpPr>
        <p:spPr>
          <a:xfrm>
            <a:off x="505212" y="2189517"/>
            <a:ext cx="1227459" cy="2553959"/>
          </a:xfrm>
          <a:prstGeom prst="roundRect">
            <a:avLst/>
          </a:prstGeom>
        </p:spPr>
        <p:style>
          <a:lnRef idx="1">
            <a:schemeClr val="dk1"/>
          </a:lnRef>
          <a:fillRef idx="2">
            <a:schemeClr val="dk1"/>
          </a:fillRef>
          <a:effectRef idx="1">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Browser/ Frontend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Arrow: Right 46">
            <a:extLst>
              <a:ext uri="{FF2B5EF4-FFF2-40B4-BE49-F238E27FC236}">
                <a16:creationId xmlns:a16="http://schemas.microsoft.com/office/drawing/2014/main" id="{132F7C98-0547-7E01-FEDA-9AC36A2CEA8C}"/>
              </a:ext>
            </a:extLst>
          </p:cNvPr>
          <p:cNvSpPr/>
          <p:nvPr/>
        </p:nvSpPr>
        <p:spPr>
          <a:xfrm>
            <a:off x="1752800" y="2563129"/>
            <a:ext cx="423795" cy="199290"/>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Rectangle: Rounded Corners 47">
            <a:extLst>
              <a:ext uri="{FF2B5EF4-FFF2-40B4-BE49-F238E27FC236}">
                <a16:creationId xmlns:a16="http://schemas.microsoft.com/office/drawing/2014/main" id="{4B1C9375-73F0-8488-1C68-53E85AE8EF12}"/>
              </a:ext>
            </a:extLst>
          </p:cNvPr>
          <p:cNvSpPr/>
          <p:nvPr/>
        </p:nvSpPr>
        <p:spPr>
          <a:xfrm>
            <a:off x="3841671" y="2189517"/>
            <a:ext cx="1194495" cy="664057"/>
          </a:xfrm>
          <a:prstGeom prst="roundRect">
            <a:avLst/>
          </a:prstGeom>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Controller</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Rectangle: Rounded Corners 48">
            <a:extLst>
              <a:ext uri="{FF2B5EF4-FFF2-40B4-BE49-F238E27FC236}">
                <a16:creationId xmlns:a16="http://schemas.microsoft.com/office/drawing/2014/main" id="{C7EC7A62-CD99-C4EA-868F-1A52E948DC2F}"/>
              </a:ext>
            </a:extLst>
          </p:cNvPr>
          <p:cNvSpPr/>
          <p:nvPr/>
        </p:nvSpPr>
        <p:spPr>
          <a:xfrm>
            <a:off x="5481252" y="2189518"/>
            <a:ext cx="1222448" cy="653752"/>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Service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Rectangle: Rounded Corners 49">
            <a:extLst>
              <a:ext uri="{FF2B5EF4-FFF2-40B4-BE49-F238E27FC236}">
                <a16:creationId xmlns:a16="http://schemas.microsoft.com/office/drawing/2014/main" id="{77EE500A-5E69-1311-C4CF-45A0E0C5B512}"/>
              </a:ext>
            </a:extLst>
          </p:cNvPr>
          <p:cNvSpPr/>
          <p:nvPr/>
        </p:nvSpPr>
        <p:spPr>
          <a:xfrm>
            <a:off x="5525116" y="3149682"/>
            <a:ext cx="1222448" cy="616107"/>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Repository (DAO)</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1" name="Picture 50" descr="rdbms] DB schema 설계시 주의할 점 2가지(확장성, 정규화)">
            <a:extLst>
              <a:ext uri="{FF2B5EF4-FFF2-40B4-BE49-F238E27FC236}">
                <a16:creationId xmlns:a16="http://schemas.microsoft.com/office/drawing/2014/main" id="{FD62E169-08F0-C562-A20A-C0CCDC416AA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05928" y="4109846"/>
            <a:ext cx="437371" cy="482334"/>
          </a:xfrm>
          <a:prstGeom prst="rect">
            <a:avLst/>
          </a:prstGeom>
          <a:noFill/>
          <a:extLst>
            <a:ext uri="{909E8E84-426E-40DD-AFC4-6F175D3DCCD1}">
              <a14:hiddenFill xmlns:a14="http://schemas.microsoft.com/office/drawing/2010/main">
                <a:solidFill>
                  <a:srgbClr val="FFFFFF"/>
                </a:solidFill>
              </a14:hiddenFill>
            </a:ext>
          </a:extLst>
        </p:spPr>
      </p:pic>
      <p:sp>
        <p:nvSpPr>
          <p:cNvPr id="52" name="TextBox 51">
            <a:extLst>
              <a:ext uri="{FF2B5EF4-FFF2-40B4-BE49-F238E27FC236}">
                <a16:creationId xmlns:a16="http://schemas.microsoft.com/office/drawing/2014/main" id="{0722AA14-8C0B-E427-88F6-8642D3BFC9C0}"/>
              </a:ext>
            </a:extLst>
          </p:cNvPr>
          <p:cNvSpPr txBox="1"/>
          <p:nvPr/>
        </p:nvSpPr>
        <p:spPr>
          <a:xfrm>
            <a:off x="5688100" y="4522331"/>
            <a:ext cx="99384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Database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Arrow: Right 52">
            <a:extLst>
              <a:ext uri="{FF2B5EF4-FFF2-40B4-BE49-F238E27FC236}">
                <a16:creationId xmlns:a16="http://schemas.microsoft.com/office/drawing/2014/main" id="{48724CB2-309D-DF6E-250C-14A417F107BA}"/>
              </a:ext>
            </a:extLst>
          </p:cNvPr>
          <p:cNvSpPr/>
          <p:nvPr/>
        </p:nvSpPr>
        <p:spPr>
          <a:xfrm>
            <a:off x="3386505" y="2514652"/>
            <a:ext cx="460750" cy="165933"/>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Rectangle: Rounded Corners 53">
            <a:extLst>
              <a:ext uri="{FF2B5EF4-FFF2-40B4-BE49-F238E27FC236}">
                <a16:creationId xmlns:a16="http://schemas.microsoft.com/office/drawing/2014/main" id="{B4778377-2EA9-7F0C-5142-39A6908D35C3}"/>
              </a:ext>
            </a:extLst>
          </p:cNvPr>
          <p:cNvSpPr/>
          <p:nvPr/>
        </p:nvSpPr>
        <p:spPr>
          <a:xfrm>
            <a:off x="3865642" y="3780466"/>
            <a:ext cx="1194495" cy="664058"/>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View</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Arrow: Left-Right 54">
            <a:extLst>
              <a:ext uri="{FF2B5EF4-FFF2-40B4-BE49-F238E27FC236}">
                <a16:creationId xmlns:a16="http://schemas.microsoft.com/office/drawing/2014/main" id="{431E67DB-9A82-8F71-ABD6-47BDEEEB16D3}"/>
              </a:ext>
            </a:extLst>
          </p:cNvPr>
          <p:cNvSpPr/>
          <p:nvPr/>
        </p:nvSpPr>
        <p:spPr>
          <a:xfrm rot="16200000">
            <a:off x="3857446" y="3242906"/>
            <a:ext cx="892842" cy="152923"/>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Arrow: Right 55">
            <a:extLst>
              <a:ext uri="{FF2B5EF4-FFF2-40B4-BE49-F238E27FC236}">
                <a16:creationId xmlns:a16="http://schemas.microsoft.com/office/drawing/2014/main" id="{730D8188-096E-B914-1B08-749C491B8526}"/>
              </a:ext>
            </a:extLst>
          </p:cNvPr>
          <p:cNvSpPr/>
          <p:nvPr/>
        </p:nvSpPr>
        <p:spPr>
          <a:xfrm rot="10800000">
            <a:off x="3384855" y="4023423"/>
            <a:ext cx="460749" cy="165932"/>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Rectangle: Rounded Corners 58">
            <a:extLst>
              <a:ext uri="{FF2B5EF4-FFF2-40B4-BE49-F238E27FC236}">
                <a16:creationId xmlns:a16="http://schemas.microsoft.com/office/drawing/2014/main" id="{CB4D8178-8A12-CE23-81AE-37EC374451BE}"/>
              </a:ext>
            </a:extLst>
          </p:cNvPr>
          <p:cNvSpPr/>
          <p:nvPr/>
        </p:nvSpPr>
        <p:spPr>
          <a:xfrm>
            <a:off x="2178247" y="2167662"/>
            <a:ext cx="1206606" cy="2553959"/>
          </a:xfrm>
          <a:prstGeom prst="roundRect">
            <a:avLst/>
          </a:prstGeom>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Dispatcher Servlet</a:t>
            </a: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 Front Controller</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Arrow: Right 59">
            <a:extLst>
              <a:ext uri="{FF2B5EF4-FFF2-40B4-BE49-F238E27FC236}">
                <a16:creationId xmlns:a16="http://schemas.microsoft.com/office/drawing/2014/main" id="{9109A950-E2F8-6E65-F76D-92B050F7414B}"/>
              </a:ext>
            </a:extLst>
          </p:cNvPr>
          <p:cNvSpPr/>
          <p:nvPr/>
        </p:nvSpPr>
        <p:spPr>
          <a:xfrm rot="10800000">
            <a:off x="1752799" y="3990065"/>
            <a:ext cx="389769" cy="199290"/>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Arrow: Left-Right 60">
            <a:extLst>
              <a:ext uri="{FF2B5EF4-FFF2-40B4-BE49-F238E27FC236}">
                <a16:creationId xmlns:a16="http://schemas.microsoft.com/office/drawing/2014/main" id="{2A9C1BE1-5483-71A4-FC89-E0B989B39364}"/>
              </a:ext>
            </a:extLst>
          </p:cNvPr>
          <p:cNvSpPr/>
          <p:nvPr/>
        </p:nvSpPr>
        <p:spPr>
          <a:xfrm>
            <a:off x="5069953" y="2510045"/>
            <a:ext cx="396487" cy="170540"/>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Arrow: Left-Right 61">
            <a:extLst>
              <a:ext uri="{FF2B5EF4-FFF2-40B4-BE49-F238E27FC236}">
                <a16:creationId xmlns:a16="http://schemas.microsoft.com/office/drawing/2014/main" id="{7A17EB12-7118-4AEF-058A-6F7C64032490}"/>
              </a:ext>
            </a:extLst>
          </p:cNvPr>
          <p:cNvSpPr/>
          <p:nvPr/>
        </p:nvSpPr>
        <p:spPr>
          <a:xfrm rot="5400000">
            <a:off x="5976651" y="2907827"/>
            <a:ext cx="282530" cy="174022"/>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Arrow: Left-Right 62">
            <a:extLst>
              <a:ext uri="{FF2B5EF4-FFF2-40B4-BE49-F238E27FC236}">
                <a16:creationId xmlns:a16="http://schemas.microsoft.com/office/drawing/2014/main" id="{BEEF857A-D031-A5E5-3047-E3550515D1DE}"/>
              </a:ext>
            </a:extLst>
          </p:cNvPr>
          <p:cNvSpPr/>
          <p:nvPr/>
        </p:nvSpPr>
        <p:spPr>
          <a:xfrm rot="5400000">
            <a:off x="5975583" y="3864055"/>
            <a:ext cx="304273" cy="154415"/>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Rectangle: Rounded Corners 63">
            <a:extLst>
              <a:ext uri="{FF2B5EF4-FFF2-40B4-BE49-F238E27FC236}">
                <a16:creationId xmlns:a16="http://schemas.microsoft.com/office/drawing/2014/main" id="{5C8C109B-3F4A-A4EA-8610-233ADD4204D2}"/>
              </a:ext>
            </a:extLst>
          </p:cNvPr>
          <p:cNvSpPr/>
          <p:nvPr/>
        </p:nvSpPr>
        <p:spPr>
          <a:xfrm>
            <a:off x="3648640" y="2031272"/>
            <a:ext cx="1638417" cy="2712204"/>
          </a:xfrm>
          <a:prstGeom prst="roundRect">
            <a:avLst/>
          </a:prstGeom>
          <a:no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5" name="Picture 8">
            <a:extLst>
              <a:ext uri="{FF2B5EF4-FFF2-40B4-BE49-F238E27FC236}">
                <a16:creationId xmlns:a16="http://schemas.microsoft.com/office/drawing/2014/main" id="{4F4AC722-95A0-A46E-7868-7FE40639041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41694" y="2579122"/>
            <a:ext cx="1006368" cy="429803"/>
          </a:xfrm>
          <a:prstGeom prst="rect">
            <a:avLst/>
          </a:prstGeom>
          <a:noFill/>
          <a:extLst>
            <a:ext uri="{909E8E84-426E-40DD-AFC4-6F175D3DCCD1}">
              <a14:hiddenFill xmlns:a14="http://schemas.microsoft.com/office/drawing/2010/main">
                <a:solidFill>
                  <a:srgbClr val="FFFFFF"/>
                </a:solidFill>
              </a14:hiddenFill>
            </a:ext>
          </a:extLst>
        </p:spPr>
      </p:pic>
      <p:sp>
        <p:nvSpPr>
          <p:cNvPr id="67" name="Rectangle: Rounded Corners 66">
            <a:extLst>
              <a:ext uri="{FF2B5EF4-FFF2-40B4-BE49-F238E27FC236}">
                <a16:creationId xmlns:a16="http://schemas.microsoft.com/office/drawing/2014/main" id="{8D5FBB01-AAC7-4307-E4CD-C954A59F9FBE}"/>
              </a:ext>
            </a:extLst>
          </p:cNvPr>
          <p:cNvSpPr/>
          <p:nvPr/>
        </p:nvSpPr>
        <p:spPr>
          <a:xfrm>
            <a:off x="4380326" y="3055949"/>
            <a:ext cx="794137" cy="466015"/>
          </a:xfrm>
          <a:prstGeom prst="roundRect">
            <a:avLst/>
          </a:prstGeom>
          <a:solidFill>
            <a:srgbClr val="FFFF00"/>
          </a:solidFill>
        </p:spPr>
        <p:style>
          <a:lnRef idx="1">
            <a:schemeClr val="accent1"/>
          </a:lnRef>
          <a:fillRef idx="2">
            <a:schemeClr val="accent1"/>
          </a:fillRef>
          <a:effectRef idx="1">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Model</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B330DFC9-7610-7B1C-40C5-B86D843269D0}"/>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4002449480"/>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2760756"/>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@RequestParam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@PathVariable</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@ModelAttribute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annotation in Spring MVC?</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@ModelAttribute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annotation at method level? When to use it?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@ModelAttribute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annotation with parameters?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How to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validate </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the data in Spring MVC?</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What is the purpose of </a:t>
            </a:r>
            <a:r>
              <a:rPr kumimoji="0" lang="en-US" sz="1800" b="0" i="0" u="none" strike="noStrike" kern="1200" cap="none" spc="0" normalizeH="0" baseline="0" noProof="0" dirty="0" err="1">
                <a:ln>
                  <a:noFill/>
                </a:ln>
                <a:solidFill>
                  <a:srgbClr val="FFFF00"/>
                </a:solidFill>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ModelAndView</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 in Spring MVC?</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How does Spring MVC handle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form submissions</a:t>
            </a: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 </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Spring MVC - Important Annotations</a:t>
            </a:r>
            <a:endParaRPr lang="en-IN" b="1" dirty="0"/>
          </a:p>
        </p:txBody>
      </p:sp>
      <p:pic>
        <p:nvPicPr>
          <p:cNvPr id="2" name="Picture 1">
            <a:extLst>
              <a:ext uri="{FF2B5EF4-FFF2-40B4-BE49-F238E27FC236}">
                <a16:creationId xmlns:a16="http://schemas.microsoft.com/office/drawing/2014/main" id="{77F08153-CC65-EA49-5877-7911E0CB94D6}"/>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132320" y="1526263"/>
            <a:ext cx="625656" cy="248916"/>
          </a:xfrm>
          <a:prstGeom prst="rect">
            <a:avLst/>
          </a:prstGeom>
        </p:spPr>
      </p:pic>
      <p:pic>
        <p:nvPicPr>
          <p:cNvPr id="3" name="Picture 2">
            <a:extLst>
              <a:ext uri="{FF2B5EF4-FFF2-40B4-BE49-F238E27FC236}">
                <a16:creationId xmlns:a16="http://schemas.microsoft.com/office/drawing/2014/main" id="{C6CFA37D-DE5D-549F-07AB-1C4FD7AD4A00}"/>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5608230" y="1937449"/>
            <a:ext cx="625656" cy="248916"/>
          </a:xfrm>
          <a:prstGeom prst="rect">
            <a:avLst/>
          </a:prstGeom>
        </p:spPr>
      </p:pic>
      <p:pic>
        <p:nvPicPr>
          <p:cNvPr id="5" name="Picture 4">
            <a:extLst>
              <a:ext uri="{FF2B5EF4-FFF2-40B4-BE49-F238E27FC236}">
                <a16:creationId xmlns:a16="http://schemas.microsoft.com/office/drawing/2014/main" id="{7E57B7AF-F0CB-0250-1F12-33726E91D0EE}"/>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284728" y="2324866"/>
            <a:ext cx="625656" cy="248916"/>
          </a:xfrm>
          <a:prstGeom prst="rect">
            <a:avLst/>
          </a:prstGeom>
        </p:spPr>
      </p:pic>
      <p:pic>
        <p:nvPicPr>
          <p:cNvPr id="6" name="Picture 5">
            <a:extLst>
              <a:ext uri="{FF2B5EF4-FFF2-40B4-BE49-F238E27FC236}">
                <a16:creationId xmlns:a16="http://schemas.microsoft.com/office/drawing/2014/main" id="{57DB0660-C804-AE3B-8514-0D7EE20C9712}"/>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412992" y="3120316"/>
            <a:ext cx="625656" cy="248916"/>
          </a:xfrm>
          <a:prstGeom prst="rect">
            <a:avLst/>
          </a:prstGeom>
        </p:spPr>
      </p:pic>
      <p:sp>
        <p:nvSpPr>
          <p:cNvPr id="11" name="TextBox 10">
            <a:extLst>
              <a:ext uri="{FF2B5EF4-FFF2-40B4-BE49-F238E27FC236}">
                <a16:creationId xmlns:a16="http://schemas.microsoft.com/office/drawing/2014/main" id="{775C48B8-E93F-5716-BD3C-D2DA8ABBA52E}"/>
              </a:ext>
            </a:extLst>
          </p:cNvPr>
          <p:cNvSpPr txBox="1"/>
          <p:nvPr/>
        </p:nvSpPr>
        <p:spPr>
          <a:xfrm>
            <a:off x="10342731" y="6373174"/>
            <a:ext cx="1972639" cy="307777"/>
          </a:xfrm>
          <a:prstGeom prst="rect">
            <a:avLst/>
          </a:prstGeom>
          <a:noFill/>
        </p:spPr>
        <p:txBody>
          <a:bodyPr wrap="square">
            <a:spAutoFit/>
          </a:bodyPr>
          <a:lstStyle/>
          <a:p>
            <a:r>
              <a:rPr lang="en-US" sz="1400" dirty="0">
                <a:hlinkClick r:id="rId11" action="ppaction://hlinksldjump"/>
              </a:rPr>
              <a:t>Back to main index</a:t>
            </a:r>
            <a:endParaRPr lang="en-IN" sz="1400" dirty="0"/>
          </a:p>
        </p:txBody>
      </p:sp>
    </p:spTree>
    <p:extLst>
      <p:ext uri="{BB962C8B-B14F-4D97-AF65-F5344CB8AC3E}">
        <p14:creationId xmlns:p14="http://schemas.microsoft.com/office/powerpoint/2010/main" val="2593841727"/>
      </p:ext>
    </p:extLst>
  </p:cSld>
  <p:clrMapOvr>
    <a:overrideClrMapping bg1="dk1" tx1="lt1" bg2="dk2" tx2="lt2" accent1="accent1" accent2="accent2" accent3="accent3" accent4="accent4" accent5="accent5" accent6="accent6" hlink="hlink" folHlink="folHlink"/>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difference between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@RequestParam</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and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@PathVariable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37E5BF29-F9D3-CC8F-4A44-36E53E716B58}"/>
              </a:ext>
            </a:extLst>
          </p:cNvPr>
          <p:cNvSpPr/>
          <p:nvPr/>
        </p:nvSpPr>
        <p:spPr>
          <a:xfrm>
            <a:off x="5613494" y="1080373"/>
            <a:ext cx="6188052" cy="46440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Controller</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ExampleController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Handler using @RequestParam</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Example request: /</a:t>
            </a:r>
            <a:r>
              <a:rPr kumimoji="0" lang="en-IN" sz="14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greet?name</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=John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GetMapping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"/greet"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ResponseBody</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greet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RequestParam</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"name"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"Hello, "</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name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Hello, John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Handler using @PathVariable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Request Example request: /users/123</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GetMapping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"/users/{id}"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ResponseBody</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getUser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PathVariable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Long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userId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"User ID: "</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userId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User ID: 123</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Rectangle 5">
            <a:extLst>
              <a:ext uri="{FF2B5EF4-FFF2-40B4-BE49-F238E27FC236}">
                <a16:creationId xmlns:a16="http://schemas.microsoft.com/office/drawing/2014/main" id="{893EDF72-B468-8D61-F549-997D0EB8E04A}"/>
              </a:ext>
            </a:extLst>
          </p:cNvPr>
          <p:cNvSpPr/>
          <p:nvPr/>
        </p:nvSpPr>
        <p:spPr>
          <a:xfrm>
            <a:off x="390457" y="1040648"/>
            <a:ext cx="3805762" cy="1201512"/>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@RequestParam extracts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query parameters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form data, or any parameters from the URL.</a:t>
            </a:r>
          </a:p>
        </p:txBody>
      </p:sp>
      <p:sp>
        <p:nvSpPr>
          <p:cNvPr id="8" name="Rectangle 7">
            <a:extLst>
              <a:ext uri="{FF2B5EF4-FFF2-40B4-BE49-F238E27FC236}">
                <a16:creationId xmlns:a16="http://schemas.microsoft.com/office/drawing/2014/main" id="{D750EE8B-03E9-3DEA-DC70-66A12E07D391}"/>
              </a:ext>
            </a:extLst>
          </p:cNvPr>
          <p:cNvSpPr/>
          <p:nvPr/>
        </p:nvSpPr>
        <p:spPr>
          <a:xfrm>
            <a:off x="390457" y="2558385"/>
            <a:ext cx="3805762" cy="1201512"/>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@PathVariable extracts values from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URI path</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itself.</a:t>
            </a:r>
          </a:p>
        </p:txBody>
      </p:sp>
      <p:cxnSp>
        <p:nvCxnSpPr>
          <p:cNvPr id="10" name="Straight Arrow Connector 9">
            <a:extLst>
              <a:ext uri="{FF2B5EF4-FFF2-40B4-BE49-F238E27FC236}">
                <a16:creationId xmlns:a16="http://schemas.microsoft.com/office/drawing/2014/main" id="{56749955-B7AB-19D4-8228-D57A38F75CB3}"/>
              </a:ext>
            </a:extLst>
          </p:cNvPr>
          <p:cNvCxnSpPr>
            <a:cxnSpLocks/>
            <a:stCxn id="6" idx="3"/>
          </p:cNvCxnSpPr>
          <p:nvPr/>
        </p:nvCxnSpPr>
        <p:spPr>
          <a:xfrm>
            <a:off x="4196219" y="1641404"/>
            <a:ext cx="4511301" cy="1222566"/>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9E55523F-1F99-7368-C46B-E41A77867DD2}"/>
              </a:ext>
            </a:extLst>
          </p:cNvPr>
          <p:cNvCxnSpPr>
            <a:cxnSpLocks/>
          </p:cNvCxnSpPr>
          <p:nvPr/>
        </p:nvCxnSpPr>
        <p:spPr>
          <a:xfrm>
            <a:off x="4196219" y="3221525"/>
            <a:ext cx="4511301" cy="1367728"/>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5" name="Picture 4">
            <a:extLst>
              <a:ext uri="{FF2B5EF4-FFF2-40B4-BE49-F238E27FC236}">
                <a16:creationId xmlns:a16="http://schemas.microsoft.com/office/drawing/2014/main" id="{23A0E999-6DBF-0BCD-AC3B-0350C1409D2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217290" y="293493"/>
            <a:ext cx="902635" cy="359112"/>
          </a:xfrm>
          <a:prstGeom prst="rect">
            <a:avLst/>
          </a:prstGeom>
        </p:spPr>
      </p:pic>
      <p:sp>
        <p:nvSpPr>
          <p:cNvPr id="7" name="TextBox 6">
            <a:extLst>
              <a:ext uri="{FF2B5EF4-FFF2-40B4-BE49-F238E27FC236}">
                <a16:creationId xmlns:a16="http://schemas.microsoft.com/office/drawing/2014/main" id="{A6415ED0-E6CF-FEB7-60A1-E57D0315E087}"/>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079767135"/>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@ModelAttribute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annotation in Spring MVC?</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15" name="Diagram 14">
            <a:extLst>
              <a:ext uri="{FF2B5EF4-FFF2-40B4-BE49-F238E27FC236}">
                <a16:creationId xmlns:a16="http://schemas.microsoft.com/office/drawing/2014/main" id="{61AD88DB-3C26-34CC-A29B-8644C35BF231}"/>
              </a:ext>
            </a:extLst>
          </p:cNvPr>
          <p:cNvGraphicFramePr/>
          <p:nvPr/>
        </p:nvGraphicFramePr>
        <p:xfrm>
          <a:off x="941448" y="964599"/>
          <a:ext cx="9929846" cy="3404201"/>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34" name="Picture 33">
            <a:extLst>
              <a:ext uri="{FF2B5EF4-FFF2-40B4-BE49-F238E27FC236}">
                <a16:creationId xmlns:a16="http://schemas.microsoft.com/office/drawing/2014/main" id="{3F0015CD-0B39-FA5D-E85C-061DAD8D8184}"/>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269989" y="302744"/>
            <a:ext cx="902635" cy="359112"/>
          </a:xfrm>
          <a:prstGeom prst="rect">
            <a:avLst/>
          </a:prstGeom>
        </p:spPr>
      </p:pic>
      <p:sp>
        <p:nvSpPr>
          <p:cNvPr id="4" name="TextBox 3">
            <a:extLst>
              <a:ext uri="{FF2B5EF4-FFF2-40B4-BE49-F238E27FC236}">
                <a16:creationId xmlns:a16="http://schemas.microsoft.com/office/drawing/2014/main" id="{CE723A6C-31D8-8B1D-A109-648ACBEED922}"/>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0"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298745728"/>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@ModelAttribute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annotation at method level? When to use it?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Rectangle 9">
            <a:extLst>
              <a:ext uri="{FF2B5EF4-FFF2-40B4-BE49-F238E27FC236}">
                <a16:creationId xmlns:a16="http://schemas.microsoft.com/office/drawing/2014/main" id="{18203A1B-857D-9D3C-322D-FE536295FB51}"/>
              </a:ext>
            </a:extLst>
          </p:cNvPr>
          <p:cNvSpPr/>
          <p:nvPr/>
        </p:nvSpPr>
        <p:spPr>
          <a:xfrm>
            <a:off x="6277970" y="1149148"/>
            <a:ext cx="5733483" cy="536796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Controller</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UserController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Method-level @ModelAttribute to add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common data to the model</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ModelAttribute</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addCommonAttributes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addAttribute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appName</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"My App"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GetMapping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"/user"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showUser</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addAttribute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"name"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userView</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GetMapping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"/profile"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showProfile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model</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addAttribute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"username"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"Happy"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profileView</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3" name="Rectangle 12">
            <a:extLst>
              <a:ext uri="{FF2B5EF4-FFF2-40B4-BE49-F238E27FC236}">
                <a16:creationId xmlns:a16="http://schemas.microsoft.com/office/drawing/2014/main" id="{792A1FA1-5979-2B02-2756-A1CE23735EF0}"/>
              </a:ext>
            </a:extLst>
          </p:cNvPr>
          <p:cNvSpPr/>
          <p:nvPr/>
        </p:nvSpPr>
        <p:spPr>
          <a:xfrm>
            <a:off x="355694" y="1149148"/>
            <a:ext cx="5050790" cy="2808028"/>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120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Definition: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@ModelAttribute annotation at the method level ensures that the method runs before any request-handling method in the controller. </a:t>
            </a:r>
          </a:p>
          <a:p>
            <a:pPr marL="285750" marR="0" lvl="0" indent="-285750" algn="l" defTabSz="914400" rtl="0" eaLnBrk="1" fontAlgn="auto" latinLnBrk="0" hangingPunct="1">
              <a:lnSpc>
                <a:spcPct val="100000"/>
              </a:lnSpc>
              <a:spcBef>
                <a:spcPts val="600"/>
              </a:spcBef>
              <a:spcAft>
                <a:spcPts val="120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When to use?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 common reusable code: It is used to automatically add common data to the model, making it available to all methods in that controller for every request.</a:t>
            </a:r>
          </a:p>
        </p:txBody>
      </p:sp>
      <p:sp>
        <p:nvSpPr>
          <p:cNvPr id="4" name="Rectangle 3">
            <a:extLst>
              <a:ext uri="{FF2B5EF4-FFF2-40B4-BE49-F238E27FC236}">
                <a16:creationId xmlns:a16="http://schemas.microsoft.com/office/drawing/2014/main" id="{B9807D20-6982-E6C1-7A98-59430617F097}"/>
              </a:ext>
            </a:extLst>
          </p:cNvPr>
          <p:cNvSpPr/>
          <p:nvPr/>
        </p:nvSpPr>
        <p:spPr>
          <a:xfrm>
            <a:off x="6664036" y="2452253"/>
            <a:ext cx="1842655" cy="235527"/>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5" name="Picture 4">
            <a:extLst>
              <a:ext uri="{FF2B5EF4-FFF2-40B4-BE49-F238E27FC236}">
                <a16:creationId xmlns:a16="http://schemas.microsoft.com/office/drawing/2014/main" id="{ADD86361-839B-6EBB-4185-8093373893E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431300" y="302744"/>
            <a:ext cx="902635" cy="359112"/>
          </a:xfrm>
          <a:prstGeom prst="rect">
            <a:avLst/>
          </a:prstGeom>
        </p:spPr>
      </p:pic>
      <p:sp>
        <p:nvSpPr>
          <p:cNvPr id="6" name="TextBox 5">
            <a:extLst>
              <a:ext uri="{FF2B5EF4-FFF2-40B4-BE49-F238E27FC236}">
                <a16:creationId xmlns:a16="http://schemas.microsoft.com/office/drawing/2014/main" id="{1D858A54-306A-F1B9-89D8-13EF8740990E}"/>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633488106"/>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role of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@ModelAttribute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annotation with parameters?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Rectangle 9">
            <a:extLst>
              <a:ext uri="{FF2B5EF4-FFF2-40B4-BE49-F238E27FC236}">
                <a16:creationId xmlns:a16="http://schemas.microsoft.com/office/drawing/2014/main" id="{18203A1B-857D-9D3C-322D-FE536295FB51}"/>
              </a:ext>
            </a:extLst>
          </p:cNvPr>
          <p:cNvSpPr/>
          <p:nvPr/>
        </p:nvSpPr>
        <p:spPr>
          <a:xfrm>
            <a:off x="4946072" y="1040646"/>
            <a:ext cx="6855471" cy="254768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Controller </a:t>
            </a:r>
            <a:r>
              <a:rPr kumimoji="0" lang="en-US"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with @ModelAttribute</a:t>
            </a: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UserController</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PostMapping</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"/register"</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submitForm</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ModelAttribute</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"customer"</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User</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user</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'user' object is stored in the model as "customer"</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registrationSuccess</a:t>
            </a:r>
            <a:r>
              <a:rPr kumimoji="0" lang="en-US"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3" name="Rectangle 12">
            <a:extLst>
              <a:ext uri="{FF2B5EF4-FFF2-40B4-BE49-F238E27FC236}">
                <a16:creationId xmlns:a16="http://schemas.microsoft.com/office/drawing/2014/main" id="{792A1FA1-5979-2B02-2756-A1CE23735EF0}"/>
              </a:ext>
            </a:extLst>
          </p:cNvPr>
          <p:cNvSpPr/>
          <p:nvPr/>
        </p:nvSpPr>
        <p:spPr>
          <a:xfrm>
            <a:off x="390456" y="1040647"/>
            <a:ext cx="4195399" cy="2388353"/>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Definition: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@ModelAttribute annotation with a parameter binds request data to a method parameter object.</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When to use?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@ModelAttribute with parameters to customize names of the model attributes.</a:t>
            </a:r>
          </a:p>
        </p:txBody>
      </p:sp>
      <p:sp>
        <p:nvSpPr>
          <p:cNvPr id="4" name="Rectangle 3">
            <a:extLst>
              <a:ext uri="{FF2B5EF4-FFF2-40B4-BE49-F238E27FC236}">
                <a16:creationId xmlns:a16="http://schemas.microsoft.com/office/drawing/2014/main" id="{1226D324-5D04-59B2-BAD6-B7815C9F3ECB}"/>
              </a:ext>
            </a:extLst>
          </p:cNvPr>
          <p:cNvSpPr/>
          <p:nvPr/>
        </p:nvSpPr>
        <p:spPr>
          <a:xfrm>
            <a:off x="4946072" y="3796813"/>
            <a:ext cx="6855473" cy="238388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Controller </a:t>
            </a:r>
            <a:r>
              <a:rPr kumimoji="0" lang="en-US"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without @ModelAttribute</a:t>
            </a: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UserController</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PostMapping</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"/register"</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submitForm</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User</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user</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'user' object is stored in the model as "user“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registrationSuccess</a:t>
            </a:r>
            <a:r>
              <a:rPr kumimoji="0" lang="en-US"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Rectangle 4">
            <a:extLst>
              <a:ext uri="{FF2B5EF4-FFF2-40B4-BE49-F238E27FC236}">
                <a16:creationId xmlns:a16="http://schemas.microsoft.com/office/drawing/2014/main" id="{8920EE82-A93A-8478-7D55-1BC91BF9AAF2}"/>
              </a:ext>
            </a:extLst>
          </p:cNvPr>
          <p:cNvSpPr/>
          <p:nvPr/>
        </p:nvSpPr>
        <p:spPr>
          <a:xfrm>
            <a:off x="7661564" y="2092810"/>
            <a:ext cx="2729345" cy="290168"/>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CF459B2-6EAC-9A38-FCFB-C3DEF7B0A3FA}"/>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892105102"/>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to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validate</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the data in Spring MVC?</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Rectangle 9">
            <a:extLst>
              <a:ext uri="{FF2B5EF4-FFF2-40B4-BE49-F238E27FC236}">
                <a16:creationId xmlns:a16="http://schemas.microsoft.com/office/drawing/2014/main" id="{18203A1B-857D-9D3C-322D-FE536295FB51}"/>
              </a:ext>
            </a:extLst>
          </p:cNvPr>
          <p:cNvSpPr/>
          <p:nvPr/>
        </p:nvSpPr>
        <p:spPr>
          <a:xfrm>
            <a:off x="5371194" y="964599"/>
            <a:ext cx="6518032" cy="240132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User Model</a:t>
            </a:r>
            <a:endPar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User</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NotEmpty</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(message </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"Username is required"</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username</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NotEmpty</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(message </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"Email is required"</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Email</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(message </a:t>
            </a:r>
            <a:r>
              <a:rPr kumimoji="0" lang="en-US"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"Email should be valid"</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email</a:t>
            </a: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Getters and setters</a:t>
            </a:r>
            <a:endPar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graphicFrame>
        <p:nvGraphicFramePr>
          <p:cNvPr id="5" name="Diagram 4">
            <a:extLst>
              <a:ext uri="{FF2B5EF4-FFF2-40B4-BE49-F238E27FC236}">
                <a16:creationId xmlns:a16="http://schemas.microsoft.com/office/drawing/2014/main" id="{A65D082A-1D0A-24DE-AF9A-DFDC42DFA297}"/>
              </a:ext>
            </a:extLst>
          </p:cNvPr>
          <p:cNvGraphicFramePr/>
          <p:nvPr/>
        </p:nvGraphicFramePr>
        <p:xfrm>
          <a:off x="390454" y="1603972"/>
          <a:ext cx="4426641" cy="3092942"/>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4" name="Rectangle 3">
            <a:extLst>
              <a:ext uri="{FF2B5EF4-FFF2-40B4-BE49-F238E27FC236}">
                <a16:creationId xmlns:a16="http://schemas.microsoft.com/office/drawing/2014/main" id="{1226D324-5D04-59B2-BAD6-B7815C9F3ECB}"/>
              </a:ext>
            </a:extLst>
          </p:cNvPr>
          <p:cNvSpPr/>
          <p:nvPr/>
        </p:nvSpPr>
        <p:spPr>
          <a:xfrm>
            <a:off x="5371194" y="3433465"/>
            <a:ext cx="6518034" cy="310019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Controller</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UserController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PostMapping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"/register"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submitForm</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Valid</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ModelAttribute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"user"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User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user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BindingResult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hasErrors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Return to the form view if there are validation errors</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registrationForm</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Process the valid form data</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registrationSuccess</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7" name="TextBox 6">
            <a:extLst>
              <a:ext uri="{FF2B5EF4-FFF2-40B4-BE49-F238E27FC236}">
                <a16:creationId xmlns:a16="http://schemas.microsoft.com/office/drawing/2014/main" id="{B203FD82-0641-F9D5-1660-3248997C5E0D}"/>
              </a:ext>
            </a:extLst>
          </p:cNvPr>
          <p:cNvSpPr txBox="1"/>
          <p:nvPr/>
        </p:nvSpPr>
        <p:spPr>
          <a:xfrm>
            <a:off x="390454" y="1033400"/>
            <a:ext cx="6100174"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Steps to Validate Data in Spring MVC:</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8" name="Picture 7">
            <a:extLst>
              <a:ext uri="{FF2B5EF4-FFF2-40B4-BE49-F238E27FC236}">
                <a16:creationId xmlns:a16="http://schemas.microsoft.com/office/drawing/2014/main" id="{640BCAB4-7AC5-5C82-6EA5-4BAAA7B1914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741814" y="294999"/>
            <a:ext cx="902635" cy="359112"/>
          </a:xfrm>
          <a:prstGeom prst="rect">
            <a:avLst/>
          </a:prstGeom>
        </p:spPr>
      </p:pic>
      <p:sp>
        <p:nvSpPr>
          <p:cNvPr id="6" name="TextBox 5">
            <a:extLst>
              <a:ext uri="{FF2B5EF4-FFF2-40B4-BE49-F238E27FC236}">
                <a16:creationId xmlns:a16="http://schemas.microsoft.com/office/drawing/2014/main" id="{584680F7-D2FA-30F9-2DA4-1C4291696236}"/>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0"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4105399663"/>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purpose of </a:t>
            </a:r>
            <a:r>
              <a:rPr kumimoji="0" lang="en-US" sz="2400" b="1" i="0" u="none" strike="noStrike" kern="1200" cap="none" spc="0" normalizeH="0" baseline="0" noProof="0" dirty="0" err="1">
                <a:ln>
                  <a:noFill/>
                </a:ln>
                <a:solidFill>
                  <a:srgbClr val="FFFF00"/>
                </a:solidFill>
                <a:effectLst/>
                <a:uLnTx/>
                <a:uFillTx/>
                <a:latin typeface="Calibri Light" panose="020F0302020204030204"/>
                <a:ea typeface="+mn-ea"/>
                <a:cs typeface="+mn-cs"/>
              </a:rPr>
              <a:t>ModelAndView</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in Spring MVC?</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Rectangle 3">
            <a:extLst>
              <a:ext uri="{FF2B5EF4-FFF2-40B4-BE49-F238E27FC236}">
                <a16:creationId xmlns:a16="http://schemas.microsoft.com/office/drawing/2014/main" id="{37E5BF29-F9D3-CC8F-4A44-36E53E716B58}"/>
              </a:ext>
            </a:extLst>
          </p:cNvPr>
          <p:cNvSpPr/>
          <p:nvPr/>
        </p:nvSpPr>
        <p:spPr>
          <a:xfrm>
            <a:off x="4709787" y="1080373"/>
            <a:ext cx="7091760" cy="413622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Controller</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UserController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GetMapping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"/welcome"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ModelAndView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welcomeUser</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Create a </a:t>
            </a:r>
            <a:r>
              <a:rPr kumimoji="0" lang="en-IN" sz="14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ModelAndView</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object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ModelAndView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modelAndView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ModelAndView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 data to the model</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modelAndView</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addObject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"message"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"Welcome to Spring MVC!"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 the view name</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modelAndView</a:t>
            </a:r>
            <a:r>
              <a:rPr kumimoji="0" lang="en-IN" sz="14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setViewName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err="1">
                <a:ln>
                  <a:noFill/>
                </a:ln>
                <a:solidFill>
                  <a:srgbClr val="CE9178"/>
                </a:solidFill>
                <a:effectLst/>
                <a:highlight>
                  <a:srgbClr val="000000"/>
                </a:highlight>
                <a:uLnTx/>
                <a:uFillTx/>
                <a:latin typeface="Consolas" panose="020B0609020204030204" pitchFamily="49" charset="0"/>
                <a:ea typeface="+mn-ea"/>
                <a:cs typeface="+mn-cs"/>
              </a:rPr>
              <a:t>welcomeView</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Return the </a:t>
            </a:r>
            <a:r>
              <a:rPr kumimoji="0" lang="en-IN" sz="14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ModelAndView</a:t>
            </a:r>
            <a:r>
              <a:rPr kumimoji="0" lang="en-IN" sz="14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object</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modelAndView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Rectangle 5">
            <a:extLst>
              <a:ext uri="{FF2B5EF4-FFF2-40B4-BE49-F238E27FC236}">
                <a16:creationId xmlns:a16="http://schemas.microsoft.com/office/drawing/2014/main" id="{893EDF72-B468-8D61-F549-997D0EB8E04A}"/>
              </a:ext>
            </a:extLst>
          </p:cNvPr>
          <p:cNvSpPr/>
          <p:nvPr/>
        </p:nvSpPr>
        <p:spPr>
          <a:xfrm>
            <a:off x="390457" y="1040647"/>
            <a:ext cx="3805762" cy="1890443"/>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ModelAndView</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class combines model data and view name in a single object.</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Then controllers return both together for view rendering.</a:t>
            </a:r>
          </a:p>
        </p:txBody>
      </p:sp>
      <p:cxnSp>
        <p:nvCxnSpPr>
          <p:cNvPr id="10" name="Straight Arrow Connector 9">
            <a:extLst>
              <a:ext uri="{FF2B5EF4-FFF2-40B4-BE49-F238E27FC236}">
                <a16:creationId xmlns:a16="http://schemas.microsoft.com/office/drawing/2014/main" id="{56749955-B7AB-19D4-8228-D57A38F75CB3}"/>
              </a:ext>
            </a:extLst>
          </p:cNvPr>
          <p:cNvCxnSpPr>
            <a:cxnSpLocks/>
            <a:stCxn id="6" idx="3"/>
          </p:cNvCxnSpPr>
          <p:nvPr/>
        </p:nvCxnSpPr>
        <p:spPr>
          <a:xfrm>
            <a:off x="4196219" y="1985869"/>
            <a:ext cx="1315233" cy="65712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334BB2D3-9E88-FFAB-5335-79B73AD4DE9C}"/>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080293769"/>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does Spring MVC handle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form submissions</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2" descr="Computer User Images - Free Download on Freepik">
            <a:extLst>
              <a:ext uri="{FF2B5EF4-FFF2-40B4-BE49-F238E27FC236}">
                <a16:creationId xmlns:a16="http://schemas.microsoft.com/office/drawing/2014/main" id="{C46865CF-C8B4-51EA-DED0-DF35B5C7881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33233" y="1223534"/>
            <a:ext cx="884265" cy="833255"/>
          </a:xfrm>
          <a:prstGeom prst="ellipse">
            <a:avLst/>
          </a:prstGeom>
          <a:noFill/>
          <a:extLst>
            <a:ext uri="{909E8E84-426E-40DD-AFC4-6F175D3DCCD1}">
              <a14:hiddenFill xmlns:a14="http://schemas.microsoft.com/office/drawing/2010/main">
                <a:solidFill>
                  <a:srgbClr val="FFFFFF"/>
                </a:solidFill>
              </a14:hiddenFill>
            </a:ext>
          </a:extLst>
        </p:spPr>
      </p:pic>
      <p:pic>
        <p:nvPicPr>
          <p:cNvPr id="6" name="Picture 6" descr="High-res browser logos - Paul Irish">
            <a:extLst>
              <a:ext uri="{FF2B5EF4-FFF2-40B4-BE49-F238E27FC236}">
                <a16:creationId xmlns:a16="http://schemas.microsoft.com/office/drawing/2014/main" id="{E65388B4-6C3E-1AD4-6DF3-4D16BE7AEA0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52250" y="2111638"/>
            <a:ext cx="1446230" cy="287521"/>
          </a:xfrm>
          <a:prstGeom prst="rect">
            <a:avLst/>
          </a:prstGeom>
          <a:noFill/>
          <a:extLst>
            <a:ext uri="{909E8E84-426E-40DD-AFC4-6F175D3DCCD1}">
              <a14:hiddenFill xmlns:a14="http://schemas.microsoft.com/office/drawing/2010/main">
                <a:solidFill>
                  <a:srgbClr val="FFFFFF"/>
                </a:solidFill>
              </a14:hiddenFill>
            </a:ext>
          </a:extLst>
        </p:spPr>
      </p:pic>
      <p:cxnSp>
        <p:nvCxnSpPr>
          <p:cNvPr id="10" name="Straight Arrow Connector 9">
            <a:extLst>
              <a:ext uri="{FF2B5EF4-FFF2-40B4-BE49-F238E27FC236}">
                <a16:creationId xmlns:a16="http://schemas.microsoft.com/office/drawing/2014/main" id="{8BB2650D-149B-9030-A959-EDA2F8A800CC}"/>
              </a:ext>
            </a:extLst>
          </p:cNvPr>
          <p:cNvCxnSpPr>
            <a:cxnSpLocks/>
            <a:stCxn id="4" idx="6"/>
          </p:cNvCxnSpPr>
          <p:nvPr/>
        </p:nvCxnSpPr>
        <p:spPr>
          <a:xfrm flipV="1">
            <a:off x="2417498" y="1567849"/>
            <a:ext cx="2987263" cy="72313"/>
          </a:xfrm>
          <a:prstGeom prst="straightConnector1">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2979072C-A3AB-04F8-3A17-DC1A1DD50590}"/>
              </a:ext>
            </a:extLst>
          </p:cNvPr>
          <p:cNvCxnSpPr>
            <a:cxnSpLocks/>
          </p:cNvCxnSpPr>
          <p:nvPr/>
        </p:nvCxnSpPr>
        <p:spPr>
          <a:xfrm flipH="1" flipV="1">
            <a:off x="2122227" y="2588344"/>
            <a:ext cx="2338693" cy="2508312"/>
          </a:xfrm>
          <a:prstGeom prst="straightConnector1">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15" name="Freeform: Shape 14">
            <a:extLst>
              <a:ext uri="{FF2B5EF4-FFF2-40B4-BE49-F238E27FC236}">
                <a16:creationId xmlns:a16="http://schemas.microsoft.com/office/drawing/2014/main" id="{112D9F19-0352-D97A-5ADD-12F24564148A}"/>
              </a:ext>
            </a:extLst>
          </p:cNvPr>
          <p:cNvSpPr/>
          <p:nvPr/>
        </p:nvSpPr>
        <p:spPr>
          <a:xfrm>
            <a:off x="1657532" y="2657392"/>
            <a:ext cx="7319971" cy="3803951"/>
          </a:xfrm>
          <a:custGeom>
            <a:avLst/>
            <a:gdLst>
              <a:gd name="connsiteX0" fmla="*/ 5708073 w 5708073"/>
              <a:gd name="connsiteY0" fmla="*/ 2729345 h 3225029"/>
              <a:gd name="connsiteX1" fmla="*/ 4073237 w 5708073"/>
              <a:gd name="connsiteY1" fmla="*/ 3048000 h 3225029"/>
              <a:gd name="connsiteX2" fmla="*/ 2119746 w 5708073"/>
              <a:gd name="connsiteY2" fmla="*/ 2964873 h 3225029"/>
              <a:gd name="connsiteX3" fmla="*/ 0 w 5708073"/>
              <a:gd name="connsiteY3" fmla="*/ 0 h 3225029"/>
              <a:gd name="connsiteX4" fmla="*/ 0 w 5708073"/>
              <a:gd name="connsiteY4" fmla="*/ 0 h 3225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8073" h="3225029">
                <a:moveTo>
                  <a:pt x="5708073" y="2729345"/>
                </a:moveTo>
                <a:cubicBezTo>
                  <a:pt x="5189682" y="2869045"/>
                  <a:pt x="4671291" y="3008745"/>
                  <a:pt x="4073237" y="3048000"/>
                </a:cubicBezTo>
                <a:cubicBezTo>
                  <a:pt x="3475182" y="3087255"/>
                  <a:pt x="2798619" y="3472873"/>
                  <a:pt x="2119746" y="2964873"/>
                </a:cubicBezTo>
                <a:cubicBezTo>
                  <a:pt x="1440873" y="2456873"/>
                  <a:pt x="0" y="0"/>
                  <a:pt x="0" y="0"/>
                </a:cubicBezTo>
                <a:lnTo>
                  <a:pt x="0" y="0"/>
                </a:lnTo>
              </a:path>
            </a:pathLst>
          </a:custGeom>
          <a:noFill/>
          <a:ln>
            <a:solidFill>
              <a:schemeClr val="accent1"/>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59" name="Diagram 58">
            <a:extLst>
              <a:ext uri="{FF2B5EF4-FFF2-40B4-BE49-F238E27FC236}">
                <a16:creationId xmlns:a16="http://schemas.microsoft.com/office/drawing/2014/main" id="{35E3BE81-A780-28CA-E55A-5FF06493CF3D}"/>
              </a:ext>
            </a:extLst>
          </p:cNvPr>
          <p:cNvGraphicFramePr/>
          <p:nvPr/>
        </p:nvGraphicFramePr>
        <p:xfrm>
          <a:off x="3652890" y="1272418"/>
          <a:ext cx="8128000" cy="3349558"/>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60" name="Freeform: Shape 59">
            <a:extLst>
              <a:ext uri="{FF2B5EF4-FFF2-40B4-BE49-F238E27FC236}">
                <a16:creationId xmlns:a16="http://schemas.microsoft.com/office/drawing/2014/main" id="{21BD97C4-DEE8-7E7D-AFA8-62225256CECA}"/>
              </a:ext>
            </a:extLst>
          </p:cNvPr>
          <p:cNvSpPr/>
          <p:nvPr/>
        </p:nvSpPr>
        <p:spPr>
          <a:xfrm rot="2093280">
            <a:off x="6635998" y="4653448"/>
            <a:ext cx="291070" cy="305739"/>
          </a:xfrm>
          <a:custGeom>
            <a:avLst/>
            <a:gdLst>
              <a:gd name="connsiteX0" fmla="*/ 0 w 144475"/>
              <a:gd name="connsiteY0" fmla="*/ 34674 h 173370"/>
              <a:gd name="connsiteX1" fmla="*/ 72238 w 144475"/>
              <a:gd name="connsiteY1" fmla="*/ 34674 h 173370"/>
              <a:gd name="connsiteX2" fmla="*/ 72238 w 144475"/>
              <a:gd name="connsiteY2" fmla="*/ 0 h 173370"/>
              <a:gd name="connsiteX3" fmla="*/ 144475 w 144475"/>
              <a:gd name="connsiteY3" fmla="*/ 86685 h 173370"/>
              <a:gd name="connsiteX4" fmla="*/ 72238 w 144475"/>
              <a:gd name="connsiteY4" fmla="*/ 173370 h 173370"/>
              <a:gd name="connsiteX5" fmla="*/ 72238 w 144475"/>
              <a:gd name="connsiteY5" fmla="*/ 138696 h 173370"/>
              <a:gd name="connsiteX6" fmla="*/ 0 w 144475"/>
              <a:gd name="connsiteY6" fmla="*/ 138696 h 173370"/>
              <a:gd name="connsiteX7" fmla="*/ 0 w 144475"/>
              <a:gd name="connsiteY7" fmla="*/ 34674 h 173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75" h="173370">
                <a:moveTo>
                  <a:pt x="115580" y="1"/>
                </a:moveTo>
                <a:lnTo>
                  <a:pt x="115580" y="86686"/>
                </a:lnTo>
                <a:lnTo>
                  <a:pt x="144475" y="86686"/>
                </a:lnTo>
                <a:lnTo>
                  <a:pt x="72238" y="173369"/>
                </a:lnTo>
                <a:lnTo>
                  <a:pt x="0" y="86686"/>
                </a:lnTo>
                <a:lnTo>
                  <a:pt x="28895" y="86686"/>
                </a:lnTo>
                <a:lnTo>
                  <a:pt x="28895" y="1"/>
                </a:lnTo>
                <a:lnTo>
                  <a:pt x="115580" y="1"/>
                </a:lnTo>
                <a:close/>
              </a:path>
            </a:pathLst>
          </a:custGeom>
        </p:spPr>
        <p:style>
          <a:lnRef idx="0">
            <a:schemeClr val="lt1">
              <a:hueOff val="0"/>
              <a:satOff val="0"/>
              <a:lumOff val="0"/>
              <a:alphaOff val="0"/>
            </a:schemeClr>
          </a:lnRef>
          <a:fillRef idx="2">
            <a:schemeClr val="accent6">
              <a:hueOff val="0"/>
              <a:satOff val="0"/>
              <a:lumOff val="0"/>
              <a:alphaOff val="0"/>
            </a:schemeClr>
          </a:fillRef>
          <a:effectRef idx="1">
            <a:schemeClr val="accent6">
              <a:hueOff val="0"/>
              <a:satOff val="0"/>
              <a:lumOff val="0"/>
              <a:alphaOff val="0"/>
            </a:schemeClr>
          </a:effectRef>
          <a:fontRef idx="minor">
            <a:schemeClr val="dk1"/>
          </a:fontRef>
        </p:style>
        <p:txBody>
          <a:bodyPr spcFirstLastPara="0" vert="horz" wrap="square" lIns="34675" tIns="0" rIns="34674" bIns="43343" numCol="1" spcCol="1270" anchor="ctr" anchorCtr="0">
            <a:noAutofit/>
          </a:bodyPr>
          <a:lstStyle/>
          <a:p>
            <a:pPr marL="0" marR="0" lvl="0" indent="0" algn="ctr" defTabSz="311150" rtl="0" eaLnBrk="1" fontAlgn="auto" latinLnBrk="0" hangingPunct="1">
              <a:lnSpc>
                <a:spcPct val="90000"/>
              </a:lnSpc>
              <a:spcBef>
                <a:spcPct val="0"/>
              </a:spcBef>
              <a:spcAft>
                <a:spcPct val="35000"/>
              </a:spcAft>
              <a:buClrTx/>
              <a:buSzTx/>
              <a:buFontTx/>
              <a:buNone/>
              <a:tabLst/>
              <a:defRPr/>
            </a:pPr>
            <a:endParaRPr kumimoji="0" lang="en-IN" sz="7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Shape 60">
            <a:extLst>
              <a:ext uri="{FF2B5EF4-FFF2-40B4-BE49-F238E27FC236}">
                <a16:creationId xmlns:a16="http://schemas.microsoft.com/office/drawing/2014/main" id="{0056CB4B-5556-3FAA-CB17-86FA7A098854}"/>
              </a:ext>
            </a:extLst>
          </p:cNvPr>
          <p:cNvSpPr/>
          <p:nvPr/>
        </p:nvSpPr>
        <p:spPr>
          <a:xfrm>
            <a:off x="4515884" y="4970829"/>
            <a:ext cx="2606485" cy="915157"/>
          </a:xfrm>
          <a:custGeom>
            <a:avLst/>
            <a:gdLst>
              <a:gd name="connsiteX0" fmla="*/ 0 w 3919204"/>
              <a:gd name="connsiteY0" fmla="*/ 42686 h 426861"/>
              <a:gd name="connsiteX1" fmla="*/ 42686 w 3919204"/>
              <a:gd name="connsiteY1" fmla="*/ 0 h 426861"/>
              <a:gd name="connsiteX2" fmla="*/ 3876518 w 3919204"/>
              <a:gd name="connsiteY2" fmla="*/ 0 h 426861"/>
              <a:gd name="connsiteX3" fmla="*/ 3919204 w 3919204"/>
              <a:gd name="connsiteY3" fmla="*/ 42686 h 426861"/>
              <a:gd name="connsiteX4" fmla="*/ 3919204 w 3919204"/>
              <a:gd name="connsiteY4" fmla="*/ 384175 h 426861"/>
              <a:gd name="connsiteX5" fmla="*/ 3876518 w 3919204"/>
              <a:gd name="connsiteY5" fmla="*/ 426861 h 426861"/>
              <a:gd name="connsiteX6" fmla="*/ 42686 w 3919204"/>
              <a:gd name="connsiteY6" fmla="*/ 426861 h 426861"/>
              <a:gd name="connsiteX7" fmla="*/ 0 w 3919204"/>
              <a:gd name="connsiteY7" fmla="*/ 384175 h 426861"/>
              <a:gd name="connsiteX8" fmla="*/ 0 w 3919204"/>
              <a:gd name="connsiteY8" fmla="*/ 42686 h 426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9204" h="426861">
                <a:moveTo>
                  <a:pt x="0" y="42686"/>
                </a:moveTo>
                <a:cubicBezTo>
                  <a:pt x="0" y="19111"/>
                  <a:pt x="19111" y="0"/>
                  <a:pt x="42686" y="0"/>
                </a:cubicBezTo>
                <a:lnTo>
                  <a:pt x="3876518" y="0"/>
                </a:lnTo>
                <a:cubicBezTo>
                  <a:pt x="3900093" y="0"/>
                  <a:pt x="3919204" y="19111"/>
                  <a:pt x="3919204" y="42686"/>
                </a:cubicBezTo>
                <a:lnTo>
                  <a:pt x="3919204" y="384175"/>
                </a:lnTo>
                <a:cubicBezTo>
                  <a:pt x="3919204" y="407750"/>
                  <a:pt x="3900093" y="426861"/>
                  <a:pt x="3876518" y="426861"/>
                </a:cubicBezTo>
                <a:lnTo>
                  <a:pt x="42686" y="426861"/>
                </a:lnTo>
                <a:cubicBezTo>
                  <a:pt x="19111" y="426861"/>
                  <a:pt x="0" y="407750"/>
                  <a:pt x="0" y="384175"/>
                </a:cubicBezTo>
                <a:lnTo>
                  <a:pt x="0" y="42686"/>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2">
              <a:hueOff val="0"/>
              <a:satOff val="0"/>
              <a:lumOff val="0"/>
              <a:alphaOff val="0"/>
            </a:schemeClr>
          </a:fillRef>
          <a:effectRef idx="1">
            <a:schemeClr val="accent2">
              <a:hueOff val="0"/>
              <a:satOff val="0"/>
              <a:lumOff val="0"/>
              <a:alphaOff val="0"/>
            </a:schemeClr>
          </a:effectRef>
          <a:fontRef idx="minor">
            <a:schemeClr val="dk1"/>
          </a:fontRef>
        </p:style>
        <p:txBody>
          <a:bodyPr spcFirstLastPara="0" vert="horz" wrap="square" lIns="73462" tIns="73462" rIns="73462" bIns="73462" numCol="1" spcCol="1270" anchor="ctr" anchorCtr="0">
            <a:noAutofit/>
          </a:bodyPr>
          <a:lstStyle/>
          <a:p>
            <a:pPr marL="0" marR="0" lvl="0" indent="0" algn="l" defTabSz="711200" rtl="0" eaLnBrk="1" fontAlgn="auto"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7. Process valid data &amp; </a:t>
            </a:r>
            <a:r>
              <a:rPr kumimoji="0" lang="en-IN" sz="1800" b="0" i="0"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return a success view</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Shape 61">
            <a:extLst>
              <a:ext uri="{FF2B5EF4-FFF2-40B4-BE49-F238E27FC236}">
                <a16:creationId xmlns:a16="http://schemas.microsoft.com/office/drawing/2014/main" id="{781C065C-22E7-0CE5-E4CC-B4B149DF9963}"/>
              </a:ext>
            </a:extLst>
          </p:cNvPr>
          <p:cNvSpPr/>
          <p:nvPr/>
        </p:nvSpPr>
        <p:spPr>
          <a:xfrm rot="19116463">
            <a:off x="8272684" y="4607790"/>
            <a:ext cx="233663" cy="309449"/>
          </a:xfrm>
          <a:custGeom>
            <a:avLst/>
            <a:gdLst>
              <a:gd name="connsiteX0" fmla="*/ 0 w 144475"/>
              <a:gd name="connsiteY0" fmla="*/ 34674 h 173370"/>
              <a:gd name="connsiteX1" fmla="*/ 72238 w 144475"/>
              <a:gd name="connsiteY1" fmla="*/ 34674 h 173370"/>
              <a:gd name="connsiteX2" fmla="*/ 72238 w 144475"/>
              <a:gd name="connsiteY2" fmla="*/ 0 h 173370"/>
              <a:gd name="connsiteX3" fmla="*/ 144475 w 144475"/>
              <a:gd name="connsiteY3" fmla="*/ 86685 h 173370"/>
              <a:gd name="connsiteX4" fmla="*/ 72238 w 144475"/>
              <a:gd name="connsiteY4" fmla="*/ 173370 h 173370"/>
              <a:gd name="connsiteX5" fmla="*/ 72238 w 144475"/>
              <a:gd name="connsiteY5" fmla="*/ 138696 h 173370"/>
              <a:gd name="connsiteX6" fmla="*/ 0 w 144475"/>
              <a:gd name="connsiteY6" fmla="*/ 138696 h 173370"/>
              <a:gd name="connsiteX7" fmla="*/ 0 w 144475"/>
              <a:gd name="connsiteY7" fmla="*/ 34674 h 173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75" h="173370">
                <a:moveTo>
                  <a:pt x="115580" y="1"/>
                </a:moveTo>
                <a:lnTo>
                  <a:pt x="115580" y="86686"/>
                </a:lnTo>
                <a:lnTo>
                  <a:pt x="144475" y="86686"/>
                </a:lnTo>
                <a:lnTo>
                  <a:pt x="72238" y="173369"/>
                </a:lnTo>
                <a:lnTo>
                  <a:pt x="0" y="86686"/>
                </a:lnTo>
                <a:lnTo>
                  <a:pt x="28895" y="86686"/>
                </a:lnTo>
                <a:lnTo>
                  <a:pt x="28895" y="1"/>
                </a:lnTo>
                <a:lnTo>
                  <a:pt x="115580" y="1"/>
                </a:lnTo>
                <a:close/>
              </a:path>
            </a:pathLst>
          </a:custGeom>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34675" tIns="0" rIns="34674" bIns="43343" numCol="1" spcCol="1270" anchor="ctr" anchorCtr="0">
            <a:noAutofit/>
          </a:bodyPr>
          <a:lstStyle/>
          <a:p>
            <a:pPr marL="0" marR="0" lvl="0" indent="0" algn="ctr" defTabSz="311150" rtl="0" eaLnBrk="1" fontAlgn="auto" latinLnBrk="0" hangingPunct="1">
              <a:lnSpc>
                <a:spcPct val="90000"/>
              </a:lnSpc>
              <a:spcBef>
                <a:spcPct val="0"/>
              </a:spcBef>
              <a:spcAft>
                <a:spcPct val="35000"/>
              </a:spcAft>
              <a:buClrTx/>
              <a:buSzTx/>
              <a:buFontTx/>
              <a:buNone/>
              <a:tabLst/>
              <a:defRPr/>
            </a:pPr>
            <a:endParaRPr kumimoji="0" lang="en-IN" sz="7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Freeform: Shape 62">
            <a:extLst>
              <a:ext uri="{FF2B5EF4-FFF2-40B4-BE49-F238E27FC236}">
                <a16:creationId xmlns:a16="http://schemas.microsoft.com/office/drawing/2014/main" id="{4FFAEC99-0CA4-72C3-0679-E919EB7A0505}"/>
              </a:ext>
            </a:extLst>
          </p:cNvPr>
          <p:cNvSpPr/>
          <p:nvPr/>
        </p:nvSpPr>
        <p:spPr>
          <a:xfrm>
            <a:off x="7834623" y="4970829"/>
            <a:ext cx="2803086" cy="915157"/>
          </a:xfrm>
          <a:custGeom>
            <a:avLst/>
            <a:gdLst>
              <a:gd name="connsiteX0" fmla="*/ 0 w 3919204"/>
              <a:gd name="connsiteY0" fmla="*/ 42686 h 426861"/>
              <a:gd name="connsiteX1" fmla="*/ 42686 w 3919204"/>
              <a:gd name="connsiteY1" fmla="*/ 0 h 426861"/>
              <a:gd name="connsiteX2" fmla="*/ 3876518 w 3919204"/>
              <a:gd name="connsiteY2" fmla="*/ 0 h 426861"/>
              <a:gd name="connsiteX3" fmla="*/ 3919204 w 3919204"/>
              <a:gd name="connsiteY3" fmla="*/ 42686 h 426861"/>
              <a:gd name="connsiteX4" fmla="*/ 3919204 w 3919204"/>
              <a:gd name="connsiteY4" fmla="*/ 384175 h 426861"/>
              <a:gd name="connsiteX5" fmla="*/ 3876518 w 3919204"/>
              <a:gd name="connsiteY5" fmla="*/ 426861 h 426861"/>
              <a:gd name="connsiteX6" fmla="*/ 42686 w 3919204"/>
              <a:gd name="connsiteY6" fmla="*/ 426861 h 426861"/>
              <a:gd name="connsiteX7" fmla="*/ 0 w 3919204"/>
              <a:gd name="connsiteY7" fmla="*/ 384175 h 426861"/>
              <a:gd name="connsiteX8" fmla="*/ 0 w 3919204"/>
              <a:gd name="connsiteY8" fmla="*/ 42686 h 426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9204" h="426861">
                <a:moveTo>
                  <a:pt x="0" y="42686"/>
                </a:moveTo>
                <a:cubicBezTo>
                  <a:pt x="0" y="19111"/>
                  <a:pt x="19111" y="0"/>
                  <a:pt x="42686" y="0"/>
                </a:cubicBezTo>
                <a:lnTo>
                  <a:pt x="3876518" y="0"/>
                </a:lnTo>
                <a:cubicBezTo>
                  <a:pt x="3900093" y="0"/>
                  <a:pt x="3919204" y="19111"/>
                  <a:pt x="3919204" y="42686"/>
                </a:cubicBezTo>
                <a:lnTo>
                  <a:pt x="3919204" y="384175"/>
                </a:lnTo>
                <a:cubicBezTo>
                  <a:pt x="3919204" y="407750"/>
                  <a:pt x="3900093" y="426861"/>
                  <a:pt x="3876518" y="426861"/>
                </a:cubicBezTo>
                <a:lnTo>
                  <a:pt x="42686" y="426861"/>
                </a:lnTo>
                <a:cubicBezTo>
                  <a:pt x="19111" y="426861"/>
                  <a:pt x="0" y="407750"/>
                  <a:pt x="0" y="384175"/>
                </a:cubicBezTo>
                <a:lnTo>
                  <a:pt x="0" y="42686"/>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4">
              <a:hueOff val="0"/>
              <a:satOff val="0"/>
              <a:lumOff val="0"/>
              <a:alphaOff val="0"/>
            </a:schemeClr>
          </a:fillRef>
          <a:effectRef idx="1">
            <a:schemeClr val="accent4">
              <a:hueOff val="0"/>
              <a:satOff val="0"/>
              <a:lumOff val="0"/>
              <a:alphaOff val="0"/>
            </a:schemeClr>
          </a:effectRef>
          <a:fontRef idx="minor">
            <a:schemeClr val="dk1"/>
          </a:fontRef>
        </p:style>
        <p:txBody>
          <a:bodyPr spcFirstLastPara="0" vert="horz" wrap="square" lIns="73462" tIns="73462" rIns="73462" bIns="73462" numCol="1" spcCol="1270" anchor="ctr" anchorCtr="0">
            <a:noAutofit/>
          </a:bodyPr>
          <a:lstStyle/>
          <a:p>
            <a:pPr marL="0" marR="0" lvl="0" indent="0" algn="l" defTabSz="711200" rtl="0" eaLnBrk="1" fontAlgn="auto"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 Return validation errors</a:t>
            </a:r>
          </a:p>
        </p:txBody>
      </p:sp>
      <p:sp>
        <p:nvSpPr>
          <p:cNvPr id="5" name="TextBox 4">
            <a:extLst>
              <a:ext uri="{FF2B5EF4-FFF2-40B4-BE49-F238E27FC236}">
                <a16:creationId xmlns:a16="http://schemas.microsoft.com/office/drawing/2014/main" id="{DC4A071A-076C-0FFF-FF99-04021F1AD4C0}"/>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1"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285332730"/>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does Spring MVC handle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form submissions</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5" name="Diagram 4">
            <a:extLst>
              <a:ext uri="{FF2B5EF4-FFF2-40B4-BE49-F238E27FC236}">
                <a16:creationId xmlns:a16="http://schemas.microsoft.com/office/drawing/2014/main" id="{A65D082A-1D0A-24DE-AF9A-DFDC42DFA297}"/>
              </a:ext>
            </a:extLst>
          </p:cNvPr>
          <p:cNvGraphicFramePr/>
          <p:nvPr/>
        </p:nvGraphicFramePr>
        <p:xfrm>
          <a:off x="355694" y="1335128"/>
          <a:ext cx="8444821" cy="4187743"/>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4" name="TextBox 3">
            <a:extLst>
              <a:ext uri="{FF2B5EF4-FFF2-40B4-BE49-F238E27FC236}">
                <a16:creationId xmlns:a16="http://schemas.microsoft.com/office/drawing/2014/main" id="{8891B3F0-901C-0555-6715-1838FFB7FAC5}"/>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9"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454469685"/>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2701A81E-6F90-21F8-1675-C59173C694BC}"/>
              </a:ext>
            </a:extLst>
          </p:cNvPr>
          <p:cNvGrpSpPr/>
          <p:nvPr/>
        </p:nvGrpSpPr>
        <p:grpSpPr>
          <a:xfrm>
            <a:off x="686363" y="2037345"/>
            <a:ext cx="5890845" cy="1086212"/>
            <a:chOff x="8114213" y="-73194"/>
            <a:chExt cx="2371423" cy="1269097"/>
          </a:xfrm>
        </p:grpSpPr>
        <p:sp>
          <p:nvSpPr>
            <p:cNvPr id="24" name="Rectangle 23">
              <a:extLst>
                <a:ext uri="{FF2B5EF4-FFF2-40B4-BE49-F238E27FC236}">
                  <a16:creationId xmlns:a16="http://schemas.microsoft.com/office/drawing/2014/main" id="{F5C3BDFB-54F5-3949-50DE-DCDD26DDBB06}"/>
                </a:ext>
              </a:extLst>
            </p:cNvPr>
            <p:cNvSpPr/>
            <p:nvPr/>
          </p:nvSpPr>
          <p:spPr>
            <a:xfrm>
              <a:off x="8114213" y="8792"/>
              <a:ext cx="2371423" cy="948569"/>
            </a:xfrm>
            <a:prstGeom prst="rect">
              <a:avLst/>
            </a:prstGeom>
          </p:spPr>
          <p:style>
            <a:lnRef idx="2">
              <a:schemeClr val="accent5">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1CF15C02-E44D-5390-67E5-853B7B3A572D}"/>
                </a:ext>
              </a:extLst>
            </p:cNvPr>
            <p:cNvSpPr txBox="1"/>
            <p:nvPr/>
          </p:nvSpPr>
          <p:spPr>
            <a:xfrm>
              <a:off x="8114213" y="-73194"/>
              <a:ext cx="2371423" cy="1269097"/>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170688" tIns="97536" rIns="170688" bIns="97536"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en-IN" sz="3200" b="1" i="0" u="none" strike="noStrike" kern="1200" cap="none" spc="0" normalizeH="0" baseline="0" noProof="0" dirty="0">
                  <a:ln>
                    <a:noFill/>
                  </a:ln>
                  <a:solidFill>
                    <a:prstClr val="white"/>
                  </a:solidFill>
                  <a:effectLst/>
                  <a:uLnTx/>
                  <a:uFillTx/>
                  <a:latin typeface="Calibri" panose="020F0502020204030204"/>
                  <a:ea typeface="+mn-ea"/>
                  <a:cs typeface="+mn-cs"/>
                </a:rPr>
                <a:t>REST WEBSERVICES/ REST API</a:t>
              </a:r>
            </a:p>
          </p:txBody>
        </p:sp>
      </p:grpSp>
      <p:grpSp>
        <p:nvGrpSpPr>
          <p:cNvPr id="21" name="Group 20">
            <a:extLst>
              <a:ext uri="{FF2B5EF4-FFF2-40B4-BE49-F238E27FC236}">
                <a16:creationId xmlns:a16="http://schemas.microsoft.com/office/drawing/2014/main" id="{2DE245D7-E824-2895-AD76-77E080EE67A7}"/>
              </a:ext>
            </a:extLst>
          </p:cNvPr>
          <p:cNvGrpSpPr/>
          <p:nvPr/>
        </p:nvGrpSpPr>
        <p:grpSpPr>
          <a:xfrm>
            <a:off x="686360" y="2947094"/>
            <a:ext cx="6676966" cy="2812021"/>
            <a:chOff x="8114213" y="957362"/>
            <a:chExt cx="2687883" cy="2547360"/>
          </a:xfrm>
        </p:grpSpPr>
        <p:sp>
          <p:nvSpPr>
            <p:cNvPr id="22" name="Rectangle 21">
              <a:extLst>
                <a:ext uri="{FF2B5EF4-FFF2-40B4-BE49-F238E27FC236}">
                  <a16:creationId xmlns:a16="http://schemas.microsoft.com/office/drawing/2014/main" id="{BA9A123C-1537-14E7-1077-485FC04B8F3D}"/>
                </a:ext>
              </a:extLst>
            </p:cNvPr>
            <p:cNvSpPr/>
            <p:nvPr/>
          </p:nvSpPr>
          <p:spPr>
            <a:xfrm>
              <a:off x="8114213" y="957362"/>
              <a:ext cx="2371423" cy="2547360"/>
            </a:xfrm>
            <a:prstGeom prst="rect">
              <a:avLst/>
            </a:prstGeom>
          </p:spPr>
          <p:style>
            <a:lnRef idx="2">
              <a:schemeClr val="accent5">
                <a:tint val="40000"/>
                <a:alpha val="90000"/>
                <a:hueOff val="0"/>
                <a:satOff val="0"/>
                <a:lumOff val="0"/>
                <a:alphaOff val="0"/>
              </a:schemeClr>
            </a:lnRef>
            <a:fillRef idx="1">
              <a:schemeClr val="accent5">
                <a:tint val="40000"/>
                <a:alpha val="90000"/>
                <a:hueOff val="0"/>
                <a:satOff val="0"/>
                <a:lumOff val="0"/>
                <a:alphaOff val="0"/>
              </a:schemeClr>
            </a:fillRef>
            <a:effectRef idx="0">
              <a:schemeClr val="accent5">
                <a:tint val="40000"/>
                <a:alpha val="90000"/>
                <a:hueOff val="0"/>
                <a:satOff val="0"/>
                <a:lumOff val="0"/>
                <a:alphaOff val="0"/>
              </a:schemeClr>
            </a:effectRef>
            <a:fontRef idx="minor">
              <a:schemeClr val="dk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hueOff val="0"/>
                    <a:satOff val="0"/>
                    <a:lumOff val="0"/>
                    <a:alphaOff val="0"/>
                  </a:prstClr>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A2AEE84C-E2EF-0462-3BB3-9D4B8805E468}"/>
                </a:ext>
              </a:extLst>
            </p:cNvPr>
            <p:cNvSpPr txBox="1"/>
            <p:nvPr/>
          </p:nvSpPr>
          <p:spPr>
            <a:xfrm>
              <a:off x="8114214" y="957362"/>
              <a:ext cx="2687882" cy="2547360"/>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96012" tIns="96012" rIns="128016" bIns="144018" numCol="1" spcCol="1270" anchor="t" anchorCtr="0">
              <a:noAutofit/>
            </a:bodyPr>
            <a:lstStyle/>
            <a:p>
              <a:pPr marL="171450" marR="0" lvl="1" indent="-171450" algn="l" defTabSz="800100" rtl="0" eaLnBrk="1" fontAlgn="auto" latinLnBrk="0" hangingPunct="1">
                <a:lnSpc>
                  <a:spcPct val="90000"/>
                </a:lnSpc>
                <a:spcBef>
                  <a:spcPts val="1200"/>
                </a:spcBef>
                <a:spcAft>
                  <a:spcPct val="15000"/>
                </a:spcAft>
                <a:buClrTx/>
                <a:buSzTx/>
                <a:buFontTx/>
                <a:buNone/>
                <a:tabLst/>
                <a:defRPr/>
              </a:pPr>
              <a:r>
                <a:rPr kumimoji="0" lang="en-IN" sz="2400" b="0"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rPr>
                <a:t>1. Basics</a:t>
              </a:r>
            </a:p>
            <a:p>
              <a:pPr marL="171450" marR="0" lvl="1" indent="-171450" algn="l" defTabSz="800100" rtl="0" eaLnBrk="1" fontAlgn="auto" latinLnBrk="0" hangingPunct="1">
                <a:lnSpc>
                  <a:spcPct val="90000"/>
                </a:lnSpc>
                <a:spcBef>
                  <a:spcPts val="1200"/>
                </a:spcBef>
                <a:spcAft>
                  <a:spcPct val="15000"/>
                </a:spcAft>
                <a:buClrTx/>
                <a:buSzTx/>
                <a:buFontTx/>
                <a:buNone/>
                <a:tabLst/>
                <a:defRPr/>
              </a:pPr>
              <a:r>
                <a:rPr kumimoji="0" lang="en-IN" sz="2400" b="0"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rPr>
                <a:t>2. HTTP Methods &amp; Status Codes</a:t>
              </a:r>
              <a:endParaRPr kumimoji="0" lang="en-US" sz="2400" b="0"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endParaRPr>
            </a:p>
            <a:p>
              <a:pPr marL="171450" marR="0" lvl="1" indent="-171450" algn="l" defTabSz="800100" rtl="0" eaLnBrk="1" fontAlgn="auto" latinLnBrk="0" hangingPunct="1">
                <a:lnSpc>
                  <a:spcPct val="90000"/>
                </a:lnSpc>
                <a:spcBef>
                  <a:spcPts val="1200"/>
                </a:spcBef>
                <a:spcAft>
                  <a:spcPct val="15000"/>
                </a:spcAft>
                <a:buClrTx/>
                <a:buSzTx/>
                <a:buFontTx/>
                <a:buNone/>
                <a:tabLst/>
                <a:defRPr/>
              </a:pPr>
              <a:r>
                <a:rPr kumimoji="0" lang="en-US" sz="2400" b="0"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rPr>
                <a:t>3. CORS, Serialization, Deserialization, Others</a:t>
              </a:r>
              <a:endParaRPr kumimoji="0" lang="en-IN" sz="2400" b="0"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endParaRPr>
            </a:p>
            <a:p>
              <a:pPr marL="171450" marR="0" lvl="1" indent="-171450" algn="l" defTabSz="800100" rtl="0" eaLnBrk="1" fontAlgn="auto" latinLnBrk="0" hangingPunct="1">
                <a:lnSpc>
                  <a:spcPct val="90000"/>
                </a:lnSpc>
                <a:spcBef>
                  <a:spcPts val="1200"/>
                </a:spcBef>
                <a:spcAft>
                  <a:spcPct val="15000"/>
                </a:spcAft>
                <a:buClrTx/>
                <a:buSzTx/>
                <a:buFontTx/>
                <a:buNone/>
                <a:tabLst/>
                <a:defRPr/>
              </a:pPr>
              <a:r>
                <a:rPr kumimoji="0" lang="en-IN" sz="2400" b="0"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rPr>
                <a:t>4. Authentication &amp; Authorization</a:t>
              </a:r>
            </a:p>
          </p:txBody>
        </p:sp>
      </p:grpSp>
      <p:sp>
        <p:nvSpPr>
          <p:cNvPr id="9" name="Rectangle 8">
            <a:extLst>
              <a:ext uri="{FF2B5EF4-FFF2-40B4-BE49-F238E27FC236}">
                <a16:creationId xmlns:a16="http://schemas.microsoft.com/office/drawing/2014/main" id="{9D92D0C9-FE27-E2EF-2E11-0E25E3150C8C}"/>
              </a:ext>
            </a:extLst>
          </p:cNvPr>
          <p:cNvSpPr/>
          <p:nvPr/>
        </p:nvSpPr>
        <p:spPr>
          <a:xfrm>
            <a:off x="0" y="-21772"/>
            <a:ext cx="12191999" cy="864810"/>
          </a:xfrm>
          <a:prstGeom prst="rect">
            <a:avLst/>
          </a:prstGeom>
          <a:solidFill>
            <a:schemeClr val="tx1">
              <a:lumMod val="85000"/>
              <a:lumOff val="15000"/>
            </a:schemeClr>
          </a:solidFill>
          <a:ln>
            <a:solidFill>
              <a:schemeClr val="bg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Calibri Light" panose="020F0302020204030204"/>
                <a:ea typeface="+mn-ea"/>
                <a:cs typeface="+mn-cs"/>
              </a:rPr>
              <a:t>Java Chapters</a:t>
            </a:r>
          </a:p>
        </p:txBody>
      </p:sp>
      <p:pic>
        <p:nvPicPr>
          <p:cNvPr id="10" name="Picture 9" descr="A logo of a cup of coffee&#10;&#10;Description automatically generated">
            <a:extLst>
              <a:ext uri="{FF2B5EF4-FFF2-40B4-BE49-F238E27FC236}">
                <a16:creationId xmlns:a16="http://schemas.microsoft.com/office/drawing/2014/main" id="{580B59A1-3EE3-F24D-5E04-B5F3DF73BF1B}"/>
              </a:ext>
            </a:extLst>
          </p:cNvPr>
          <p:cNvPicPr>
            <a:picLocks noChangeAspect="1"/>
          </p:cNvPicPr>
          <p:nvPr/>
        </p:nvPicPr>
        <p:blipFill>
          <a:blip r:embed="rId2">
            <a:extLst>
              <a:ext uri="{28A0092B-C50C-407E-A947-70E740481C1C}">
                <a14:useLocalDpi xmlns:a14="http://schemas.microsoft.com/office/drawing/2010/main" val="0"/>
              </a:ext>
            </a:extLst>
          </a:blip>
          <a:srcRect l="16226" t="9969" r="11448" b="10437"/>
          <a:stretch/>
        </p:blipFill>
        <p:spPr>
          <a:xfrm>
            <a:off x="3960004" y="41271"/>
            <a:ext cx="745067" cy="819939"/>
          </a:xfrm>
          <a:prstGeom prst="ellipse">
            <a:avLst/>
          </a:prstGeom>
        </p:spPr>
      </p:pic>
      <p:sp>
        <p:nvSpPr>
          <p:cNvPr id="2" name="TextBox 1">
            <a:extLst>
              <a:ext uri="{FF2B5EF4-FFF2-40B4-BE49-F238E27FC236}">
                <a16:creationId xmlns:a16="http://schemas.microsoft.com/office/drawing/2014/main" id="{20CED813-9D52-EFBA-CFEB-CEAFC78DF8C5}"/>
              </a:ext>
            </a:extLst>
          </p:cNvPr>
          <p:cNvSpPr txBox="1"/>
          <p:nvPr/>
        </p:nvSpPr>
        <p:spPr>
          <a:xfrm>
            <a:off x="10342731" y="6373174"/>
            <a:ext cx="1972639" cy="307777"/>
          </a:xfrm>
          <a:prstGeom prst="rect">
            <a:avLst/>
          </a:prstGeom>
          <a:noFill/>
        </p:spPr>
        <p:txBody>
          <a:bodyPr wrap="square">
            <a:spAutoFit/>
          </a:bodyPr>
          <a:lstStyle/>
          <a:p>
            <a:r>
              <a:rPr lang="en-US" sz="1400" dirty="0">
                <a:hlinkClick r:id="rId3" action="ppaction://hlinksldjump"/>
              </a:rPr>
              <a:t>Back to main index</a:t>
            </a:r>
            <a:endParaRPr lang="en-IN" sz="1400" dirty="0"/>
          </a:p>
        </p:txBody>
      </p:sp>
    </p:spTree>
    <p:extLst>
      <p:ext uri="{BB962C8B-B14F-4D97-AF65-F5344CB8AC3E}">
        <p14:creationId xmlns:p14="http://schemas.microsoft.com/office/powerpoint/2010/main" val="2892356226"/>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551194"/>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REST</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&amp;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RESTful API</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HTTP Request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Response</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structures in UI and REST API?</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Top 5 REST guidelines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and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advantages</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of them?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REST API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SOAP API</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RESTful Services/ REST API - Basics</a:t>
            </a:r>
            <a:endParaRPr lang="en-IN" b="1" dirty="0"/>
          </a:p>
        </p:txBody>
      </p:sp>
      <p:pic>
        <p:nvPicPr>
          <p:cNvPr id="2" name="Picture 1">
            <a:extLst>
              <a:ext uri="{FF2B5EF4-FFF2-40B4-BE49-F238E27FC236}">
                <a16:creationId xmlns:a16="http://schemas.microsoft.com/office/drawing/2014/main" id="{96051112-5121-586B-9409-9F64EF4B222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273073" y="1542305"/>
            <a:ext cx="625656" cy="248916"/>
          </a:xfrm>
          <a:prstGeom prst="rect">
            <a:avLst/>
          </a:prstGeom>
        </p:spPr>
      </p:pic>
      <p:pic>
        <p:nvPicPr>
          <p:cNvPr id="3" name="Picture 2">
            <a:extLst>
              <a:ext uri="{FF2B5EF4-FFF2-40B4-BE49-F238E27FC236}">
                <a16:creationId xmlns:a16="http://schemas.microsoft.com/office/drawing/2014/main" id="{D83CF976-AE6F-9914-8559-8F8D46670C1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314159" y="2329931"/>
            <a:ext cx="625656" cy="248916"/>
          </a:xfrm>
          <a:prstGeom prst="rect">
            <a:avLst/>
          </a:prstGeom>
        </p:spPr>
      </p:pic>
      <p:sp>
        <p:nvSpPr>
          <p:cNvPr id="5" name="TextBox 4">
            <a:extLst>
              <a:ext uri="{FF2B5EF4-FFF2-40B4-BE49-F238E27FC236}">
                <a16:creationId xmlns:a16="http://schemas.microsoft.com/office/drawing/2014/main" id="{228C2BB6-A8EA-8AA2-2757-4246086B2FA1}"/>
              </a:ext>
            </a:extLst>
          </p:cNvPr>
          <p:cNvSpPr txBox="1"/>
          <p:nvPr/>
        </p:nvSpPr>
        <p:spPr>
          <a:xfrm>
            <a:off x="10342731" y="6373174"/>
            <a:ext cx="1972639" cy="307777"/>
          </a:xfrm>
          <a:prstGeom prst="rect">
            <a:avLst/>
          </a:prstGeom>
          <a:noFill/>
        </p:spPr>
        <p:txBody>
          <a:bodyPr wrap="square">
            <a:spAutoFit/>
          </a:bodyPr>
          <a:lstStyle/>
          <a:p>
            <a:r>
              <a:rPr lang="en-US" sz="1400" dirty="0">
                <a:hlinkClick r:id="rId8" action="ppaction://hlinksldjump"/>
              </a:rPr>
              <a:t>Back to main index</a:t>
            </a:r>
            <a:endParaRPr lang="en-IN" sz="1400" dirty="0"/>
          </a:p>
        </p:txBody>
      </p:sp>
    </p:spTree>
    <p:extLst>
      <p:ext uri="{BB962C8B-B14F-4D97-AF65-F5344CB8AC3E}">
        <p14:creationId xmlns:p14="http://schemas.microsoft.com/office/powerpoint/2010/main" val="3299355561"/>
      </p:ext>
    </p:extLst>
  </p:cSld>
  <p:clrMapOvr>
    <a:overrideClrMapping bg1="dk1" tx1="lt1" bg2="dk2" tx2="lt2" accent1="accent1" accent2="accent2" accent3="accent3" accent4="accent4" accent5="accent5" accent6="accent6" hlink="hlink" folHlink="folHlink"/>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701589-BE1A-4CCE-99D9-BB175520B9F3}"/>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8D968CEF-A157-2A16-B8B0-32B562E4C974}"/>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470E29DD-7EE9-8245-796C-D1264C05BBCA}"/>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a:ln>
                  <a:noFill/>
                </a:ln>
                <a:solidFill>
                  <a:srgbClr val="FFFF00"/>
                </a:solidFill>
                <a:effectLst/>
                <a:uLnTx/>
                <a:uFillTx/>
                <a:ea typeface="+mn-ea"/>
                <a:cs typeface="+mn-cs"/>
              </a:rPr>
              <a:t>REST</a:t>
            </a:r>
            <a:r>
              <a:rPr lang="en-US" sz="2400" b="1" dirty="0">
                <a:solidFill>
                  <a:srgbClr val="FFFF00"/>
                </a:solidFill>
                <a:ea typeface="+mn-ea"/>
                <a:cs typeface="+mn-cs"/>
              </a:rPr>
              <a:t> </a:t>
            </a:r>
            <a:r>
              <a:rPr lang="en-US" sz="2400" b="1" dirty="0">
                <a:solidFill>
                  <a:schemeClr val="bg1"/>
                </a:solidFill>
                <a:ea typeface="+mn-ea"/>
                <a:cs typeface="+mn-cs"/>
              </a:rPr>
              <a:t>&amp;</a:t>
            </a:r>
            <a:r>
              <a:rPr lang="en-US" sz="2400" b="1" dirty="0">
                <a:solidFill>
                  <a:srgbClr val="FFFF00"/>
                </a:solidFill>
                <a:ea typeface="+mn-ea"/>
                <a:cs typeface="+mn-cs"/>
              </a:rPr>
              <a:t> RESTful API</a:t>
            </a:r>
            <a:r>
              <a:rPr lang="en-US" sz="2400" b="1" dirty="0">
                <a:solidFill>
                  <a:schemeClr val="bg1"/>
                </a:solidFill>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B69E22D0-1325-4147-DECF-930592C6A6E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8" name="TextBox 47">
            <a:extLst>
              <a:ext uri="{FF2B5EF4-FFF2-40B4-BE49-F238E27FC236}">
                <a16:creationId xmlns:a16="http://schemas.microsoft.com/office/drawing/2014/main" id="{6D8B3050-6C8E-35D8-40E5-10F76366D312}"/>
              </a:ext>
            </a:extLst>
          </p:cNvPr>
          <p:cNvSpPr txBox="1"/>
          <p:nvPr/>
        </p:nvSpPr>
        <p:spPr>
          <a:xfrm>
            <a:off x="355694" y="1126625"/>
            <a:ext cx="7651839" cy="1077218"/>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REST (Representational State Transfer) is an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architectural style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for designing networked applications (REST is a set of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guidelines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for creating API’s).</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RESTful API is a service which follow REST principles/ guidelines.</a:t>
            </a:r>
          </a:p>
        </p:txBody>
      </p:sp>
      <p:pic>
        <p:nvPicPr>
          <p:cNvPr id="6" name="Picture 2" descr="Computer User Images - Free Download on Freepik">
            <a:extLst>
              <a:ext uri="{FF2B5EF4-FFF2-40B4-BE49-F238E27FC236}">
                <a16:creationId xmlns:a16="http://schemas.microsoft.com/office/drawing/2014/main" id="{39D9495B-F019-F478-A705-844C3723C47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8898" y="3398694"/>
            <a:ext cx="1536981" cy="1448319"/>
          </a:xfrm>
          <a:prstGeom prst="ellipse">
            <a:avLst/>
          </a:prstGeom>
          <a:noFill/>
          <a:extLst>
            <a:ext uri="{909E8E84-426E-40DD-AFC4-6F175D3DCCD1}">
              <a14:hiddenFill xmlns:a14="http://schemas.microsoft.com/office/drawing/2010/main">
                <a:solidFill>
                  <a:srgbClr val="FFFFFF"/>
                </a:solidFill>
              </a14:hiddenFill>
            </a:ext>
          </a:extLst>
        </p:spPr>
      </p:pic>
      <p:pic>
        <p:nvPicPr>
          <p:cNvPr id="7" name="Picture 6">
            <a:extLst>
              <a:ext uri="{FF2B5EF4-FFF2-40B4-BE49-F238E27FC236}">
                <a16:creationId xmlns:a16="http://schemas.microsoft.com/office/drawing/2014/main" id="{06907391-C3CD-B71F-F856-4BDE519696B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49808" y="3302276"/>
            <a:ext cx="1153390" cy="178775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a:extLst>
              <a:ext uri="{FF2B5EF4-FFF2-40B4-BE49-F238E27FC236}">
                <a16:creationId xmlns:a16="http://schemas.microsoft.com/office/drawing/2014/main" id="{99B3FD10-ACD7-B029-C75A-899CC432D76A}"/>
              </a:ext>
            </a:extLst>
          </p:cNvPr>
          <p:cNvPicPr>
            <a:picLocks noChangeAspect="1"/>
          </p:cNvPicPr>
          <p:nvPr/>
        </p:nvPicPr>
        <p:blipFill>
          <a:blip r:embed="rId6"/>
          <a:stretch>
            <a:fillRect/>
          </a:stretch>
        </p:blipFill>
        <p:spPr>
          <a:xfrm>
            <a:off x="6643375" y="3350631"/>
            <a:ext cx="1721887" cy="1568831"/>
          </a:xfrm>
          <a:prstGeom prst="rect">
            <a:avLst/>
          </a:prstGeom>
        </p:spPr>
      </p:pic>
      <p:pic>
        <p:nvPicPr>
          <p:cNvPr id="10" name="Picture 10" descr="rdbms] DB schema 설계시 주의할 점 2가지(확장성, 정규화)">
            <a:extLst>
              <a:ext uri="{FF2B5EF4-FFF2-40B4-BE49-F238E27FC236}">
                <a16:creationId xmlns:a16="http://schemas.microsoft.com/office/drawing/2014/main" id="{3F7C4185-7ACE-72A7-C067-C48C3068C05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893692" y="3306455"/>
            <a:ext cx="1596285" cy="1760389"/>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id="{FACD6358-AC85-1E0C-66FA-7776E0100A77}"/>
              </a:ext>
            </a:extLst>
          </p:cNvPr>
          <p:cNvSpPr txBox="1"/>
          <p:nvPr/>
        </p:nvSpPr>
        <p:spPr>
          <a:xfrm>
            <a:off x="3384989" y="2804544"/>
            <a:ext cx="2169608"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Client-Side</a:t>
            </a:r>
          </a:p>
        </p:txBody>
      </p:sp>
      <p:sp>
        <p:nvSpPr>
          <p:cNvPr id="12" name="TextBox 11">
            <a:extLst>
              <a:ext uri="{FF2B5EF4-FFF2-40B4-BE49-F238E27FC236}">
                <a16:creationId xmlns:a16="http://schemas.microsoft.com/office/drawing/2014/main" id="{E35936F8-7A86-4BEE-F3C5-6C8DB5E5979A}"/>
              </a:ext>
            </a:extLst>
          </p:cNvPr>
          <p:cNvSpPr txBox="1"/>
          <p:nvPr/>
        </p:nvSpPr>
        <p:spPr>
          <a:xfrm>
            <a:off x="5930619" y="2832125"/>
            <a:ext cx="3012441"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Server-Side (REST API)</a:t>
            </a:r>
          </a:p>
        </p:txBody>
      </p:sp>
      <p:sp>
        <p:nvSpPr>
          <p:cNvPr id="13" name="TextBox 12">
            <a:extLst>
              <a:ext uri="{FF2B5EF4-FFF2-40B4-BE49-F238E27FC236}">
                <a16:creationId xmlns:a16="http://schemas.microsoft.com/office/drawing/2014/main" id="{B50400C9-3726-996C-67D2-68E1033AF51C}"/>
              </a:ext>
            </a:extLst>
          </p:cNvPr>
          <p:cNvSpPr txBox="1"/>
          <p:nvPr/>
        </p:nvSpPr>
        <p:spPr>
          <a:xfrm>
            <a:off x="9835838" y="2805608"/>
            <a:ext cx="186726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Database Server</a:t>
            </a:r>
          </a:p>
        </p:txBody>
      </p:sp>
      <p:cxnSp>
        <p:nvCxnSpPr>
          <p:cNvPr id="14" name="Straight Arrow Connector 13">
            <a:extLst>
              <a:ext uri="{FF2B5EF4-FFF2-40B4-BE49-F238E27FC236}">
                <a16:creationId xmlns:a16="http://schemas.microsoft.com/office/drawing/2014/main" id="{8C3CCB3F-6CF4-1D4F-1EBF-F5F79E680204}"/>
              </a:ext>
            </a:extLst>
          </p:cNvPr>
          <p:cNvCxnSpPr>
            <a:cxnSpLocks/>
          </p:cNvCxnSpPr>
          <p:nvPr/>
        </p:nvCxnSpPr>
        <p:spPr>
          <a:xfrm>
            <a:off x="2083323" y="3885393"/>
            <a:ext cx="1557459" cy="0"/>
          </a:xfrm>
          <a:prstGeom prst="straightConnector1">
            <a:avLst/>
          </a:prstGeom>
          <a:ln w="222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C4DA287E-8EF4-4815-174F-6E097B50D65D}"/>
              </a:ext>
            </a:extLst>
          </p:cNvPr>
          <p:cNvSpPr txBox="1"/>
          <p:nvPr/>
        </p:nvSpPr>
        <p:spPr>
          <a:xfrm>
            <a:off x="2439007" y="3486447"/>
            <a:ext cx="139312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Request</a:t>
            </a:r>
            <a:endParaRPr kumimoji="0" lang="en-IN"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endParaRPr>
          </a:p>
        </p:txBody>
      </p:sp>
      <p:cxnSp>
        <p:nvCxnSpPr>
          <p:cNvPr id="16" name="Straight Arrow Connector 15">
            <a:extLst>
              <a:ext uri="{FF2B5EF4-FFF2-40B4-BE49-F238E27FC236}">
                <a16:creationId xmlns:a16="http://schemas.microsoft.com/office/drawing/2014/main" id="{059D146B-9CC0-519B-641F-3483F7C561EC}"/>
              </a:ext>
            </a:extLst>
          </p:cNvPr>
          <p:cNvCxnSpPr>
            <a:cxnSpLocks/>
          </p:cNvCxnSpPr>
          <p:nvPr/>
        </p:nvCxnSpPr>
        <p:spPr>
          <a:xfrm>
            <a:off x="5040954" y="3855779"/>
            <a:ext cx="1557459" cy="0"/>
          </a:xfrm>
          <a:prstGeom prst="straightConnector1">
            <a:avLst/>
          </a:prstGeom>
          <a:ln w="222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82C6567D-48AA-63E8-BEFD-0357C8B88A11}"/>
              </a:ext>
            </a:extLst>
          </p:cNvPr>
          <p:cNvCxnSpPr>
            <a:cxnSpLocks/>
          </p:cNvCxnSpPr>
          <p:nvPr/>
        </p:nvCxnSpPr>
        <p:spPr>
          <a:xfrm>
            <a:off x="8363734" y="3885393"/>
            <a:ext cx="1557459" cy="0"/>
          </a:xfrm>
          <a:prstGeom prst="straightConnector1">
            <a:avLst/>
          </a:prstGeom>
          <a:ln w="222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4E490270-B96B-A243-0851-818DDE5CEBBA}"/>
              </a:ext>
            </a:extLst>
          </p:cNvPr>
          <p:cNvCxnSpPr>
            <a:cxnSpLocks/>
          </p:cNvCxnSpPr>
          <p:nvPr/>
        </p:nvCxnSpPr>
        <p:spPr>
          <a:xfrm flipH="1">
            <a:off x="8289747" y="4488897"/>
            <a:ext cx="1643638" cy="0"/>
          </a:xfrm>
          <a:prstGeom prst="straightConnector1">
            <a:avLst/>
          </a:prstGeom>
          <a:ln w="222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715C3E40-5655-98A6-FAE7-10AC890EDE8F}"/>
              </a:ext>
            </a:extLst>
          </p:cNvPr>
          <p:cNvCxnSpPr>
            <a:cxnSpLocks/>
          </p:cNvCxnSpPr>
          <p:nvPr/>
        </p:nvCxnSpPr>
        <p:spPr>
          <a:xfrm flipH="1">
            <a:off x="5003198" y="4493524"/>
            <a:ext cx="1643638" cy="0"/>
          </a:xfrm>
          <a:prstGeom prst="straightConnector1">
            <a:avLst/>
          </a:prstGeom>
          <a:ln w="222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7E858AF7-49A9-6A83-C3CA-11C2AA641467}"/>
              </a:ext>
            </a:extLst>
          </p:cNvPr>
          <p:cNvCxnSpPr>
            <a:cxnSpLocks/>
          </p:cNvCxnSpPr>
          <p:nvPr/>
        </p:nvCxnSpPr>
        <p:spPr>
          <a:xfrm flipH="1">
            <a:off x="1997144" y="4493524"/>
            <a:ext cx="1643638" cy="0"/>
          </a:xfrm>
          <a:prstGeom prst="straightConnector1">
            <a:avLst/>
          </a:prstGeom>
          <a:ln w="222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12AA34DC-4F77-4FB5-D03C-12D5A5FFFA0A}"/>
              </a:ext>
            </a:extLst>
          </p:cNvPr>
          <p:cNvSpPr txBox="1"/>
          <p:nvPr/>
        </p:nvSpPr>
        <p:spPr>
          <a:xfrm>
            <a:off x="2432255" y="4499602"/>
            <a:ext cx="1153391"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Response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  (html)</a:t>
            </a:r>
            <a:endParaRPr kumimoji="0" lang="en-IN"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endParaRPr>
          </a:p>
        </p:txBody>
      </p:sp>
      <p:pic>
        <p:nvPicPr>
          <p:cNvPr id="24" name="Picture 2" descr="Angular, logo Icon in Vector Logo">
            <a:extLst>
              <a:ext uri="{FF2B5EF4-FFF2-40B4-BE49-F238E27FC236}">
                <a16:creationId xmlns:a16="http://schemas.microsoft.com/office/drawing/2014/main" id="{3F54A16A-D992-1261-DB3B-63918CC40DD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40782" y="5432767"/>
            <a:ext cx="746100" cy="746100"/>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4">
            <a:extLst>
              <a:ext uri="{FF2B5EF4-FFF2-40B4-BE49-F238E27FC236}">
                <a16:creationId xmlns:a16="http://schemas.microsoft.com/office/drawing/2014/main" id="{B2DECC2C-F042-CA41-CF8F-44433741103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503854" y="5432768"/>
            <a:ext cx="792965" cy="687675"/>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6" descr="High-res browser logos - Paul Irish">
            <a:extLst>
              <a:ext uri="{FF2B5EF4-FFF2-40B4-BE49-F238E27FC236}">
                <a16:creationId xmlns:a16="http://schemas.microsoft.com/office/drawing/2014/main" id="{FC03FACE-AD0F-38BC-468D-DD6CCF7D26D6}"/>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69736" y="4974606"/>
            <a:ext cx="1775304" cy="352943"/>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31">
            <a:extLst>
              <a:ext uri="{FF2B5EF4-FFF2-40B4-BE49-F238E27FC236}">
                <a16:creationId xmlns:a16="http://schemas.microsoft.com/office/drawing/2014/main" id="{87E1FC05-8AE2-2E0B-1E4B-6795D9DC698A}"/>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4289231" y="304020"/>
            <a:ext cx="905321" cy="360181"/>
          </a:xfrm>
          <a:prstGeom prst="rect">
            <a:avLst/>
          </a:prstGeom>
        </p:spPr>
      </p:pic>
      <p:sp>
        <p:nvSpPr>
          <p:cNvPr id="33" name="TextBox 32">
            <a:extLst>
              <a:ext uri="{FF2B5EF4-FFF2-40B4-BE49-F238E27FC236}">
                <a16:creationId xmlns:a16="http://schemas.microsoft.com/office/drawing/2014/main" id="{B2EC6C5C-CAD4-12B2-5E10-4746DA39D169}"/>
              </a:ext>
            </a:extLst>
          </p:cNvPr>
          <p:cNvSpPr txBox="1"/>
          <p:nvPr/>
        </p:nvSpPr>
        <p:spPr>
          <a:xfrm>
            <a:off x="5360676" y="3480758"/>
            <a:ext cx="139312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Request</a:t>
            </a:r>
            <a:endParaRPr kumimoji="0" lang="en-IN"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A9015685-4AF0-49BA-E40A-E777F6C75CA5}"/>
              </a:ext>
            </a:extLst>
          </p:cNvPr>
          <p:cNvSpPr txBox="1"/>
          <p:nvPr/>
        </p:nvSpPr>
        <p:spPr>
          <a:xfrm>
            <a:off x="5353924" y="4493913"/>
            <a:ext cx="1153391"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Response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lumMod val="50000"/>
                    <a:lumOff val="50000"/>
                  </a:prstClr>
                </a:solidFill>
                <a:effectLst/>
                <a:uLnTx/>
                <a:uFillTx/>
                <a:latin typeface="Calibri" panose="020F0502020204030204"/>
                <a:ea typeface="+mn-ea"/>
                <a:cs typeface="+mn-cs"/>
              </a:rPr>
              <a:t>json</a:t>
            </a: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endParaRPr>
          </a:p>
        </p:txBody>
      </p:sp>
      <p:pic>
        <p:nvPicPr>
          <p:cNvPr id="1028" name="Picture 4" descr="How to Build a Rest API using Spring Boot | by Anup Sarkar | Medium">
            <a:extLst>
              <a:ext uri="{FF2B5EF4-FFF2-40B4-BE49-F238E27FC236}">
                <a16:creationId xmlns:a16="http://schemas.microsoft.com/office/drawing/2014/main" id="{332D837A-BBAE-3395-89EE-204719F9432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253616" y="5373519"/>
            <a:ext cx="2366446" cy="919771"/>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BE192E4E-9037-BF0C-293E-F356077FE5C5}"/>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3"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231930460"/>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701589-BE1A-4CCE-99D9-BB175520B9F3}"/>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8D968CEF-A157-2A16-B8B0-32B562E4C974}"/>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470E29DD-7EE9-8245-796C-D1264C05BBCA}"/>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t>
            </a:r>
            <a:r>
              <a:rPr lang="en-US" sz="2400" b="1" dirty="0">
                <a:solidFill>
                  <a:schemeClr val="bg1"/>
                </a:solidFill>
                <a:ea typeface="+mn-ea"/>
                <a:cs typeface="+mn-cs"/>
              </a:rPr>
              <a:t>are</a:t>
            </a:r>
            <a:r>
              <a:rPr kumimoji="0" lang="en-US" sz="2400" b="1" i="0" u="none" strike="noStrike" kern="1200" cap="none" spc="0" normalizeH="0" baseline="0" noProof="0" dirty="0">
                <a:ln>
                  <a:noFill/>
                </a:ln>
                <a:solidFill>
                  <a:schemeClr val="bg1"/>
                </a:solidFill>
                <a:effectLst/>
                <a:uLnTx/>
                <a:uFillTx/>
                <a:ea typeface="+mn-ea"/>
                <a:cs typeface="+mn-cs"/>
              </a:rPr>
              <a:t> </a:t>
            </a:r>
            <a:r>
              <a:rPr kumimoji="0" lang="en-US" sz="2400" b="1" i="0" u="none" strike="noStrike" kern="1200" cap="none" spc="0" normalizeH="0" baseline="0" noProof="0" dirty="0">
                <a:ln>
                  <a:noFill/>
                </a:ln>
                <a:solidFill>
                  <a:srgbClr val="FFFF00"/>
                </a:solidFill>
                <a:effectLst/>
                <a:uLnTx/>
                <a:uFillTx/>
                <a:ea typeface="+mn-ea"/>
                <a:cs typeface="+mn-cs"/>
              </a:rPr>
              <a:t>HTTP Request </a:t>
            </a:r>
            <a:r>
              <a:rPr kumimoji="0" lang="en-US" sz="2400" b="1" i="0" u="none" strike="noStrike" kern="1200" cap="none" spc="0" normalizeH="0" baseline="0" noProof="0" dirty="0">
                <a:ln>
                  <a:noFill/>
                </a:ln>
                <a:solidFill>
                  <a:schemeClr val="bg1"/>
                </a:solidFill>
                <a:effectLst/>
                <a:uLnTx/>
                <a:uFillTx/>
                <a:ea typeface="+mn-ea"/>
                <a:cs typeface="+mn-cs"/>
              </a:rPr>
              <a:t>and</a:t>
            </a:r>
            <a:r>
              <a:rPr kumimoji="0" lang="en-US" sz="2400" b="1" i="0" u="none" strike="noStrike" kern="1200" cap="none" spc="0" normalizeH="0" baseline="0" noProof="0" dirty="0">
                <a:ln>
                  <a:noFill/>
                </a:ln>
                <a:solidFill>
                  <a:srgbClr val="FFFF00"/>
                </a:solidFill>
                <a:effectLst/>
                <a:uLnTx/>
                <a:uFillTx/>
                <a:ea typeface="+mn-ea"/>
                <a:cs typeface="+mn-cs"/>
              </a:rPr>
              <a:t> Response </a:t>
            </a:r>
            <a:r>
              <a:rPr kumimoji="0" lang="en-US" sz="2400" b="1" i="0" u="none" strike="noStrike" kern="1200" cap="none" spc="0" normalizeH="0" baseline="0" noProof="0" dirty="0">
                <a:ln>
                  <a:noFill/>
                </a:ln>
                <a:solidFill>
                  <a:schemeClr val="bg1"/>
                </a:solidFill>
                <a:effectLst/>
                <a:uLnTx/>
                <a:uFillTx/>
                <a:ea typeface="+mn-ea"/>
                <a:cs typeface="+mn-cs"/>
              </a:rPr>
              <a:t>structures</a:t>
            </a:r>
            <a:r>
              <a:rPr kumimoji="0" lang="en-US" sz="2400" b="1" i="0" u="none" strike="noStrike" kern="1200" cap="none" spc="0" normalizeH="0" baseline="0" noProof="0" dirty="0">
                <a:ln>
                  <a:noFill/>
                </a:ln>
                <a:solidFill>
                  <a:srgbClr val="FFFF00"/>
                </a:solidFill>
                <a:effectLst/>
                <a:uLnTx/>
                <a:uFillTx/>
                <a:ea typeface="+mn-ea"/>
                <a:cs typeface="+mn-cs"/>
              </a:rPr>
              <a:t> </a:t>
            </a:r>
            <a:r>
              <a:rPr kumimoji="0" lang="en-US" sz="2400" b="1" i="0" u="none" strike="noStrike" kern="1200" cap="none" spc="0" normalizeH="0" baseline="0" noProof="0" dirty="0">
                <a:ln>
                  <a:noFill/>
                </a:ln>
                <a:solidFill>
                  <a:schemeClr val="bg1"/>
                </a:solidFill>
                <a:effectLst/>
                <a:uLnTx/>
                <a:uFillTx/>
                <a:ea typeface="+mn-ea"/>
                <a:cs typeface="+mn-cs"/>
              </a:rPr>
              <a:t>in UI and REST API?</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B69E22D0-1325-4147-DECF-930592C6A6E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22" name="Picture 2" descr="Computer User Images - Free Download on Freepik">
            <a:extLst>
              <a:ext uri="{FF2B5EF4-FFF2-40B4-BE49-F238E27FC236}">
                <a16:creationId xmlns:a16="http://schemas.microsoft.com/office/drawing/2014/main" id="{E7B9B6F6-84F1-2B92-716F-EAD5F55C9A5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8376" y="2913412"/>
            <a:ext cx="1395096" cy="1402136"/>
          </a:xfrm>
          <a:prstGeom prst="ellipse">
            <a:avLst/>
          </a:prstGeom>
          <a:noFill/>
          <a:extLst>
            <a:ext uri="{909E8E84-426E-40DD-AFC4-6F175D3DCCD1}">
              <a14:hiddenFill xmlns:a14="http://schemas.microsoft.com/office/drawing/2010/main">
                <a:solidFill>
                  <a:srgbClr val="FFFFFF"/>
                </a:solidFill>
              </a14:hiddenFill>
            </a:ext>
          </a:extLst>
        </p:spPr>
      </p:pic>
      <p:pic>
        <p:nvPicPr>
          <p:cNvPr id="23" name="Picture 6">
            <a:extLst>
              <a:ext uri="{FF2B5EF4-FFF2-40B4-BE49-F238E27FC236}">
                <a16:creationId xmlns:a16="http://schemas.microsoft.com/office/drawing/2014/main" id="{1E50FEBA-5945-C8D2-32A7-237ACA5983F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1478" y="2880940"/>
            <a:ext cx="1153390" cy="178775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6" descr="High-res browser logos - Paul Irish">
            <a:extLst>
              <a:ext uri="{FF2B5EF4-FFF2-40B4-BE49-F238E27FC236}">
                <a16:creationId xmlns:a16="http://schemas.microsoft.com/office/drawing/2014/main" id="{2B03C65D-3F90-CA75-3F8B-B4E9AC52440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0194" y="4209125"/>
            <a:ext cx="1775304" cy="352943"/>
          </a:xfrm>
          <a:prstGeom prst="rect">
            <a:avLst/>
          </a:prstGeom>
          <a:noFill/>
          <a:extLst>
            <a:ext uri="{909E8E84-426E-40DD-AFC4-6F175D3DCCD1}">
              <a14:hiddenFill xmlns:a14="http://schemas.microsoft.com/office/drawing/2010/main">
                <a:solidFill>
                  <a:srgbClr val="FFFFFF"/>
                </a:solidFill>
              </a14:hiddenFill>
            </a:ext>
          </a:extLst>
        </p:spPr>
      </p:pic>
      <p:sp>
        <p:nvSpPr>
          <p:cNvPr id="33" name="TextBox 32">
            <a:extLst>
              <a:ext uri="{FF2B5EF4-FFF2-40B4-BE49-F238E27FC236}">
                <a16:creationId xmlns:a16="http://schemas.microsoft.com/office/drawing/2014/main" id="{0413F39C-A601-0348-F0BE-0EF2B402B106}"/>
              </a:ext>
            </a:extLst>
          </p:cNvPr>
          <p:cNvSpPr txBox="1"/>
          <p:nvPr/>
        </p:nvSpPr>
        <p:spPr>
          <a:xfrm>
            <a:off x="5934976" y="3320459"/>
            <a:ext cx="954973" cy="707886"/>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2000" b="0" i="0" u="none" strike="noStrike" kern="1200" cap="none" spc="0" normalizeH="0" baseline="0" noProof="0" dirty="0">
                <a:ln>
                  <a:noFill/>
                </a:ln>
                <a:solidFill>
                  <a:prstClr val="black">
                    <a:lumMod val="75000"/>
                    <a:lumOff val="25000"/>
                  </a:prstClr>
                </a:solidFill>
                <a:effectLst/>
                <a:uLnTx/>
                <a:uFillTx/>
                <a:latin typeface="Calibri" panose="020F0502020204030204"/>
                <a:ea typeface="+mn-ea"/>
                <a:cs typeface="+mn-cs"/>
              </a:rPr>
              <a:t>UI Server</a:t>
            </a:r>
          </a:p>
        </p:txBody>
      </p:sp>
      <p:cxnSp>
        <p:nvCxnSpPr>
          <p:cNvPr id="38" name="Straight Arrow Connector 37">
            <a:extLst>
              <a:ext uri="{FF2B5EF4-FFF2-40B4-BE49-F238E27FC236}">
                <a16:creationId xmlns:a16="http://schemas.microsoft.com/office/drawing/2014/main" id="{55EBDC3A-BD7C-65F1-8A7D-9A3DC2EBB500}"/>
              </a:ext>
            </a:extLst>
          </p:cNvPr>
          <p:cNvCxnSpPr>
            <a:cxnSpLocks/>
          </p:cNvCxnSpPr>
          <p:nvPr/>
        </p:nvCxnSpPr>
        <p:spPr>
          <a:xfrm>
            <a:off x="2173472" y="3464057"/>
            <a:ext cx="3420332" cy="0"/>
          </a:xfrm>
          <a:prstGeom prst="straightConnector1">
            <a:avLst/>
          </a:prstGeom>
          <a:ln w="222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D267ADC2-3F69-5061-4066-A32EE9FCE1B6}"/>
              </a:ext>
            </a:extLst>
          </p:cNvPr>
          <p:cNvSpPr txBox="1"/>
          <p:nvPr/>
        </p:nvSpPr>
        <p:spPr>
          <a:xfrm>
            <a:off x="3246569" y="3057457"/>
            <a:ext cx="1748811"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HTTP Request</a:t>
            </a:r>
            <a:endParaRPr kumimoji="0" lang="en-IN"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endParaRPr>
          </a:p>
        </p:txBody>
      </p:sp>
      <p:cxnSp>
        <p:nvCxnSpPr>
          <p:cNvPr id="40" name="Straight Arrow Connector 39">
            <a:extLst>
              <a:ext uri="{FF2B5EF4-FFF2-40B4-BE49-F238E27FC236}">
                <a16:creationId xmlns:a16="http://schemas.microsoft.com/office/drawing/2014/main" id="{D76B6B99-79C6-F259-E394-1235582C7A49}"/>
              </a:ext>
            </a:extLst>
          </p:cNvPr>
          <p:cNvCxnSpPr>
            <a:cxnSpLocks/>
          </p:cNvCxnSpPr>
          <p:nvPr/>
        </p:nvCxnSpPr>
        <p:spPr>
          <a:xfrm flipV="1">
            <a:off x="6802624" y="3422829"/>
            <a:ext cx="2895300" cy="11614"/>
          </a:xfrm>
          <a:prstGeom prst="straightConnector1">
            <a:avLst/>
          </a:prstGeom>
          <a:ln w="222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43" name="Straight Arrow Connector 42">
            <a:extLst>
              <a:ext uri="{FF2B5EF4-FFF2-40B4-BE49-F238E27FC236}">
                <a16:creationId xmlns:a16="http://schemas.microsoft.com/office/drawing/2014/main" id="{93989F14-7D92-6CAF-63DE-26023132D87A}"/>
              </a:ext>
            </a:extLst>
          </p:cNvPr>
          <p:cNvCxnSpPr>
            <a:cxnSpLocks/>
          </p:cNvCxnSpPr>
          <p:nvPr/>
        </p:nvCxnSpPr>
        <p:spPr>
          <a:xfrm flipH="1">
            <a:off x="6764868" y="3927287"/>
            <a:ext cx="2933056" cy="15195"/>
          </a:xfrm>
          <a:prstGeom prst="straightConnector1">
            <a:avLst/>
          </a:prstGeom>
          <a:ln w="222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44" name="Straight Arrow Connector 43">
            <a:extLst>
              <a:ext uri="{FF2B5EF4-FFF2-40B4-BE49-F238E27FC236}">
                <a16:creationId xmlns:a16="http://schemas.microsoft.com/office/drawing/2014/main" id="{DA93966F-F897-DCF7-CAAE-11C5642DA73C}"/>
              </a:ext>
            </a:extLst>
          </p:cNvPr>
          <p:cNvCxnSpPr>
            <a:cxnSpLocks/>
          </p:cNvCxnSpPr>
          <p:nvPr/>
        </p:nvCxnSpPr>
        <p:spPr>
          <a:xfrm flipH="1">
            <a:off x="2173472" y="3908102"/>
            <a:ext cx="3330020" cy="0"/>
          </a:xfrm>
          <a:prstGeom prst="straightConnector1">
            <a:avLst/>
          </a:prstGeom>
          <a:ln w="222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FD6904A1-F05B-55EB-7E3B-34A415F80F7B}"/>
              </a:ext>
            </a:extLst>
          </p:cNvPr>
          <p:cNvSpPr txBox="1"/>
          <p:nvPr/>
        </p:nvSpPr>
        <p:spPr>
          <a:xfrm>
            <a:off x="3227935" y="3927287"/>
            <a:ext cx="1791520"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HTTP Response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      (HTML)</a:t>
            </a:r>
            <a:endParaRPr kumimoji="0" lang="en-IN"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endParaRPr>
          </a:p>
        </p:txBody>
      </p:sp>
      <p:pic>
        <p:nvPicPr>
          <p:cNvPr id="59" name="Picture 58">
            <a:extLst>
              <a:ext uri="{FF2B5EF4-FFF2-40B4-BE49-F238E27FC236}">
                <a16:creationId xmlns:a16="http://schemas.microsoft.com/office/drawing/2014/main" id="{DA5454D3-4137-BD43-CB3B-614E324B3232}"/>
              </a:ext>
            </a:extLst>
          </p:cNvPr>
          <p:cNvPicPr>
            <a:picLocks noChangeAspect="1"/>
          </p:cNvPicPr>
          <p:nvPr/>
        </p:nvPicPr>
        <p:blipFill rotWithShape="1">
          <a:blip r:embed="rId7"/>
          <a:srcRect l="6756"/>
          <a:stretch/>
        </p:blipFill>
        <p:spPr>
          <a:xfrm>
            <a:off x="9713759" y="2919472"/>
            <a:ext cx="1811816" cy="1543461"/>
          </a:xfrm>
          <a:prstGeom prst="rect">
            <a:avLst/>
          </a:prstGeom>
        </p:spPr>
      </p:pic>
      <p:sp>
        <p:nvSpPr>
          <p:cNvPr id="4" name="TextBox 3">
            <a:extLst>
              <a:ext uri="{FF2B5EF4-FFF2-40B4-BE49-F238E27FC236}">
                <a16:creationId xmlns:a16="http://schemas.microsoft.com/office/drawing/2014/main" id="{13A5158E-FA39-83A4-8693-9E4E89B31C26}"/>
              </a:ext>
            </a:extLst>
          </p:cNvPr>
          <p:cNvSpPr txBox="1"/>
          <p:nvPr/>
        </p:nvSpPr>
        <p:spPr>
          <a:xfrm>
            <a:off x="7507936" y="3053497"/>
            <a:ext cx="1748811"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HTTP Request</a:t>
            </a:r>
            <a:endParaRPr kumimoji="0" lang="en-IN"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D1CA9488-D625-6062-27E0-EE61BF2DDB75}"/>
              </a:ext>
            </a:extLst>
          </p:cNvPr>
          <p:cNvSpPr txBox="1"/>
          <p:nvPr/>
        </p:nvSpPr>
        <p:spPr>
          <a:xfrm>
            <a:off x="7556580" y="3942482"/>
            <a:ext cx="1660985"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HTTP Response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      (JSON)</a:t>
            </a:r>
            <a:endParaRPr kumimoji="0" lang="en-IN"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4794934F-F8DC-52EB-FC17-F017FC3D448B}"/>
              </a:ext>
            </a:extLst>
          </p:cNvPr>
          <p:cNvSpPr/>
          <p:nvPr/>
        </p:nvSpPr>
        <p:spPr>
          <a:xfrm>
            <a:off x="2748655" y="1149570"/>
            <a:ext cx="2756772" cy="1445178"/>
          </a:xfrm>
          <a:prstGeom prst="rect">
            <a:avLst/>
          </a:prstGeom>
          <a:solidFill>
            <a:schemeClr val="tx1"/>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POST /user/submit-form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HTTP/1.1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Host: </a:t>
            </a:r>
            <a:r>
              <a:rPr kumimoji="0" lang="en-US" sz="1600" b="0" i="0" u="none" strike="noStrike" kern="1200" cap="none" spc="0" normalizeH="0" baseline="0" noProof="0" dirty="0">
                <a:ln>
                  <a:noFill/>
                </a:ln>
                <a:solidFill>
                  <a:srgbClr val="FFFF00"/>
                </a:solidFill>
                <a:effectLst/>
                <a:uLnTx/>
                <a:uFillTx/>
                <a:latin typeface="Calibri" panose="020F0502020204030204"/>
                <a:ea typeface="+mn-ea"/>
                <a:cs typeface="+mn-cs"/>
              </a:rPr>
              <a:t>ui-server.example.com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white"/>
                </a:solidFill>
                <a:effectLst/>
                <a:uLnTx/>
                <a:uFillTx/>
                <a:latin typeface="Calibri" panose="020F0502020204030204"/>
                <a:ea typeface="+mn-ea"/>
                <a:cs typeface="+mn-cs"/>
              </a:rPr>
              <a:t>uid</a:t>
            </a: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a:t>
            </a:r>
            <a:r>
              <a:rPr kumimoji="0" lang="en-US" sz="1600" b="0" i="0" u="none" strike="noStrike" kern="1200" cap="none" spc="0" normalizeH="0" baseline="0" noProof="0" dirty="0" err="1">
                <a:ln>
                  <a:noFill/>
                </a:ln>
                <a:solidFill>
                  <a:prstClr val="white"/>
                </a:solidFill>
                <a:effectLst/>
                <a:uLnTx/>
                <a:uFillTx/>
                <a:latin typeface="Calibri" panose="020F0502020204030204"/>
                <a:ea typeface="+mn-ea"/>
                <a:cs typeface="+mn-cs"/>
              </a:rPr>
              <a:t>john&amp;password</a:t>
            </a: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=123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 Header, content-type…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8305F7EE-D7F1-94F5-A11F-EEC1D1C81165}"/>
              </a:ext>
            </a:extLst>
          </p:cNvPr>
          <p:cNvSpPr/>
          <p:nvPr/>
        </p:nvSpPr>
        <p:spPr>
          <a:xfrm>
            <a:off x="7007343" y="1153227"/>
            <a:ext cx="2756772" cy="1445178"/>
          </a:xfrm>
          <a:prstGeom prst="rect">
            <a:avLst/>
          </a:prstGeom>
          <a:solidFill>
            <a:schemeClr val="tx1"/>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a:ea typeface="+mn-ea"/>
                <a:cs typeface="+mn-cs"/>
              </a:rPr>
              <a:t>POST /</a:t>
            </a:r>
            <a:r>
              <a:rPr kumimoji="0" lang="en-US" sz="1600" b="0" i="0" u="none" strike="noStrike" kern="1200" cap="none" spc="0" normalizeH="0" baseline="0" noProof="0" dirty="0" err="1">
                <a:ln>
                  <a:noFill/>
                </a:ln>
                <a:solidFill>
                  <a:srgbClr val="FFFFFF"/>
                </a:solidFill>
                <a:effectLst/>
                <a:uLnTx/>
                <a:uFillTx/>
                <a:latin typeface="Calibri" panose="020F0502020204030204"/>
                <a:ea typeface="+mn-ea"/>
                <a:cs typeface="+mn-cs"/>
              </a:rPr>
              <a:t>api</a:t>
            </a:r>
            <a:r>
              <a:rPr kumimoji="0" lang="en-US" sz="1600" b="0" i="0" u="none" strike="noStrike" kern="1200" cap="none" spc="0" normalizeH="0" baseline="0" noProof="0" dirty="0">
                <a:ln>
                  <a:noFill/>
                </a:ln>
                <a:solidFill>
                  <a:srgbClr val="FFFFFF"/>
                </a:solidFill>
                <a:effectLst/>
                <a:uLnTx/>
                <a:uFillTx/>
                <a:latin typeface="Calibri" panose="020F0502020204030204"/>
                <a:ea typeface="+mn-ea"/>
                <a:cs typeface="+mn-cs"/>
              </a:rPr>
              <a:t>/user/create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a:ea typeface="+mn-ea"/>
                <a:cs typeface="+mn-cs"/>
              </a:rPr>
              <a:t>HTTP/1.1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a:ea typeface="+mn-ea"/>
                <a:cs typeface="+mn-cs"/>
              </a:rPr>
              <a:t>Host: </a:t>
            </a:r>
            <a:r>
              <a:rPr kumimoji="0" lang="en-US" sz="1600" b="0" i="0" u="none" strike="noStrike" kern="1200" cap="none" spc="0" normalizeH="0" baseline="0" noProof="0" dirty="0">
                <a:ln>
                  <a:noFill/>
                </a:ln>
                <a:solidFill>
                  <a:srgbClr val="FFFF00"/>
                </a:solidFill>
                <a:effectLst/>
                <a:uLnTx/>
                <a:uFillTx/>
                <a:latin typeface="Calibri" panose="020F0502020204030204"/>
                <a:ea typeface="+mn-ea"/>
                <a:cs typeface="+mn-cs"/>
              </a:rPr>
              <a:t>api-server.example.com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Calibri" panose="020F0502020204030204"/>
                <a:ea typeface="+mn-ea"/>
                <a:cs typeface="+mn-cs"/>
              </a:rPr>
              <a:t>uid</a:t>
            </a:r>
            <a:r>
              <a:rPr kumimoji="0" lang="en-US" sz="1600" b="0" i="0" u="none" strike="noStrike" kern="1200" cap="none" spc="0" normalizeH="0" baseline="0" noProof="0" dirty="0">
                <a:ln>
                  <a:noFill/>
                </a:ln>
                <a:solidFill>
                  <a:srgbClr val="FFFFFF"/>
                </a:solidFill>
                <a:effectLst/>
                <a:uLnTx/>
                <a:uFillTx/>
                <a:latin typeface="Calibri" panose="020F0502020204030204"/>
                <a:ea typeface="+mn-ea"/>
                <a:cs typeface="+mn-cs"/>
              </a:rPr>
              <a:t>=</a:t>
            </a:r>
            <a:r>
              <a:rPr kumimoji="0" lang="en-US" sz="1600" b="0" i="0" u="none" strike="noStrike" kern="1200" cap="none" spc="0" normalizeH="0" baseline="0" noProof="0" dirty="0" err="1">
                <a:ln>
                  <a:noFill/>
                </a:ln>
                <a:solidFill>
                  <a:srgbClr val="FFFFFF"/>
                </a:solidFill>
                <a:effectLst/>
                <a:uLnTx/>
                <a:uFillTx/>
                <a:latin typeface="Calibri" panose="020F0502020204030204"/>
                <a:ea typeface="+mn-ea"/>
                <a:cs typeface="+mn-cs"/>
              </a:rPr>
              <a:t>john&amp;password</a:t>
            </a:r>
            <a:r>
              <a:rPr kumimoji="0" lang="en-US" sz="1600" b="0" i="0" u="none" strike="noStrike" kern="1200" cap="none" spc="0" normalizeH="0" baseline="0" noProof="0" dirty="0">
                <a:ln>
                  <a:noFill/>
                </a:ln>
                <a:solidFill>
                  <a:srgbClr val="FFFFFF"/>
                </a:solidFill>
                <a:effectLst/>
                <a:uLnTx/>
                <a:uFillTx/>
                <a:latin typeface="Calibri" panose="020F0502020204030204"/>
                <a:ea typeface="+mn-ea"/>
                <a:cs typeface="+mn-cs"/>
              </a:rPr>
              <a:t>=123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 Header, content-type…</a:t>
            </a:r>
            <a:endParaRPr kumimoji="0" lang="en-US" sz="16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cxnSp>
        <p:nvCxnSpPr>
          <p:cNvPr id="16" name="Straight Arrow Connector 15">
            <a:extLst>
              <a:ext uri="{FF2B5EF4-FFF2-40B4-BE49-F238E27FC236}">
                <a16:creationId xmlns:a16="http://schemas.microsoft.com/office/drawing/2014/main" id="{3C3909F0-1574-7BFB-AE25-1C7B599E1E49}"/>
              </a:ext>
            </a:extLst>
          </p:cNvPr>
          <p:cNvCxnSpPr>
            <a:cxnSpLocks/>
            <a:stCxn id="39" idx="0"/>
            <a:endCxn id="13" idx="2"/>
          </p:cNvCxnSpPr>
          <p:nvPr/>
        </p:nvCxnSpPr>
        <p:spPr>
          <a:xfrm flipV="1">
            <a:off x="4120975" y="2594748"/>
            <a:ext cx="6066" cy="462709"/>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0467ED28-B7C4-B9C0-B9F6-E52E48B86120}"/>
              </a:ext>
            </a:extLst>
          </p:cNvPr>
          <p:cNvCxnSpPr>
            <a:cxnSpLocks/>
            <a:stCxn id="4" idx="0"/>
            <a:endCxn id="14" idx="2"/>
          </p:cNvCxnSpPr>
          <p:nvPr/>
        </p:nvCxnSpPr>
        <p:spPr>
          <a:xfrm flipV="1">
            <a:off x="8382342" y="2598405"/>
            <a:ext cx="3387" cy="45509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814D8421-AEBE-9997-F082-26646B5A072D}"/>
              </a:ext>
            </a:extLst>
          </p:cNvPr>
          <p:cNvSpPr/>
          <p:nvPr/>
        </p:nvSpPr>
        <p:spPr>
          <a:xfrm>
            <a:off x="420852" y="1149242"/>
            <a:ext cx="1775305" cy="1252665"/>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HTTP Action &amp; URL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Type of Request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UI Server Address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Request Body</a:t>
            </a:r>
            <a:endParaRPr kumimoji="0" lang="en-IN" sz="16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endParaRPr>
          </a:p>
        </p:txBody>
      </p:sp>
      <p:cxnSp>
        <p:nvCxnSpPr>
          <p:cNvPr id="28" name="Straight Arrow Connector 27">
            <a:extLst>
              <a:ext uri="{FF2B5EF4-FFF2-40B4-BE49-F238E27FC236}">
                <a16:creationId xmlns:a16="http://schemas.microsoft.com/office/drawing/2014/main" id="{EAA878EF-B712-9562-B5DE-E6750673B272}"/>
              </a:ext>
            </a:extLst>
          </p:cNvPr>
          <p:cNvCxnSpPr>
            <a:cxnSpLocks/>
          </p:cNvCxnSpPr>
          <p:nvPr/>
        </p:nvCxnSpPr>
        <p:spPr>
          <a:xfrm flipH="1">
            <a:off x="2173472" y="1401603"/>
            <a:ext cx="625220" cy="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9" name="Straight Arrow Connector 48">
            <a:extLst>
              <a:ext uri="{FF2B5EF4-FFF2-40B4-BE49-F238E27FC236}">
                <a16:creationId xmlns:a16="http://schemas.microsoft.com/office/drawing/2014/main" id="{3E384F02-8AAE-552D-E68D-B3BF1A9F0965}"/>
              </a:ext>
            </a:extLst>
          </p:cNvPr>
          <p:cNvCxnSpPr>
            <a:cxnSpLocks/>
          </p:cNvCxnSpPr>
          <p:nvPr/>
        </p:nvCxnSpPr>
        <p:spPr>
          <a:xfrm flipH="1">
            <a:off x="1944413" y="1648598"/>
            <a:ext cx="854279" cy="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a:extLst>
              <a:ext uri="{FF2B5EF4-FFF2-40B4-BE49-F238E27FC236}">
                <a16:creationId xmlns:a16="http://schemas.microsoft.com/office/drawing/2014/main" id="{CAF91531-C363-9550-9A70-291777D9B60F}"/>
              </a:ext>
            </a:extLst>
          </p:cNvPr>
          <p:cNvCxnSpPr>
            <a:cxnSpLocks/>
          </p:cNvCxnSpPr>
          <p:nvPr/>
        </p:nvCxnSpPr>
        <p:spPr>
          <a:xfrm flipH="1">
            <a:off x="2081051" y="1906103"/>
            <a:ext cx="717641" cy="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3" name="Straight Arrow Connector 52">
            <a:extLst>
              <a:ext uri="{FF2B5EF4-FFF2-40B4-BE49-F238E27FC236}">
                <a16:creationId xmlns:a16="http://schemas.microsoft.com/office/drawing/2014/main" id="{34ED0CDD-B7EB-0E5D-015A-E6AC559D7276}"/>
              </a:ext>
            </a:extLst>
          </p:cNvPr>
          <p:cNvCxnSpPr>
            <a:cxnSpLocks/>
          </p:cNvCxnSpPr>
          <p:nvPr/>
        </p:nvCxnSpPr>
        <p:spPr>
          <a:xfrm flipH="1">
            <a:off x="1797272" y="2147841"/>
            <a:ext cx="1001420" cy="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5" name="Rectangle 54">
            <a:extLst>
              <a:ext uri="{FF2B5EF4-FFF2-40B4-BE49-F238E27FC236}">
                <a16:creationId xmlns:a16="http://schemas.microsoft.com/office/drawing/2014/main" id="{AF9F4BE9-930E-73EB-38DD-90214D0FA513}"/>
              </a:ext>
            </a:extLst>
          </p:cNvPr>
          <p:cNvSpPr/>
          <p:nvPr/>
        </p:nvSpPr>
        <p:spPr>
          <a:xfrm>
            <a:off x="6934691" y="4918025"/>
            <a:ext cx="2895300" cy="1695320"/>
          </a:xfrm>
          <a:prstGeom prst="rect">
            <a:avLst/>
          </a:prstGeom>
          <a:solidFill>
            <a:schemeClr val="tx1"/>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a:ea typeface="+mn-ea"/>
                <a:cs typeface="+mn-cs"/>
              </a:rPr>
              <a:t>HTTP/1.1 201 Created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a:ea typeface="+mn-ea"/>
                <a:cs typeface="+mn-cs"/>
              </a:rPr>
              <a:t>Content-Type: </a:t>
            </a:r>
            <a:r>
              <a:rPr kumimoji="0" lang="en-US" sz="1600" b="0" i="0" u="none" strike="noStrike" kern="1200" cap="none" spc="0" normalizeH="0" baseline="0" noProof="0" dirty="0">
                <a:ln>
                  <a:noFill/>
                </a:ln>
                <a:solidFill>
                  <a:srgbClr val="FFFF00"/>
                </a:solidFill>
                <a:effectLst/>
                <a:uLnTx/>
                <a:uFillTx/>
                <a:latin typeface="Calibri" panose="020F0502020204030204"/>
                <a:ea typeface="+mn-ea"/>
                <a:cs typeface="+mn-cs"/>
              </a:rPr>
              <a:t>application/</a:t>
            </a:r>
            <a:r>
              <a:rPr kumimoji="0" lang="en-US" sz="1600" b="0" i="0" u="none" strike="noStrike" kern="1200" cap="none" spc="0" normalizeH="0" baseline="0" noProof="0" dirty="0" err="1">
                <a:ln>
                  <a:noFill/>
                </a:ln>
                <a:solidFill>
                  <a:srgbClr val="FFFF00"/>
                </a:solidFill>
                <a:effectLst/>
                <a:uLnTx/>
                <a:uFillTx/>
                <a:latin typeface="Calibri" panose="020F0502020204030204"/>
                <a:ea typeface="+mn-ea"/>
                <a:cs typeface="+mn-cs"/>
              </a:rPr>
              <a:t>json</a:t>
            </a:r>
            <a:r>
              <a:rPr kumimoji="0" lang="en-US" sz="1600" b="0" i="0" u="none" strike="noStrike" kern="1200" cap="none" spc="0" normalizeH="0" baseline="0" noProof="0" dirty="0">
                <a:ln>
                  <a:noFill/>
                </a:ln>
                <a:solidFill>
                  <a:srgbClr val="FFFFFF"/>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  "</a:t>
            </a:r>
            <a:r>
              <a:rPr kumimoji="0" lang="en-US" sz="1600" b="0" i="0" u="none" strike="noStrike" kern="1200" cap="none" spc="0" normalizeH="0" baseline="0" noProof="0" dirty="0" err="1">
                <a:ln>
                  <a:noFill/>
                </a:ln>
                <a:solidFill>
                  <a:prstClr val="white"/>
                </a:solidFill>
                <a:effectLst/>
                <a:uLnTx/>
                <a:uFillTx/>
                <a:latin typeface="Calibri" panose="020F0502020204030204"/>
                <a:ea typeface="+mn-ea"/>
                <a:cs typeface="+mn-cs"/>
              </a:rPr>
              <a:t>userId</a:t>
            </a: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 123,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  "message": "User created"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a:t>
            </a:r>
          </a:p>
        </p:txBody>
      </p:sp>
      <p:sp>
        <p:nvSpPr>
          <p:cNvPr id="75" name="Rectangle 74">
            <a:extLst>
              <a:ext uri="{FF2B5EF4-FFF2-40B4-BE49-F238E27FC236}">
                <a16:creationId xmlns:a16="http://schemas.microsoft.com/office/drawing/2014/main" id="{4AB0C652-5E5F-4703-7B3D-18C34418EF0F}"/>
              </a:ext>
            </a:extLst>
          </p:cNvPr>
          <p:cNvSpPr/>
          <p:nvPr/>
        </p:nvSpPr>
        <p:spPr>
          <a:xfrm>
            <a:off x="2748655" y="4920652"/>
            <a:ext cx="2754838" cy="1342695"/>
          </a:xfrm>
          <a:prstGeom prst="rect">
            <a:avLst/>
          </a:prstGeom>
          <a:solidFill>
            <a:schemeClr val="tx1"/>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a:ea typeface="+mn-ea"/>
                <a:cs typeface="+mn-cs"/>
              </a:rPr>
              <a:t>HTTP/1.1 200 OK</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a:ea typeface="+mn-ea"/>
                <a:cs typeface="+mn-cs"/>
              </a:rPr>
              <a:t>Content-Type: </a:t>
            </a:r>
            <a:r>
              <a:rPr kumimoji="0" lang="en-US" sz="1600" b="0" i="0" u="none" strike="noStrike" kern="1200" cap="none" spc="0" normalizeH="0" baseline="0" noProof="0" dirty="0">
                <a:ln>
                  <a:noFill/>
                </a:ln>
                <a:solidFill>
                  <a:srgbClr val="FFFF00"/>
                </a:solidFill>
                <a:effectLst/>
                <a:uLnTx/>
                <a:uFillTx/>
                <a:latin typeface="Calibri" panose="020F0502020204030204"/>
                <a:ea typeface="+mn-ea"/>
                <a:cs typeface="+mn-cs"/>
              </a:rPr>
              <a:t>text/html</a:t>
            </a:r>
            <a:r>
              <a:rPr kumimoji="0" lang="en-US" sz="1600" b="0" i="0" u="none" strike="noStrike" kern="1200" cap="none" spc="0" normalizeH="0" baseline="0" noProof="0" dirty="0">
                <a:ln>
                  <a:noFill/>
                </a:ln>
                <a:solidFill>
                  <a:srgbClr val="FFFFFF"/>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a:ea typeface="+mn-ea"/>
                <a:cs typeface="+mn-cs"/>
              </a:rPr>
              <a:t>Content-Length: 158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&lt;!DOCTYPE html&gt;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&lt;html&gt;&lt;/html&gt;</a:t>
            </a:r>
          </a:p>
        </p:txBody>
      </p:sp>
      <p:cxnSp>
        <p:nvCxnSpPr>
          <p:cNvPr id="76" name="Straight Arrow Connector 75">
            <a:extLst>
              <a:ext uri="{FF2B5EF4-FFF2-40B4-BE49-F238E27FC236}">
                <a16:creationId xmlns:a16="http://schemas.microsoft.com/office/drawing/2014/main" id="{4A0DCD1A-57A7-D2CB-E94B-06C42154F2AC}"/>
              </a:ext>
            </a:extLst>
          </p:cNvPr>
          <p:cNvCxnSpPr>
            <a:cxnSpLocks/>
            <a:stCxn id="5" idx="2"/>
            <a:endCxn id="55" idx="0"/>
          </p:cNvCxnSpPr>
          <p:nvPr/>
        </p:nvCxnSpPr>
        <p:spPr>
          <a:xfrm flipH="1">
            <a:off x="8382341" y="4588813"/>
            <a:ext cx="4732" cy="32921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2FCFE9E5-CED4-34F0-9261-8BCCC790BDF5}"/>
              </a:ext>
            </a:extLst>
          </p:cNvPr>
          <p:cNvCxnSpPr>
            <a:cxnSpLocks/>
            <a:stCxn id="45" idx="2"/>
            <a:endCxn id="75" idx="0"/>
          </p:cNvCxnSpPr>
          <p:nvPr/>
        </p:nvCxnSpPr>
        <p:spPr>
          <a:xfrm>
            <a:off x="4123695" y="4573618"/>
            <a:ext cx="2379" cy="347034"/>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342FF6B0-BB84-9686-DBE8-C7EC6A890797}"/>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8"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924092555"/>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701589-BE1A-4CCE-99D9-BB175520B9F3}"/>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8D968CEF-A157-2A16-B8B0-32B562E4C974}"/>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470E29DD-7EE9-8245-796C-D1264C05BBCA}"/>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t>
            </a:r>
            <a:r>
              <a:rPr lang="en-US" sz="2400" b="1" dirty="0">
                <a:solidFill>
                  <a:schemeClr val="bg1"/>
                </a:solidFill>
                <a:ea typeface="+mn-ea"/>
                <a:cs typeface="+mn-cs"/>
              </a:rPr>
              <a:t>are</a:t>
            </a:r>
            <a:r>
              <a:rPr kumimoji="0" lang="en-US" sz="2400" b="1" i="0" u="none" strike="noStrike" kern="1200" cap="none" spc="0" normalizeH="0" baseline="0" noProof="0" dirty="0">
                <a:ln>
                  <a:noFill/>
                </a:ln>
                <a:solidFill>
                  <a:schemeClr val="bg1"/>
                </a:solidFill>
                <a:effectLst/>
                <a:uLnTx/>
                <a:uFillTx/>
                <a:ea typeface="+mn-ea"/>
                <a:cs typeface="+mn-cs"/>
              </a:rPr>
              <a:t> </a:t>
            </a:r>
            <a:r>
              <a:rPr kumimoji="0" lang="en-US" sz="2400" b="1" i="0" u="none" strike="noStrike" kern="1200" cap="none" spc="0" normalizeH="0" baseline="0" noProof="0" dirty="0">
                <a:ln>
                  <a:noFill/>
                </a:ln>
                <a:solidFill>
                  <a:srgbClr val="FFFF00"/>
                </a:solidFill>
                <a:effectLst/>
                <a:uLnTx/>
                <a:uFillTx/>
                <a:ea typeface="+mn-ea"/>
                <a:cs typeface="+mn-cs"/>
              </a:rPr>
              <a:t>HTTP Request </a:t>
            </a:r>
            <a:r>
              <a:rPr kumimoji="0" lang="en-US" sz="2400" b="1" i="0" u="none" strike="noStrike" kern="1200" cap="none" spc="0" normalizeH="0" baseline="0" noProof="0" dirty="0">
                <a:ln>
                  <a:noFill/>
                </a:ln>
                <a:solidFill>
                  <a:schemeClr val="bg1"/>
                </a:solidFill>
                <a:effectLst/>
                <a:uLnTx/>
                <a:uFillTx/>
                <a:ea typeface="+mn-ea"/>
                <a:cs typeface="+mn-cs"/>
              </a:rPr>
              <a:t>and</a:t>
            </a:r>
            <a:r>
              <a:rPr kumimoji="0" lang="en-US" sz="2400" b="1" i="0" u="none" strike="noStrike" kern="1200" cap="none" spc="0" normalizeH="0" baseline="0" noProof="0" dirty="0">
                <a:ln>
                  <a:noFill/>
                </a:ln>
                <a:solidFill>
                  <a:srgbClr val="FFFF00"/>
                </a:solidFill>
                <a:effectLst/>
                <a:uLnTx/>
                <a:uFillTx/>
                <a:ea typeface="+mn-ea"/>
                <a:cs typeface="+mn-cs"/>
              </a:rPr>
              <a:t> Response </a:t>
            </a:r>
            <a:r>
              <a:rPr kumimoji="0" lang="en-US" sz="2400" b="1" i="0" u="none" strike="noStrike" kern="1200" cap="none" spc="0" normalizeH="0" baseline="0" noProof="0" dirty="0">
                <a:ln>
                  <a:noFill/>
                </a:ln>
                <a:solidFill>
                  <a:schemeClr val="bg1"/>
                </a:solidFill>
                <a:effectLst/>
                <a:uLnTx/>
                <a:uFillTx/>
                <a:ea typeface="+mn-ea"/>
                <a:cs typeface="+mn-cs"/>
              </a:rPr>
              <a:t>structures</a:t>
            </a:r>
            <a:r>
              <a:rPr kumimoji="0" lang="en-US" sz="2400" b="1" i="0" u="none" strike="noStrike" kern="1200" cap="none" spc="0" normalizeH="0" baseline="0" noProof="0" dirty="0">
                <a:ln>
                  <a:noFill/>
                </a:ln>
                <a:solidFill>
                  <a:srgbClr val="FFFF00"/>
                </a:solidFill>
                <a:effectLst/>
                <a:uLnTx/>
                <a:uFillTx/>
                <a:ea typeface="+mn-ea"/>
                <a:cs typeface="+mn-cs"/>
              </a:rPr>
              <a:t> </a:t>
            </a:r>
            <a:r>
              <a:rPr kumimoji="0" lang="en-US" sz="2400" b="1" i="0" u="none" strike="noStrike" kern="1200" cap="none" spc="0" normalizeH="0" baseline="0" noProof="0" dirty="0">
                <a:ln>
                  <a:noFill/>
                </a:ln>
                <a:solidFill>
                  <a:schemeClr val="bg1"/>
                </a:solidFill>
                <a:effectLst/>
                <a:uLnTx/>
                <a:uFillTx/>
                <a:ea typeface="+mn-ea"/>
                <a:cs typeface="+mn-cs"/>
              </a:rPr>
              <a:t>in UI and REST API?</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B69E22D0-1325-4147-DECF-930592C6A6E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5" name="Diagram 4">
            <a:extLst>
              <a:ext uri="{FF2B5EF4-FFF2-40B4-BE49-F238E27FC236}">
                <a16:creationId xmlns:a16="http://schemas.microsoft.com/office/drawing/2014/main" id="{20C00759-7F9D-1295-799A-18FCD401D25E}"/>
              </a:ext>
            </a:extLst>
          </p:cNvPr>
          <p:cNvGraphicFramePr/>
          <p:nvPr/>
        </p:nvGraphicFramePr>
        <p:xfrm>
          <a:off x="355694" y="1528763"/>
          <a:ext cx="10972452" cy="4075421"/>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6" name="TextBox 5">
            <a:extLst>
              <a:ext uri="{FF2B5EF4-FFF2-40B4-BE49-F238E27FC236}">
                <a16:creationId xmlns:a16="http://schemas.microsoft.com/office/drawing/2014/main" id="{B1709F62-A577-14FA-0302-BE94735E43DF}"/>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9"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764593641"/>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701589-BE1A-4CCE-99D9-BB175520B9F3}"/>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8D968CEF-A157-2A16-B8B0-32B562E4C974}"/>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470E29DD-7EE9-8245-796C-D1264C05BBCA}"/>
              </a:ext>
            </a:extLst>
          </p:cNvPr>
          <p:cNvSpPr>
            <a:spLocks noGrp="1"/>
          </p:cNvSpPr>
          <p:nvPr>
            <p:ph type="title"/>
          </p:nvPr>
        </p:nvSpPr>
        <p:spPr>
          <a:xfrm>
            <a:off x="355693" y="324343"/>
            <a:ext cx="10659147" cy="339393"/>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t>
            </a:r>
            <a:r>
              <a:rPr lang="en-US" sz="2400" b="1" dirty="0">
                <a:solidFill>
                  <a:schemeClr val="bg1"/>
                </a:solidFill>
                <a:ea typeface="+mn-ea"/>
                <a:cs typeface="+mn-cs"/>
              </a:rPr>
              <a:t>are</a:t>
            </a:r>
            <a:r>
              <a:rPr kumimoji="0" lang="en-US" sz="2400" b="1" i="0" u="none" strike="noStrike" kern="1200" cap="none" spc="0" normalizeH="0" baseline="0" noProof="0" dirty="0">
                <a:ln>
                  <a:noFill/>
                </a:ln>
                <a:solidFill>
                  <a:schemeClr val="bg1"/>
                </a:solidFill>
                <a:effectLst/>
                <a:uLnTx/>
                <a:uFillTx/>
                <a:ea typeface="+mn-ea"/>
                <a:cs typeface="+mn-cs"/>
              </a:rPr>
              <a:t> </a:t>
            </a:r>
            <a:r>
              <a:rPr kumimoji="0" lang="en-US" sz="2400" b="1" i="0" u="none" strike="noStrike" kern="1200" cap="none" spc="0" normalizeH="0" baseline="0" noProof="0" dirty="0">
                <a:ln>
                  <a:noFill/>
                </a:ln>
                <a:solidFill>
                  <a:srgbClr val="FFFF00"/>
                </a:solidFill>
                <a:effectLst/>
                <a:uLnTx/>
                <a:uFillTx/>
                <a:ea typeface="+mn-ea"/>
                <a:cs typeface="+mn-cs"/>
              </a:rPr>
              <a:t>Top</a:t>
            </a:r>
            <a:r>
              <a:rPr kumimoji="0" lang="en-US" sz="2400" b="1" i="0" u="none" strike="noStrike" kern="1200" cap="none" spc="0" normalizeH="0" baseline="0" noProof="0" dirty="0">
                <a:ln>
                  <a:noFill/>
                </a:ln>
                <a:solidFill>
                  <a:schemeClr val="bg1"/>
                </a:solidFill>
                <a:effectLst/>
                <a:uLnTx/>
                <a:uFillTx/>
                <a:ea typeface="+mn-ea"/>
                <a:cs typeface="+mn-cs"/>
              </a:rPr>
              <a:t> </a:t>
            </a:r>
            <a:r>
              <a:rPr kumimoji="0" lang="en-US" sz="2400" b="1" i="0" u="none" strike="noStrike" kern="1200" cap="none" spc="0" normalizeH="0" baseline="0" noProof="0" dirty="0">
                <a:ln>
                  <a:noFill/>
                </a:ln>
                <a:solidFill>
                  <a:srgbClr val="FFFF00"/>
                </a:solidFill>
                <a:effectLst/>
                <a:uLnTx/>
                <a:uFillTx/>
                <a:ea typeface="+mn-ea"/>
                <a:cs typeface="+mn-cs"/>
              </a:rPr>
              <a:t>5 REST guidelines</a:t>
            </a:r>
            <a:r>
              <a:rPr lang="en-US" sz="2400" b="1" dirty="0">
                <a:solidFill>
                  <a:schemeClr val="bg1"/>
                </a:solidFill>
                <a:ea typeface="+mn-ea"/>
                <a:cs typeface="+mn-cs"/>
              </a:rPr>
              <a:t> </a:t>
            </a:r>
            <a:r>
              <a:rPr kumimoji="0" lang="en-US" sz="2400" b="1" i="0" u="none" strike="noStrike" kern="1200" cap="none" spc="0" normalizeH="0" baseline="0" noProof="0" dirty="0">
                <a:ln>
                  <a:noFill/>
                </a:ln>
                <a:solidFill>
                  <a:schemeClr val="bg1"/>
                </a:solidFill>
                <a:effectLst/>
                <a:uLnTx/>
                <a:uFillTx/>
                <a:ea typeface="+mn-ea"/>
                <a:cs typeface="+mn-cs"/>
              </a:rPr>
              <a:t>and the </a:t>
            </a:r>
            <a:r>
              <a:rPr kumimoji="0" lang="en-US" sz="2400" b="1" i="0" u="none" strike="noStrike" kern="1200" cap="none" spc="0" normalizeH="0" baseline="0" noProof="0" dirty="0">
                <a:ln>
                  <a:noFill/>
                </a:ln>
                <a:solidFill>
                  <a:srgbClr val="FFFF00"/>
                </a:solidFill>
                <a:effectLst/>
                <a:uLnTx/>
                <a:uFillTx/>
                <a:ea typeface="+mn-ea"/>
                <a:cs typeface="+mn-cs"/>
              </a:rPr>
              <a:t>advantages</a:t>
            </a:r>
            <a:r>
              <a:rPr kumimoji="0" lang="en-US" sz="2400" b="1" i="0" u="none" strike="noStrike" kern="1200" cap="none" spc="0" normalizeH="0" baseline="0" noProof="0" dirty="0">
                <a:ln>
                  <a:noFill/>
                </a:ln>
                <a:solidFill>
                  <a:schemeClr val="bg1"/>
                </a:solidFill>
                <a:effectLst/>
                <a:uLnTx/>
                <a:uFillTx/>
                <a:ea typeface="+mn-ea"/>
                <a:cs typeface="+mn-cs"/>
              </a:rPr>
              <a:t> of </a:t>
            </a:r>
            <a:r>
              <a:rPr lang="en-US" sz="2400" b="1" dirty="0">
                <a:solidFill>
                  <a:schemeClr val="bg1"/>
                </a:solidFill>
                <a:ea typeface="+mn-ea"/>
                <a:cs typeface="+mn-cs"/>
              </a:rPr>
              <a:t>them</a:t>
            </a:r>
            <a:r>
              <a:rPr kumimoji="0" lang="en-US" sz="2400" b="1" i="0" u="none" strike="noStrike" kern="1200" cap="none" spc="0" normalizeH="0" baseline="0" noProof="0" dirty="0">
                <a:ln>
                  <a:noFill/>
                </a:ln>
                <a:solidFill>
                  <a:schemeClr val="bg1"/>
                </a:solidFill>
                <a:effectLst/>
                <a:uLnTx/>
                <a:uFillTx/>
                <a:ea typeface="+mn-ea"/>
                <a:cs typeface="+mn-cs"/>
              </a:rPr>
              <a:t>?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B69E22D0-1325-4147-DECF-930592C6A6E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10" name="Diagram 9">
            <a:extLst>
              <a:ext uri="{FF2B5EF4-FFF2-40B4-BE49-F238E27FC236}">
                <a16:creationId xmlns:a16="http://schemas.microsoft.com/office/drawing/2014/main" id="{B868DEC0-6ACE-3D93-1AC9-ABDE13A502B7}"/>
              </a:ext>
            </a:extLst>
          </p:cNvPr>
          <p:cNvGraphicFramePr/>
          <p:nvPr/>
        </p:nvGraphicFramePr>
        <p:xfrm>
          <a:off x="355693" y="1156502"/>
          <a:ext cx="6346677" cy="538451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4" name="Picture 3">
            <a:extLst>
              <a:ext uri="{FF2B5EF4-FFF2-40B4-BE49-F238E27FC236}">
                <a16:creationId xmlns:a16="http://schemas.microsoft.com/office/drawing/2014/main" id="{2CD0876D-6D8E-0C49-B8E7-B4269D251D88}"/>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218559" y="313948"/>
            <a:ext cx="905321" cy="360181"/>
          </a:xfrm>
          <a:prstGeom prst="rect">
            <a:avLst/>
          </a:prstGeom>
        </p:spPr>
      </p:pic>
      <p:sp>
        <p:nvSpPr>
          <p:cNvPr id="6" name="TextBox 5">
            <a:extLst>
              <a:ext uri="{FF2B5EF4-FFF2-40B4-BE49-F238E27FC236}">
                <a16:creationId xmlns:a16="http://schemas.microsoft.com/office/drawing/2014/main" id="{78385B04-E4F8-B26E-565C-AA4154D3C34D}"/>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0"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165899823"/>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701589-BE1A-4CCE-99D9-BB175520B9F3}"/>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8D968CEF-A157-2A16-B8B0-32B562E4C974}"/>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470E29DD-7EE9-8245-796C-D1264C05BBCA}"/>
              </a:ext>
            </a:extLst>
          </p:cNvPr>
          <p:cNvSpPr>
            <a:spLocks noGrp="1"/>
          </p:cNvSpPr>
          <p:nvPr>
            <p:ph type="title"/>
          </p:nvPr>
        </p:nvSpPr>
        <p:spPr>
          <a:xfrm>
            <a:off x="355693" y="324343"/>
            <a:ext cx="10659147" cy="339393"/>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t>
            </a:r>
            <a:r>
              <a:rPr lang="en-US" sz="2400" b="1" dirty="0">
                <a:solidFill>
                  <a:schemeClr val="bg1"/>
                </a:solidFill>
                <a:ea typeface="+mn-ea"/>
                <a:cs typeface="+mn-cs"/>
              </a:rPr>
              <a:t>are</a:t>
            </a:r>
            <a:r>
              <a:rPr kumimoji="0" lang="en-US" sz="2400" b="1" i="0" u="none" strike="noStrike" kern="1200" cap="none" spc="0" normalizeH="0" baseline="0" noProof="0" dirty="0">
                <a:ln>
                  <a:noFill/>
                </a:ln>
                <a:solidFill>
                  <a:schemeClr val="bg1"/>
                </a:solidFill>
                <a:effectLst/>
                <a:uLnTx/>
                <a:uFillTx/>
                <a:ea typeface="+mn-ea"/>
                <a:cs typeface="+mn-cs"/>
              </a:rPr>
              <a:t> </a:t>
            </a:r>
            <a:r>
              <a:rPr kumimoji="0" lang="en-US" sz="2400" b="1" i="0" u="none" strike="noStrike" kern="1200" cap="none" spc="0" normalizeH="0" baseline="0" noProof="0" dirty="0">
                <a:ln>
                  <a:noFill/>
                </a:ln>
                <a:solidFill>
                  <a:srgbClr val="FFFF00"/>
                </a:solidFill>
                <a:effectLst/>
                <a:uLnTx/>
                <a:uFillTx/>
                <a:ea typeface="+mn-ea"/>
                <a:cs typeface="+mn-cs"/>
              </a:rPr>
              <a:t>Top</a:t>
            </a:r>
            <a:r>
              <a:rPr kumimoji="0" lang="en-US" sz="2400" b="1" i="0" u="none" strike="noStrike" kern="1200" cap="none" spc="0" normalizeH="0" baseline="0" noProof="0" dirty="0">
                <a:ln>
                  <a:noFill/>
                </a:ln>
                <a:solidFill>
                  <a:schemeClr val="bg1"/>
                </a:solidFill>
                <a:effectLst/>
                <a:uLnTx/>
                <a:uFillTx/>
                <a:ea typeface="+mn-ea"/>
                <a:cs typeface="+mn-cs"/>
              </a:rPr>
              <a:t> </a:t>
            </a:r>
            <a:r>
              <a:rPr kumimoji="0" lang="en-US" sz="2400" b="1" i="0" u="none" strike="noStrike" kern="1200" cap="none" spc="0" normalizeH="0" baseline="0" noProof="0" dirty="0">
                <a:ln>
                  <a:noFill/>
                </a:ln>
                <a:solidFill>
                  <a:srgbClr val="FFFF00"/>
                </a:solidFill>
                <a:effectLst/>
                <a:uLnTx/>
                <a:uFillTx/>
                <a:ea typeface="+mn-ea"/>
                <a:cs typeface="+mn-cs"/>
              </a:rPr>
              <a:t>5 REST guidelines</a:t>
            </a:r>
            <a:r>
              <a:rPr lang="en-US" sz="2400" b="1" dirty="0">
                <a:solidFill>
                  <a:schemeClr val="bg1"/>
                </a:solidFill>
                <a:ea typeface="+mn-ea"/>
                <a:cs typeface="+mn-cs"/>
              </a:rPr>
              <a:t> </a:t>
            </a:r>
            <a:r>
              <a:rPr kumimoji="0" lang="en-US" sz="2400" b="1" i="0" u="none" strike="noStrike" kern="1200" cap="none" spc="0" normalizeH="0" baseline="0" noProof="0" dirty="0">
                <a:ln>
                  <a:noFill/>
                </a:ln>
                <a:solidFill>
                  <a:schemeClr val="bg1"/>
                </a:solidFill>
                <a:effectLst/>
                <a:uLnTx/>
                <a:uFillTx/>
                <a:ea typeface="+mn-ea"/>
                <a:cs typeface="+mn-cs"/>
              </a:rPr>
              <a:t>and the </a:t>
            </a:r>
            <a:r>
              <a:rPr kumimoji="0" lang="en-US" sz="2400" b="1" i="0" u="none" strike="noStrike" kern="1200" cap="none" spc="0" normalizeH="0" baseline="0" noProof="0" dirty="0">
                <a:ln>
                  <a:noFill/>
                </a:ln>
                <a:solidFill>
                  <a:srgbClr val="FFFF00"/>
                </a:solidFill>
                <a:effectLst/>
                <a:uLnTx/>
                <a:uFillTx/>
                <a:ea typeface="+mn-ea"/>
                <a:cs typeface="+mn-cs"/>
              </a:rPr>
              <a:t>advantages</a:t>
            </a:r>
            <a:r>
              <a:rPr kumimoji="0" lang="en-US" sz="2400" b="1" i="0" u="none" strike="noStrike" kern="1200" cap="none" spc="0" normalizeH="0" baseline="0" noProof="0" dirty="0">
                <a:ln>
                  <a:noFill/>
                </a:ln>
                <a:solidFill>
                  <a:schemeClr val="bg1"/>
                </a:solidFill>
                <a:effectLst/>
                <a:uLnTx/>
                <a:uFillTx/>
                <a:ea typeface="+mn-ea"/>
                <a:cs typeface="+mn-cs"/>
              </a:rPr>
              <a:t> of </a:t>
            </a:r>
            <a:r>
              <a:rPr lang="en-US" sz="2400" b="1" dirty="0">
                <a:solidFill>
                  <a:schemeClr val="bg1"/>
                </a:solidFill>
                <a:ea typeface="+mn-ea"/>
                <a:cs typeface="+mn-cs"/>
              </a:rPr>
              <a:t>them</a:t>
            </a:r>
            <a:r>
              <a:rPr kumimoji="0" lang="en-US" sz="2400" b="1" i="0" u="none" strike="noStrike" kern="1200" cap="none" spc="0" normalizeH="0" baseline="0" noProof="0" dirty="0">
                <a:ln>
                  <a:noFill/>
                </a:ln>
                <a:solidFill>
                  <a:schemeClr val="bg1"/>
                </a:solidFill>
                <a:effectLst/>
                <a:uLnTx/>
                <a:uFillTx/>
                <a:ea typeface="+mn-ea"/>
                <a:cs typeface="+mn-cs"/>
              </a:rPr>
              <a:t>?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B69E22D0-1325-4147-DECF-930592C6A6E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5" name="Diagram 4">
            <a:extLst>
              <a:ext uri="{FF2B5EF4-FFF2-40B4-BE49-F238E27FC236}">
                <a16:creationId xmlns:a16="http://schemas.microsoft.com/office/drawing/2014/main" id="{C213CF4E-6B76-48AE-8A17-48E5A1ABC978}"/>
              </a:ext>
            </a:extLst>
          </p:cNvPr>
          <p:cNvGraphicFramePr/>
          <p:nvPr/>
        </p:nvGraphicFramePr>
        <p:xfrm>
          <a:off x="459251" y="1242645"/>
          <a:ext cx="10649373" cy="5134709"/>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4" name="Picture 3">
            <a:extLst>
              <a:ext uri="{FF2B5EF4-FFF2-40B4-BE49-F238E27FC236}">
                <a16:creationId xmlns:a16="http://schemas.microsoft.com/office/drawing/2014/main" id="{07B18A9B-721E-CDB2-01F2-45F9E3FC09FA}"/>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218559" y="313948"/>
            <a:ext cx="905321" cy="360181"/>
          </a:xfrm>
          <a:prstGeom prst="rect">
            <a:avLst/>
          </a:prstGeom>
        </p:spPr>
      </p:pic>
      <p:sp>
        <p:nvSpPr>
          <p:cNvPr id="6" name="TextBox 5">
            <a:extLst>
              <a:ext uri="{FF2B5EF4-FFF2-40B4-BE49-F238E27FC236}">
                <a16:creationId xmlns:a16="http://schemas.microsoft.com/office/drawing/2014/main" id="{55AB08B7-DD78-7472-3941-15CAF4532FB5}"/>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0"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647887137"/>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D13837-DDC9-6CB8-F58B-D0DFCD790E25}"/>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B312E742-D680-213D-DB7A-4D09A0BCB635}"/>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5A652FC-03DE-B0AB-C431-EE97715C1BA1}"/>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difference between </a:t>
            </a:r>
            <a:r>
              <a:rPr kumimoji="0" lang="en-US" sz="2400" b="1" i="0" u="none" strike="noStrike" kern="1200" cap="none" spc="0" normalizeH="0" baseline="0" noProof="0" dirty="0">
                <a:ln>
                  <a:noFill/>
                </a:ln>
                <a:solidFill>
                  <a:srgbClr val="FFFF00"/>
                </a:solidFill>
                <a:effectLst/>
                <a:uLnTx/>
                <a:uFillTx/>
                <a:ea typeface="+mn-ea"/>
                <a:cs typeface="+mn-cs"/>
              </a:rPr>
              <a:t>REST API </a:t>
            </a:r>
            <a:r>
              <a:rPr kumimoji="0" lang="en-US" sz="2400" b="1" i="0" u="none" strike="noStrike" kern="1200" cap="none" spc="0" normalizeH="0" baseline="0" noProof="0" dirty="0">
                <a:ln>
                  <a:noFill/>
                </a:ln>
                <a:solidFill>
                  <a:schemeClr val="bg1"/>
                </a:solidFill>
                <a:effectLst/>
                <a:uLnTx/>
                <a:uFillTx/>
                <a:ea typeface="+mn-ea"/>
                <a:cs typeface="+mn-cs"/>
              </a:rPr>
              <a:t>and </a:t>
            </a:r>
            <a:r>
              <a:rPr kumimoji="0" lang="en-US" sz="2400" b="1" i="0" u="none" strike="noStrike" kern="1200" cap="none" spc="0" normalizeH="0" baseline="0" noProof="0" dirty="0">
                <a:ln>
                  <a:noFill/>
                </a:ln>
                <a:solidFill>
                  <a:srgbClr val="FFFF00"/>
                </a:solidFill>
                <a:effectLst/>
                <a:uLnTx/>
                <a:uFillTx/>
                <a:ea typeface="+mn-ea"/>
                <a:cs typeface="+mn-cs"/>
              </a:rPr>
              <a:t>SOAP API</a:t>
            </a:r>
            <a:r>
              <a:rPr lang="en-US" sz="2400" b="1" dirty="0">
                <a:solidFill>
                  <a:schemeClr val="bg1"/>
                </a:solidFill>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8E1DD178-52E7-3AB2-1FA2-D2BEA70C5A6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13" name="Table 4">
            <a:extLst>
              <a:ext uri="{FF2B5EF4-FFF2-40B4-BE49-F238E27FC236}">
                <a16:creationId xmlns:a16="http://schemas.microsoft.com/office/drawing/2014/main" id="{9707E8C2-5BFD-0573-BD46-918FBBEA76C6}"/>
              </a:ext>
            </a:extLst>
          </p:cNvPr>
          <p:cNvGraphicFramePr>
            <a:graphicFrameLocks noGrp="1"/>
          </p:cNvGraphicFramePr>
          <p:nvPr>
            <p:ph idx="1"/>
          </p:nvPr>
        </p:nvGraphicFramePr>
        <p:xfrm>
          <a:off x="509665" y="1493782"/>
          <a:ext cx="10523095" cy="4754618"/>
        </p:xfrm>
        <a:graphic>
          <a:graphicData uri="http://schemas.openxmlformats.org/drawingml/2006/table">
            <a:tbl>
              <a:tblPr firstRow="1" bandRow="1">
                <a:tableStyleId>{E8B1032C-EA38-4F05-BA0D-38AFFFC7BED3}</a:tableStyleId>
              </a:tblPr>
              <a:tblGrid>
                <a:gridCol w="2293496">
                  <a:extLst>
                    <a:ext uri="{9D8B030D-6E8A-4147-A177-3AD203B41FA5}">
                      <a16:colId xmlns:a16="http://schemas.microsoft.com/office/drawing/2014/main" val="225366749"/>
                    </a:ext>
                  </a:extLst>
                </a:gridCol>
                <a:gridCol w="3807501">
                  <a:extLst>
                    <a:ext uri="{9D8B030D-6E8A-4147-A177-3AD203B41FA5}">
                      <a16:colId xmlns:a16="http://schemas.microsoft.com/office/drawing/2014/main" val="312534454"/>
                    </a:ext>
                  </a:extLst>
                </a:gridCol>
                <a:gridCol w="4422098">
                  <a:extLst>
                    <a:ext uri="{9D8B030D-6E8A-4147-A177-3AD203B41FA5}">
                      <a16:colId xmlns:a16="http://schemas.microsoft.com/office/drawing/2014/main" val="3786215524"/>
                    </a:ext>
                  </a:extLst>
                </a:gridCol>
              </a:tblGrid>
              <a:tr h="712674">
                <a:tc>
                  <a:txBody>
                    <a:bodyPr/>
                    <a:lstStyle/>
                    <a:p>
                      <a:pPr algn="ctr"/>
                      <a:r>
                        <a:rPr lang="en-US" sz="2000" dirty="0">
                          <a:latin typeface="+mn-lt"/>
                        </a:rPr>
                        <a:t>Feature</a:t>
                      </a:r>
                      <a:endParaRPr lang="en-IN" sz="2000" dirty="0">
                        <a:latin typeface="+mn-lt"/>
                      </a:endParaRPr>
                    </a:p>
                  </a:txBody>
                  <a:tcPr marL="180000" marR="540000" marT="108000" marB="108000" anchor="ctr"/>
                </a:tc>
                <a:tc>
                  <a:txBody>
                    <a:bodyPr/>
                    <a:lstStyle/>
                    <a:p>
                      <a:pPr algn="ctr" fontAlgn="b"/>
                      <a:r>
                        <a:rPr lang="en-IN" sz="2000" b="1" i="0" kern="1200" dirty="0">
                          <a:solidFill>
                            <a:schemeClr val="tx1"/>
                          </a:solidFill>
                          <a:effectLst/>
                          <a:latin typeface="+mn-lt"/>
                          <a:ea typeface="+mn-ea"/>
                          <a:cs typeface="+mn-cs"/>
                        </a:rPr>
                        <a:t>REST API</a:t>
                      </a:r>
                      <a:endParaRPr lang="en-IN" sz="2000" b="1" dirty="0">
                        <a:effectLst/>
                      </a:endParaRPr>
                    </a:p>
                  </a:txBody>
                  <a:tcPr marL="180000" marR="540000" marT="108000" marB="108000" anchor="ctr"/>
                </a:tc>
                <a:tc>
                  <a:txBody>
                    <a:bodyPr/>
                    <a:lstStyle/>
                    <a:p>
                      <a:pPr algn="ctr" fontAlgn="b"/>
                      <a:r>
                        <a:rPr lang="en-IN" sz="2000" b="1" i="0" kern="1200" dirty="0">
                          <a:solidFill>
                            <a:schemeClr val="tx1"/>
                          </a:solidFill>
                          <a:effectLst/>
                          <a:latin typeface="+mn-lt"/>
                          <a:ea typeface="+mn-ea"/>
                          <a:cs typeface="+mn-cs"/>
                        </a:rPr>
                        <a:t>SOAP API</a:t>
                      </a:r>
                      <a:endParaRPr lang="en-IN" sz="2000" b="1" dirty="0">
                        <a:effectLst/>
                      </a:endParaRPr>
                    </a:p>
                  </a:txBody>
                  <a:tcPr marL="180000" marR="540000" marT="108000" marB="108000" anchor="ctr"/>
                </a:tc>
                <a:extLst>
                  <a:ext uri="{0D108BD9-81ED-4DB2-BD59-A6C34878D82A}">
                    <a16:rowId xmlns:a16="http://schemas.microsoft.com/office/drawing/2014/main" val="2733934505"/>
                  </a:ext>
                </a:extLst>
              </a:tr>
              <a:tr h="80687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b="1" i="0" kern="1200" dirty="0">
                          <a:solidFill>
                            <a:schemeClr val="tx1"/>
                          </a:solidFill>
                          <a:effectLst/>
                          <a:latin typeface="+mn-lt"/>
                          <a:ea typeface="+mn-ea"/>
                          <a:cs typeface="+mn-cs"/>
                        </a:rPr>
                        <a:t>Architecture</a:t>
                      </a:r>
                      <a:endParaRPr lang="en-IN" sz="1600" dirty="0">
                        <a:effectLst/>
                      </a:endParaRPr>
                    </a:p>
                  </a:txBody>
                  <a:tcPr marL="180000" marR="540000" marT="108000" marB="108000" anchor="ct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lang="en-US" sz="1800" b="0" i="0" kern="1200" dirty="0">
                          <a:solidFill>
                            <a:schemeClr val="tx1"/>
                          </a:solidFill>
                          <a:effectLst/>
                          <a:latin typeface="+mn-lt"/>
                          <a:ea typeface="+mn-ea"/>
                          <a:cs typeface="+mn-cs"/>
                        </a:rPr>
                        <a:t>REST is an architectural style.</a:t>
                      </a:r>
                      <a:endParaRPr lang="en-US" sz="1600" dirty="0">
                        <a:effectLst/>
                      </a:endParaRPr>
                    </a:p>
                  </a:txBody>
                  <a:tcPr marL="180000" marR="540000" marT="108000" marB="108000" anchor="ct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lang="en-IN" sz="1800" b="0" i="0" kern="1200" dirty="0">
                          <a:solidFill>
                            <a:schemeClr val="tx1"/>
                          </a:solidFill>
                          <a:effectLst/>
                          <a:latin typeface="+mn-lt"/>
                          <a:ea typeface="+mn-ea"/>
                          <a:cs typeface="+mn-cs"/>
                        </a:rPr>
                        <a:t>SOAP(Simple Object Access Protocol) is a protocol.</a:t>
                      </a:r>
                      <a:endParaRPr lang="en-IN" sz="1600" dirty="0">
                        <a:effectLst/>
                      </a:endParaRPr>
                    </a:p>
                  </a:txBody>
                  <a:tcPr marL="180000" marR="540000" marT="108000" marB="108000" anchor="ctr"/>
                </a:tc>
                <a:extLst>
                  <a:ext uri="{0D108BD9-81ED-4DB2-BD59-A6C34878D82A}">
                    <a16:rowId xmlns:a16="http://schemas.microsoft.com/office/drawing/2014/main" val="3722023969"/>
                  </a:ext>
                </a:extLst>
              </a:tr>
              <a:tr h="80687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b="1" i="0" kern="1200" dirty="0">
                          <a:solidFill>
                            <a:schemeClr val="tx1"/>
                          </a:solidFill>
                          <a:effectLst/>
                          <a:latin typeface="+mn-lt"/>
                          <a:ea typeface="+mn-ea"/>
                          <a:cs typeface="+mn-cs"/>
                        </a:rPr>
                        <a:t>Protocol</a:t>
                      </a:r>
                      <a:endParaRPr lang="en-IN" sz="1600" dirty="0">
                        <a:effectLst/>
                      </a:endParaRPr>
                    </a:p>
                  </a:txBody>
                  <a:tcPr marL="180000" marR="540000" marT="108000" marB="108000" anchor="ctr"/>
                </a:tc>
                <a:tc>
                  <a:txBody>
                    <a:bodyPr/>
                    <a:lstStyle/>
                    <a:p>
                      <a:pPr fontAlgn="base"/>
                      <a:r>
                        <a:rPr lang="en-IN" sz="1800" b="0" i="0" kern="1200" dirty="0">
                          <a:solidFill>
                            <a:schemeClr val="tx1"/>
                          </a:solidFill>
                          <a:effectLst/>
                          <a:latin typeface="+mn-lt"/>
                          <a:ea typeface="+mn-ea"/>
                          <a:cs typeface="+mn-cs"/>
                        </a:rPr>
                        <a:t>Uses HTTP or HTTPS.</a:t>
                      </a:r>
                      <a:endParaRPr lang="en-IN" sz="1600" dirty="0">
                        <a:effectLst/>
                      </a:endParaRPr>
                    </a:p>
                  </a:txBody>
                  <a:tcPr marL="180000" marR="540000" marT="108000" marB="108000" anchor="ctr"/>
                </a:tc>
                <a:tc>
                  <a:txBody>
                    <a:bodyPr/>
                    <a:lstStyle/>
                    <a:p>
                      <a:pPr fontAlgn="base"/>
                      <a:r>
                        <a:rPr lang="en-US" sz="1800" b="0" i="0" kern="1200" dirty="0">
                          <a:solidFill>
                            <a:schemeClr val="tx1"/>
                          </a:solidFill>
                          <a:effectLst/>
                          <a:latin typeface="+mn-lt"/>
                          <a:ea typeface="+mn-ea"/>
                          <a:cs typeface="+mn-cs"/>
                        </a:rPr>
                        <a:t>Can use various protocols (HTTP, SMTP, etc.).</a:t>
                      </a:r>
                      <a:endParaRPr lang="en-IN" sz="1600" dirty="0">
                        <a:effectLst/>
                      </a:endParaRPr>
                    </a:p>
                  </a:txBody>
                  <a:tcPr marL="180000" marR="540000" marT="108000" marB="108000" anchor="ctr"/>
                </a:tc>
                <a:extLst>
                  <a:ext uri="{0D108BD9-81ED-4DB2-BD59-A6C34878D82A}">
                    <a16:rowId xmlns:a16="http://schemas.microsoft.com/office/drawing/2014/main" val="1957617374"/>
                  </a:ext>
                </a:extLst>
              </a:tr>
              <a:tr h="806873">
                <a:tc>
                  <a:txBody>
                    <a:bodyPr/>
                    <a:lstStyle/>
                    <a:p>
                      <a:r>
                        <a:rPr lang="en-IN" sz="1800" b="1" i="0" kern="1200" dirty="0">
                          <a:solidFill>
                            <a:schemeClr val="tx1"/>
                          </a:solidFill>
                          <a:effectLst/>
                          <a:latin typeface="+mn-lt"/>
                          <a:ea typeface="+mn-ea"/>
                          <a:cs typeface="+mn-cs"/>
                        </a:rPr>
                        <a:t>Message Format</a:t>
                      </a:r>
                      <a:endParaRPr lang="en-IN" sz="1600" b="1" dirty="0">
                        <a:latin typeface="+mn-lt"/>
                      </a:endParaRPr>
                    </a:p>
                  </a:txBody>
                  <a:tcPr marL="180000" marR="540000" marT="108000" marB="108000" anchor="ctr"/>
                </a:tc>
                <a:tc>
                  <a:txBody>
                    <a:bodyPr/>
                    <a:lstStyle/>
                    <a:p>
                      <a:r>
                        <a:rPr lang="en-US" sz="1800" b="0" i="0" kern="1200" dirty="0">
                          <a:solidFill>
                            <a:schemeClr val="tx1"/>
                          </a:solidFill>
                          <a:effectLst/>
                          <a:latin typeface="+mn-lt"/>
                          <a:ea typeface="+mn-ea"/>
                          <a:cs typeface="+mn-cs"/>
                        </a:rPr>
                        <a:t>Uses lightweight formats like JSON, XML.</a:t>
                      </a:r>
                      <a:endParaRPr lang="en-IN" sz="1600" b="0" dirty="0">
                        <a:latin typeface="+mn-lt"/>
                      </a:endParaRPr>
                    </a:p>
                  </a:txBody>
                  <a:tcPr marL="180000" marR="540000" marT="108000" marB="10800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b="0" i="0" kern="1200" dirty="0">
                          <a:solidFill>
                            <a:schemeClr val="tx1"/>
                          </a:solidFill>
                          <a:effectLst/>
                          <a:latin typeface="+mn-lt"/>
                          <a:ea typeface="+mn-ea"/>
                          <a:cs typeface="+mn-cs"/>
                        </a:rPr>
                        <a:t>Typically uses XML.</a:t>
                      </a:r>
                      <a:endParaRPr lang="en-IN" sz="1600" dirty="0">
                        <a:latin typeface="+mn-lt"/>
                      </a:endParaRPr>
                    </a:p>
                  </a:txBody>
                  <a:tcPr marL="180000" marR="540000" marT="108000" marB="108000" anchor="ctr"/>
                </a:tc>
                <a:extLst>
                  <a:ext uri="{0D108BD9-81ED-4DB2-BD59-A6C34878D82A}">
                    <a16:rowId xmlns:a16="http://schemas.microsoft.com/office/drawing/2014/main" val="3730177224"/>
                  </a:ext>
                </a:extLst>
              </a:tr>
              <a:tr h="51740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b="1" i="0" kern="1200" dirty="0">
                          <a:solidFill>
                            <a:schemeClr val="tx1"/>
                          </a:solidFill>
                          <a:effectLst/>
                          <a:latin typeface="+mn-lt"/>
                          <a:ea typeface="+mn-ea"/>
                          <a:cs typeface="+mn-cs"/>
                        </a:rPr>
                        <a:t>State</a:t>
                      </a:r>
                      <a:endParaRPr lang="en-IN" sz="1600" b="0" dirty="0">
                        <a:latin typeface="+mn-lt"/>
                      </a:endParaRPr>
                    </a:p>
                  </a:txBody>
                  <a:tcPr marL="180000" marR="540000" marT="108000" marB="108000" anchor="ctr"/>
                </a:tc>
                <a:tc>
                  <a:txBody>
                    <a:bodyPr/>
                    <a:lstStyle/>
                    <a:p>
                      <a:r>
                        <a:rPr lang="en-IN" sz="1800" b="0" i="0" kern="1200" dirty="0">
                          <a:solidFill>
                            <a:schemeClr val="tx1"/>
                          </a:solidFill>
                          <a:effectLst/>
                          <a:latin typeface="+mn-lt"/>
                          <a:ea typeface="+mn-ea"/>
                          <a:cs typeface="+mn-cs"/>
                        </a:rPr>
                        <a:t>Stateless.</a:t>
                      </a:r>
                      <a:endParaRPr lang="en-IN" sz="1600" b="0" dirty="0">
                        <a:latin typeface="+mn-lt"/>
                      </a:endParaRPr>
                    </a:p>
                  </a:txBody>
                  <a:tcPr marL="180000" marR="540000" marT="108000" marB="10800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b="0" i="0" kern="1200" dirty="0">
                          <a:solidFill>
                            <a:schemeClr val="tx1"/>
                          </a:solidFill>
                          <a:effectLst/>
                          <a:latin typeface="+mn-lt"/>
                          <a:ea typeface="+mn-ea"/>
                          <a:cs typeface="+mn-cs"/>
                        </a:rPr>
                        <a:t>Can be stateful or stateless.</a:t>
                      </a:r>
                      <a:endParaRPr lang="en-IN" sz="1600" dirty="0">
                        <a:latin typeface="+mn-lt"/>
                      </a:endParaRPr>
                    </a:p>
                  </a:txBody>
                  <a:tcPr marL="180000" marR="540000" marT="108000" marB="108000" anchor="ctr"/>
                </a:tc>
                <a:extLst>
                  <a:ext uri="{0D108BD9-81ED-4DB2-BD59-A6C34878D82A}">
                    <a16:rowId xmlns:a16="http://schemas.microsoft.com/office/drawing/2014/main" val="2749167246"/>
                  </a:ext>
                </a:extLst>
              </a:tr>
              <a:tr h="51740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b="1" i="0" kern="1200" dirty="0">
                          <a:solidFill>
                            <a:schemeClr val="tx1"/>
                          </a:solidFill>
                          <a:effectLst/>
                          <a:latin typeface="+mn-lt"/>
                          <a:ea typeface="+mn-ea"/>
                          <a:cs typeface="+mn-cs"/>
                        </a:rPr>
                        <a:t>Error Handling</a:t>
                      </a:r>
                      <a:endParaRPr lang="en-IN" sz="1600" dirty="0">
                        <a:effectLst/>
                      </a:endParaRPr>
                    </a:p>
                  </a:txBody>
                  <a:tcPr marL="180000" marR="540000" marT="108000" marB="108000" anchor="ctr"/>
                </a:tc>
                <a:tc>
                  <a:txBody>
                    <a:bodyPr/>
                    <a:lstStyle/>
                    <a:p>
                      <a:r>
                        <a:rPr lang="en-IN" sz="1800" b="0" i="0" kern="1200" dirty="0">
                          <a:solidFill>
                            <a:schemeClr val="tx1"/>
                          </a:solidFill>
                          <a:effectLst/>
                          <a:latin typeface="+mn-lt"/>
                          <a:ea typeface="+mn-ea"/>
                          <a:cs typeface="+mn-cs"/>
                        </a:rPr>
                        <a:t>Relies on HTTP status codes.</a:t>
                      </a:r>
                      <a:endParaRPr lang="en-IN" sz="1600" b="0" dirty="0">
                        <a:latin typeface="+mn-lt"/>
                      </a:endParaRPr>
                    </a:p>
                  </a:txBody>
                  <a:tcPr marL="180000" marR="540000" marT="108000" marB="108000" anchor="ctr"/>
                </a:tc>
                <a:tc>
                  <a:txBody>
                    <a:bodyPr/>
                    <a:lstStyle/>
                    <a:p>
                      <a:pPr marL="0" indent="0">
                        <a:buClr>
                          <a:schemeClr val="accent4"/>
                        </a:buClr>
                        <a:buFont typeface="Wingdings" panose="05000000000000000000" pitchFamily="2" charset="2"/>
                        <a:buNone/>
                      </a:pPr>
                      <a:r>
                        <a:rPr lang="en-US" sz="1800" b="0" i="0" kern="1200" dirty="0">
                          <a:solidFill>
                            <a:schemeClr val="tx1"/>
                          </a:solidFill>
                          <a:effectLst/>
                          <a:latin typeface="+mn-lt"/>
                          <a:ea typeface="+mn-ea"/>
                          <a:cs typeface="+mn-cs"/>
                        </a:rPr>
                        <a:t>Defines its own fault mechanism.</a:t>
                      </a:r>
                      <a:endParaRPr lang="en-IN" sz="1600" dirty="0">
                        <a:latin typeface="+mn-lt"/>
                      </a:endParaRPr>
                    </a:p>
                  </a:txBody>
                  <a:tcPr marL="180000" marR="540000" marT="108000" marB="108000" anchor="ctr"/>
                </a:tc>
                <a:extLst>
                  <a:ext uri="{0D108BD9-81ED-4DB2-BD59-A6C34878D82A}">
                    <a16:rowId xmlns:a16="http://schemas.microsoft.com/office/drawing/2014/main" val="2040826760"/>
                  </a:ext>
                </a:extLst>
              </a:tr>
              <a:tr h="58652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b="1" i="0" kern="1200" dirty="0">
                          <a:solidFill>
                            <a:schemeClr val="tx1"/>
                          </a:solidFill>
                          <a:effectLst/>
                          <a:latin typeface="+mn-lt"/>
                          <a:ea typeface="+mn-ea"/>
                          <a:cs typeface="+mn-cs"/>
                        </a:rPr>
                        <a:t>Performance</a:t>
                      </a:r>
                      <a:endParaRPr lang="en-IN" sz="1600" dirty="0">
                        <a:effectLst/>
                      </a:endParaRPr>
                    </a:p>
                  </a:txBody>
                  <a:tcPr marL="180000" marR="540000" marT="108000" marB="108000" anchor="ctr"/>
                </a:tc>
                <a:tc>
                  <a:txBody>
                    <a:bodyPr/>
                    <a:lstStyle/>
                    <a:p>
                      <a:r>
                        <a:rPr lang="en-IN" sz="1800" b="0" i="0" kern="1200" dirty="0">
                          <a:solidFill>
                            <a:schemeClr val="tx1"/>
                          </a:solidFill>
                          <a:effectLst/>
                          <a:latin typeface="+mn-lt"/>
                          <a:ea typeface="+mn-ea"/>
                          <a:cs typeface="+mn-cs"/>
                        </a:rPr>
                        <a:t>Generally lightweight and faster.</a:t>
                      </a:r>
                      <a:endParaRPr lang="en-IN" sz="1600" b="0" dirty="0">
                        <a:latin typeface="+mn-lt"/>
                      </a:endParaRPr>
                    </a:p>
                  </a:txBody>
                  <a:tcPr marL="180000" marR="540000" marT="108000" marB="108000" anchor="ctr"/>
                </a:tc>
                <a:tc>
                  <a:txBody>
                    <a:bodyPr/>
                    <a:lstStyle/>
                    <a:p>
                      <a:pPr marL="0" indent="0">
                        <a:buClr>
                          <a:schemeClr val="accent4"/>
                        </a:buClr>
                        <a:buFont typeface="Wingdings" panose="05000000000000000000" pitchFamily="2" charset="2"/>
                        <a:buNone/>
                      </a:pPr>
                      <a:r>
                        <a:rPr lang="en-US" sz="1800" b="0" i="0" kern="1200" dirty="0">
                          <a:solidFill>
                            <a:schemeClr val="tx1"/>
                          </a:solidFill>
                          <a:effectLst/>
                          <a:latin typeface="+mn-lt"/>
                          <a:ea typeface="+mn-ea"/>
                          <a:cs typeface="+mn-cs"/>
                        </a:rPr>
                        <a:t>Can be slower due to XML processing.</a:t>
                      </a:r>
                      <a:endParaRPr lang="en-IN" sz="1600" dirty="0">
                        <a:latin typeface="+mn-lt"/>
                      </a:endParaRPr>
                    </a:p>
                  </a:txBody>
                  <a:tcPr marL="180000" marR="540000" marT="108000" marB="108000" anchor="ctr"/>
                </a:tc>
                <a:extLst>
                  <a:ext uri="{0D108BD9-81ED-4DB2-BD59-A6C34878D82A}">
                    <a16:rowId xmlns:a16="http://schemas.microsoft.com/office/drawing/2014/main" val="2591468217"/>
                  </a:ext>
                </a:extLst>
              </a:tr>
            </a:tbl>
          </a:graphicData>
        </a:graphic>
      </p:graphicFrame>
      <p:sp>
        <p:nvSpPr>
          <p:cNvPr id="4" name="TextBox 3">
            <a:extLst>
              <a:ext uri="{FF2B5EF4-FFF2-40B4-BE49-F238E27FC236}">
                <a16:creationId xmlns:a16="http://schemas.microsoft.com/office/drawing/2014/main" id="{BAD5F545-62AD-EB1E-DD03-3EDF3DED1758}"/>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509854467"/>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954381"/>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HTTP Verbs </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HTTP methods</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GET, POST, PUT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&amp;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DELETE HTTP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methods?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the difference between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PUT</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&amp;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PATCH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methods?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Explain the concept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Idempotence</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in RESTful APIs.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are the role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status codes </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in RESTful APIs?</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lstStyle/>
          <a:p>
            <a:r>
              <a:rPr lang="en-US" b="1" dirty="0">
                <a:solidFill>
                  <a:srgbClr val="FFFF00"/>
                </a:solidFill>
              </a:rPr>
              <a:t>REST - HTTP Methods &amp; Status Codes</a:t>
            </a:r>
            <a:endParaRPr lang="en-IN" b="1" dirty="0"/>
          </a:p>
        </p:txBody>
      </p:sp>
      <p:pic>
        <p:nvPicPr>
          <p:cNvPr id="2" name="Picture 1">
            <a:extLst>
              <a:ext uri="{FF2B5EF4-FFF2-40B4-BE49-F238E27FC236}">
                <a16:creationId xmlns:a16="http://schemas.microsoft.com/office/drawing/2014/main" id="{FDAC5A79-E9CE-D4B5-D057-431094D975BA}"/>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549451" y="1542305"/>
            <a:ext cx="625656" cy="248916"/>
          </a:xfrm>
          <a:prstGeom prst="rect">
            <a:avLst/>
          </a:prstGeom>
        </p:spPr>
      </p:pic>
      <p:pic>
        <p:nvPicPr>
          <p:cNvPr id="3" name="Picture 2">
            <a:extLst>
              <a:ext uri="{FF2B5EF4-FFF2-40B4-BE49-F238E27FC236}">
                <a16:creationId xmlns:a16="http://schemas.microsoft.com/office/drawing/2014/main" id="{C50A8E6A-DB02-BC8B-AF28-D9D243F5BE15}"/>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5847340" y="2326143"/>
            <a:ext cx="625656" cy="248916"/>
          </a:xfrm>
          <a:prstGeom prst="rect">
            <a:avLst/>
          </a:prstGeom>
        </p:spPr>
      </p:pic>
      <p:sp>
        <p:nvSpPr>
          <p:cNvPr id="6" name="TextBox 5">
            <a:extLst>
              <a:ext uri="{FF2B5EF4-FFF2-40B4-BE49-F238E27FC236}">
                <a16:creationId xmlns:a16="http://schemas.microsoft.com/office/drawing/2014/main" id="{4E24BB53-EE2E-AFFF-4FEA-B55A5AB0917A}"/>
              </a:ext>
            </a:extLst>
          </p:cNvPr>
          <p:cNvSpPr txBox="1"/>
          <p:nvPr/>
        </p:nvSpPr>
        <p:spPr>
          <a:xfrm>
            <a:off x="10342731" y="6373174"/>
            <a:ext cx="1972639" cy="307777"/>
          </a:xfrm>
          <a:prstGeom prst="rect">
            <a:avLst/>
          </a:prstGeom>
          <a:noFill/>
        </p:spPr>
        <p:txBody>
          <a:bodyPr wrap="square">
            <a:spAutoFit/>
          </a:bodyPr>
          <a:lstStyle/>
          <a:p>
            <a:r>
              <a:rPr lang="en-US" sz="1400" dirty="0">
                <a:hlinkClick r:id="rId9" action="ppaction://hlinksldjump"/>
              </a:rPr>
              <a:t>Back to main index</a:t>
            </a:r>
            <a:endParaRPr lang="en-IN" sz="1400" dirty="0"/>
          </a:p>
        </p:txBody>
      </p:sp>
    </p:spTree>
    <p:extLst>
      <p:ext uri="{BB962C8B-B14F-4D97-AF65-F5344CB8AC3E}">
        <p14:creationId xmlns:p14="http://schemas.microsoft.com/office/powerpoint/2010/main" val="3010786268"/>
      </p:ext>
    </p:extLst>
  </p:cSld>
  <p:clrMapOvr>
    <a:overrideClrMapping bg1="dk1" tx1="lt1" bg2="dk2" tx2="lt2" accent1="accent1" accent2="accent2" accent3="accent3" accent4="accent4" accent5="accent5" accent6="accent6" hlink="hlink" folHlink="folHlink"/>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701589-BE1A-4CCE-99D9-BB175520B9F3}"/>
            </a:ext>
          </a:extLst>
        </p:cNvPr>
        <p:cNvGrpSpPr/>
        <p:nvPr/>
      </p:nvGrpSpPr>
      <p:grpSpPr>
        <a:xfrm>
          <a:off x="0" y="0"/>
          <a:ext cx="0" cy="0"/>
          <a:chOff x="0" y="0"/>
          <a:chExt cx="0" cy="0"/>
        </a:xfrm>
      </p:grpSpPr>
      <p:cxnSp>
        <p:nvCxnSpPr>
          <p:cNvPr id="58" name="Straight Arrow Connector 57">
            <a:extLst>
              <a:ext uri="{FF2B5EF4-FFF2-40B4-BE49-F238E27FC236}">
                <a16:creationId xmlns:a16="http://schemas.microsoft.com/office/drawing/2014/main" id="{8B8731DD-A88F-6FA6-2323-AEC372A8009F}"/>
              </a:ext>
            </a:extLst>
          </p:cNvPr>
          <p:cNvCxnSpPr>
            <a:cxnSpLocks/>
            <a:endCxn id="30" idx="1"/>
          </p:cNvCxnSpPr>
          <p:nvPr/>
        </p:nvCxnSpPr>
        <p:spPr>
          <a:xfrm>
            <a:off x="4905123" y="3881964"/>
            <a:ext cx="2575017" cy="0"/>
          </a:xfrm>
          <a:prstGeom prst="straightConnector1">
            <a:avLst/>
          </a:prstGeom>
          <a:ln w="19050">
            <a:headEnd type="triangle"/>
            <a:tailEnd type="triangle"/>
          </a:ln>
        </p:spPr>
        <p:style>
          <a:lnRef idx="1">
            <a:schemeClr val="accent2"/>
          </a:lnRef>
          <a:fillRef idx="0">
            <a:schemeClr val="accent2"/>
          </a:fillRef>
          <a:effectRef idx="0">
            <a:schemeClr val="accent2"/>
          </a:effectRef>
          <a:fontRef idx="minor">
            <a:schemeClr val="tx1"/>
          </a:fontRef>
        </p:style>
      </p:cxnSp>
      <p:sp>
        <p:nvSpPr>
          <p:cNvPr id="9" name="Rectangle 8">
            <a:extLst>
              <a:ext uri="{FF2B5EF4-FFF2-40B4-BE49-F238E27FC236}">
                <a16:creationId xmlns:a16="http://schemas.microsoft.com/office/drawing/2014/main" id="{8D968CEF-A157-2A16-B8B0-32B562E4C974}"/>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470E29DD-7EE9-8245-796C-D1264C05BBCA}"/>
              </a:ext>
            </a:extLst>
          </p:cNvPr>
          <p:cNvSpPr>
            <a:spLocks noGrp="1"/>
          </p:cNvSpPr>
          <p:nvPr>
            <p:ph type="title"/>
          </p:nvPr>
        </p:nvSpPr>
        <p:spPr>
          <a:xfrm>
            <a:off x="355693" y="324343"/>
            <a:ext cx="10659147" cy="339393"/>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HTTP Verbs</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HTTP methods</a:t>
            </a:r>
            <a:r>
              <a:rPr kumimoji="0" lang="en-US" sz="2400" b="1" i="0" u="none" strike="noStrike" kern="1200" cap="none" spc="0" normalizeH="0" baseline="0" noProof="0" dirty="0">
                <a:ln>
                  <a:noFill/>
                </a:ln>
                <a:solidFill>
                  <a:schemeClr val="bg1"/>
                </a:solidFill>
                <a:effectLst/>
                <a:uLnTx/>
                <a:uFillTx/>
                <a:ea typeface="+mn-ea"/>
                <a:cs typeface="+mn-cs"/>
              </a:rPr>
              <a:t>?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B69E22D0-1325-4147-DECF-930592C6A6E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5" name="Picture 2" descr="Computer User Images - Free Download on Freepik">
            <a:extLst>
              <a:ext uri="{FF2B5EF4-FFF2-40B4-BE49-F238E27FC236}">
                <a16:creationId xmlns:a16="http://schemas.microsoft.com/office/drawing/2014/main" id="{257D4E5A-FF14-8F2B-5831-9472575467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3811" y="3064514"/>
            <a:ext cx="1536981" cy="1544737"/>
          </a:xfrm>
          <a:prstGeom prst="ellipse">
            <a:avLst/>
          </a:prstGeom>
          <a:noFill/>
          <a:extLst>
            <a:ext uri="{909E8E84-426E-40DD-AFC4-6F175D3DCCD1}">
              <a14:hiddenFill xmlns:a14="http://schemas.microsoft.com/office/drawing/2010/main">
                <a:solidFill>
                  <a:srgbClr val="FFFFFF"/>
                </a:solidFill>
              </a14:hiddenFill>
            </a:ext>
          </a:extLst>
        </p:spPr>
      </p:pic>
      <p:pic>
        <p:nvPicPr>
          <p:cNvPr id="16" name="Picture 6">
            <a:extLst>
              <a:ext uri="{FF2B5EF4-FFF2-40B4-BE49-F238E27FC236}">
                <a16:creationId xmlns:a16="http://schemas.microsoft.com/office/drawing/2014/main" id="{F2881CD3-510A-94CA-6BBC-F00D4AD2D15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24721" y="3064514"/>
            <a:ext cx="1153390" cy="1787755"/>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6" descr="High-res browser logos - Paul Irish">
            <a:extLst>
              <a:ext uri="{FF2B5EF4-FFF2-40B4-BE49-F238E27FC236}">
                <a16:creationId xmlns:a16="http://schemas.microsoft.com/office/drawing/2014/main" id="{551D1216-FDAD-DE5B-6DF9-E9ADD67AAC5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5693" y="4631172"/>
            <a:ext cx="1775304" cy="352943"/>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11C1AB7B-7CD2-034B-85F4-DCB91BF04D29}"/>
              </a:ext>
            </a:extLst>
          </p:cNvPr>
          <p:cNvSpPr txBox="1"/>
          <p:nvPr/>
        </p:nvSpPr>
        <p:spPr>
          <a:xfrm>
            <a:off x="3159823" y="4838651"/>
            <a:ext cx="2263656"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UI/ Client/ Frontend</a:t>
            </a:r>
          </a:p>
        </p:txBody>
      </p:sp>
      <p:cxnSp>
        <p:nvCxnSpPr>
          <p:cNvPr id="24" name="Straight Arrow Connector 23">
            <a:extLst>
              <a:ext uri="{FF2B5EF4-FFF2-40B4-BE49-F238E27FC236}">
                <a16:creationId xmlns:a16="http://schemas.microsoft.com/office/drawing/2014/main" id="{06A9B2CC-4636-C8A9-4240-C4C4F77F9946}"/>
              </a:ext>
            </a:extLst>
          </p:cNvPr>
          <p:cNvCxnSpPr>
            <a:cxnSpLocks/>
          </p:cNvCxnSpPr>
          <p:nvPr/>
        </p:nvCxnSpPr>
        <p:spPr>
          <a:xfrm>
            <a:off x="2058236" y="3647631"/>
            <a:ext cx="1557459" cy="0"/>
          </a:xfrm>
          <a:prstGeom prst="straightConnector1">
            <a:avLst/>
          </a:prstGeom>
          <a:ln w="222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396C255E-9D41-6D51-7C61-9A245EEB6EF1}"/>
              </a:ext>
            </a:extLst>
          </p:cNvPr>
          <p:cNvSpPr txBox="1"/>
          <p:nvPr/>
        </p:nvSpPr>
        <p:spPr>
          <a:xfrm>
            <a:off x="2413920" y="3248685"/>
            <a:ext cx="139312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Request</a:t>
            </a:r>
            <a:endParaRPr kumimoji="0" lang="en-IN"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endParaRPr>
          </a:p>
        </p:txBody>
      </p:sp>
      <p:cxnSp>
        <p:nvCxnSpPr>
          <p:cNvPr id="28" name="Straight Arrow Connector 27">
            <a:extLst>
              <a:ext uri="{FF2B5EF4-FFF2-40B4-BE49-F238E27FC236}">
                <a16:creationId xmlns:a16="http://schemas.microsoft.com/office/drawing/2014/main" id="{89F418A4-40F7-F683-4750-6C99DCD654D3}"/>
              </a:ext>
            </a:extLst>
          </p:cNvPr>
          <p:cNvCxnSpPr>
            <a:cxnSpLocks/>
          </p:cNvCxnSpPr>
          <p:nvPr/>
        </p:nvCxnSpPr>
        <p:spPr>
          <a:xfrm flipH="1">
            <a:off x="1972057" y="4255762"/>
            <a:ext cx="1643638" cy="0"/>
          </a:xfrm>
          <a:prstGeom prst="straightConnector1">
            <a:avLst/>
          </a:prstGeom>
          <a:ln w="222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AF5B8729-0AF3-6755-7F70-48205D17283B}"/>
              </a:ext>
            </a:extLst>
          </p:cNvPr>
          <p:cNvSpPr txBox="1"/>
          <p:nvPr/>
        </p:nvSpPr>
        <p:spPr>
          <a:xfrm>
            <a:off x="2407168" y="4261840"/>
            <a:ext cx="139312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Response</a:t>
            </a:r>
            <a:endParaRPr kumimoji="0" lang="en-IN" sz="18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endParaRPr>
          </a:p>
        </p:txBody>
      </p:sp>
      <p:pic>
        <p:nvPicPr>
          <p:cNvPr id="30" name="Picture 29">
            <a:extLst>
              <a:ext uri="{FF2B5EF4-FFF2-40B4-BE49-F238E27FC236}">
                <a16:creationId xmlns:a16="http://schemas.microsoft.com/office/drawing/2014/main" id="{D3FF65BA-C7B2-D83E-BF7F-C67BA171D426}"/>
              </a:ext>
            </a:extLst>
          </p:cNvPr>
          <p:cNvPicPr>
            <a:picLocks noChangeAspect="1"/>
          </p:cNvPicPr>
          <p:nvPr/>
        </p:nvPicPr>
        <p:blipFill rotWithShape="1">
          <a:blip r:embed="rId7"/>
          <a:srcRect l="4825" r="6651"/>
          <a:stretch/>
        </p:blipFill>
        <p:spPr>
          <a:xfrm>
            <a:off x="7480140" y="3169392"/>
            <a:ext cx="1588254" cy="1425143"/>
          </a:xfrm>
          <a:prstGeom prst="rect">
            <a:avLst/>
          </a:prstGeom>
        </p:spPr>
      </p:pic>
      <p:sp>
        <p:nvSpPr>
          <p:cNvPr id="31" name="Rectangle: Rounded Corners 30">
            <a:extLst>
              <a:ext uri="{FF2B5EF4-FFF2-40B4-BE49-F238E27FC236}">
                <a16:creationId xmlns:a16="http://schemas.microsoft.com/office/drawing/2014/main" id="{BA19A91C-6050-8222-C1D0-134F491EF261}"/>
              </a:ext>
            </a:extLst>
          </p:cNvPr>
          <p:cNvSpPr/>
          <p:nvPr/>
        </p:nvSpPr>
        <p:spPr>
          <a:xfrm>
            <a:off x="6306050" y="2594416"/>
            <a:ext cx="1155674" cy="368837"/>
          </a:xfrm>
          <a:prstGeom prst="round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Rounded Corners 31">
            <a:extLst>
              <a:ext uri="{FF2B5EF4-FFF2-40B4-BE49-F238E27FC236}">
                <a16:creationId xmlns:a16="http://schemas.microsoft.com/office/drawing/2014/main" id="{1BF64B7B-8352-33E4-5BD3-0060883E8C6C}"/>
              </a:ext>
            </a:extLst>
          </p:cNvPr>
          <p:cNvSpPr/>
          <p:nvPr/>
        </p:nvSpPr>
        <p:spPr>
          <a:xfrm>
            <a:off x="6292592" y="3193458"/>
            <a:ext cx="1155674" cy="368837"/>
          </a:xfrm>
          <a:prstGeom prst="round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POST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Rounded Corners 32">
            <a:extLst>
              <a:ext uri="{FF2B5EF4-FFF2-40B4-BE49-F238E27FC236}">
                <a16:creationId xmlns:a16="http://schemas.microsoft.com/office/drawing/2014/main" id="{A60A9649-6B92-A2F0-BB9E-EDC48377186B}"/>
              </a:ext>
            </a:extLst>
          </p:cNvPr>
          <p:cNvSpPr/>
          <p:nvPr/>
        </p:nvSpPr>
        <p:spPr>
          <a:xfrm>
            <a:off x="6306049" y="3734410"/>
            <a:ext cx="1155674" cy="368837"/>
          </a:xfrm>
          <a:prstGeom prst="round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PUT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Rounded Corners 33">
            <a:extLst>
              <a:ext uri="{FF2B5EF4-FFF2-40B4-BE49-F238E27FC236}">
                <a16:creationId xmlns:a16="http://schemas.microsoft.com/office/drawing/2014/main" id="{E83D1DDF-8588-0614-6B1F-7B792464281A}"/>
              </a:ext>
            </a:extLst>
          </p:cNvPr>
          <p:cNvSpPr/>
          <p:nvPr/>
        </p:nvSpPr>
        <p:spPr>
          <a:xfrm>
            <a:off x="6302016" y="4276863"/>
            <a:ext cx="1155674" cy="368837"/>
          </a:xfrm>
          <a:prstGeom prst="round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DELETE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Rounded Corners 35">
            <a:extLst>
              <a:ext uri="{FF2B5EF4-FFF2-40B4-BE49-F238E27FC236}">
                <a16:creationId xmlns:a16="http://schemas.microsoft.com/office/drawing/2014/main" id="{EB5C608D-BF10-F660-26EE-227BD93C4003}"/>
              </a:ext>
            </a:extLst>
          </p:cNvPr>
          <p:cNvSpPr/>
          <p:nvPr/>
        </p:nvSpPr>
        <p:spPr>
          <a:xfrm>
            <a:off x="6302016" y="4813842"/>
            <a:ext cx="1155674" cy="368837"/>
          </a:xfrm>
          <a:prstGeom prst="round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PATCH</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3" name="Picture 10" descr="rdbms] DB schema 설계시 주의할 점 2가지(확장성, 정규화)">
            <a:extLst>
              <a:ext uri="{FF2B5EF4-FFF2-40B4-BE49-F238E27FC236}">
                <a16:creationId xmlns:a16="http://schemas.microsoft.com/office/drawing/2014/main" id="{169EA8DF-DFD7-9AC9-25A4-FA97B2BB0F2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362021" y="3169392"/>
            <a:ext cx="1305635" cy="1439859"/>
          </a:xfrm>
          <a:prstGeom prst="rect">
            <a:avLst/>
          </a:prstGeom>
          <a:noFill/>
          <a:extLst>
            <a:ext uri="{909E8E84-426E-40DD-AFC4-6F175D3DCCD1}">
              <a14:hiddenFill xmlns:a14="http://schemas.microsoft.com/office/drawing/2010/main">
                <a:solidFill>
                  <a:srgbClr val="FFFFFF"/>
                </a:solidFill>
              </a14:hiddenFill>
            </a:ext>
          </a:extLst>
        </p:spPr>
      </p:pic>
      <p:sp>
        <p:nvSpPr>
          <p:cNvPr id="44" name="TextBox 43">
            <a:extLst>
              <a:ext uri="{FF2B5EF4-FFF2-40B4-BE49-F238E27FC236}">
                <a16:creationId xmlns:a16="http://schemas.microsoft.com/office/drawing/2014/main" id="{2F8538E0-051F-78E2-1695-C6835FFB7FE2}"/>
              </a:ext>
            </a:extLst>
          </p:cNvPr>
          <p:cNvSpPr txBox="1"/>
          <p:nvPr/>
        </p:nvSpPr>
        <p:spPr>
          <a:xfrm>
            <a:off x="10240020" y="4771491"/>
            <a:ext cx="1596285"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lumMod val="50000"/>
                    <a:lumOff val="50000"/>
                  </a:prstClr>
                </a:solidFill>
                <a:effectLst/>
                <a:uLnTx/>
                <a:uFillTx/>
                <a:latin typeface="Calibri" panose="020F0502020204030204"/>
                <a:ea typeface="+mn-ea"/>
                <a:cs typeface="+mn-cs"/>
              </a:rPr>
              <a:t>Database Server</a:t>
            </a:r>
          </a:p>
        </p:txBody>
      </p:sp>
      <p:cxnSp>
        <p:nvCxnSpPr>
          <p:cNvPr id="45" name="Straight Arrow Connector 44">
            <a:extLst>
              <a:ext uri="{FF2B5EF4-FFF2-40B4-BE49-F238E27FC236}">
                <a16:creationId xmlns:a16="http://schemas.microsoft.com/office/drawing/2014/main" id="{86F46FEE-0633-FE5A-D7DE-B2E47EA23361}"/>
              </a:ext>
            </a:extLst>
          </p:cNvPr>
          <p:cNvCxnSpPr>
            <a:cxnSpLocks/>
          </p:cNvCxnSpPr>
          <p:nvPr/>
        </p:nvCxnSpPr>
        <p:spPr>
          <a:xfrm>
            <a:off x="9156801" y="3618017"/>
            <a:ext cx="1305635" cy="0"/>
          </a:xfrm>
          <a:prstGeom prst="straightConnector1">
            <a:avLst/>
          </a:prstGeom>
          <a:ln w="222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062F9299-B3B9-2036-B3E1-E918526FC15D}"/>
              </a:ext>
            </a:extLst>
          </p:cNvPr>
          <p:cNvCxnSpPr>
            <a:cxnSpLocks/>
          </p:cNvCxnSpPr>
          <p:nvPr/>
        </p:nvCxnSpPr>
        <p:spPr>
          <a:xfrm flipH="1">
            <a:off x="9156801" y="4071348"/>
            <a:ext cx="1337155" cy="0"/>
          </a:xfrm>
          <a:prstGeom prst="straightConnector1">
            <a:avLst/>
          </a:prstGeom>
          <a:ln w="222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C966583D-8B63-34EE-58FB-FCC0CC396C97}"/>
              </a:ext>
            </a:extLst>
          </p:cNvPr>
          <p:cNvCxnSpPr>
            <a:cxnSpLocks/>
            <a:endCxn id="31" idx="1"/>
          </p:cNvCxnSpPr>
          <p:nvPr/>
        </p:nvCxnSpPr>
        <p:spPr>
          <a:xfrm flipV="1">
            <a:off x="4994595" y="2778835"/>
            <a:ext cx="1311455" cy="469850"/>
          </a:xfrm>
          <a:prstGeom prst="straightConnector1">
            <a:avLst/>
          </a:prstGeom>
          <a:ln w="19050">
            <a:headEnd type="triangle"/>
            <a:tailEnd type="triangle"/>
          </a:ln>
        </p:spPr>
        <p:style>
          <a:lnRef idx="1">
            <a:schemeClr val="accent2"/>
          </a:lnRef>
          <a:fillRef idx="0">
            <a:schemeClr val="accent2"/>
          </a:fillRef>
          <a:effectRef idx="0">
            <a:schemeClr val="accent2"/>
          </a:effectRef>
          <a:fontRef idx="minor">
            <a:schemeClr val="tx1"/>
          </a:fontRef>
        </p:style>
      </p:cxnSp>
      <p:cxnSp>
        <p:nvCxnSpPr>
          <p:cNvPr id="55" name="Straight Arrow Connector 54">
            <a:extLst>
              <a:ext uri="{FF2B5EF4-FFF2-40B4-BE49-F238E27FC236}">
                <a16:creationId xmlns:a16="http://schemas.microsoft.com/office/drawing/2014/main" id="{90032EF5-6D3D-05C2-5EE9-CE8034109C0D}"/>
              </a:ext>
            </a:extLst>
          </p:cNvPr>
          <p:cNvCxnSpPr>
            <a:cxnSpLocks/>
            <a:endCxn id="32" idx="1"/>
          </p:cNvCxnSpPr>
          <p:nvPr/>
        </p:nvCxnSpPr>
        <p:spPr>
          <a:xfrm flipV="1">
            <a:off x="4978111" y="3377877"/>
            <a:ext cx="1314481" cy="240140"/>
          </a:xfrm>
          <a:prstGeom prst="straightConnector1">
            <a:avLst/>
          </a:prstGeom>
          <a:ln w="19050">
            <a:headEnd type="triangle"/>
            <a:tailEnd type="triangle"/>
          </a:ln>
        </p:spPr>
        <p:style>
          <a:lnRef idx="1">
            <a:schemeClr val="accent2"/>
          </a:lnRef>
          <a:fillRef idx="0">
            <a:schemeClr val="accent2"/>
          </a:fillRef>
          <a:effectRef idx="0">
            <a:schemeClr val="accent2"/>
          </a:effectRef>
          <a:fontRef idx="minor">
            <a:schemeClr val="tx1"/>
          </a:fontRef>
        </p:style>
      </p:cxnSp>
      <p:cxnSp>
        <p:nvCxnSpPr>
          <p:cNvPr id="61" name="Straight Arrow Connector 60">
            <a:extLst>
              <a:ext uri="{FF2B5EF4-FFF2-40B4-BE49-F238E27FC236}">
                <a16:creationId xmlns:a16="http://schemas.microsoft.com/office/drawing/2014/main" id="{7B9C2884-2DD8-8730-D7F8-1C0B1610634B}"/>
              </a:ext>
            </a:extLst>
          </p:cNvPr>
          <p:cNvCxnSpPr>
            <a:cxnSpLocks/>
            <a:endCxn id="34" idx="1"/>
          </p:cNvCxnSpPr>
          <p:nvPr/>
        </p:nvCxnSpPr>
        <p:spPr>
          <a:xfrm>
            <a:off x="5009985" y="4276863"/>
            <a:ext cx="1292031" cy="184419"/>
          </a:xfrm>
          <a:prstGeom prst="straightConnector1">
            <a:avLst/>
          </a:prstGeom>
          <a:ln w="19050">
            <a:headEnd type="triangle"/>
            <a:tailEnd type="triangle"/>
          </a:ln>
        </p:spPr>
        <p:style>
          <a:lnRef idx="1">
            <a:schemeClr val="accent2"/>
          </a:lnRef>
          <a:fillRef idx="0">
            <a:schemeClr val="accent2"/>
          </a:fillRef>
          <a:effectRef idx="0">
            <a:schemeClr val="accent2"/>
          </a:effectRef>
          <a:fontRef idx="minor">
            <a:schemeClr val="tx1"/>
          </a:fontRef>
        </p:style>
      </p:cxnSp>
      <p:cxnSp>
        <p:nvCxnSpPr>
          <p:cNvPr id="1024" name="Straight Arrow Connector 1023">
            <a:extLst>
              <a:ext uri="{FF2B5EF4-FFF2-40B4-BE49-F238E27FC236}">
                <a16:creationId xmlns:a16="http://schemas.microsoft.com/office/drawing/2014/main" id="{06EEFC38-9F01-9FBE-C118-E839302DC8C2}"/>
              </a:ext>
            </a:extLst>
          </p:cNvPr>
          <p:cNvCxnSpPr>
            <a:cxnSpLocks/>
            <a:endCxn id="36" idx="1"/>
          </p:cNvCxnSpPr>
          <p:nvPr/>
        </p:nvCxnSpPr>
        <p:spPr>
          <a:xfrm>
            <a:off x="4905123" y="4594535"/>
            <a:ext cx="1396893" cy="403726"/>
          </a:xfrm>
          <a:prstGeom prst="straightConnector1">
            <a:avLst/>
          </a:prstGeom>
          <a:ln w="19050">
            <a:headEnd type="triangle"/>
            <a:tailEnd type="triangle"/>
          </a:ln>
        </p:spPr>
        <p:style>
          <a:lnRef idx="1">
            <a:schemeClr val="accent2"/>
          </a:lnRef>
          <a:fillRef idx="0">
            <a:schemeClr val="accent2"/>
          </a:fillRef>
          <a:effectRef idx="0">
            <a:schemeClr val="accent2"/>
          </a:effectRef>
          <a:fontRef idx="minor">
            <a:schemeClr val="tx1"/>
          </a:fontRef>
        </p:style>
      </p:cxnSp>
      <p:sp>
        <p:nvSpPr>
          <p:cNvPr id="6" name="TextBox 5">
            <a:extLst>
              <a:ext uri="{FF2B5EF4-FFF2-40B4-BE49-F238E27FC236}">
                <a16:creationId xmlns:a16="http://schemas.microsoft.com/office/drawing/2014/main" id="{3B302BE6-65C2-0FFC-9E3F-3769F25A4756}"/>
              </a:ext>
            </a:extLst>
          </p:cNvPr>
          <p:cNvSpPr txBox="1"/>
          <p:nvPr/>
        </p:nvSpPr>
        <p:spPr>
          <a:xfrm>
            <a:off x="355693" y="1186377"/>
            <a:ext cx="4646844"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methods, also known as HTTP verbs, are a set of actions that a client can take on a resource.</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 name="Picture 3">
            <a:extLst>
              <a:ext uri="{FF2B5EF4-FFF2-40B4-BE49-F238E27FC236}">
                <a16:creationId xmlns:a16="http://schemas.microsoft.com/office/drawing/2014/main" id="{80282D07-8065-F221-5A86-CE5FFA490005}"/>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65108" y="302041"/>
            <a:ext cx="905321" cy="360181"/>
          </a:xfrm>
          <a:prstGeom prst="rect">
            <a:avLst/>
          </a:prstGeom>
        </p:spPr>
      </p:pic>
      <p:sp>
        <p:nvSpPr>
          <p:cNvPr id="5" name="TextBox 4">
            <a:extLst>
              <a:ext uri="{FF2B5EF4-FFF2-40B4-BE49-F238E27FC236}">
                <a16:creationId xmlns:a16="http://schemas.microsoft.com/office/drawing/2014/main" id="{D8FBEBE4-6B76-077F-70DB-40A96068E097}"/>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0"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178735264"/>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EF6704-F6EB-A7D6-0537-6348431B72C6}"/>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950A0E68-2D6B-DDF5-1FDD-620DDFFC69AC}"/>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D1C7D41E-0C52-3C6A-CE8A-9984D2011C63}"/>
              </a:ext>
            </a:extLst>
          </p:cNvPr>
          <p:cNvSpPr>
            <a:spLocks noGrp="1"/>
          </p:cNvSpPr>
          <p:nvPr>
            <p:ph type="title"/>
          </p:nvPr>
        </p:nvSpPr>
        <p:spPr>
          <a:xfrm>
            <a:off x="355693" y="324343"/>
            <a:ext cx="10659147" cy="339393"/>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GET</a:t>
            </a:r>
            <a:r>
              <a:rPr kumimoji="0" lang="en-US" sz="2400" b="1" i="0" u="none" strike="noStrike" kern="1200" cap="none" spc="0" normalizeH="0" baseline="0" noProof="0" dirty="0">
                <a:ln>
                  <a:noFill/>
                </a:ln>
                <a:solidFill>
                  <a:schemeClr val="bg1"/>
                </a:solidFill>
                <a:effectLst/>
                <a:uLnTx/>
                <a:uFillTx/>
                <a:ea typeface="+mn-ea"/>
                <a:cs typeface="+mn-cs"/>
              </a:rPr>
              <a:t>, </a:t>
            </a:r>
            <a:r>
              <a:rPr kumimoji="0" lang="en-US" sz="2400" b="1" i="0" u="none" strike="noStrike" kern="1200" cap="none" spc="0" normalizeH="0" baseline="0" noProof="0" dirty="0">
                <a:ln>
                  <a:noFill/>
                </a:ln>
                <a:solidFill>
                  <a:srgbClr val="FFFF00"/>
                </a:solidFill>
                <a:effectLst/>
                <a:uLnTx/>
                <a:uFillTx/>
                <a:ea typeface="+mn-ea"/>
                <a:cs typeface="+mn-cs"/>
              </a:rPr>
              <a:t>POST</a:t>
            </a:r>
            <a:r>
              <a:rPr kumimoji="0" lang="en-US" sz="2400" b="1" i="0" u="none" strike="noStrike" kern="1200" cap="none" spc="0" normalizeH="0" baseline="0" noProof="0" dirty="0">
                <a:ln>
                  <a:noFill/>
                </a:ln>
                <a:solidFill>
                  <a:schemeClr val="bg1"/>
                </a:solidFill>
                <a:effectLst/>
                <a:uLnTx/>
                <a:uFillTx/>
                <a:ea typeface="+mn-ea"/>
                <a:cs typeface="+mn-cs"/>
              </a:rPr>
              <a:t>, </a:t>
            </a:r>
            <a:r>
              <a:rPr kumimoji="0" lang="en-US" sz="2400" b="1" i="0" u="none" strike="noStrike" kern="1200" cap="none" spc="0" normalizeH="0" baseline="0" noProof="0" dirty="0">
                <a:ln>
                  <a:noFill/>
                </a:ln>
                <a:solidFill>
                  <a:srgbClr val="FFFF00"/>
                </a:solidFill>
                <a:effectLst/>
                <a:uLnTx/>
                <a:uFillTx/>
                <a:ea typeface="+mn-ea"/>
                <a:cs typeface="+mn-cs"/>
              </a:rPr>
              <a:t>PUT</a:t>
            </a:r>
            <a:r>
              <a:rPr kumimoji="0" lang="en-US" sz="2400" b="1" i="0" u="none" strike="noStrike" kern="1200" cap="none" spc="0" normalizeH="0" baseline="0" noProof="0" dirty="0">
                <a:ln>
                  <a:noFill/>
                </a:ln>
                <a:solidFill>
                  <a:schemeClr val="bg1"/>
                </a:solidFill>
                <a:effectLst/>
                <a:uLnTx/>
                <a:uFillTx/>
                <a:ea typeface="+mn-ea"/>
                <a:cs typeface="+mn-cs"/>
              </a:rPr>
              <a:t> &amp; </a:t>
            </a:r>
            <a:r>
              <a:rPr kumimoji="0" lang="en-US" sz="2400" b="1" i="0" u="none" strike="noStrike" kern="1200" cap="none" spc="0" normalizeH="0" baseline="0" noProof="0" dirty="0">
                <a:ln>
                  <a:noFill/>
                </a:ln>
                <a:solidFill>
                  <a:srgbClr val="FFFF00"/>
                </a:solidFill>
                <a:effectLst/>
                <a:uLnTx/>
                <a:uFillTx/>
                <a:ea typeface="+mn-ea"/>
                <a:cs typeface="+mn-cs"/>
              </a:rPr>
              <a:t>DELETE</a:t>
            </a:r>
            <a:r>
              <a:rPr kumimoji="0" lang="en-US" sz="2400" b="1" i="0" u="none" strike="noStrike" kern="1200" cap="none" spc="0" normalizeH="0" baseline="0" noProof="0" dirty="0">
                <a:ln>
                  <a:noFill/>
                </a:ln>
                <a:solidFill>
                  <a:schemeClr val="bg1"/>
                </a:solidFill>
                <a:effectLst/>
                <a:uLnTx/>
                <a:uFillTx/>
                <a:ea typeface="+mn-ea"/>
                <a:cs typeface="+mn-cs"/>
              </a:rPr>
              <a:t> HTTP methods?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EFF37938-AB37-EA7B-6958-45CA8B467EB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Table 4">
            <a:extLst>
              <a:ext uri="{FF2B5EF4-FFF2-40B4-BE49-F238E27FC236}">
                <a16:creationId xmlns:a16="http://schemas.microsoft.com/office/drawing/2014/main" id="{454A452D-D759-DC99-83FD-5109C03E21FE}"/>
              </a:ext>
            </a:extLst>
          </p:cNvPr>
          <p:cNvGraphicFramePr>
            <a:graphicFrameLocks noGrp="1"/>
          </p:cNvGraphicFramePr>
          <p:nvPr>
            <p:ph idx="1"/>
          </p:nvPr>
        </p:nvGraphicFramePr>
        <p:xfrm>
          <a:off x="484532" y="1156501"/>
          <a:ext cx="10252612" cy="5469120"/>
        </p:xfrm>
        <a:graphic>
          <a:graphicData uri="http://schemas.openxmlformats.org/drawingml/2006/table">
            <a:tbl>
              <a:tblPr firstRow="1" bandRow="1">
                <a:tableStyleId>{E8B1032C-EA38-4F05-BA0D-38AFFFC7BED3}</a:tableStyleId>
              </a:tblPr>
              <a:tblGrid>
                <a:gridCol w="1734863">
                  <a:extLst>
                    <a:ext uri="{9D8B030D-6E8A-4147-A177-3AD203B41FA5}">
                      <a16:colId xmlns:a16="http://schemas.microsoft.com/office/drawing/2014/main" val="225366749"/>
                    </a:ext>
                  </a:extLst>
                </a:gridCol>
                <a:gridCol w="4424214">
                  <a:extLst>
                    <a:ext uri="{9D8B030D-6E8A-4147-A177-3AD203B41FA5}">
                      <a16:colId xmlns:a16="http://schemas.microsoft.com/office/drawing/2014/main" val="312534454"/>
                    </a:ext>
                  </a:extLst>
                </a:gridCol>
                <a:gridCol w="4093535">
                  <a:extLst>
                    <a:ext uri="{9D8B030D-6E8A-4147-A177-3AD203B41FA5}">
                      <a16:colId xmlns:a16="http://schemas.microsoft.com/office/drawing/2014/main" val="3786215524"/>
                    </a:ext>
                  </a:extLst>
                </a:gridCol>
              </a:tblGrid>
              <a:tr h="555378">
                <a:tc>
                  <a:txBody>
                    <a:bodyPr/>
                    <a:lstStyle/>
                    <a:p>
                      <a:pPr algn="ctr"/>
                      <a:r>
                        <a:rPr lang="en-US" sz="1800" dirty="0">
                          <a:latin typeface="+mn-lt"/>
                        </a:rPr>
                        <a:t>HTTP Method</a:t>
                      </a:r>
                      <a:endParaRPr lang="en-IN" sz="1800" dirty="0">
                        <a:latin typeface="+mn-lt"/>
                      </a:endParaRPr>
                    </a:p>
                  </a:txBody>
                  <a:tcPr marL="180000" marR="540000" marT="108000" marB="108000" anchor="ctr"/>
                </a:tc>
                <a:tc>
                  <a:txBody>
                    <a:bodyPr/>
                    <a:lstStyle/>
                    <a:p>
                      <a:pPr algn="ctr" fontAlgn="b"/>
                      <a:r>
                        <a:rPr lang="en-IN" sz="1800" b="1" dirty="0">
                          <a:effectLst/>
                        </a:rPr>
                        <a:t>Action</a:t>
                      </a:r>
                    </a:p>
                  </a:txBody>
                  <a:tcPr marL="180000" marR="540000" marT="108000" marB="108000" anchor="ctr"/>
                </a:tc>
                <a:tc>
                  <a:txBody>
                    <a:bodyPr/>
                    <a:lstStyle/>
                    <a:p>
                      <a:pPr algn="ctr" fontAlgn="b"/>
                      <a:r>
                        <a:rPr lang="en-IN" sz="1800" b="1" dirty="0">
                          <a:effectLst/>
                        </a:rPr>
                        <a:t>Example</a:t>
                      </a:r>
                    </a:p>
                  </a:txBody>
                  <a:tcPr marL="180000" marR="540000" marT="108000" marB="108000" anchor="ctr"/>
                </a:tc>
                <a:extLst>
                  <a:ext uri="{0D108BD9-81ED-4DB2-BD59-A6C34878D82A}">
                    <a16:rowId xmlns:a16="http://schemas.microsoft.com/office/drawing/2014/main" val="2733934505"/>
                  </a:ext>
                </a:extLst>
              </a:tr>
              <a:tr h="24999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800" b="1" dirty="0">
                          <a:effectLst/>
                        </a:rPr>
                        <a:t>GET</a:t>
                      </a:r>
                      <a:endParaRPr lang="en-IN" sz="1800" dirty="0">
                        <a:effectLst/>
                      </a:endParaRPr>
                    </a:p>
                  </a:txBody>
                  <a:tcPr marL="180000" marR="540000" marT="108000" marB="108000" anchor="ct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lang="en-US" sz="1800" dirty="0">
                          <a:effectLst/>
                        </a:rPr>
                        <a:t>Retrieve data from a specified resource</a:t>
                      </a:r>
                    </a:p>
                  </a:txBody>
                  <a:tcPr marL="180000" marR="540000" marT="108000" marB="108000" anchor="ctr"/>
                </a:tc>
                <a:tc>
                  <a:txBody>
                    <a:bodyPr/>
                    <a:lstStyle/>
                    <a:p>
                      <a:pPr algn="l" fontAlgn="base"/>
                      <a:r>
                        <a:rPr lang="en-IN" sz="1800" dirty="0">
                          <a:solidFill>
                            <a:schemeClr val="accent1"/>
                          </a:solidFill>
                          <a:effectLst/>
                        </a:rPr>
                        <a:t>www.example.com/users </a:t>
                      </a:r>
                    </a:p>
                    <a:p>
                      <a:pPr algn="l" fontAlgn="base"/>
                      <a:r>
                        <a:rPr lang="en-IN" sz="1800" dirty="0">
                          <a:effectLst/>
                        </a:rPr>
                        <a:t>(retrieve users list)</a:t>
                      </a:r>
                    </a:p>
                    <a:p>
                      <a:pPr marL="0" marR="0" lvl="0" indent="0" algn="l" defTabSz="914400" rtl="0" eaLnBrk="1" fontAlgn="base" latinLnBrk="0" hangingPunct="1">
                        <a:lnSpc>
                          <a:spcPct val="100000"/>
                        </a:lnSpc>
                        <a:spcBef>
                          <a:spcPts val="0"/>
                        </a:spcBef>
                        <a:spcAft>
                          <a:spcPts val="0"/>
                        </a:spcAft>
                        <a:buClrTx/>
                        <a:buSzTx/>
                        <a:buFontTx/>
                        <a:buNone/>
                        <a:tabLst/>
                        <a:defRPr/>
                      </a:pPr>
                      <a:r>
                        <a:rPr lang="en-IN" sz="1800" dirty="0">
                          <a:solidFill>
                            <a:schemeClr val="accent1"/>
                          </a:solidFill>
                          <a:effectLst/>
                        </a:rPr>
                        <a:t>www.example.com/users/123 </a:t>
                      </a:r>
                    </a:p>
                    <a:p>
                      <a:pPr algn="l" fontAlgn="base"/>
                      <a:r>
                        <a:rPr lang="en-IN" sz="1800" dirty="0">
                          <a:effectLst/>
                        </a:rPr>
                        <a:t>(retrieve single user of id - 123)</a:t>
                      </a:r>
                    </a:p>
                  </a:txBody>
                  <a:tcPr marL="180000" marR="540000" marT="108000" marB="108000" anchor="ctr"/>
                </a:tc>
                <a:extLst>
                  <a:ext uri="{0D108BD9-81ED-4DB2-BD59-A6C34878D82A}">
                    <a16:rowId xmlns:a16="http://schemas.microsoft.com/office/drawing/2014/main" val="3722023969"/>
                  </a:ext>
                </a:extLst>
              </a:tr>
              <a:tr h="75462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800" b="1" dirty="0">
                          <a:effectLst/>
                        </a:rPr>
                        <a:t>POST</a:t>
                      </a:r>
                      <a:endParaRPr lang="en-IN" sz="1800" dirty="0">
                        <a:effectLst/>
                      </a:endParaRPr>
                    </a:p>
                  </a:txBody>
                  <a:tcPr marL="180000" marR="540000" marT="108000" marB="108000" anchor="ctr"/>
                </a:tc>
                <a:tc>
                  <a:txBody>
                    <a:bodyPr/>
                    <a:lstStyle/>
                    <a:p>
                      <a:pPr fontAlgn="base"/>
                      <a:r>
                        <a:rPr lang="en-US" sz="1800" dirty="0">
                          <a:effectLst/>
                        </a:rPr>
                        <a:t>Submit data to be processed</a:t>
                      </a:r>
                      <a:endParaRPr lang="en-IN" sz="1800" dirty="0">
                        <a:effectLst/>
                      </a:endParaRPr>
                    </a:p>
                  </a:txBody>
                  <a:tcPr marL="180000" marR="540000" marT="108000" marB="108000" anchor="ctr"/>
                </a:tc>
                <a:tc>
                  <a:txBody>
                    <a:bodyPr/>
                    <a:lstStyle/>
                    <a:p>
                      <a:pPr algn="l" fontAlgn="base"/>
                      <a:r>
                        <a:rPr lang="en-IN" sz="1800" dirty="0">
                          <a:solidFill>
                            <a:schemeClr val="accent1"/>
                          </a:solidFill>
                          <a:effectLst/>
                        </a:rPr>
                        <a:t>www.example.com/users</a:t>
                      </a:r>
                    </a:p>
                    <a:p>
                      <a:pPr algn="l" fontAlgn="base"/>
                      <a:r>
                        <a:rPr lang="en-IN" sz="1800" dirty="0">
                          <a:effectLst/>
                        </a:rPr>
                        <a:t>(submit and create a new user from data provided in request)</a:t>
                      </a:r>
                    </a:p>
                  </a:txBody>
                  <a:tcPr marL="180000" marR="540000" marT="108000" marB="108000" anchor="ctr"/>
                </a:tc>
                <a:extLst>
                  <a:ext uri="{0D108BD9-81ED-4DB2-BD59-A6C34878D82A}">
                    <a16:rowId xmlns:a16="http://schemas.microsoft.com/office/drawing/2014/main" val="1957617374"/>
                  </a:ext>
                </a:extLst>
              </a:tr>
              <a:tr h="953869">
                <a:tc>
                  <a:txBody>
                    <a:bodyPr/>
                    <a:lstStyle/>
                    <a:p>
                      <a:pPr algn="ctr"/>
                      <a:r>
                        <a:rPr lang="en-US" sz="1800" b="1" dirty="0">
                          <a:latin typeface="+mn-lt"/>
                        </a:rPr>
                        <a:t>PUT</a:t>
                      </a:r>
                      <a:endParaRPr lang="en-IN" sz="1800" b="1" dirty="0">
                        <a:latin typeface="+mn-lt"/>
                      </a:endParaRPr>
                    </a:p>
                  </a:txBody>
                  <a:tcPr marL="180000" marR="540000" marT="108000" marB="108000" anchor="ctr"/>
                </a:tc>
                <a:tc>
                  <a:txBody>
                    <a:bodyPr/>
                    <a:lstStyle/>
                    <a:p>
                      <a:pPr fontAlgn="base"/>
                      <a:r>
                        <a:rPr lang="en-US" sz="1800" dirty="0">
                          <a:effectLst/>
                        </a:rPr>
                        <a:t>Update a resource or create a new resource if it does not exist</a:t>
                      </a:r>
                    </a:p>
                  </a:txBody>
                  <a:tcPr marL="180000" marR="540000" marT="108000" marB="10800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dirty="0">
                          <a:solidFill>
                            <a:schemeClr val="accent1"/>
                          </a:solidFill>
                          <a:effectLst/>
                        </a:rPr>
                        <a:t>www.example.com/users/123</a:t>
                      </a:r>
                    </a:p>
                    <a:p>
                      <a:pPr marL="0" marR="0" lvl="0" indent="0" algn="l" defTabSz="914400" rtl="0" eaLnBrk="1" fontAlgn="auto" latinLnBrk="0" hangingPunct="1">
                        <a:lnSpc>
                          <a:spcPct val="100000"/>
                        </a:lnSpc>
                        <a:spcBef>
                          <a:spcPts val="0"/>
                        </a:spcBef>
                        <a:spcAft>
                          <a:spcPts val="0"/>
                        </a:spcAft>
                        <a:buClrTx/>
                        <a:buSzTx/>
                        <a:buFontTx/>
                        <a:buNone/>
                        <a:tabLst/>
                        <a:defRPr/>
                      </a:pPr>
                      <a:r>
                        <a:rPr lang="en-IN" sz="1800" dirty="0">
                          <a:effectLst/>
                        </a:rPr>
                        <a:t>(update user 123 details from data provided in request)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IN" sz="1800" dirty="0">
                        <a:latin typeface="+mn-lt"/>
                      </a:endParaRPr>
                    </a:p>
                  </a:txBody>
                  <a:tcPr marL="180000" marR="540000" marT="108000" marB="108000" anchor="ctr"/>
                </a:tc>
                <a:extLst>
                  <a:ext uri="{0D108BD9-81ED-4DB2-BD59-A6C34878D82A}">
                    <a16:rowId xmlns:a16="http://schemas.microsoft.com/office/drawing/2014/main" val="3730177224"/>
                  </a:ext>
                </a:extLst>
              </a:tr>
              <a:tr h="75462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800" b="1" dirty="0">
                          <a:effectLst/>
                        </a:rPr>
                        <a:t>DELETE</a:t>
                      </a:r>
                      <a:endParaRPr lang="en-IN" sz="1800" b="0" dirty="0">
                        <a:latin typeface="+mn-lt"/>
                      </a:endParaRPr>
                    </a:p>
                  </a:txBody>
                  <a:tcPr marL="180000" marR="540000" marT="108000" marB="108000" anchor="ctr"/>
                </a:tc>
                <a:tc>
                  <a:txBody>
                    <a:bodyPr/>
                    <a:lstStyle/>
                    <a:p>
                      <a:pPr fontAlgn="base"/>
                      <a:r>
                        <a:rPr lang="en-US" sz="1800" dirty="0">
                          <a:effectLst/>
                        </a:rPr>
                        <a:t>  Request removal of a resource</a:t>
                      </a:r>
                    </a:p>
                  </a:txBody>
                  <a:tcPr marL="42246" marR="42246" marT="21123" marB="21123"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dirty="0">
                          <a:solidFill>
                            <a:schemeClr val="accent1"/>
                          </a:solidFill>
                          <a:effectLst/>
                        </a:rPr>
                        <a:t>www.example.com/users/123</a:t>
                      </a:r>
                    </a:p>
                    <a:p>
                      <a:pPr marL="0" marR="0" lvl="0" indent="0" algn="l" defTabSz="914400" rtl="0" eaLnBrk="1" fontAlgn="auto" latinLnBrk="0" hangingPunct="1">
                        <a:lnSpc>
                          <a:spcPct val="100000"/>
                        </a:lnSpc>
                        <a:spcBef>
                          <a:spcPts val="0"/>
                        </a:spcBef>
                        <a:spcAft>
                          <a:spcPts val="0"/>
                        </a:spcAft>
                        <a:buClrTx/>
                        <a:buSzTx/>
                        <a:buFontTx/>
                        <a:buNone/>
                        <a:tabLst/>
                        <a:defRPr/>
                      </a:pPr>
                      <a:r>
                        <a:rPr lang="en-IN" sz="1800" dirty="0">
                          <a:effectLst/>
                        </a:rPr>
                        <a:t>(delete user 123)</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IN" sz="1800" dirty="0">
                        <a:latin typeface="+mn-lt"/>
                      </a:endParaRPr>
                    </a:p>
                  </a:txBody>
                  <a:tcPr marL="180000" marR="540000" marT="108000" marB="108000" anchor="ctr"/>
                </a:tc>
                <a:extLst>
                  <a:ext uri="{0D108BD9-81ED-4DB2-BD59-A6C34878D82A}">
                    <a16:rowId xmlns:a16="http://schemas.microsoft.com/office/drawing/2014/main" val="2749167246"/>
                  </a:ext>
                </a:extLst>
              </a:tr>
            </a:tbl>
          </a:graphicData>
        </a:graphic>
      </p:graphicFrame>
      <p:sp>
        <p:nvSpPr>
          <p:cNvPr id="6" name="TextBox 5">
            <a:extLst>
              <a:ext uri="{FF2B5EF4-FFF2-40B4-BE49-F238E27FC236}">
                <a16:creationId xmlns:a16="http://schemas.microsoft.com/office/drawing/2014/main" id="{2DEB82C6-B41A-0D58-9EEA-98DC68755999}"/>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542769546"/>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FBC0B1-5FC7-83B1-0471-1194885FA5BE}"/>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BD34F39A-8FEB-FF43-77B2-2F53A8D8AE8F}"/>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83B65B5-2C95-B0D2-1644-1B85E66B7B4F}"/>
              </a:ext>
            </a:extLst>
          </p:cNvPr>
          <p:cNvSpPr>
            <a:spLocks noGrp="1"/>
          </p:cNvSpPr>
          <p:nvPr>
            <p:ph type="title"/>
          </p:nvPr>
        </p:nvSpPr>
        <p:spPr>
          <a:xfrm>
            <a:off x="355693" y="324343"/>
            <a:ext cx="10659147" cy="339393"/>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difference between </a:t>
            </a:r>
            <a:r>
              <a:rPr kumimoji="0" lang="en-US" sz="2400" b="1" i="0" u="none" strike="noStrike" kern="1200" cap="none" spc="0" normalizeH="0" baseline="0" noProof="0" dirty="0">
                <a:ln>
                  <a:noFill/>
                </a:ln>
                <a:solidFill>
                  <a:srgbClr val="FFFF00"/>
                </a:solidFill>
                <a:effectLst/>
                <a:uLnTx/>
                <a:uFillTx/>
                <a:ea typeface="+mn-ea"/>
                <a:cs typeface="+mn-cs"/>
              </a:rPr>
              <a:t>PUT</a:t>
            </a:r>
            <a:r>
              <a:rPr kumimoji="0" lang="en-US" sz="2400" b="1" i="0" u="none" strike="noStrike" kern="1200" cap="none" spc="0" normalizeH="0" baseline="0" noProof="0" dirty="0">
                <a:ln>
                  <a:noFill/>
                </a:ln>
                <a:solidFill>
                  <a:schemeClr val="bg1"/>
                </a:solidFill>
                <a:effectLst/>
                <a:uLnTx/>
                <a:uFillTx/>
                <a:ea typeface="+mn-ea"/>
                <a:cs typeface="+mn-cs"/>
              </a:rPr>
              <a:t> &amp; </a:t>
            </a:r>
            <a:r>
              <a:rPr kumimoji="0" lang="en-US" sz="2400" b="1" i="0" u="none" strike="noStrike" kern="1200" cap="none" spc="0" normalizeH="0" baseline="0" noProof="0" dirty="0">
                <a:ln>
                  <a:noFill/>
                </a:ln>
                <a:solidFill>
                  <a:srgbClr val="FFFF00"/>
                </a:solidFill>
                <a:effectLst/>
                <a:uLnTx/>
                <a:uFillTx/>
                <a:ea typeface="+mn-ea"/>
                <a:cs typeface="+mn-cs"/>
              </a:rPr>
              <a:t>PATCH</a:t>
            </a:r>
            <a:r>
              <a:rPr kumimoji="0" lang="en-US" sz="2400" b="1" i="0" u="none" strike="noStrike" kern="1200" cap="none" spc="0" normalizeH="0" baseline="0" noProof="0" dirty="0">
                <a:ln>
                  <a:noFill/>
                </a:ln>
                <a:solidFill>
                  <a:schemeClr val="bg1"/>
                </a:solidFill>
                <a:effectLst/>
                <a:uLnTx/>
                <a:uFillTx/>
                <a:ea typeface="+mn-ea"/>
                <a:cs typeface="+mn-cs"/>
              </a:rPr>
              <a:t> methods?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C0582372-45D2-4F30-2734-01C1166B0F4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4" name="Picture 13">
            <a:extLst>
              <a:ext uri="{FF2B5EF4-FFF2-40B4-BE49-F238E27FC236}">
                <a16:creationId xmlns:a16="http://schemas.microsoft.com/office/drawing/2014/main" id="{A2910515-C2F7-11B8-7C65-07D7EF0A87E0}"/>
              </a:ext>
            </a:extLst>
          </p:cNvPr>
          <p:cNvPicPr>
            <a:picLocks noChangeAspect="1"/>
          </p:cNvPicPr>
          <p:nvPr/>
        </p:nvPicPr>
        <p:blipFill>
          <a:blip r:embed="rId4"/>
          <a:stretch>
            <a:fillRect/>
          </a:stretch>
        </p:blipFill>
        <p:spPr>
          <a:xfrm>
            <a:off x="1111202" y="3936668"/>
            <a:ext cx="4481216" cy="2596989"/>
          </a:xfrm>
          <a:prstGeom prst="rect">
            <a:avLst/>
          </a:prstGeom>
        </p:spPr>
      </p:pic>
      <p:pic>
        <p:nvPicPr>
          <p:cNvPr id="18" name="Picture 17">
            <a:extLst>
              <a:ext uri="{FF2B5EF4-FFF2-40B4-BE49-F238E27FC236}">
                <a16:creationId xmlns:a16="http://schemas.microsoft.com/office/drawing/2014/main" id="{3A1CBFE0-5C5A-ADD4-9B01-B808152D774A}"/>
              </a:ext>
            </a:extLst>
          </p:cNvPr>
          <p:cNvPicPr>
            <a:picLocks noChangeAspect="1"/>
          </p:cNvPicPr>
          <p:nvPr/>
        </p:nvPicPr>
        <p:blipFill>
          <a:blip r:embed="rId5"/>
          <a:stretch>
            <a:fillRect/>
          </a:stretch>
        </p:blipFill>
        <p:spPr>
          <a:xfrm>
            <a:off x="6562928" y="3936668"/>
            <a:ext cx="4664701" cy="2025369"/>
          </a:xfrm>
          <a:prstGeom prst="rect">
            <a:avLst/>
          </a:prstGeom>
        </p:spPr>
      </p:pic>
      <p:graphicFrame>
        <p:nvGraphicFramePr>
          <p:cNvPr id="7" name="Table 4">
            <a:extLst>
              <a:ext uri="{FF2B5EF4-FFF2-40B4-BE49-F238E27FC236}">
                <a16:creationId xmlns:a16="http://schemas.microsoft.com/office/drawing/2014/main" id="{7F2957DA-5E27-1550-D820-3B2EDCEBAA6B}"/>
              </a:ext>
            </a:extLst>
          </p:cNvPr>
          <p:cNvGraphicFramePr>
            <a:graphicFrameLocks noGrp="1"/>
          </p:cNvGraphicFramePr>
          <p:nvPr>
            <p:ph idx="1"/>
          </p:nvPr>
        </p:nvGraphicFramePr>
        <p:xfrm>
          <a:off x="484532" y="1156501"/>
          <a:ext cx="11005445" cy="2568240"/>
        </p:xfrm>
        <a:graphic>
          <a:graphicData uri="http://schemas.openxmlformats.org/drawingml/2006/table">
            <a:tbl>
              <a:tblPr firstRow="1" bandRow="1">
                <a:tableStyleId>{E8B1032C-EA38-4F05-BA0D-38AFFFC7BED3}</a:tableStyleId>
              </a:tblPr>
              <a:tblGrid>
                <a:gridCol w="5716351">
                  <a:extLst>
                    <a:ext uri="{9D8B030D-6E8A-4147-A177-3AD203B41FA5}">
                      <a16:colId xmlns:a16="http://schemas.microsoft.com/office/drawing/2014/main" val="312534454"/>
                    </a:ext>
                  </a:extLst>
                </a:gridCol>
                <a:gridCol w="5289094">
                  <a:extLst>
                    <a:ext uri="{9D8B030D-6E8A-4147-A177-3AD203B41FA5}">
                      <a16:colId xmlns:a16="http://schemas.microsoft.com/office/drawing/2014/main" val="3786215524"/>
                    </a:ext>
                  </a:extLst>
                </a:gridCol>
              </a:tblGrid>
              <a:tr h="323689">
                <a:tc>
                  <a:txBody>
                    <a:bodyPr/>
                    <a:lstStyle/>
                    <a:p>
                      <a:pPr algn="ctr" fontAlgn="b"/>
                      <a:r>
                        <a:rPr lang="en-IN" sz="1800" b="1" dirty="0">
                          <a:effectLst/>
                        </a:rPr>
                        <a:t>PUT</a:t>
                      </a:r>
                    </a:p>
                  </a:txBody>
                  <a:tcPr marL="180000" marR="540000" marT="108000" marB="108000" anchor="ctr"/>
                </a:tc>
                <a:tc>
                  <a:txBody>
                    <a:bodyPr/>
                    <a:lstStyle/>
                    <a:p>
                      <a:pPr algn="ctr" fontAlgn="b"/>
                      <a:r>
                        <a:rPr lang="en-IN" sz="1800" b="1" dirty="0">
                          <a:effectLst/>
                        </a:rPr>
                        <a:t>PATCH</a:t>
                      </a:r>
                    </a:p>
                  </a:txBody>
                  <a:tcPr marL="180000" marR="540000" marT="108000" marB="108000" anchor="ctr"/>
                </a:tc>
                <a:extLst>
                  <a:ext uri="{0D108BD9-81ED-4DB2-BD59-A6C34878D82A}">
                    <a16:rowId xmlns:a16="http://schemas.microsoft.com/office/drawing/2014/main" val="2733934505"/>
                  </a:ext>
                </a:extLst>
              </a:tr>
              <a:tr h="504783">
                <a:tc gridSpan="2">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sz="1800" dirty="0">
                          <a:effectLst/>
                        </a:rPr>
                        <a:t>Both PUT and PATCH method are used to </a:t>
                      </a:r>
                      <a:r>
                        <a:rPr lang="en-US" sz="1800" b="1" dirty="0">
                          <a:effectLst/>
                        </a:rPr>
                        <a:t>update a resource</a:t>
                      </a:r>
                      <a:r>
                        <a:rPr lang="en-US" sz="1800" dirty="0">
                          <a:effectLst/>
                        </a:rPr>
                        <a:t> by </a:t>
                      </a:r>
                      <a:r>
                        <a:rPr lang="en-US" sz="1800" b="0" dirty="0">
                          <a:effectLst/>
                        </a:rPr>
                        <a:t>replacing the resource </a:t>
                      </a:r>
                      <a:r>
                        <a:rPr lang="en-US" sz="1800" dirty="0">
                          <a:effectLst/>
                        </a:rPr>
                        <a:t>with the new data provided in the request.</a:t>
                      </a:r>
                    </a:p>
                  </a:txBody>
                  <a:tcPr marL="180000" marR="540000" marT="108000" marB="108000" anchor="ctr"/>
                </a:tc>
                <a:tc hMerge="1">
                  <a:txBody>
                    <a:bodyPr/>
                    <a:lstStyle/>
                    <a:p>
                      <a:pPr algn="l" fontAlgn="base"/>
                      <a:endParaRPr lang="en-IN" sz="1800" dirty="0">
                        <a:effectLst/>
                      </a:endParaRPr>
                    </a:p>
                  </a:txBody>
                  <a:tcPr marL="180000" marR="540000" marT="108000" marB="108000" anchor="ctr"/>
                </a:tc>
                <a:extLst>
                  <a:ext uri="{0D108BD9-81ED-4DB2-BD59-A6C34878D82A}">
                    <a16:rowId xmlns:a16="http://schemas.microsoft.com/office/drawing/2014/main" val="3722023969"/>
                  </a:ext>
                </a:extLst>
              </a:tr>
              <a:tr h="866972">
                <a:tc>
                  <a:txBody>
                    <a:bodyPr/>
                    <a:lstStyle/>
                    <a:p>
                      <a:pPr fontAlgn="base"/>
                      <a:r>
                        <a:rPr lang="en-IN" sz="1800" b="1" i="0" kern="1200" dirty="0">
                          <a:solidFill>
                            <a:schemeClr val="tx1"/>
                          </a:solidFill>
                          <a:effectLst/>
                          <a:latin typeface="+mn-lt"/>
                          <a:ea typeface="+mn-ea"/>
                          <a:cs typeface="+mn-cs"/>
                        </a:rPr>
                        <a:t>Full Resource Replacement: </a:t>
                      </a:r>
                      <a:r>
                        <a:rPr lang="en-US" sz="1800" b="0" i="0" kern="1200" dirty="0">
                          <a:solidFill>
                            <a:schemeClr val="tx1"/>
                          </a:solidFill>
                          <a:effectLst/>
                          <a:latin typeface="+mn-lt"/>
                          <a:ea typeface="+mn-ea"/>
                          <a:cs typeface="+mn-cs"/>
                        </a:rPr>
                        <a:t>In a PUT request, the client sends the full updated resource in the request body, replacing the existing resource on the server.</a:t>
                      </a:r>
                      <a:endParaRPr lang="en-IN" sz="1800" dirty="0">
                        <a:effectLst/>
                      </a:endParaRPr>
                    </a:p>
                  </a:txBody>
                  <a:tcPr marL="180000" marR="540000" marT="108000" marB="108000" anchor="ctr"/>
                </a:tc>
                <a:tc>
                  <a:txBody>
                    <a:bodyPr/>
                    <a:lstStyle/>
                    <a:p>
                      <a:r>
                        <a:rPr lang="en-US" sz="1800" b="1" i="0" kern="1200" dirty="0">
                          <a:solidFill>
                            <a:schemeClr val="tx1"/>
                          </a:solidFill>
                          <a:effectLst/>
                          <a:latin typeface="+mn-lt"/>
                          <a:ea typeface="+mn-ea"/>
                          <a:cs typeface="+mn-cs"/>
                        </a:rPr>
                        <a:t>Partial Updates:</a:t>
                      </a:r>
                      <a:r>
                        <a:rPr lang="en-US" sz="1800" b="0" i="0" kern="1200" dirty="0">
                          <a:solidFill>
                            <a:schemeClr val="tx1"/>
                          </a:solidFill>
                          <a:effectLst/>
                          <a:latin typeface="+mn-lt"/>
                          <a:ea typeface="+mn-ea"/>
                          <a:cs typeface="+mn-cs"/>
                        </a:rPr>
                        <a:t> In a PATCH request, the client sends specific changes or instructions for modifying the resource, updating only certain fields without resending the entire resource.</a:t>
                      </a:r>
                    </a:p>
                  </a:txBody>
                  <a:tcPr marL="180000" marR="540000" marT="108000" marB="108000" anchor="ctr"/>
                </a:tc>
                <a:extLst>
                  <a:ext uri="{0D108BD9-81ED-4DB2-BD59-A6C34878D82A}">
                    <a16:rowId xmlns:a16="http://schemas.microsoft.com/office/drawing/2014/main" val="1957617374"/>
                  </a:ext>
                </a:extLst>
              </a:tr>
            </a:tbl>
          </a:graphicData>
        </a:graphic>
      </p:graphicFrame>
      <p:sp>
        <p:nvSpPr>
          <p:cNvPr id="5" name="TextBox 4">
            <a:extLst>
              <a:ext uri="{FF2B5EF4-FFF2-40B4-BE49-F238E27FC236}">
                <a16:creationId xmlns:a16="http://schemas.microsoft.com/office/drawing/2014/main" id="{3FCE0C0D-EEC5-36DB-E185-FE0BB75FFF7F}"/>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6"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157928484"/>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41A041-10A5-F8DC-9638-2561D6B7DE7C}"/>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0352726B-87F2-B9C9-E03F-CADF0B3D0029}"/>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6A3D2657-9D35-873A-C212-AD53A6430F17}"/>
              </a:ext>
            </a:extLst>
          </p:cNvPr>
          <p:cNvSpPr>
            <a:spLocks noGrp="1"/>
          </p:cNvSpPr>
          <p:nvPr>
            <p:ph type="title"/>
          </p:nvPr>
        </p:nvSpPr>
        <p:spPr>
          <a:xfrm>
            <a:off x="355693" y="324343"/>
            <a:ext cx="10659147" cy="339393"/>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Explain the concept of </a:t>
            </a:r>
            <a:r>
              <a:rPr kumimoji="0" lang="en-US" sz="2400" b="1" i="0" u="none" strike="noStrike" kern="1200" cap="none" spc="0" normalizeH="0" baseline="0" noProof="0" dirty="0">
                <a:ln>
                  <a:noFill/>
                </a:ln>
                <a:solidFill>
                  <a:srgbClr val="FFFF00"/>
                </a:solidFill>
                <a:effectLst/>
                <a:uLnTx/>
                <a:uFillTx/>
                <a:ea typeface="+mn-ea"/>
                <a:cs typeface="+mn-cs"/>
              </a:rPr>
              <a:t>Idempotence</a:t>
            </a:r>
            <a:r>
              <a:rPr kumimoji="0" lang="en-US" sz="2400" b="1" i="0" u="none" strike="noStrike" kern="1200" cap="none" spc="0" normalizeH="0" baseline="0" noProof="0" dirty="0">
                <a:ln>
                  <a:noFill/>
                </a:ln>
                <a:solidFill>
                  <a:schemeClr val="bg1"/>
                </a:solidFill>
                <a:effectLst/>
                <a:uLnTx/>
                <a:uFillTx/>
                <a:ea typeface="+mn-ea"/>
                <a:cs typeface="+mn-cs"/>
              </a:rPr>
              <a:t> in RESTful APIs.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5902E6D9-58F5-EB05-336D-A0DE272B593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TextBox 5">
            <a:extLst>
              <a:ext uri="{FF2B5EF4-FFF2-40B4-BE49-F238E27FC236}">
                <a16:creationId xmlns:a16="http://schemas.microsoft.com/office/drawing/2014/main" id="{129F5C50-6690-377D-5A1D-0C56046DEB74}"/>
              </a:ext>
            </a:extLst>
          </p:cNvPr>
          <p:cNvSpPr txBox="1"/>
          <p:nvPr/>
        </p:nvSpPr>
        <p:spPr>
          <a:xfrm>
            <a:off x="355693" y="1156502"/>
            <a:ext cx="6066373" cy="1477328"/>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Idempotence meaning performing an operation multiple times should have the same outcome as performing it once. For example, Sending multiple identical GET requests will always return the same response</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8" name="Diagram 7">
            <a:extLst>
              <a:ext uri="{FF2B5EF4-FFF2-40B4-BE49-F238E27FC236}">
                <a16:creationId xmlns:a16="http://schemas.microsoft.com/office/drawing/2014/main" id="{3F00059E-1B02-FAD2-8FB9-B3E6BF25255E}"/>
              </a:ext>
            </a:extLst>
          </p:cNvPr>
          <p:cNvGraphicFramePr/>
          <p:nvPr/>
        </p:nvGraphicFramePr>
        <p:xfrm>
          <a:off x="543339" y="2754846"/>
          <a:ext cx="5462011" cy="3160672"/>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graphicFrame>
        <p:nvGraphicFramePr>
          <p:cNvPr id="5" name="Diagram 4">
            <a:extLst>
              <a:ext uri="{FF2B5EF4-FFF2-40B4-BE49-F238E27FC236}">
                <a16:creationId xmlns:a16="http://schemas.microsoft.com/office/drawing/2014/main" id="{ABF76FC5-A819-9262-1AD1-E21892DC3B4B}"/>
              </a:ext>
            </a:extLst>
          </p:cNvPr>
          <p:cNvGraphicFramePr/>
          <p:nvPr/>
        </p:nvGraphicFramePr>
        <p:xfrm>
          <a:off x="7518742" y="1241103"/>
          <a:ext cx="3971235" cy="4375794"/>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sp>
        <p:nvSpPr>
          <p:cNvPr id="7" name="TextBox 6">
            <a:extLst>
              <a:ext uri="{FF2B5EF4-FFF2-40B4-BE49-F238E27FC236}">
                <a16:creationId xmlns:a16="http://schemas.microsoft.com/office/drawing/2014/main" id="{2D937375-48C8-A60A-D7DC-3AD1536AE251}"/>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4"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13857422"/>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40A9BA-2C29-4F5B-F869-863A2CA58F4B}"/>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40DCB167-5EC5-21AD-0D29-BF6026780A3D}"/>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056B98F4-7CA6-C4DB-E849-BC91C82B7544}"/>
              </a:ext>
            </a:extLst>
          </p:cNvPr>
          <p:cNvSpPr>
            <a:spLocks noGrp="1"/>
          </p:cNvSpPr>
          <p:nvPr>
            <p:ph type="title"/>
          </p:nvPr>
        </p:nvSpPr>
        <p:spPr>
          <a:xfrm>
            <a:off x="355693" y="324343"/>
            <a:ext cx="10659147" cy="339393"/>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the role of </a:t>
            </a:r>
            <a:r>
              <a:rPr kumimoji="0" lang="en-US" sz="2400" b="1" i="0" u="none" strike="noStrike" kern="1200" cap="none" spc="0" normalizeH="0" baseline="0" noProof="0" dirty="0">
                <a:ln>
                  <a:noFill/>
                </a:ln>
                <a:solidFill>
                  <a:srgbClr val="FFFF00"/>
                </a:solidFill>
                <a:effectLst/>
                <a:uLnTx/>
                <a:uFillTx/>
                <a:ea typeface="+mn-ea"/>
                <a:cs typeface="+mn-cs"/>
              </a:rPr>
              <a:t>status codes</a:t>
            </a:r>
            <a:r>
              <a:rPr kumimoji="0" lang="en-US" sz="2400" b="1" i="0" u="none" strike="noStrike" kern="1200" cap="none" spc="0" normalizeH="0" baseline="0" noProof="0" dirty="0">
                <a:ln>
                  <a:noFill/>
                </a:ln>
                <a:solidFill>
                  <a:schemeClr val="bg1"/>
                </a:solidFill>
                <a:effectLst/>
                <a:uLnTx/>
                <a:uFillTx/>
                <a:ea typeface="+mn-ea"/>
                <a:cs typeface="+mn-cs"/>
              </a:rPr>
              <a:t> in RESTful APIs?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B77C5A6A-C8DF-4EF0-DC26-74988E0F1A4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Diagram 3">
            <a:extLst>
              <a:ext uri="{FF2B5EF4-FFF2-40B4-BE49-F238E27FC236}">
                <a16:creationId xmlns:a16="http://schemas.microsoft.com/office/drawing/2014/main" id="{430E8DA2-E67F-61A8-ED98-BDE09709EA60}"/>
              </a:ext>
            </a:extLst>
          </p:cNvPr>
          <p:cNvGraphicFramePr/>
          <p:nvPr/>
        </p:nvGraphicFramePr>
        <p:xfrm>
          <a:off x="474192" y="2293816"/>
          <a:ext cx="10910277" cy="353292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5" name="TextBox 4">
            <a:extLst>
              <a:ext uri="{FF2B5EF4-FFF2-40B4-BE49-F238E27FC236}">
                <a16:creationId xmlns:a16="http://schemas.microsoft.com/office/drawing/2014/main" id="{49277420-9AB3-BAFC-D455-1CE333491EA7}"/>
              </a:ext>
            </a:extLst>
          </p:cNvPr>
          <p:cNvSpPr txBox="1"/>
          <p:nvPr/>
        </p:nvSpPr>
        <p:spPr>
          <a:xfrm>
            <a:off x="355693" y="1207301"/>
            <a:ext cx="6795384"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Status codes are used to convey the results of a client’s request. </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4E0B459C-5D66-6A05-D4F5-698C12DADE6F}"/>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9"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808528278"/>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954381"/>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CORS</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in RESTful APIs?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Serialization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&amp;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Deserialization</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types</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 of serialization?</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Explain the concept of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versioning </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in RESTful APIs.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an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API document</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What are the popular documentation formats?</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normAutofit/>
          </a:bodyPr>
          <a:lstStyle/>
          <a:p>
            <a:r>
              <a:rPr lang="en-US" sz="4000" b="1" dirty="0">
                <a:solidFill>
                  <a:srgbClr val="FFFF00"/>
                </a:solidFill>
              </a:rPr>
              <a:t>REST - CORS, Serialization, Deserialization, Others</a:t>
            </a:r>
            <a:endParaRPr lang="en-IN" sz="4000" b="1" dirty="0"/>
          </a:p>
        </p:txBody>
      </p:sp>
      <p:pic>
        <p:nvPicPr>
          <p:cNvPr id="2" name="Picture 1">
            <a:extLst>
              <a:ext uri="{FF2B5EF4-FFF2-40B4-BE49-F238E27FC236}">
                <a16:creationId xmlns:a16="http://schemas.microsoft.com/office/drawing/2014/main" id="{E83058E0-6BB4-A6F7-0BDA-BCF33701B29C}"/>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452911" y="1547866"/>
            <a:ext cx="625656" cy="248916"/>
          </a:xfrm>
          <a:prstGeom prst="rect">
            <a:avLst/>
          </a:prstGeom>
        </p:spPr>
      </p:pic>
      <p:pic>
        <p:nvPicPr>
          <p:cNvPr id="3" name="Picture 2">
            <a:extLst>
              <a:ext uri="{FF2B5EF4-FFF2-40B4-BE49-F238E27FC236}">
                <a16:creationId xmlns:a16="http://schemas.microsoft.com/office/drawing/2014/main" id="{3BF7979C-0652-76D8-C8B9-2FF5AFEF9DFD}"/>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442340" y="1957002"/>
            <a:ext cx="625656" cy="248916"/>
          </a:xfrm>
          <a:prstGeom prst="rect">
            <a:avLst/>
          </a:prstGeom>
        </p:spPr>
      </p:pic>
      <p:sp>
        <p:nvSpPr>
          <p:cNvPr id="6" name="TextBox 5">
            <a:extLst>
              <a:ext uri="{FF2B5EF4-FFF2-40B4-BE49-F238E27FC236}">
                <a16:creationId xmlns:a16="http://schemas.microsoft.com/office/drawing/2014/main" id="{7CDE7F53-0E4D-5AD7-4F7C-0445E8A7240F}"/>
              </a:ext>
            </a:extLst>
          </p:cNvPr>
          <p:cNvSpPr txBox="1"/>
          <p:nvPr/>
        </p:nvSpPr>
        <p:spPr>
          <a:xfrm>
            <a:off x="10342731" y="6373174"/>
            <a:ext cx="1972639" cy="307777"/>
          </a:xfrm>
          <a:prstGeom prst="rect">
            <a:avLst/>
          </a:prstGeom>
          <a:noFill/>
        </p:spPr>
        <p:txBody>
          <a:bodyPr wrap="square">
            <a:spAutoFit/>
          </a:bodyPr>
          <a:lstStyle/>
          <a:p>
            <a:r>
              <a:rPr lang="en-US" sz="1400" dirty="0">
                <a:hlinkClick r:id="rId9" action="ppaction://hlinksldjump"/>
              </a:rPr>
              <a:t>Back to main index</a:t>
            </a:r>
            <a:endParaRPr lang="en-IN" sz="1400" dirty="0"/>
          </a:p>
        </p:txBody>
      </p:sp>
    </p:spTree>
    <p:extLst>
      <p:ext uri="{BB962C8B-B14F-4D97-AF65-F5344CB8AC3E}">
        <p14:creationId xmlns:p14="http://schemas.microsoft.com/office/powerpoint/2010/main" val="2722756596"/>
      </p:ext>
    </p:extLst>
  </p:cSld>
  <p:clrMapOvr>
    <a:overrideClrMapping bg1="dk1" tx1="lt1" bg2="dk2" tx2="lt2" accent1="accent1" accent2="accent2" accent3="accent3" accent4="accent4" accent5="accent5" accent6="accent6" hlink="hlink" folHlink="folHlink"/>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86B506-FF49-9951-C881-C0E9F07DD363}"/>
            </a:ext>
          </a:extLst>
        </p:cNvPr>
        <p:cNvGrpSpPr/>
        <p:nvPr/>
      </p:nvGrpSpPr>
      <p:grpSpPr>
        <a:xfrm>
          <a:off x="0" y="0"/>
          <a:ext cx="0" cy="0"/>
          <a:chOff x="0" y="0"/>
          <a:chExt cx="0" cy="0"/>
        </a:xfrm>
      </p:grpSpPr>
      <p:sp>
        <p:nvSpPr>
          <p:cNvPr id="57" name="Oval 56">
            <a:extLst>
              <a:ext uri="{FF2B5EF4-FFF2-40B4-BE49-F238E27FC236}">
                <a16:creationId xmlns:a16="http://schemas.microsoft.com/office/drawing/2014/main" id="{BE4B5682-E5AB-6CD0-C08D-D96161B08C44}"/>
              </a:ext>
            </a:extLst>
          </p:cNvPr>
          <p:cNvSpPr/>
          <p:nvPr/>
        </p:nvSpPr>
        <p:spPr>
          <a:xfrm>
            <a:off x="5352536" y="2697456"/>
            <a:ext cx="422038" cy="374296"/>
          </a:xfrm>
          <a:prstGeom prst="ellipse">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FFFF00"/>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E86A584-21AE-D7C9-3B42-51167E66AE48}"/>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A12DC25A-AD54-8733-CF57-EC70513EF8CD}"/>
              </a:ext>
            </a:extLst>
          </p:cNvPr>
          <p:cNvSpPr>
            <a:spLocks noGrp="1"/>
          </p:cNvSpPr>
          <p:nvPr>
            <p:ph type="title"/>
          </p:nvPr>
        </p:nvSpPr>
        <p:spPr>
          <a:xfrm>
            <a:off x="355693" y="324343"/>
            <a:ext cx="10659147" cy="339393"/>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t>
            </a:r>
            <a:r>
              <a:rPr kumimoji="0" lang="en-US" sz="2400" b="1" i="0" u="none" strike="noStrike" kern="1200" cap="none" spc="0" normalizeH="0" baseline="0" noProof="0" dirty="0">
                <a:ln>
                  <a:noFill/>
                </a:ln>
                <a:solidFill>
                  <a:srgbClr val="FFFF00"/>
                </a:solidFill>
                <a:effectLst/>
                <a:uLnTx/>
                <a:uFillTx/>
                <a:ea typeface="+mn-ea"/>
                <a:cs typeface="+mn-cs"/>
              </a:rPr>
              <a:t>CORS</a:t>
            </a:r>
            <a:r>
              <a:rPr kumimoji="0" lang="en-US" sz="2400" b="1" i="0" u="none" strike="noStrike" kern="1200" cap="none" spc="0" normalizeH="0" baseline="0" noProof="0" dirty="0">
                <a:ln>
                  <a:noFill/>
                </a:ln>
                <a:solidFill>
                  <a:schemeClr val="bg1"/>
                </a:solidFill>
                <a:effectLst/>
                <a:uLnTx/>
                <a:uFillTx/>
                <a:ea typeface="+mn-ea"/>
                <a:cs typeface="+mn-cs"/>
              </a:rPr>
              <a:t> in RESTful APIs?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5A4EB354-8A49-AFCD-C993-AAD1B95E928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5" name="Rectangle: Rounded Corners 4">
            <a:extLst>
              <a:ext uri="{FF2B5EF4-FFF2-40B4-BE49-F238E27FC236}">
                <a16:creationId xmlns:a16="http://schemas.microsoft.com/office/drawing/2014/main" id="{1BCA1C81-44BD-00D7-5C2C-A086B40FC0F4}"/>
              </a:ext>
            </a:extLst>
          </p:cNvPr>
          <p:cNvSpPr/>
          <p:nvPr/>
        </p:nvSpPr>
        <p:spPr>
          <a:xfrm>
            <a:off x="634404" y="3896521"/>
            <a:ext cx="3528509" cy="566252"/>
          </a:xfrm>
          <a:prstGeom prst="roundRect">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http://interviewhappy.com/index.html</a:t>
            </a:r>
          </a:p>
        </p:txBody>
      </p:sp>
      <p:sp>
        <p:nvSpPr>
          <p:cNvPr id="7" name="Rectangle: Rounded Corners 6">
            <a:extLst>
              <a:ext uri="{FF2B5EF4-FFF2-40B4-BE49-F238E27FC236}">
                <a16:creationId xmlns:a16="http://schemas.microsoft.com/office/drawing/2014/main" id="{B258EDB4-D12E-7924-7522-A7896CA6DD8C}"/>
              </a:ext>
            </a:extLst>
          </p:cNvPr>
          <p:cNvSpPr/>
          <p:nvPr/>
        </p:nvSpPr>
        <p:spPr>
          <a:xfrm>
            <a:off x="6872181" y="1837647"/>
            <a:ext cx="3727406" cy="754180"/>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http://interviewhappy.com/getdata</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(same domain not restricted)</a:t>
            </a:r>
          </a:p>
        </p:txBody>
      </p:sp>
      <p:sp>
        <p:nvSpPr>
          <p:cNvPr id="10" name="Rectangle: Rounded Corners 9">
            <a:extLst>
              <a:ext uri="{FF2B5EF4-FFF2-40B4-BE49-F238E27FC236}">
                <a16:creationId xmlns:a16="http://schemas.microsoft.com/office/drawing/2014/main" id="{E525608D-B5F6-987B-4290-1153A95FF569}"/>
              </a:ext>
            </a:extLst>
          </p:cNvPr>
          <p:cNvSpPr/>
          <p:nvPr/>
        </p:nvSpPr>
        <p:spPr>
          <a:xfrm>
            <a:off x="6930238" y="2819974"/>
            <a:ext cx="3727406" cy="754180"/>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http://xyz.com/</a:t>
            </a: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getdata</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(different domain restricted)</a:t>
            </a:r>
          </a:p>
        </p:txBody>
      </p:sp>
      <p:sp>
        <p:nvSpPr>
          <p:cNvPr id="11" name="Rectangle: Rounded Corners 10">
            <a:extLst>
              <a:ext uri="{FF2B5EF4-FFF2-40B4-BE49-F238E27FC236}">
                <a16:creationId xmlns:a16="http://schemas.microsoft.com/office/drawing/2014/main" id="{59A3C00F-6CDF-803B-99D4-A70448C5B3E0}"/>
              </a:ext>
            </a:extLst>
          </p:cNvPr>
          <p:cNvSpPr/>
          <p:nvPr/>
        </p:nvSpPr>
        <p:spPr>
          <a:xfrm>
            <a:off x="6930238" y="3839741"/>
            <a:ext cx="3727406" cy="75418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http://api.interviewhappy.com/</a:t>
            </a: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getdata</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(different sub-domain restricted)</a:t>
            </a:r>
          </a:p>
        </p:txBody>
      </p:sp>
      <p:cxnSp>
        <p:nvCxnSpPr>
          <p:cNvPr id="12" name="Straight Arrow Connector 11">
            <a:extLst>
              <a:ext uri="{FF2B5EF4-FFF2-40B4-BE49-F238E27FC236}">
                <a16:creationId xmlns:a16="http://schemas.microsoft.com/office/drawing/2014/main" id="{5E1044B1-2BA0-637F-5974-606A743E7E36}"/>
              </a:ext>
            </a:extLst>
          </p:cNvPr>
          <p:cNvCxnSpPr>
            <a:cxnSpLocks/>
            <a:stCxn id="5" idx="0"/>
          </p:cNvCxnSpPr>
          <p:nvPr/>
        </p:nvCxnSpPr>
        <p:spPr>
          <a:xfrm flipV="1">
            <a:off x="2398659" y="2084634"/>
            <a:ext cx="4409215" cy="181188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F3043448-F525-AB25-86D6-8D1FA0B68194}"/>
              </a:ext>
            </a:extLst>
          </p:cNvPr>
          <p:cNvCxnSpPr>
            <a:cxnSpLocks/>
          </p:cNvCxnSpPr>
          <p:nvPr/>
        </p:nvCxnSpPr>
        <p:spPr>
          <a:xfrm flipV="1">
            <a:off x="3774835" y="3062858"/>
            <a:ext cx="3155402" cy="73826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8F3B53AF-3014-CCC1-264E-330A4F38B462}"/>
              </a:ext>
            </a:extLst>
          </p:cNvPr>
          <p:cNvCxnSpPr>
            <a:cxnSpLocks/>
          </p:cNvCxnSpPr>
          <p:nvPr/>
        </p:nvCxnSpPr>
        <p:spPr>
          <a:xfrm>
            <a:off x="4291528" y="4066072"/>
            <a:ext cx="2511047" cy="7268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FB8CACC3-85D8-80D8-AB64-7ABC52B20E2D}"/>
              </a:ext>
            </a:extLst>
          </p:cNvPr>
          <p:cNvCxnSpPr>
            <a:cxnSpLocks/>
            <a:endCxn id="27" idx="1"/>
          </p:cNvCxnSpPr>
          <p:nvPr/>
        </p:nvCxnSpPr>
        <p:spPr>
          <a:xfrm>
            <a:off x="4176635" y="4465158"/>
            <a:ext cx="2695545" cy="70908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D08FDB76-CCDF-584D-802C-D47BE53697B1}"/>
              </a:ext>
            </a:extLst>
          </p:cNvPr>
          <p:cNvCxnSpPr>
            <a:cxnSpLocks/>
          </p:cNvCxnSpPr>
          <p:nvPr/>
        </p:nvCxnSpPr>
        <p:spPr>
          <a:xfrm>
            <a:off x="2775565" y="4506280"/>
            <a:ext cx="4027010" cy="156966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EAF8C9EF-B172-A275-753A-FCA33628EC00}"/>
              </a:ext>
            </a:extLst>
          </p:cNvPr>
          <p:cNvCxnSpPr>
            <a:cxnSpLocks/>
          </p:cNvCxnSpPr>
          <p:nvPr/>
        </p:nvCxnSpPr>
        <p:spPr>
          <a:xfrm flipH="1">
            <a:off x="2775565" y="2336928"/>
            <a:ext cx="4026058" cy="157266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F46396BF-29CB-2E02-C499-B141EAE218EC}"/>
              </a:ext>
            </a:extLst>
          </p:cNvPr>
          <p:cNvCxnSpPr>
            <a:cxnSpLocks/>
          </p:cNvCxnSpPr>
          <p:nvPr/>
        </p:nvCxnSpPr>
        <p:spPr>
          <a:xfrm flipH="1">
            <a:off x="3971140" y="3306405"/>
            <a:ext cx="2959097" cy="58700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D3F5084B-2592-5438-52CB-02FDB6EC5984}"/>
              </a:ext>
            </a:extLst>
          </p:cNvPr>
          <p:cNvCxnSpPr>
            <a:cxnSpLocks/>
          </p:cNvCxnSpPr>
          <p:nvPr/>
        </p:nvCxnSpPr>
        <p:spPr>
          <a:xfrm flipH="1" flipV="1">
            <a:off x="4247190" y="4225852"/>
            <a:ext cx="2554433" cy="9870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38627E8B-E043-5FEF-22B8-CADEB5C8542B}"/>
              </a:ext>
            </a:extLst>
          </p:cNvPr>
          <p:cNvCxnSpPr>
            <a:cxnSpLocks/>
          </p:cNvCxnSpPr>
          <p:nvPr/>
        </p:nvCxnSpPr>
        <p:spPr>
          <a:xfrm flipH="1" flipV="1">
            <a:off x="3774835" y="4513851"/>
            <a:ext cx="3083623" cy="88787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0FFDAEA0-5BE6-2316-D80D-F570BA68595D}"/>
              </a:ext>
            </a:extLst>
          </p:cNvPr>
          <p:cNvCxnSpPr>
            <a:cxnSpLocks/>
          </p:cNvCxnSpPr>
          <p:nvPr/>
        </p:nvCxnSpPr>
        <p:spPr>
          <a:xfrm flipH="1" flipV="1">
            <a:off x="2426681" y="4571481"/>
            <a:ext cx="4375894" cy="177604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22" name="Graphic 21" descr="Checkmark with solid fill">
            <a:extLst>
              <a:ext uri="{FF2B5EF4-FFF2-40B4-BE49-F238E27FC236}">
                <a16:creationId xmlns:a16="http://schemas.microsoft.com/office/drawing/2014/main" id="{56B46EF9-C9DA-0A5E-146B-0B39058D05CB}"/>
              </a:ext>
            </a:extLst>
          </p:cNvPr>
          <p:cNvPicPr>
            <a:picLocks noChangeAspect="1"/>
          </p:cNvPicPr>
          <p:nvPr/>
        </p:nvPicPr>
        <p:blipFill>
          <a:blip r:embed="rId4" cstate="hq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445786" y="2691125"/>
            <a:ext cx="255163" cy="371072"/>
          </a:xfrm>
          <a:prstGeom prst="rect">
            <a:avLst/>
          </a:prstGeom>
        </p:spPr>
      </p:pic>
      <p:pic>
        <p:nvPicPr>
          <p:cNvPr id="23" name="Graphic 22" descr="Badge Cross with solid fill">
            <a:extLst>
              <a:ext uri="{FF2B5EF4-FFF2-40B4-BE49-F238E27FC236}">
                <a16:creationId xmlns:a16="http://schemas.microsoft.com/office/drawing/2014/main" id="{013F5A91-DADF-D735-A19C-437663C41015}"/>
              </a:ext>
            </a:extLst>
          </p:cNvPr>
          <p:cNvPicPr>
            <a:picLocks noChangeAspect="1"/>
          </p:cNvPicPr>
          <p:nvPr/>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263666" y="3470197"/>
            <a:ext cx="428630" cy="417927"/>
          </a:xfrm>
          <a:prstGeom prst="rect">
            <a:avLst/>
          </a:prstGeom>
        </p:spPr>
      </p:pic>
      <p:pic>
        <p:nvPicPr>
          <p:cNvPr id="24" name="Graphic 23" descr="Badge Cross with solid fill">
            <a:extLst>
              <a:ext uri="{FF2B5EF4-FFF2-40B4-BE49-F238E27FC236}">
                <a16:creationId xmlns:a16="http://schemas.microsoft.com/office/drawing/2014/main" id="{7B329F5E-4809-A71A-6AA0-C1497ED7B433}"/>
              </a:ext>
            </a:extLst>
          </p:cNvPr>
          <p:cNvPicPr>
            <a:picLocks noChangeAspect="1"/>
          </p:cNvPicPr>
          <p:nvPr/>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901012" y="4087666"/>
            <a:ext cx="428630" cy="458706"/>
          </a:xfrm>
          <a:prstGeom prst="rect">
            <a:avLst/>
          </a:prstGeom>
        </p:spPr>
      </p:pic>
      <p:pic>
        <p:nvPicPr>
          <p:cNvPr id="25" name="Graphic 24" descr="Badge Cross with solid fill">
            <a:extLst>
              <a:ext uri="{FF2B5EF4-FFF2-40B4-BE49-F238E27FC236}">
                <a16:creationId xmlns:a16="http://schemas.microsoft.com/office/drawing/2014/main" id="{782719B3-3FBF-322A-7DE1-C7EDF62B52C3}"/>
              </a:ext>
            </a:extLst>
          </p:cNvPr>
          <p:cNvPicPr>
            <a:picLocks noChangeAspect="1"/>
          </p:cNvPicPr>
          <p:nvPr/>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432507" y="4635925"/>
            <a:ext cx="428630" cy="403149"/>
          </a:xfrm>
          <a:prstGeom prst="rect">
            <a:avLst/>
          </a:prstGeom>
        </p:spPr>
      </p:pic>
      <p:pic>
        <p:nvPicPr>
          <p:cNvPr id="26" name="Graphic 25" descr="Badge Cross with solid fill">
            <a:extLst>
              <a:ext uri="{FF2B5EF4-FFF2-40B4-BE49-F238E27FC236}">
                <a16:creationId xmlns:a16="http://schemas.microsoft.com/office/drawing/2014/main" id="{0342C561-7DDD-FB35-C06E-D72AA0B38B27}"/>
              </a:ext>
            </a:extLst>
          </p:cNvPr>
          <p:cNvPicPr>
            <a:picLocks noChangeAspect="1"/>
          </p:cNvPicPr>
          <p:nvPr/>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895951" y="5150132"/>
            <a:ext cx="428630" cy="401198"/>
          </a:xfrm>
          <a:prstGeom prst="rect">
            <a:avLst/>
          </a:prstGeom>
        </p:spPr>
      </p:pic>
      <p:sp>
        <p:nvSpPr>
          <p:cNvPr id="27" name="Rectangle: Rounded Corners 26">
            <a:extLst>
              <a:ext uri="{FF2B5EF4-FFF2-40B4-BE49-F238E27FC236}">
                <a16:creationId xmlns:a16="http://schemas.microsoft.com/office/drawing/2014/main" id="{1F5C24BF-708B-F710-E637-D9E8A653BDAC}"/>
              </a:ext>
            </a:extLst>
          </p:cNvPr>
          <p:cNvSpPr/>
          <p:nvPr/>
        </p:nvSpPr>
        <p:spPr>
          <a:xfrm>
            <a:off x="6872180" y="4797150"/>
            <a:ext cx="3727406" cy="754180"/>
          </a:xfrm>
          <a:prstGeom prst="roundRect">
            <a:avLst/>
          </a:prstGeom>
          <a:solidFill>
            <a:schemeClr val="accent3">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https://interviewhappy.com/</a:t>
            </a: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getdata</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(different protocol restricted)</a:t>
            </a:r>
          </a:p>
        </p:txBody>
      </p:sp>
      <p:sp>
        <p:nvSpPr>
          <p:cNvPr id="28" name="Rectangle: Rounded Corners 27">
            <a:extLst>
              <a:ext uri="{FF2B5EF4-FFF2-40B4-BE49-F238E27FC236}">
                <a16:creationId xmlns:a16="http://schemas.microsoft.com/office/drawing/2014/main" id="{6FDC6F76-1E51-0E73-C753-30FC066ED8F0}"/>
              </a:ext>
            </a:extLst>
          </p:cNvPr>
          <p:cNvSpPr/>
          <p:nvPr/>
        </p:nvSpPr>
        <p:spPr>
          <a:xfrm>
            <a:off x="6930237" y="5779477"/>
            <a:ext cx="3727406" cy="754180"/>
          </a:xfrm>
          <a:prstGeom prst="roundRect">
            <a:avLst/>
          </a:prstGeom>
          <a:solidFill>
            <a:schemeClr val="tx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http://interviewhappy.com:12/</a:t>
            </a: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getdata</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(different port restricted)</a:t>
            </a:r>
          </a:p>
        </p:txBody>
      </p:sp>
      <p:sp>
        <p:nvSpPr>
          <p:cNvPr id="30" name="TextBox 29">
            <a:extLst>
              <a:ext uri="{FF2B5EF4-FFF2-40B4-BE49-F238E27FC236}">
                <a16:creationId xmlns:a16="http://schemas.microsoft.com/office/drawing/2014/main" id="{A85ED4E4-8E72-A903-C847-BC20858694A1}"/>
              </a:ext>
            </a:extLst>
          </p:cNvPr>
          <p:cNvSpPr txBox="1"/>
          <p:nvPr/>
        </p:nvSpPr>
        <p:spPr>
          <a:xfrm>
            <a:off x="334911" y="998469"/>
            <a:ext cx="5792161"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Pct val="80000"/>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CORS(Cross-Origin Resource Sharing) is a security feature implemented in web browsers that restricts web pages or scripts from making requests to a different domain than the one that served the web page. </a:t>
            </a:r>
          </a:p>
        </p:txBody>
      </p:sp>
      <p:pic>
        <p:nvPicPr>
          <p:cNvPr id="4" name="Picture 3">
            <a:extLst>
              <a:ext uri="{FF2B5EF4-FFF2-40B4-BE49-F238E27FC236}">
                <a16:creationId xmlns:a16="http://schemas.microsoft.com/office/drawing/2014/main" id="{10C7E05E-A590-79F6-0058-256CCD3508D8}"/>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433033" y="303129"/>
            <a:ext cx="905321" cy="360181"/>
          </a:xfrm>
          <a:prstGeom prst="rect">
            <a:avLst/>
          </a:prstGeom>
        </p:spPr>
      </p:pic>
      <p:sp>
        <p:nvSpPr>
          <p:cNvPr id="6" name="TextBox 5">
            <a:extLst>
              <a:ext uri="{FF2B5EF4-FFF2-40B4-BE49-F238E27FC236}">
                <a16:creationId xmlns:a16="http://schemas.microsoft.com/office/drawing/2014/main" id="{1FCE41F8-C2CA-E085-4EDB-D56F39D233F0}"/>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9"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2127103345"/>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1F968C-40B2-77C6-1372-A8DDEE046BB5}"/>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C5874B69-E144-32D8-41FF-2A4EB770E4F5}"/>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1D247288-C501-202B-76A3-E805DA068770}"/>
              </a:ext>
            </a:extLst>
          </p:cNvPr>
          <p:cNvSpPr>
            <a:spLocks noGrp="1"/>
          </p:cNvSpPr>
          <p:nvPr>
            <p:ph type="title"/>
          </p:nvPr>
        </p:nvSpPr>
        <p:spPr>
          <a:xfrm>
            <a:off x="355693" y="324343"/>
            <a:ext cx="10659147" cy="339393"/>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Serialization</a:t>
            </a:r>
            <a:r>
              <a:rPr kumimoji="0" lang="en-US" sz="2400" b="1" i="0" u="none" strike="noStrike" kern="1200" cap="none" spc="0" normalizeH="0" baseline="0" noProof="0" dirty="0">
                <a:ln>
                  <a:noFill/>
                </a:ln>
                <a:solidFill>
                  <a:schemeClr val="bg1"/>
                </a:solidFill>
                <a:effectLst/>
                <a:uLnTx/>
                <a:uFillTx/>
                <a:ea typeface="+mn-ea"/>
                <a:cs typeface="+mn-cs"/>
              </a:rPr>
              <a:t> &amp; </a:t>
            </a:r>
            <a:r>
              <a:rPr kumimoji="0" lang="en-US" sz="2400" b="1" i="0" u="none" strike="noStrike" kern="1200" cap="none" spc="0" normalizeH="0" baseline="0" noProof="0" dirty="0">
                <a:ln>
                  <a:noFill/>
                </a:ln>
                <a:solidFill>
                  <a:srgbClr val="FFFF00"/>
                </a:solidFill>
                <a:effectLst/>
                <a:uLnTx/>
                <a:uFillTx/>
                <a:ea typeface="+mn-ea"/>
                <a:cs typeface="+mn-cs"/>
              </a:rPr>
              <a:t>Deserialization</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E4145B8F-93C5-AD75-779F-8328EA1000B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CA499D9E-2A62-7A44-D57D-328DC4C09AF4}"/>
              </a:ext>
            </a:extLst>
          </p:cNvPr>
          <p:cNvSpPr txBox="1"/>
          <p:nvPr/>
        </p:nvSpPr>
        <p:spPr>
          <a:xfrm>
            <a:off x="355693" y="1156502"/>
            <a:ext cx="4734861"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Serialization is the process of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converting an object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into a format that can be stored, transmitted, or reconstructed later. </a:t>
            </a:r>
          </a:p>
        </p:txBody>
      </p:sp>
      <p:sp>
        <p:nvSpPr>
          <p:cNvPr id="5" name="TextBox 4">
            <a:extLst>
              <a:ext uri="{FF2B5EF4-FFF2-40B4-BE49-F238E27FC236}">
                <a16:creationId xmlns:a16="http://schemas.microsoft.com/office/drawing/2014/main" id="{4723EFBE-3B11-4002-08A4-05E5DF1000A8}"/>
              </a:ext>
            </a:extLst>
          </p:cNvPr>
          <p:cNvSpPr txBox="1"/>
          <p:nvPr/>
        </p:nvSpPr>
        <p:spPr>
          <a:xfrm>
            <a:off x="6390183" y="1230126"/>
            <a:ext cx="4453663"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Deserialization is the process of converting serialized data, such as binary/ XML/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json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data, back into an object.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Rounded Corners 5">
            <a:extLst>
              <a:ext uri="{FF2B5EF4-FFF2-40B4-BE49-F238E27FC236}">
                <a16:creationId xmlns:a16="http://schemas.microsoft.com/office/drawing/2014/main" id="{5E1EDBE6-26B1-E3B6-4A77-23DF6C3D5062}"/>
              </a:ext>
            </a:extLst>
          </p:cNvPr>
          <p:cNvSpPr/>
          <p:nvPr/>
        </p:nvSpPr>
        <p:spPr>
          <a:xfrm>
            <a:off x="996462" y="2884868"/>
            <a:ext cx="3015753" cy="1824269"/>
          </a:xfrm>
          <a:prstGeom prst="roundRect">
            <a:avLst/>
          </a:prstGeom>
          <a:solidFill>
            <a:schemeClr val="accent6">
              <a:lumMod val="40000"/>
              <a:lumOff val="60000"/>
            </a:schemeClr>
          </a:solidFill>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REST API 1</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AF1F0AA8-56C1-80DE-5F09-6415A21318F2}"/>
              </a:ext>
            </a:extLst>
          </p:cNvPr>
          <p:cNvSpPr/>
          <p:nvPr/>
        </p:nvSpPr>
        <p:spPr>
          <a:xfrm>
            <a:off x="1086358" y="3341421"/>
            <a:ext cx="1166190" cy="745148"/>
          </a:xfrm>
          <a:prstGeom prst="ellipse">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Object</a:t>
            </a:r>
          </a:p>
        </p:txBody>
      </p:sp>
      <p:sp>
        <p:nvSpPr>
          <p:cNvPr id="10" name="Oval 9">
            <a:extLst>
              <a:ext uri="{FF2B5EF4-FFF2-40B4-BE49-F238E27FC236}">
                <a16:creationId xmlns:a16="http://schemas.microsoft.com/office/drawing/2014/main" id="{AF8DCFAE-6DD9-C78E-E7D6-742DBB924C05}"/>
              </a:ext>
            </a:extLst>
          </p:cNvPr>
          <p:cNvSpPr/>
          <p:nvPr/>
        </p:nvSpPr>
        <p:spPr>
          <a:xfrm>
            <a:off x="2756130" y="3341421"/>
            <a:ext cx="1103685" cy="745148"/>
          </a:xfrm>
          <a:prstGeom prst="ellipse">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err="1">
                <a:ln>
                  <a:noFill/>
                </a:ln>
                <a:solidFill>
                  <a:prstClr val="black"/>
                </a:solidFill>
                <a:effectLst/>
                <a:uLnTx/>
                <a:uFillTx/>
                <a:latin typeface="Calibri" panose="020F0502020204030204"/>
                <a:ea typeface="+mn-ea"/>
                <a:cs typeface="+mn-cs"/>
              </a:rPr>
              <a:t>json</a:t>
            </a: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cxnSp>
        <p:nvCxnSpPr>
          <p:cNvPr id="13" name="Straight Arrow Connector 12">
            <a:extLst>
              <a:ext uri="{FF2B5EF4-FFF2-40B4-BE49-F238E27FC236}">
                <a16:creationId xmlns:a16="http://schemas.microsoft.com/office/drawing/2014/main" id="{FDB53D4D-F923-DA63-CDE6-0EE4A55E56A5}"/>
              </a:ext>
            </a:extLst>
          </p:cNvPr>
          <p:cNvCxnSpPr>
            <a:cxnSpLocks/>
            <a:stCxn id="7" idx="6"/>
            <a:endCxn id="10" idx="2"/>
          </p:cNvCxnSpPr>
          <p:nvPr/>
        </p:nvCxnSpPr>
        <p:spPr>
          <a:xfrm>
            <a:off x="2252548" y="3713995"/>
            <a:ext cx="503582" cy="0"/>
          </a:xfrm>
          <a:prstGeom prst="straightConnector1">
            <a:avLst/>
          </a:prstGeom>
          <a:ln w="47625">
            <a:solidFill>
              <a:srgbClr val="FF0000"/>
            </a:solidFill>
            <a:tailEnd type="triangle"/>
          </a:ln>
        </p:spPr>
        <p:style>
          <a:lnRef idx="3">
            <a:schemeClr val="accent2"/>
          </a:lnRef>
          <a:fillRef idx="0">
            <a:schemeClr val="accent2"/>
          </a:fillRef>
          <a:effectRef idx="2">
            <a:schemeClr val="accent2"/>
          </a:effectRef>
          <a:fontRef idx="minor">
            <a:schemeClr val="tx1"/>
          </a:fontRef>
        </p:style>
      </p:cxnSp>
      <p:sp>
        <p:nvSpPr>
          <p:cNvPr id="15" name="Rectangle: Rounded Corners 14">
            <a:extLst>
              <a:ext uri="{FF2B5EF4-FFF2-40B4-BE49-F238E27FC236}">
                <a16:creationId xmlns:a16="http://schemas.microsoft.com/office/drawing/2014/main" id="{E6347A81-BC5A-852D-6742-AAB448FC9B57}"/>
              </a:ext>
            </a:extLst>
          </p:cNvPr>
          <p:cNvSpPr/>
          <p:nvPr/>
        </p:nvSpPr>
        <p:spPr>
          <a:xfrm>
            <a:off x="6771302" y="2884867"/>
            <a:ext cx="3015752" cy="1824269"/>
          </a:xfrm>
          <a:prstGeom prst="roundRect">
            <a:avLst/>
          </a:prstGeom>
          <a:solidFill>
            <a:schemeClr val="accent6">
              <a:lumMod val="40000"/>
              <a:lumOff val="60000"/>
            </a:schemeClr>
          </a:solidFill>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REST API 2</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Oval 15">
            <a:extLst>
              <a:ext uri="{FF2B5EF4-FFF2-40B4-BE49-F238E27FC236}">
                <a16:creationId xmlns:a16="http://schemas.microsoft.com/office/drawing/2014/main" id="{A9C42987-DFC0-CC8D-975A-870BFC653B67}"/>
              </a:ext>
            </a:extLst>
          </p:cNvPr>
          <p:cNvSpPr/>
          <p:nvPr/>
        </p:nvSpPr>
        <p:spPr>
          <a:xfrm>
            <a:off x="6904892" y="3316144"/>
            <a:ext cx="1122717" cy="745148"/>
          </a:xfrm>
          <a:prstGeom prst="ellipse">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err="1">
                <a:ln>
                  <a:noFill/>
                </a:ln>
                <a:solidFill>
                  <a:prstClr val="black"/>
                </a:solidFill>
                <a:effectLst/>
                <a:uLnTx/>
                <a:uFillTx/>
                <a:latin typeface="Calibri" panose="020F0502020204030204"/>
                <a:ea typeface="+mn-ea"/>
                <a:cs typeface="+mn-cs"/>
              </a:rPr>
              <a:t>json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Oval 16">
            <a:extLst>
              <a:ext uri="{FF2B5EF4-FFF2-40B4-BE49-F238E27FC236}">
                <a16:creationId xmlns:a16="http://schemas.microsoft.com/office/drawing/2014/main" id="{54DDCC18-4974-ED03-F7F2-6289DF1D6F7C}"/>
              </a:ext>
            </a:extLst>
          </p:cNvPr>
          <p:cNvSpPr/>
          <p:nvPr/>
        </p:nvSpPr>
        <p:spPr>
          <a:xfrm>
            <a:off x="8487509" y="3316144"/>
            <a:ext cx="1217729" cy="745148"/>
          </a:xfrm>
          <a:prstGeom prst="ellipse">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Object </a:t>
            </a:r>
          </a:p>
        </p:txBody>
      </p:sp>
      <p:cxnSp>
        <p:nvCxnSpPr>
          <p:cNvPr id="18" name="Straight Arrow Connector 17">
            <a:extLst>
              <a:ext uri="{FF2B5EF4-FFF2-40B4-BE49-F238E27FC236}">
                <a16:creationId xmlns:a16="http://schemas.microsoft.com/office/drawing/2014/main" id="{0975C283-3DCF-7B31-D857-6C86EBA29135}"/>
              </a:ext>
            </a:extLst>
          </p:cNvPr>
          <p:cNvCxnSpPr>
            <a:cxnSpLocks/>
            <a:stCxn id="16" idx="6"/>
            <a:endCxn id="17" idx="2"/>
          </p:cNvCxnSpPr>
          <p:nvPr/>
        </p:nvCxnSpPr>
        <p:spPr>
          <a:xfrm>
            <a:off x="8027609" y="3688718"/>
            <a:ext cx="459900" cy="0"/>
          </a:xfrm>
          <a:prstGeom prst="straightConnector1">
            <a:avLst/>
          </a:prstGeom>
          <a:ln w="47625">
            <a:solidFill>
              <a:srgbClr val="FF0000"/>
            </a:solidFill>
            <a:tailEnd type="triangle"/>
          </a:ln>
        </p:spPr>
        <p:style>
          <a:lnRef idx="3">
            <a:schemeClr val="accent2"/>
          </a:lnRef>
          <a:fillRef idx="0">
            <a:schemeClr val="accent2"/>
          </a:fillRef>
          <a:effectRef idx="2">
            <a:schemeClr val="accent2"/>
          </a:effectRef>
          <a:fontRef idx="minor">
            <a:schemeClr val="tx1"/>
          </a:fontRef>
        </p:style>
      </p:cxnSp>
      <p:sp>
        <p:nvSpPr>
          <p:cNvPr id="22" name="Arrow: Right 21">
            <a:extLst>
              <a:ext uri="{FF2B5EF4-FFF2-40B4-BE49-F238E27FC236}">
                <a16:creationId xmlns:a16="http://schemas.microsoft.com/office/drawing/2014/main" id="{95E46DD0-0649-40C3-ED9F-1536B96A6CF1}"/>
              </a:ext>
            </a:extLst>
          </p:cNvPr>
          <p:cNvSpPr/>
          <p:nvPr/>
        </p:nvSpPr>
        <p:spPr>
          <a:xfrm>
            <a:off x="4012215" y="3479926"/>
            <a:ext cx="2787170" cy="488603"/>
          </a:xfrm>
          <a:prstGeom prst="rightArrow">
            <a:avLst/>
          </a:prstGeom>
          <a:solidFill>
            <a:schemeClr val="accent5"/>
          </a:solidFill>
        </p:spPr>
        <p:style>
          <a:lnRef idx="3">
            <a:schemeClr val="lt1"/>
          </a:lnRef>
          <a:fillRef idx="1">
            <a:schemeClr val="accent2"/>
          </a:fillRef>
          <a:effectRef idx="1">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CBBD019B-4C01-9931-3192-5AD0F092A36D}"/>
              </a:ext>
            </a:extLst>
          </p:cNvPr>
          <p:cNvSpPr/>
          <p:nvPr/>
        </p:nvSpPr>
        <p:spPr>
          <a:xfrm>
            <a:off x="1748011" y="2666078"/>
            <a:ext cx="1354179" cy="214025"/>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Serialization</a:t>
            </a:r>
          </a:p>
        </p:txBody>
      </p:sp>
      <p:sp>
        <p:nvSpPr>
          <p:cNvPr id="24" name="Rectangle 23">
            <a:extLst>
              <a:ext uri="{FF2B5EF4-FFF2-40B4-BE49-F238E27FC236}">
                <a16:creationId xmlns:a16="http://schemas.microsoft.com/office/drawing/2014/main" id="{101E7D43-A236-F61F-4148-7AD70959E7DA}"/>
              </a:ext>
            </a:extLst>
          </p:cNvPr>
          <p:cNvSpPr/>
          <p:nvPr/>
        </p:nvSpPr>
        <p:spPr>
          <a:xfrm>
            <a:off x="7460610" y="2648139"/>
            <a:ext cx="1565418" cy="231964"/>
          </a:xfrm>
          <a:prstGeom prst="rect">
            <a:avLst/>
          </a:prstGeom>
          <a:solidFill>
            <a:schemeClr val="bg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Deserialization</a:t>
            </a:r>
          </a:p>
        </p:txBody>
      </p:sp>
      <p:sp>
        <p:nvSpPr>
          <p:cNvPr id="20" name="TextBox 19">
            <a:extLst>
              <a:ext uri="{FF2B5EF4-FFF2-40B4-BE49-F238E27FC236}">
                <a16:creationId xmlns:a16="http://schemas.microsoft.com/office/drawing/2014/main" id="{C95958F4-19DA-2A9F-AD33-1960F726F68A}"/>
              </a:ext>
            </a:extLst>
          </p:cNvPr>
          <p:cNvSpPr txBox="1"/>
          <p:nvPr/>
        </p:nvSpPr>
        <p:spPr>
          <a:xfrm>
            <a:off x="4145743" y="3246473"/>
            <a:ext cx="249203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Sent over network(</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json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8" name="Picture 7">
            <a:extLst>
              <a:ext uri="{FF2B5EF4-FFF2-40B4-BE49-F238E27FC236}">
                <a16:creationId xmlns:a16="http://schemas.microsoft.com/office/drawing/2014/main" id="{4EC46887-A35B-33AB-1AB0-4B0421BBE83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732452" y="302122"/>
            <a:ext cx="905321" cy="360181"/>
          </a:xfrm>
          <a:prstGeom prst="rect">
            <a:avLst/>
          </a:prstGeom>
        </p:spPr>
      </p:pic>
      <p:sp>
        <p:nvSpPr>
          <p:cNvPr id="11" name="TextBox 10">
            <a:extLst>
              <a:ext uri="{FF2B5EF4-FFF2-40B4-BE49-F238E27FC236}">
                <a16:creationId xmlns:a16="http://schemas.microsoft.com/office/drawing/2014/main" id="{A7F2B751-118A-447E-6D2F-12D436D6213E}"/>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5"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78154272"/>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591226-EE8C-F94F-45DB-82380C19714C}"/>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ACDC427E-00FB-B16A-EDC9-2F02AA56936A}"/>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94AFA8C-A2D2-7F2C-D509-BE14D568298F}"/>
              </a:ext>
            </a:extLst>
          </p:cNvPr>
          <p:cNvSpPr>
            <a:spLocks noGrp="1"/>
          </p:cNvSpPr>
          <p:nvPr>
            <p:ph type="title"/>
          </p:nvPr>
        </p:nvSpPr>
        <p:spPr>
          <a:xfrm>
            <a:off x="355693" y="324343"/>
            <a:ext cx="10659147" cy="339393"/>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the </a:t>
            </a:r>
            <a:r>
              <a:rPr kumimoji="0" lang="en-US" sz="2400" b="1" i="0" u="none" strike="noStrike" kern="1200" cap="none" spc="0" normalizeH="0" baseline="0" noProof="0" dirty="0">
                <a:ln>
                  <a:noFill/>
                </a:ln>
                <a:solidFill>
                  <a:srgbClr val="FFFF00"/>
                </a:solidFill>
                <a:effectLst/>
                <a:uLnTx/>
                <a:uFillTx/>
                <a:ea typeface="+mn-ea"/>
                <a:cs typeface="+mn-cs"/>
              </a:rPr>
              <a:t>types</a:t>
            </a:r>
            <a:r>
              <a:rPr kumimoji="0" lang="en-US" sz="2400" b="1" i="0" u="none" strike="noStrike" kern="1200" cap="none" spc="0" normalizeH="0" baseline="0" noProof="0" dirty="0">
                <a:ln>
                  <a:noFill/>
                </a:ln>
                <a:solidFill>
                  <a:schemeClr val="bg1"/>
                </a:solidFill>
                <a:effectLst/>
                <a:uLnTx/>
                <a:uFillTx/>
                <a:ea typeface="+mn-ea"/>
                <a:cs typeface="+mn-cs"/>
              </a:rPr>
              <a:t> of serialization?</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B6DD5DFB-7EA6-2546-117C-35E1EF9848D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8" name="Diagram 7">
            <a:extLst>
              <a:ext uri="{FF2B5EF4-FFF2-40B4-BE49-F238E27FC236}">
                <a16:creationId xmlns:a16="http://schemas.microsoft.com/office/drawing/2014/main" id="{DB65C21C-5D99-5AFD-6033-B56F449B564F}"/>
              </a:ext>
            </a:extLst>
          </p:cNvPr>
          <p:cNvGraphicFramePr/>
          <p:nvPr/>
        </p:nvGraphicFramePr>
        <p:xfrm>
          <a:off x="628384" y="1263790"/>
          <a:ext cx="6171661" cy="2586993"/>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4" name="TextBox 3">
            <a:extLst>
              <a:ext uri="{FF2B5EF4-FFF2-40B4-BE49-F238E27FC236}">
                <a16:creationId xmlns:a16="http://schemas.microsoft.com/office/drawing/2014/main" id="{1ABD092F-B530-4065-EC5D-6A137FA6FD41}"/>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9"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579442737"/>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238BCC-235B-703E-82D5-9DB1E97FBE9C}"/>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04BDBA44-980F-FF85-F857-3CB72ED31B73}"/>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B029572F-2E57-9487-C5D5-80E4B26F5EDA}"/>
              </a:ext>
            </a:extLst>
          </p:cNvPr>
          <p:cNvSpPr>
            <a:spLocks noGrp="1"/>
          </p:cNvSpPr>
          <p:nvPr>
            <p:ph type="title"/>
          </p:nvPr>
        </p:nvSpPr>
        <p:spPr>
          <a:xfrm>
            <a:off x="355693" y="324343"/>
            <a:ext cx="10659147" cy="339393"/>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Explain the concept of </a:t>
            </a:r>
            <a:r>
              <a:rPr kumimoji="0" lang="en-US" sz="2400" b="1" i="0" u="none" strike="noStrike" kern="1200" cap="none" spc="0" normalizeH="0" baseline="0" noProof="0" dirty="0">
                <a:ln>
                  <a:noFill/>
                </a:ln>
                <a:solidFill>
                  <a:srgbClr val="FFFF00"/>
                </a:solidFill>
                <a:effectLst/>
                <a:uLnTx/>
                <a:uFillTx/>
                <a:ea typeface="+mn-ea"/>
                <a:cs typeface="+mn-cs"/>
              </a:rPr>
              <a:t>versioning</a:t>
            </a:r>
            <a:r>
              <a:rPr kumimoji="0" lang="en-US" sz="2400" b="1" i="0" u="none" strike="noStrike" kern="1200" cap="none" spc="0" normalizeH="0" baseline="0" noProof="0" dirty="0">
                <a:ln>
                  <a:noFill/>
                </a:ln>
                <a:solidFill>
                  <a:schemeClr val="bg1"/>
                </a:solidFill>
                <a:effectLst/>
                <a:uLnTx/>
                <a:uFillTx/>
                <a:ea typeface="+mn-ea"/>
                <a:cs typeface="+mn-cs"/>
              </a:rPr>
              <a:t> in RESTful APIs.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BCB0237B-7CF9-8A66-1133-B6E2D99BC8F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TextBox 5">
            <a:extLst>
              <a:ext uri="{FF2B5EF4-FFF2-40B4-BE49-F238E27FC236}">
                <a16:creationId xmlns:a16="http://schemas.microsoft.com/office/drawing/2014/main" id="{DD76B308-B874-189E-E719-F530DFE7E19F}"/>
              </a:ext>
            </a:extLst>
          </p:cNvPr>
          <p:cNvSpPr txBox="1"/>
          <p:nvPr/>
        </p:nvSpPr>
        <p:spPr>
          <a:xfrm>
            <a:off x="355693" y="1156502"/>
            <a:ext cx="4705704"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Versioning in RESTful APIs refers to the practice of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maintaining multiple versions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an API to support backward compatibility.</a:t>
            </a:r>
          </a:p>
        </p:txBody>
      </p:sp>
      <p:sp>
        <p:nvSpPr>
          <p:cNvPr id="4" name="Rectangle 3">
            <a:extLst>
              <a:ext uri="{FF2B5EF4-FFF2-40B4-BE49-F238E27FC236}">
                <a16:creationId xmlns:a16="http://schemas.microsoft.com/office/drawing/2014/main" id="{1EDC80BC-3BDE-5846-9392-D563FA73B0E3}"/>
              </a:ext>
            </a:extLst>
          </p:cNvPr>
          <p:cNvSpPr/>
          <p:nvPr/>
        </p:nvSpPr>
        <p:spPr>
          <a:xfrm>
            <a:off x="5685266" y="4684941"/>
            <a:ext cx="4278924" cy="1568832"/>
          </a:xfrm>
          <a:prstGeom prst="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1200"/>
              </a:spcBef>
              <a:spcAft>
                <a:spcPts val="0"/>
              </a:spcAft>
              <a:buClrTx/>
              <a:buSzTx/>
              <a:buFontTx/>
              <a:buNone/>
              <a:tabLst/>
              <a:defRPr/>
            </a:pPr>
            <a:endParaRPr kumimoji="0" lang="en-IN" sz="1800" b="0" i="0" u="sng"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1200"/>
              </a:spcBef>
              <a:spcAft>
                <a:spcPts val="0"/>
              </a:spcAft>
              <a:buClrTx/>
              <a:buSzTx/>
              <a:buFontTx/>
              <a:buNone/>
              <a:tabLst/>
              <a:defRPr/>
            </a:pPr>
            <a:r>
              <a:rPr kumimoji="0" lang="en-IN" sz="1800" b="0" i="0" u="sng" strike="noStrike" kern="1200" cap="none" spc="0" normalizeH="0" baseline="0" noProof="0" dirty="0">
                <a:ln>
                  <a:noFill/>
                </a:ln>
                <a:solidFill>
                  <a:prstClr val="white"/>
                </a:solidFill>
                <a:effectLst/>
                <a:uLnTx/>
                <a:uFillTx/>
                <a:latin typeface="Calibri" panose="020F0502020204030204"/>
                <a:ea typeface="+mn-ea"/>
                <a:cs typeface="+mn-cs"/>
              </a:rPr>
              <a:t>https://api.example.com/v1/resource</a:t>
            </a:r>
          </a:p>
          <a:p>
            <a:pPr marL="0" marR="0" lvl="0" indent="0" algn="ctr" defTabSz="914400" rtl="0" eaLnBrk="1" fontAlgn="auto" latinLnBrk="0" hangingPunct="1">
              <a:lnSpc>
                <a:spcPct val="100000"/>
              </a:lnSpc>
              <a:spcBef>
                <a:spcPts val="1200"/>
              </a:spcBef>
              <a:spcAft>
                <a:spcPts val="0"/>
              </a:spcAft>
              <a:buClrTx/>
              <a:buSzTx/>
              <a:buFontTx/>
              <a:buNone/>
              <a:tabLst/>
              <a:defRPr/>
            </a:pPr>
            <a:r>
              <a:rPr kumimoji="0" lang="en-IN" sz="1800" b="0" i="0" u="sng" strike="noStrike" kern="1200" cap="none" spc="0" normalizeH="0" baseline="0" noProof="0" dirty="0">
                <a:ln>
                  <a:noFill/>
                </a:ln>
                <a:solidFill>
                  <a:prstClr val="white"/>
                </a:solidFill>
                <a:effectLst/>
                <a:uLnTx/>
                <a:uFillTx/>
                <a:latin typeface="Calibri" panose="020F0502020204030204"/>
                <a:ea typeface="+mn-ea"/>
                <a:cs typeface="+mn-cs"/>
                <a:hlinkClick r:id="rId4">
                  <a:extLst>
                    <a:ext uri="{A12FA001-AC4F-418D-AE19-62706E023703}">
                      <ahyp:hlinkClr xmlns:ahyp="http://schemas.microsoft.com/office/drawing/2018/hyperlinkcolor" val="tx"/>
                    </a:ext>
                  </a:extLst>
                </a:hlinkClick>
              </a:rPr>
              <a:t>https://api.example.com/v2/resource</a:t>
            </a:r>
            <a:endParaRPr kumimoji="0" lang="en-IN" sz="1800" b="0" i="0" u="sng"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1200"/>
              </a:spcBef>
              <a:spcAft>
                <a:spcPts val="0"/>
              </a:spcAft>
              <a:buClrTx/>
              <a:buSzTx/>
              <a:buFontTx/>
              <a:buNone/>
              <a:tabLst/>
              <a:defRPr/>
            </a:pPr>
            <a:r>
              <a:rPr kumimoji="0" lang="en-IN" sz="1800" b="0" i="0" u="sng" strike="noStrike" kern="1200" cap="none" spc="0" normalizeH="0" baseline="0" noProof="0" dirty="0">
                <a:ln>
                  <a:noFill/>
                </a:ln>
                <a:solidFill>
                  <a:prstClr val="white"/>
                </a:solidFill>
                <a:effectLst/>
                <a:uLnTx/>
                <a:uFillTx/>
                <a:latin typeface="Calibri" panose="020F0502020204030204"/>
                <a:ea typeface="+mn-ea"/>
                <a:cs typeface="+mn-cs"/>
              </a:rPr>
              <a:t>https://api.example.com/v3/resource</a:t>
            </a:r>
          </a:p>
          <a:p>
            <a:pPr marL="0" marR="0" lvl="0" indent="0" algn="ctr" defTabSz="914400" rtl="0" eaLnBrk="1" fontAlgn="auto" latinLnBrk="0" hangingPunct="1">
              <a:lnSpc>
                <a:spcPct val="100000"/>
              </a:lnSpc>
              <a:spcBef>
                <a:spcPts val="1200"/>
              </a:spcBef>
              <a:spcAft>
                <a:spcPts val="0"/>
              </a:spcAft>
              <a:buClrTx/>
              <a:buSzTx/>
              <a:buFontTx/>
              <a:buNone/>
              <a:tabLst/>
              <a:defRPr/>
            </a:pPr>
            <a:endParaRPr kumimoji="0" lang="en-IN" sz="1800" b="0" i="0" u="sng"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5" name="Picture 4">
            <a:extLst>
              <a:ext uri="{FF2B5EF4-FFF2-40B4-BE49-F238E27FC236}">
                <a16:creationId xmlns:a16="http://schemas.microsoft.com/office/drawing/2014/main" id="{A521B8B3-D561-B298-8508-635D09367B3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65250" y="1232964"/>
            <a:ext cx="536876" cy="832159"/>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extLst>
              <a:ext uri="{FF2B5EF4-FFF2-40B4-BE49-F238E27FC236}">
                <a16:creationId xmlns:a16="http://schemas.microsoft.com/office/drawing/2014/main" id="{EC00B528-0C34-D717-9096-AFF46F3DC19F}"/>
              </a:ext>
            </a:extLst>
          </p:cNvPr>
          <p:cNvPicPr>
            <a:picLocks noChangeAspect="1"/>
          </p:cNvPicPr>
          <p:nvPr/>
        </p:nvPicPr>
        <p:blipFill>
          <a:blip r:embed="rId6"/>
          <a:stretch>
            <a:fillRect/>
          </a:stretch>
        </p:blipFill>
        <p:spPr>
          <a:xfrm>
            <a:off x="5287108" y="1911685"/>
            <a:ext cx="1721887" cy="1568831"/>
          </a:xfrm>
          <a:prstGeom prst="rect">
            <a:avLst/>
          </a:prstGeom>
        </p:spPr>
      </p:pic>
      <p:sp>
        <p:nvSpPr>
          <p:cNvPr id="8" name="TextBox 7">
            <a:extLst>
              <a:ext uri="{FF2B5EF4-FFF2-40B4-BE49-F238E27FC236}">
                <a16:creationId xmlns:a16="http://schemas.microsoft.com/office/drawing/2014/main" id="{8E8E2DF9-C1E0-0FA0-A71E-7246C99B14DF}"/>
              </a:ext>
            </a:extLst>
          </p:cNvPr>
          <p:cNvSpPr txBox="1"/>
          <p:nvPr/>
        </p:nvSpPr>
        <p:spPr>
          <a:xfrm>
            <a:off x="10502126" y="1421247"/>
            <a:ext cx="916554"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Client A</a:t>
            </a:r>
          </a:p>
        </p:txBody>
      </p:sp>
      <p:sp>
        <p:nvSpPr>
          <p:cNvPr id="11" name="Hexagon 10">
            <a:extLst>
              <a:ext uri="{FF2B5EF4-FFF2-40B4-BE49-F238E27FC236}">
                <a16:creationId xmlns:a16="http://schemas.microsoft.com/office/drawing/2014/main" id="{215E9681-C09C-DA12-0016-A733210FA411}"/>
              </a:ext>
            </a:extLst>
          </p:cNvPr>
          <p:cNvSpPr/>
          <p:nvPr/>
        </p:nvSpPr>
        <p:spPr>
          <a:xfrm>
            <a:off x="6921795" y="1870273"/>
            <a:ext cx="1442433" cy="526154"/>
          </a:xfrm>
          <a:prstGeom prst="hexagon">
            <a:avLst/>
          </a:prstGeom>
          <a:solidFill>
            <a:schemeClr val="accent4">
              <a:lumMod val="60000"/>
              <a:lumOff val="40000"/>
            </a:schemeClr>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Version 1</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Hexagon 11">
            <a:extLst>
              <a:ext uri="{FF2B5EF4-FFF2-40B4-BE49-F238E27FC236}">
                <a16:creationId xmlns:a16="http://schemas.microsoft.com/office/drawing/2014/main" id="{75298E2C-40BC-E6B6-6F95-86805574C8A7}"/>
              </a:ext>
            </a:extLst>
          </p:cNvPr>
          <p:cNvSpPr/>
          <p:nvPr/>
        </p:nvSpPr>
        <p:spPr>
          <a:xfrm>
            <a:off x="6921793" y="2573940"/>
            <a:ext cx="1442433" cy="526154"/>
          </a:xfrm>
          <a:prstGeom prst="hexagon">
            <a:avLst/>
          </a:prstGeom>
          <a:solidFill>
            <a:schemeClr val="accent4">
              <a:lumMod val="60000"/>
              <a:lumOff val="40000"/>
            </a:schemeClr>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Version 2</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Hexagon 12">
            <a:extLst>
              <a:ext uri="{FF2B5EF4-FFF2-40B4-BE49-F238E27FC236}">
                <a16:creationId xmlns:a16="http://schemas.microsoft.com/office/drawing/2014/main" id="{CE0D5D68-725E-3CD3-B6BB-16247A3AB46E}"/>
              </a:ext>
            </a:extLst>
          </p:cNvPr>
          <p:cNvSpPr/>
          <p:nvPr/>
        </p:nvSpPr>
        <p:spPr>
          <a:xfrm>
            <a:off x="6921792" y="3277607"/>
            <a:ext cx="1442433" cy="526154"/>
          </a:xfrm>
          <a:prstGeom prst="hexagon">
            <a:avLst/>
          </a:prstGeom>
          <a:solidFill>
            <a:schemeClr val="accent4">
              <a:lumMod val="60000"/>
              <a:lumOff val="40000"/>
            </a:schemeClr>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Version 3</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8" name="Picture 17">
            <a:extLst>
              <a:ext uri="{FF2B5EF4-FFF2-40B4-BE49-F238E27FC236}">
                <a16:creationId xmlns:a16="http://schemas.microsoft.com/office/drawing/2014/main" id="{4E3CE638-376F-8A91-9969-E605EF0EA4A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65250" y="2386824"/>
            <a:ext cx="536876" cy="832159"/>
          </a:xfrm>
          <a:prstGeom prst="rect">
            <a:avLst/>
          </a:prstGeom>
          <a:noFill/>
          <a:extLst>
            <a:ext uri="{909E8E84-426E-40DD-AFC4-6F175D3DCCD1}">
              <a14:hiddenFill xmlns:a14="http://schemas.microsoft.com/office/drawing/2010/main">
                <a:solidFill>
                  <a:srgbClr val="FFFFFF"/>
                </a:solidFill>
              </a14:hiddenFill>
            </a:ext>
          </a:extLst>
        </p:spPr>
      </p:pic>
      <p:sp>
        <p:nvSpPr>
          <p:cNvPr id="19" name="TextBox 18">
            <a:extLst>
              <a:ext uri="{FF2B5EF4-FFF2-40B4-BE49-F238E27FC236}">
                <a16:creationId xmlns:a16="http://schemas.microsoft.com/office/drawing/2014/main" id="{E681D6D2-C814-0982-E693-622492445E4D}"/>
              </a:ext>
            </a:extLst>
          </p:cNvPr>
          <p:cNvSpPr txBox="1"/>
          <p:nvPr/>
        </p:nvSpPr>
        <p:spPr>
          <a:xfrm>
            <a:off x="10502126" y="2575107"/>
            <a:ext cx="916554"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Client B</a:t>
            </a:r>
          </a:p>
        </p:txBody>
      </p:sp>
      <p:pic>
        <p:nvPicPr>
          <p:cNvPr id="20" name="Picture 19">
            <a:extLst>
              <a:ext uri="{FF2B5EF4-FFF2-40B4-BE49-F238E27FC236}">
                <a16:creationId xmlns:a16="http://schemas.microsoft.com/office/drawing/2014/main" id="{6495A788-9FC6-29E8-20AA-7FB98B32F85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65250" y="3540684"/>
            <a:ext cx="536876" cy="832159"/>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F9B326D7-13F0-A9A5-8D69-0108EE6BE908}"/>
              </a:ext>
            </a:extLst>
          </p:cNvPr>
          <p:cNvSpPr txBox="1"/>
          <p:nvPr/>
        </p:nvSpPr>
        <p:spPr>
          <a:xfrm>
            <a:off x="10502126" y="3728967"/>
            <a:ext cx="916554"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Client C</a:t>
            </a:r>
          </a:p>
        </p:txBody>
      </p:sp>
      <p:cxnSp>
        <p:nvCxnSpPr>
          <p:cNvPr id="23" name="Straight Arrow Connector 22">
            <a:extLst>
              <a:ext uri="{FF2B5EF4-FFF2-40B4-BE49-F238E27FC236}">
                <a16:creationId xmlns:a16="http://schemas.microsoft.com/office/drawing/2014/main" id="{43C2560B-F9CF-471A-2492-4849D19E7771}"/>
              </a:ext>
            </a:extLst>
          </p:cNvPr>
          <p:cNvCxnSpPr>
            <a:stCxn id="11" idx="0"/>
            <a:endCxn id="5" idx="1"/>
          </p:cNvCxnSpPr>
          <p:nvPr/>
        </p:nvCxnSpPr>
        <p:spPr>
          <a:xfrm flipV="1">
            <a:off x="8364228" y="1649044"/>
            <a:ext cx="1601022" cy="48430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a16="http://schemas.microsoft.com/office/drawing/2014/main" id="{C65D09A7-A572-5304-5093-930038D057D4}"/>
              </a:ext>
            </a:extLst>
          </p:cNvPr>
          <p:cNvCxnSpPr>
            <a:cxnSpLocks/>
            <a:stCxn id="12" idx="0"/>
            <a:endCxn id="18" idx="1"/>
          </p:cNvCxnSpPr>
          <p:nvPr/>
        </p:nvCxnSpPr>
        <p:spPr>
          <a:xfrm flipV="1">
            <a:off x="8364226" y="2802904"/>
            <a:ext cx="1601024" cy="3411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a:extLst>
              <a:ext uri="{FF2B5EF4-FFF2-40B4-BE49-F238E27FC236}">
                <a16:creationId xmlns:a16="http://schemas.microsoft.com/office/drawing/2014/main" id="{A50F477E-68C3-4EAD-3142-0B0E0185573B}"/>
              </a:ext>
            </a:extLst>
          </p:cNvPr>
          <p:cNvCxnSpPr>
            <a:cxnSpLocks/>
            <a:stCxn id="13" idx="0"/>
            <a:endCxn id="20" idx="1"/>
          </p:cNvCxnSpPr>
          <p:nvPr/>
        </p:nvCxnSpPr>
        <p:spPr>
          <a:xfrm>
            <a:off x="8364225" y="3540684"/>
            <a:ext cx="1601025" cy="41608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EFC46617-A37E-03A4-6B04-C6F81554CA04}"/>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7"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1736362344"/>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701589-BE1A-4CCE-99D9-BB175520B9F3}"/>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8D968CEF-A157-2A16-B8B0-32B562E4C974}"/>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470E29DD-7EE9-8245-796C-D1264C05BBCA}"/>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an </a:t>
            </a:r>
            <a:r>
              <a:rPr kumimoji="0" lang="en-US" sz="2400" b="1" i="0" u="none" strike="noStrike" kern="1200" cap="none" spc="0" normalizeH="0" baseline="0" noProof="0" dirty="0">
                <a:ln>
                  <a:noFill/>
                </a:ln>
                <a:solidFill>
                  <a:srgbClr val="FFFF00"/>
                </a:solidFill>
                <a:effectLst/>
                <a:uLnTx/>
                <a:uFillTx/>
                <a:ea typeface="+mn-ea"/>
                <a:cs typeface="+mn-cs"/>
              </a:rPr>
              <a:t>API document</a:t>
            </a:r>
            <a:r>
              <a:rPr kumimoji="0" lang="en-US" sz="2400" b="1" i="0" u="none" strike="noStrike" kern="1200" cap="none" spc="0" normalizeH="0" baseline="0" noProof="0" dirty="0">
                <a:ln>
                  <a:noFill/>
                </a:ln>
                <a:solidFill>
                  <a:schemeClr val="bg1"/>
                </a:solidFill>
                <a:effectLst/>
                <a:uLnTx/>
                <a:uFillTx/>
                <a:ea typeface="+mn-ea"/>
                <a:cs typeface="+mn-cs"/>
              </a:rPr>
              <a:t>? What are the popular documentation formats</a:t>
            </a:r>
            <a:r>
              <a:rPr lang="en-US" sz="2400" b="1" dirty="0">
                <a:solidFill>
                  <a:schemeClr val="bg1"/>
                </a:solidFill>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B69E22D0-1325-4147-DECF-930592C6A6E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4" name="Diagram 3">
            <a:extLst>
              <a:ext uri="{FF2B5EF4-FFF2-40B4-BE49-F238E27FC236}">
                <a16:creationId xmlns:a16="http://schemas.microsoft.com/office/drawing/2014/main" id="{74D9DFF2-2C98-8C49-7CC8-31E474B645F5}"/>
              </a:ext>
            </a:extLst>
          </p:cNvPr>
          <p:cNvGraphicFramePr/>
          <p:nvPr/>
        </p:nvGraphicFramePr>
        <p:xfrm>
          <a:off x="6443277" y="1099928"/>
          <a:ext cx="4812857" cy="4658143"/>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5" name="TextBox 4">
            <a:extLst>
              <a:ext uri="{FF2B5EF4-FFF2-40B4-BE49-F238E27FC236}">
                <a16:creationId xmlns:a16="http://schemas.microsoft.com/office/drawing/2014/main" id="{46067D62-F4FC-0D04-C2BB-CD7732A12260}"/>
              </a:ext>
            </a:extLst>
          </p:cNvPr>
          <p:cNvSpPr txBox="1"/>
          <p:nvPr/>
        </p:nvSpPr>
        <p:spPr>
          <a:xfrm>
            <a:off x="355692" y="1156502"/>
            <a:ext cx="4812857"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An API document, describe the functionality, features, and usage of a REST API. </a:t>
            </a:r>
          </a:p>
        </p:txBody>
      </p:sp>
      <p:pic>
        <p:nvPicPr>
          <p:cNvPr id="10" name="Picture 9">
            <a:extLst>
              <a:ext uri="{FF2B5EF4-FFF2-40B4-BE49-F238E27FC236}">
                <a16:creationId xmlns:a16="http://schemas.microsoft.com/office/drawing/2014/main" id="{D59688B2-2EF3-5150-3098-D040D692B468}"/>
              </a:ext>
            </a:extLst>
          </p:cNvPr>
          <p:cNvPicPr>
            <a:picLocks noChangeAspect="1"/>
          </p:cNvPicPr>
          <p:nvPr/>
        </p:nvPicPr>
        <p:blipFill>
          <a:blip r:embed="rId9"/>
          <a:stretch>
            <a:fillRect/>
          </a:stretch>
        </p:blipFill>
        <p:spPr>
          <a:xfrm>
            <a:off x="584852" y="2299635"/>
            <a:ext cx="4270484" cy="3202863"/>
          </a:xfrm>
          <a:prstGeom prst="rect">
            <a:avLst/>
          </a:prstGeom>
          <a:ln>
            <a:solidFill>
              <a:schemeClr val="bg1">
                <a:lumMod val="50000"/>
              </a:schemeClr>
            </a:solidFill>
          </a:ln>
        </p:spPr>
      </p:pic>
      <p:sp>
        <p:nvSpPr>
          <p:cNvPr id="6" name="TextBox 5">
            <a:extLst>
              <a:ext uri="{FF2B5EF4-FFF2-40B4-BE49-F238E27FC236}">
                <a16:creationId xmlns:a16="http://schemas.microsoft.com/office/drawing/2014/main" id="{91BE11C0-2858-9E5B-26E8-5E811FBD110A}"/>
              </a:ext>
            </a:extLst>
          </p:cNvPr>
          <p:cNvSpPr txBox="1"/>
          <p:nvPr/>
        </p:nvSpPr>
        <p:spPr>
          <a:xfrm>
            <a:off x="10405730" y="6485478"/>
            <a:ext cx="1786270" cy="307777"/>
          </a:xfrm>
          <a:prstGeom prst="rect">
            <a:avLst/>
          </a:prstGeom>
          <a:noFill/>
        </p:spPr>
        <p:txBody>
          <a:bodyPr wrap="square">
            <a:spAutoFit/>
          </a:bodyPr>
          <a:lstStyle/>
          <a:p>
            <a:r>
              <a:rPr lang="en-US" sz="1400" dirty="0">
                <a:solidFill>
                  <a:prstClr val="black"/>
                </a:solidFill>
                <a:latin typeface="Calibri" panose="020F0502020204030204"/>
                <a:hlinkClick r:id="rId10" action="ppaction://hlinksldjump"/>
              </a:rPr>
              <a:t>back to chapter index</a:t>
            </a:r>
            <a:endParaRPr lang="en-IN" sz="1400" dirty="0">
              <a:solidFill>
                <a:prstClr val="black"/>
              </a:solidFill>
              <a:latin typeface="Calibri" panose="020F0502020204030204"/>
            </a:endParaRPr>
          </a:p>
        </p:txBody>
      </p:sp>
    </p:spTree>
    <p:extLst>
      <p:ext uri="{BB962C8B-B14F-4D97-AF65-F5344CB8AC3E}">
        <p14:creationId xmlns:p14="http://schemas.microsoft.com/office/powerpoint/2010/main" val="3316678397"/>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44283" y="1141080"/>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510221"/>
            <a:ext cx="8910916" cy="1551194"/>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are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Authentication</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 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Authorization</a:t>
            </a: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Token based </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and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JWT authentication</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 </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are the </a:t>
            </a:r>
            <a:r>
              <a:rPr kumimoji="0" lang="en-US" sz="1800" b="0" i="0" u="none" strike="noStrike" kern="1200" cap="none" spc="0" normalizeH="0" baseline="0" noProof="0" dirty="0">
                <a:ln>
                  <a:noFill/>
                </a:ln>
                <a:solidFill>
                  <a:srgbClr val="FFFF00"/>
                </a:solidFill>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parts </a:t>
            </a: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of JWT token?</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Where JWT token reside in the request?</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63124"/>
            <a:ext cx="10515600" cy="1325563"/>
          </a:xfrm>
        </p:spPr>
        <p:txBody>
          <a:bodyPr>
            <a:normAutofit/>
          </a:bodyPr>
          <a:lstStyle/>
          <a:p>
            <a:r>
              <a:rPr lang="en-US" b="1" dirty="0">
                <a:solidFill>
                  <a:srgbClr val="FFFF00"/>
                </a:solidFill>
              </a:rPr>
              <a:t>REST - Authentication &amp; Authorization</a:t>
            </a:r>
            <a:endParaRPr lang="en-IN" b="1" dirty="0"/>
          </a:p>
        </p:txBody>
      </p:sp>
      <p:pic>
        <p:nvPicPr>
          <p:cNvPr id="2" name="Picture 1">
            <a:extLst>
              <a:ext uri="{FF2B5EF4-FFF2-40B4-BE49-F238E27FC236}">
                <a16:creationId xmlns:a16="http://schemas.microsoft.com/office/drawing/2014/main" id="{F102E041-ECE6-F9B8-88E2-36CE804CAC5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822296" y="1542305"/>
            <a:ext cx="625656" cy="248916"/>
          </a:xfrm>
          <a:prstGeom prst="rect">
            <a:avLst/>
          </a:prstGeom>
        </p:spPr>
      </p:pic>
      <p:pic>
        <p:nvPicPr>
          <p:cNvPr id="3" name="Picture 2">
            <a:extLst>
              <a:ext uri="{FF2B5EF4-FFF2-40B4-BE49-F238E27FC236}">
                <a16:creationId xmlns:a16="http://schemas.microsoft.com/office/drawing/2014/main" id="{E7A067B9-3323-896D-E3AD-9AA09C4D1D0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918406" y="1965133"/>
            <a:ext cx="625656" cy="248916"/>
          </a:xfrm>
          <a:prstGeom prst="rect">
            <a:avLst/>
          </a:prstGeom>
        </p:spPr>
      </p:pic>
      <p:sp>
        <p:nvSpPr>
          <p:cNvPr id="6" name="TextBox 5">
            <a:extLst>
              <a:ext uri="{FF2B5EF4-FFF2-40B4-BE49-F238E27FC236}">
                <a16:creationId xmlns:a16="http://schemas.microsoft.com/office/drawing/2014/main" id="{7F795491-39B9-DACE-6847-FBCF10533A1B}"/>
              </a:ext>
            </a:extLst>
          </p:cNvPr>
          <p:cNvSpPr txBox="1"/>
          <p:nvPr/>
        </p:nvSpPr>
        <p:spPr>
          <a:xfrm>
            <a:off x="10342731" y="6373174"/>
            <a:ext cx="1972639" cy="307777"/>
          </a:xfrm>
          <a:prstGeom prst="rect">
            <a:avLst/>
          </a:prstGeom>
          <a:noFill/>
        </p:spPr>
        <p:txBody>
          <a:bodyPr wrap="square">
            <a:spAutoFit/>
          </a:bodyPr>
          <a:lstStyle/>
          <a:p>
            <a:r>
              <a:rPr lang="en-US" sz="1400" dirty="0">
                <a:hlinkClick r:id="rId8" action="ppaction://hlinksldjump"/>
              </a:rPr>
              <a:t>Back to main index</a:t>
            </a:r>
            <a:endParaRPr lang="en-IN" sz="1400" dirty="0"/>
          </a:p>
        </p:txBody>
      </p:sp>
    </p:spTree>
    <p:extLst>
      <p:ext uri="{BB962C8B-B14F-4D97-AF65-F5344CB8AC3E}">
        <p14:creationId xmlns:p14="http://schemas.microsoft.com/office/powerpoint/2010/main" val="3682471165"/>
      </p:ext>
    </p:extLst>
  </p:cSld>
  <p:clrMapOvr>
    <a:overrideClrMapping bg1="dk1" tx1="lt1" bg2="dk2" tx2="lt2" accent1="accent1" accent2="accent2" accent3="accent3" accent4="accent4" accent5="accent5" accent6="accent6" hlink="hlink" folHlink="folHlink"/>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701589-BE1A-4CCE-99D9-BB175520B9F3}"/>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8D968CEF-A157-2A16-B8B0-32B562E4C974}"/>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470E29DD-7EE9-8245-796C-D1264C05BBCA}"/>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are </a:t>
            </a:r>
            <a:r>
              <a:rPr kumimoji="0" lang="en-US" sz="2400" b="1" i="0" u="none" strike="noStrike" kern="1200" cap="none" spc="0" normalizeH="0" baseline="0" noProof="0" dirty="0">
                <a:ln>
                  <a:noFill/>
                </a:ln>
                <a:solidFill>
                  <a:srgbClr val="FFFF00"/>
                </a:solidFill>
                <a:effectLst/>
                <a:uLnTx/>
                <a:uFillTx/>
                <a:ea typeface="+mn-ea"/>
                <a:cs typeface="+mn-cs"/>
              </a:rPr>
              <a:t>Authentication</a:t>
            </a:r>
            <a:r>
              <a:rPr kumimoji="0" lang="en-US" sz="2400" b="1" i="0" u="none" strike="noStrike" kern="1200" cap="none" spc="0" normalizeH="0" baseline="0" noProof="0" dirty="0">
                <a:ln>
                  <a:noFill/>
                </a:ln>
                <a:solidFill>
                  <a:schemeClr val="bg1"/>
                </a:solidFill>
                <a:effectLst/>
                <a:uLnTx/>
                <a:uFillTx/>
                <a:ea typeface="+mn-ea"/>
                <a:cs typeface="+mn-cs"/>
              </a:rPr>
              <a:t> and </a:t>
            </a:r>
            <a:r>
              <a:rPr kumimoji="0" lang="en-US" sz="2400" b="1" i="0" u="none" strike="noStrike" kern="1200" cap="none" spc="0" normalizeH="0" baseline="0" noProof="0" dirty="0">
                <a:ln>
                  <a:noFill/>
                </a:ln>
                <a:solidFill>
                  <a:srgbClr val="FFFF00"/>
                </a:solidFill>
                <a:effectLst/>
                <a:uLnTx/>
                <a:uFillTx/>
                <a:ea typeface="+mn-ea"/>
                <a:cs typeface="+mn-cs"/>
              </a:rPr>
              <a:t>Authorization</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B69E22D0-1325-4147-DECF-930592C6A6E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026" name="Picture 2" descr="121,500+ Black Color Laptop Stock Photos, Pictures &amp; Royalty-Free Images -  iStock">
            <a:extLst>
              <a:ext uri="{FF2B5EF4-FFF2-40B4-BE49-F238E27FC236}">
                <a16:creationId xmlns:a16="http://schemas.microsoft.com/office/drawing/2014/main" id="{F81BED3C-1332-504D-2A92-646FDCB1DEF3}"/>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2524" t="20980" r="2418" b="24745"/>
          <a:stretch/>
        </p:blipFill>
        <p:spPr bwMode="auto">
          <a:xfrm>
            <a:off x="307745" y="2646481"/>
            <a:ext cx="5541264" cy="3163824"/>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Rounded Corners 4">
            <a:extLst>
              <a:ext uri="{FF2B5EF4-FFF2-40B4-BE49-F238E27FC236}">
                <a16:creationId xmlns:a16="http://schemas.microsoft.com/office/drawing/2014/main" id="{A3DCAF92-0D98-AECC-0272-4A79698FB859}"/>
              </a:ext>
            </a:extLst>
          </p:cNvPr>
          <p:cNvSpPr/>
          <p:nvPr/>
        </p:nvSpPr>
        <p:spPr>
          <a:xfrm>
            <a:off x="2493161" y="3743761"/>
            <a:ext cx="2286000" cy="393192"/>
          </a:xfrm>
          <a:prstGeom prst="round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Happy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F153F385-8623-AFEA-793F-11DD1C009054}"/>
              </a:ext>
            </a:extLst>
          </p:cNvPr>
          <p:cNvSpPr txBox="1"/>
          <p:nvPr/>
        </p:nvSpPr>
        <p:spPr>
          <a:xfrm>
            <a:off x="1281581" y="3767621"/>
            <a:ext cx="131216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USERNAME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Rectangle: Rounded Corners 7">
            <a:extLst>
              <a:ext uri="{FF2B5EF4-FFF2-40B4-BE49-F238E27FC236}">
                <a16:creationId xmlns:a16="http://schemas.microsoft.com/office/drawing/2014/main" id="{12ACF3AE-0930-9D1B-2EC7-B5587F2F2D57}"/>
              </a:ext>
            </a:extLst>
          </p:cNvPr>
          <p:cNvSpPr/>
          <p:nvPr/>
        </p:nvSpPr>
        <p:spPr>
          <a:xfrm>
            <a:off x="2493161" y="4335073"/>
            <a:ext cx="2286000" cy="393192"/>
          </a:xfrm>
          <a:prstGeom prst="round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1CD67CAF-0AF1-F692-8336-BC9B9B594765}"/>
              </a:ext>
            </a:extLst>
          </p:cNvPr>
          <p:cNvSpPr txBox="1"/>
          <p:nvPr/>
        </p:nvSpPr>
        <p:spPr>
          <a:xfrm>
            <a:off x="1281581" y="4358933"/>
            <a:ext cx="131216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PASSWORD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 name="Graphic 11" descr="User with solid fill">
            <a:extLst>
              <a:ext uri="{FF2B5EF4-FFF2-40B4-BE49-F238E27FC236}">
                <a16:creationId xmlns:a16="http://schemas.microsoft.com/office/drawing/2014/main" id="{6BDBA364-49BA-7DF1-DE91-C9E3BA0551F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19141" y="3034550"/>
            <a:ext cx="634039" cy="634039"/>
          </a:xfrm>
          <a:prstGeom prst="rect">
            <a:avLst/>
          </a:prstGeom>
        </p:spPr>
      </p:pic>
      <p:sp>
        <p:nvSpPr>
          <p:cNvPr id="13" name="Rectangle: Rounded Corners 12">
            <a:extLst>
              <a:ext uri="{FF2B5EF4-FFF2-40B4-BE49-F238E27FC236}">
                <a16:creationId xmlns:a16="http://schemas.microsoft.com/office/drawing/2014/main" id="{5227CC2E-5FED-7B13-66F6-D7AB61BC0BAF}"/>
              </a:ext>
            </a:extLst>
          </p:cNvPr>
          <p:cNvSpPr/>
          <p:nvPr/>
        </p:nvSpPr>
        <p:spPr>
          <a:xfrm>
            <a:off x="3078377" y="4926385"/>
            <a:ext cx="1208209" cy="307848"/>
          </a:xfrm>
          <a:prstGeom prst="round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SIGNIN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99D267B8-604B-9BF1-801F-2DC207678780}"/>
              </a:ext>
            </a:extLst>
          </p:cNvPr>
          <p:cNvSpPr txBox="1"/>
          <p:nvPr/>
        </p:nvSpPr>
        <p:spPr>
          <a:xfrm>
            <a:off x="1487968" y="5981993"/>
            <a:ext cx="346363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Authentication(Who are you?)</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6" name="Picture 2" descr="121,500+ Black Color Laptop Stock Photos, Pictures &amp; Royalty-Free Images -  iStock">
            <a:extLst>
              <a:ext uri="{FF2B5EF4-FFF2-40B4-BE49-F238E27FC236}">
                <a16:creationId xmlns:a16="http://schemas.microsoft.com/office/drawing/2014/main" id="{21884FD5-8E7E-3FE9-BAED-002F4D74F144}"/>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2524" t="20980" r="2418" b="24745"/>
          <a:stretch/>
        </p:blipFill>
        <p:spPr bwMode="auto">
          <a:xfrm>
            <a:off x="6441522" y="2646481"/>
            <a:ext cx="5541264" cy="3163824"/>
          </a:xfrm>
          <a:prstGeom prst="rect">
            <a:avLst/>
          </a:prstGeom>
          <a:noFill/>
          <a:extLst>
            <a:ext uri="{909E8E84-426E-40DD-AFC4-6F175D3DCCD1}">
              <a14:hiddenFill xmlns:a14="http://schemas.microsoft.com/office/drawing/2010/main">
                <a:solidFill>
                  <a:srgbClr val="FFFFFF"/>
                </a:solidFill>
              </a14:hiddenFill>
            </a:ext>
          </a:extLst>
        </p:spPr>
      </p:pic>
      <p:sp>
        <p:nvSpPr>
          <p:cNvPr id="23" name="TextBox 22">
            <a:extLst>
              <a:ext uri="{FF2B5EF4-FFF2-40B4-BE49-F238E27FC236}">
                <a16:creationId xmlns:a16="http://schemas.microsoft.com/office/drawing/2014/main" id="{21D8ECCD-4B85-03E1-4E58-91ECD4BFF98C}"/>
              </a:ext>
            </a:extLst>
          </p:cNvPr>
          <p:cNvSpPr txBox="1"/>
          <p:nvPr/>
        </p:nvSpPr>
        <p:spPr>
          <a:xfrm>
            <a:off x="7609646" y="5981993"/>
            <a:ext cx="3768371"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Authorization(Your rights/ access?)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6649F564-DADB-77C6-16D3-4309C7BC8736}"/>
              </a:ext>
            </a:extLst>
          </p:cNvPr>
          <p:cNvSpPr txBox="1"/>
          <p:nvPr/>
        </p:nvSpPr>
        <p:spPr>
          <a:xfrm>
            <a:off x="1010723" y="2862862"/>
            <a:ext cx="2067653"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sng" strike="noStrike" kern="1200" cap="none" spc="0" normalizeH="0" baseline="0" noProof="0" dirty="0">
                <a:ln>
                  <a:noFill/>
                </a:ln>
                <a:solidFill>
                  <a:prstClr val="black"/>
                </a:solidFill>
                <a:effectLst/>
                <a:uLnTx/>
                <a:uFillTx/>
                <a:latin typeface="Calibri" panose="020F0502020204030204"/>
                <a:ea typeface="+mn-ea"/>
                <a:cs typeface="+mn-cs"/>
              </a:rPr>
              <a:t>www.school.com</a:t>
            </a:r>
            <a:endParaRPr kumimoji="0" lang="en-IN" sz="1800" b="0" i="0" u="sng"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EAAB03BD-66DB-4AFA-FF8A-AE7D757E31AD}"/>
              </a:ext>
            </a:extLst>
          </p:cNvPr>
          <p:cNvSpPr txBox="1"/>
          <p:nvPr/>
        </p:nvSpPr>
        <p:spPr>
          <a:xfrm>
            <a:off x="7139332" y="2849884"/>
            <a:ext cx="3731962"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sng" strike="noStrike" kern="1200" cap="none" spc="0" normalizeH="0" baseline="0" noProof="0" dirty="0">
                <a:ln>
                  <a:noFill/>
                </a:ln>
                <a:solidFill>
                  <a:prstClr val="black"/>
                </a:solidFill>
                <a:effectLst/>
                <a:uLnTx/>
                <a:uFillTx/>
                <a:latin typeface="Calibri" panose="020F0502020204030204"/>
                <a:ea typeface="+mn-ea"/>
                <a:cs typeface="+mn-cs"/>
              </a:rPr>
              <a:t>www.school.com/student/happy</a:t>
            </a:r>
            <a:endParaRPr kumimoji="0" lang="en-IN" sz="1800" b="0" i="0" u="sng"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33" name="Table 32">
            <a:extLst>
              <a:ext uri="{FF2B5EF4-FFF2-40B4-BE49-F238E27FC236}">
                <a16:creationId xmlns:a16="http://schemas.microsoft.com/office/drawing/2014/main" id="{DF5F2885-4FBB-1705-A307-B1C47B1BD1B4}"/>
              </a:ext>
            </a:extLst>
          </p:cNvPr>
          <p:cNvGraphicFramePr>
            <a:graphicFrameLocks noGrp="1"/>
          </p:cNvGraphicFramePr>
          <p:nvPr/>
        </p:nvGraphicFramePr>
        <p:xfrm>
          <a:off x="7211576" y="3420587"/>
          <a:ext cx="3943952" cy="640080"/>
        </p:xfrm>
        <a:graphic>
          <a:graphicData uri="http://schemas.openxmlformats.org/drawingml/2006/table">
            <a:tbl>
              <a:tblPr firstRow="1" bandRow="1">
                <a:tableStyleId>{21E4AEA4-8DFA-4A89-87EB-49C32662AFE0}</a:tableStyleId>
              </a:tblPr>
              <a:tblGrid>
                <a:gridCol w="794068">
                  <a:extLst>
                    <a:ext uri="{9D8B030D-6E8A-4147-A177-3AD203B41FA5}">
                      <a16:colId xmlns:a16="http://schemas.microsoft.com/office/drawing/2014/main" val="3093616527"/>
                    </a:ext>
                  </a:extLst>
                </a:gridCol>
                <a:gridCol w="893657">
                  <a:extLst>
                    <a:ext uri="{9D8B030D-6E8A-4147-A177-3AD203B41FA5}">
                      <a16:colId xmlns:a16="http://schemas.microsoft.com/office/drawing/2014/main" val="1180402182"/>
                    </a:ext>
                  </a:extLst>
                </a:gridCol>
                <a:gridCol w="800231">
                  <a:extLst>
                    <a:ext uri="{9D8B030D-6E8A-4147-A177-3AD203B41FA5}">
                      <a16:colId xmlns:a16="http://schemas.microsoft.com/office/drawing/2014/main" val="2545691486"/>
                    </a:ext>
                  </a:extLst>
                </a:gridCol>
                <a:gridCol w="655765">
                  <a:extLst>
                    <a:ext uri="{9D8B030D-6E8A-4147-A177-3AD203B41FA5}">
                      <a16:colId xmlns:a16="http://schemas.microsoft.com/office/drawing/2014/main" val="939560390"/>
                    </a:ext>
                  </a:extLst>
                </a:gridCol>
                <a:gridCol w="800231">
                  <a:extLst>
                    <a:ext uri="{9D8B030D-6E8A-4147-A177-3AD203B41FA5}">
                      <a16:colId xmlns:a16="http://schemas.microsoft.com/office/drawing/2014/main" val="989759610"/>
                    </a:ext>
                  </a:extLst>
                </a:gridCol>
              </a:tblGrid>
              <a:tr h="369332">
                <a:tc>
                  <a:txBody>
                    <a:bodyPr/>
                    <a:lstStyle/>
                    <a:p>
                      <a:r>
                        <a:rPr lang="en-US" dirty="0">
                          <a:solidFill>
                            <a:schemeClr val="tx1"/>
                          </a:solidFill>
                        </a:rPr>
                        <a:t>Menu</a:t>
                      </a:r>
                      <a:endParaRPr lang="en-IN" dirty="0">
                        <a:solidFill>
                          <a:schemeClr val="tx1"/>
                        </a:solidFill>
                      </a:endParaRPr>
                    </a:p>
                  </a:txBody>
                  <a:tcPr/>
                </a:tc>
                <a:tc>
                  <a:txBody>
                    <a:bodyPr/>
                    <a:lstStyle/>
                    <a:p>
                      <a:r>
                        <a:rPr lang="en-US" dirty="0">
                          <a:solidFill>
                            <a:schemeClr val="tx1"/>
                          </a:solidFill>
                        </a:rPr>
                        <a:t>View Result</a:t>
                      </a:r>
                      <a:endParaRPr lang="en-IN" dirty="0">
                        <a:solidFill>
                          <a:schemeClr val="tx1"/>
                        </a:solidFill>
                      </a:endParaRPr>
                    </a:p>
                  </a:txBody>
                  <a:tcPr/>
                </a:tc>
                <a:tc>
                  <a:txBody>
                    <a:bodyPr/>
                    <a:lstStyle/>
                    <a:p>
                      <a:r>
                        <a:rPr lang="en-US" dirty="0">
                          <a:solidFill>
                            <a:schemeClr val="tx1"/>
                          </a:solidFill>
                        </a:rPr>
                        <a:t>Edit Result</a:t>
                      </a:r>
                      <a:endParaRPr lang="en-IN" dirty="0">
                        <a:solidFill>
                          <a:schemeClr val="tx1"/>
                        </a:solidFill>
                      </a:endParaRPr>
                    </a:p>
                  </a:txBody>
                  <a:tcPr/>
                </a:tc>
                <a:tc>
                  <a:txBody>
                    <a:bodyPr/>
                    <a:lstStyle/>
                    <a:p>
                      <a:r>
                        <a:rPr lang="en-US" dirty="0">
                          <a:solidFill>
                            <a:schemeClr val="tx1"/>
                          </a:solidFill>
                        </a:rPr>
                        <a:t>Fees</a:t>
                      </a:r>
                      <a:endParaRPr lang="en-IN" dirty="0">
                        <a:solidFill>
                          <a:schemeClr val="tx1"/>
                        </a:solidFill>
                      </a:endParaRPr>
                    </a:p>
                  </a:txBody>
                  <a:tcPr/>
                </a:tc>
                <a:tc>
                  <a:txBody>
                    <a:bodyPr/>
                    <a:lstStyle/>
                    <a:p>
                      <a:r>
                        <a:rPr lang="en-US" dirty="0">
                          <a:solidFill>
                            <a:schemeClr val="tx1"/>
                          </a:solidFill>
                        </a:rPr>
                        <a:t>Salary</a:t>
                      </a:r>
                      <a:endParaRPr lang="en-IN" dirty="0">
                        <a:solidFill>
                          <a:schemeClr val="tx1"/>
                        </a:solidFill>
                      </a:endParaRPr>
                    </a:p>
                  </a:txBody>
                  <a:tcPr/>
                </a:tc>
                <a:extLst>
                  <a:ext uri="{0D108BD9-81ED-4DB2-BD59-A6C34878D82A}">
                    <a16:rowId xmlns:a16="http://schemas.microsoft.com/office/drawing/2014/main" val="3148336850"/>
                  </a:ext>
                </a:extLst>
              </a:tr>
            </a:tbl>
          </a:graphicData>
        </a:graphic>
      </p:graphicFrame>
      <p:pic>
        <p:nvPicPr>
          <p:cNvPr id="35" name="Graphic 34" descr="Checkmark with solid fill">
            <a:extLst>
              <a:ext uri="{FF2B5EF4-FFF2-40B4-BE49-F238E27FC236}">
                <a16:creationId xmlns:a16="http://schemas.microsoft.com/office/drawing/2014/main" id="{6ECA0E14-45CC-725C-CD33-A6EB8A137664}"/>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161672" y="4061865"/>
            <a:ext cx="424779" cy="424779"/>
          </a:xfrm>
          <a:prstGeom prst="rect">
            <a:avLst/>
          </a:prstGeom>
        </p:spPr>
      </p:pic>
      <p:pic>
        <p:nvPicPr>
          <p:cNvPr id="36" name="Graphic 35" descr="Close with solid fill">
            <a:extLst>
              <a:ext uri="{FF2B5EF4-FFF2-40B4-BE49-F238E27FC236}">
                <a16:creationId xmlns:a16="http://schemas.microsoft.com/office/drawing/2014/main" id="{FDD458AF-C587-FBA2-C6BC-592CA8A03F7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999763" y="4060667"/>
            <a:ext cx="424779" cy="424779"/>
          </a:xfrm>
          <a:prstGeom prst="rect">
            <a:avLst/>
          </a:prstGeom>
        </p:spPr>
      </p:pic>
      <p:pic>
        <p:nvPicPr>
          <p:cNvPr id="37" name="Graphic 36" descr="Checkmark with solid fill">
            <a:extLst>
              <a:ext uri="{FF2B5EF4-FFF2-40B4-BE49-F238E27FC236}">
                <a16:creationId xmlns:a16="http://schemas.microsoft.com/office/drawing/2014/main" id="{67286388-115A-8457-D5B1-8D1A5746836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35555" y="4049648"/>
            <a:ext cx="424779" cy="424779"/>
          </a:xfrm>
          <a:prstGeom prst="rect">
            <a:avLst/>
          </a:prstGeom>
        </p:spPr>
      </p:pic>
      <p:pic>
        <p:nvPicPr>
          <p:cNvPr id="38" name="Graphic 37" descr="Close with solid fill">
            <a:extLst>
              <a:ext uri="{FF2B5EF4-FFF2-40B4-BE49-F238E27FC236}">
                <a16:creationId xmlns:a16="http://schemas.microsoft.com/office/drawing/2014/main" id="{1E9D88E5-D1D8-40BE-D30A-8E45175D2F1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0534373" y="4055166"/>
            <a:ext cx="424779" cy="424779"/>
          </a:xfrm>
          <a:prstGeom prst="rect">
            <a:avLst/>
          </a:prstGeom>
        </p:spPr>
      </p:pic>
      <p:sp>
        <p:nvSpPr>
          <p:cNvPr id="40" name="TextBox 39">
            <a:extLst>
              <a:ext uri="{FF2B5EF4-FFF2-40B4-BE49-F238E27FC236}">
                <a16:creationId xmlns:a16="http://schemas.microsoft.com/office/drawing/2014/main" id="{E9D91735-B9EA-DB1B-96BB-8DFAE75CA94D}"/>
              </a:ext>
            </a:extLst>
          </p:cNvPr>
          <p:cNvSpPr txBox="1"/>
          <p:nvPr/>
        </p:nvSpPr>
        <p:spPr>
          <a:xfrm>
            <a:off x="8521498" y="4551867"/>
            <a:ext cx="1381308"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(only teachers have rights)</a:t>
            </a:r>
            <a:endParaRPr kumimoji="0" lang="en-IN"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TextBox 40">
            <a:extLst>
              <a:ext uri="{FF2B5EF4-FFF2-40B4-BE49-F238E27FC236}">
                <a16:creationId xmlns:a16="http://schemas.microsoft.com/office/drawing/2014/main" id="{37831068-20B4-26C9-5EBC-625B2C9DF991}"/>
              </a:ext>
            </a:extLst>
          </p:cNvPr>
          <p:cNvSpPr txBox="1"/>
          <p:nvPr/>
        </p:nvSpPr>
        <p:spPr>
          <a:xfrm>
            <a:off x="10024029" y="4554098"/>
            <a:ext cx="1381308"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(only teachers have rights)</a:t>
            </a:r>
            <a:endParaRPr kumimoji="0" lang="en-IN"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D1D3FC8F-C2BF-8217-D3C6-47385DFD4EC1}"/>
              </a:ext>
            </a:extLst>
          </p:cNvPr>
          <p:cNvSpPr txBox="1"/>
          <p:nvPr/>
        </p:nvSpPr>
        <p:spPr>
          <a:xfrm>
            <a:off x="355694" y="1093981"/>
            <a:ext cx="5055292"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Authentication is the process of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verifying the identity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 user by validating their credentials such as username and password.</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a:t>
            </a:r>
          </a:p>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3B7F7D29-6DAA-FAFB-B0AF-2E7E10F2A00D}"/>
              </a:ext>
            </a:extLst>
          </p:cNvPr>
          <p:cNvSpPr txBox="1"/>
          <p:nvPr/>
        </p:nvSpPr>
        <p:spPr>
          <a:xfrm>
            <a:off x="6441521" y="1070784"/>
            <a:ext cx="5266569"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Authorization is the process of allowing an authenticated user </a:t>
            </a: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access to resources</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Authentication is always precedes to Authorization.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Arrow: Right 43">
            <a:extLst>
              <a:ext uri="{FF2B5EF4-FFF2-40B4-BE49-F238E27FC236}">
                <a16:creationId xmlns:a16="http://schemas.microsoft.com/office/drawing/2014/main" id="{B57D7593-D730-450F-CAB3-1509A3802AD0}"/>
              </a:ext>
            </a:extLst>
          </p:cNvPr>
          <p:cNvSpPr/>
          <p:nvPr/>
        </p:nvSpPr>
        <p:spPr>
          <a:xfrm>
            <a:off x="5708550" y="3668589"/>
            <a:ext cx="958784" cy="781168"/>
          </a:xfrm>
          <a:prstGeom prst="rightArrow">
            <a:avLst/>
          </a:prstGeom>
          <a:noFill/>
          <a:ln w="825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4" name="Picture 3">
            <a:extLst>
              <a:ext uri="{FF2B5EF4-FFF2-40B4-BE49-F238E27FC236}">
                <a16:creationId xmlns:a16="http://schemas.microsoft.com/office/drawing/2014/main" id="{1711BEA1-3377-A784-34FB-C4E1F34A58F4}"/>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6180788" y="289564"/>
            <a:ext cx="905321" cy="360181"/>
          </a:xfrm>
          <a:prstGeom prst="rect">
            <a:avLst/>
          </a:prstGeom>
        </p:spPr>
      </p:pic>
      <p:sp>
        <p:nvSpPr>
          <p:cNvPr id="6" name="TextBox 5">
            <a:extLst>
              <a:ext uri="{FF2B5EF4-FFF2-40B4-BE49-F238E27FC236}">
                <a16:creationId xmlns:a16="http://schemas.microsoft.com/office/drawing/2014/main" id="{30533AFD-554E-D1F1-5CF0-CBA03EECEFF0}"/>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12"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07330047"/>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764E63AC-A85A-C7F9-95AA-FA6D3FEE8AE9}"/>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BF63103D-4276-3B68-FE5C-BFC5559D0241}"/>
              </a:ext>
            </a:extLst>
          </p:cNvPr>
          <p:cNvSpPr>
            <a:spLocks noGrp="1"/>
          </p:cNvSpPr>
          <p:nvPr>
            <p:ph type="title"/>
          </p:nvPr>
        </p:nvSpPr>
        <p:spPr>
          <a:xfrm>
            <a:off x="562896" y="311914"/>
            <a:ext cx="11141423" cy="315912"/>
          </a:xfrm>
        </p:spPr>
        <p:txBody>
          <a:bodyPr>
            <a:noAutofit/>
          </a:bodyPr>
          <a:lstStyle/>
          <a:p>
            <a:r>
              <a:rPr lang="en-US" sz="2400" b="1" dirty="0">
                <a:solidFill>
                  <a:schemeClr val="bg1"/>
                </a:solidFill>
              </a:rPr>
              <a:t>Q. What is </a:t>
            </a:r>
            <a:r>
              <a:rPr lang="en-US" sz="2400" b="1" dirty="0">
                <a:solidFill>
                  <a:srgbClr val="FFFF00"/>
                </a:solidFill>
              </a:rPr>
              <a:t>Token based</a:t>
            </a:r>
            <a:r>
              <a:rPr lang="en-US" sz="2400" b="1" dirty="0">
                <a:solidFill>
                  <a:schemeClr val="bg1"/>
                </a:solidFill>
              </a:rPr>
              <a:t> and </a:t>
            </a:r>
            <a:r>
              <a:rPr lang="en-US" sz="2400" b="1" dirty="0">
                <a:solidFill>
                  <a:srgbClr val="FFFF00"/>
                </a:solidFill>
              </a:rPr>
              <a:t>JWT authentication</a:t>
            </a:r>
            <a:r>
              <a:rPr lang="en-US" sz="2400" b="1" dirty="0">
                <a:solidFill>
                  <a:schemeClr val="bg1"/>
                </a:solidFill>
              </a:rPr>
              <a:t>? </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1D32B130-438E-A5AB-CC91-C09B4FC6B9C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29" name="Rectangle: Rounded Corners 28">
            <a:extLst>
              <a:ext uri="{FF2B5EF4-FFF2-40B4-BE49-F238E27FC236}">
                <a16:creationId xmlns:a16="http://schemas.microsoft.com/office/drawing/2014/main" id="{9FF310C2-9B74-DDAC-9965-61D8C939D2DD}"/>
              </a:ext>
            </a:extLst>
          </p:cNvPr>
          <p:cNvSpPr/>
          <p:nvPr/>
        </p:nvSpPr>
        <p:spPr>
          <a:xfrm>
            <a:off x="8567329" y="2071814"/>
            <a:ext cx="2576620" cy="4248145"/>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Rectangle: Rounded Corners 29">
            <a:extLst>
              <a:ext uri="{FF2B5EF4-FFF2-40B4-BE49-F238E27FC236}">
                <a16:creationId xmlns:a16="http://schemas.microsoft.com/office/drawing/2014/main" id="{6F5CC8CE-7D54-ED59-4530-31DA4A7877F9}"/>
              </a:ext>
            </a:extLst>
          </p:cNvPr>
          <p:cNvSpPr/>
          <p:nvPr/>
        </p:nvSpPr>
        <p:spPr>
          <a:xfrm>
            <a:off x="1069076" y="2141093"/>
            <a:ext cx="2576620" cy="4178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31" name="Picture 2" descr="Api - Free computer icons">
            <a:extLst>
              <a:ext uri="{FF2B5EF4-FFF2-40B4-BE49-F238E27FC236}">
                <a16:creationId xmlns:a16="http://schemas.microsoft.com/office/drawing/2014/main" id="{BADD9593-3C7B-E10E-9D18-202D0D2A78B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16717" y="2214109"/>
            <a:ext cx="974051" cy="974051"/>
          </a:xfrm>
          <a:prstGeom prst="rect">
            <a:avLst/>
          </a:prstGeom>
          <a:noFill/>
          <a:extLst>
            <a:ext uri="{909E8E84-426E-40DD-AFC4-6F175D3DCCD1}">
              <a14:hiddenFill xmlns:a14="http://schemas.microsoft.com/office/drawing/2010/main">
                <a:solidFill>
                  <a:srgbClr val="FFFFFF"/>
                </a:solidFill>
              </a14:hiddenFill>
            </a:ext>
          </a:extLst>
        </p:spPr>
      </p:pic>
      <p:sp>
        <p:nvSpPr>
          <p:cNvPr id="32" name="TextBox 31">
            <a:extLst>
              <a:ext uri="{FF2B5EF4-FFF2-40B4-BE49-F238E27FC236}">
                <a16:creationId xmlns:a16="http://schemas.microsoft.com/office/drawing/2014/main" id="{A3F6262E-38CC-59A6-04DD-AA1AD473505D}"/>
              </a:ext>
            </a:extLst>
          </p:cNvPr>
          <p:cNvSpPr txBox="1"/>
          <p:nvPr/>
        </p:nvSpPr>
        <p:spPr>
          <a:xfrm>
            <a:off x="1216650" y="1536191"/>
            <a:ext cx="2471737" cy="369332"/>
          </a:xfrm>
          <a:prstGeom prst="rect">
            <a:avLst/>
          </a:prstGeom>
          <a:solidFill>
            <a:schemeClr val="bg2"/>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Calibri" panose="020F0502020204030204" pitchFamily="34" charset="0"/>
                <a:cs typeface="+mn-cs"/>
              </a:rPr>
              <a:t>Front-end/ Client-side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TextBox 32">
            <a:extLst>
              <a:ext uri="{FF2B5EF4-FFF2-40B4-BE49-F238E27FC236}">
                <a16:creationId xmlns:a16="http://schemas.microsoft.com/office/drawing/2014/main" id="{D5E673DA-ABB2-CCFA-F4C8-82E805BB564F}"/>
              </a:ext>
            </a:extLst>
          </p:cNvPr>
          <p:cNvSpPr txBox="1"/>
          <p:nvPr/>
        </p:nvSpPr>
        <p:spPr>
          <a:xfrm>
            <a:off x="9380833" y="1590710"/>
            <a:ext cx="1009935" cy="369332"/>
          </a:xfrm>
          <a:prstGeom prst="rect">
            <a:avLst/>
          </a:prstGeom>
          <a:solidFill>
            <a:schemeClr val="bg2"/>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Calibri" panose="020F0502020204030204" pitchFamily="34" charset="0"/>
                <a:cs typeface="+mn-cs"/>
              </a:rPr>
              <a:t>RES API</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5" name="Picture 4">
            <a:extLst>
              <a:ext uri="{FF2B5EF4-FFF2-40B4-BE49-F238E27FC236}">
                <a16:creationId xmlns:a16="http://schemas.microsoft.com/office/drawing/2014/main" id="{D8E9557A-A4BF-AA63-E94B-AA077333CDF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80833" y="987020"/>
            <a:ext cx="797658" cy="488569"/>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37">
            <a:extLst>
              <a:ext uri="{FF2B5EF4-FFF2-40B4-BE49-F238E27FC236}">
                <a16:creationId xmlns:a16="http://schemas.microsoft.com/office/drawing/2014/main" id="{BF413D70-027F-3435-B0DF-9625A4C64A40}"/>
              </a:ext>
            </a:extLst>
          </p:cNvPr>
          <p:cNvPicPr>
            <a:picLocks noChangeAspect="1"/>
          </p:cNvPicPr>
          <p:nvPr/>
        </p:nvPicPr>
        <p:blipFill>
          <a:blip r:embed="rId6"/>
          <a:stretch>
            <a:fillRect/>
          </a:stretch>
        </p:blipFill>
        <p:spPr>
          <a:xfrm>
            <a:off x="1480387" y="2261098"/>
            <a:ext cx="1443073" cy="931536"/>
          </a:xfrm>
          <a:prstGeom prst="rect">
            <a:avLst/>
          </a:prstGeom>
        </p:spPr>
      </p:pic>
      <p:cxnSp>
        <p:nvCxnSpPr>
          <p:cNvPr id="39" name="Straight Arrow Connector 38">
            <a:extLst>
              <a:ext uri="{FF2B5EF4-FFF2-40B4-BE49-F238E27FC236}">
                <a16:creationId xmlns:a16="http://schemas.microsoft.com/office/drawing/2014/main" id="{5F1F1187-967D-51B4-FF38-FEE81336D780}"/>
              </a:ext>
            </a:extLst>
          </p:cNvPr>
          <p:cNvCxnSpPr>
            <a:cxnSpLocks/>
          </p:cNvCxnSpPr>
          <p:nvPr/>
        </p:nvCxnSpPr>
        <p:spPr>
          <a:xfrm>
            <a:off x="3884567" y="3049242"/>
            <a:ext cx="4328762" cy="0"/>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40" name="Rectangle 39">
            <a:extLst>
              <a:ext uri="{FF2B5EF4-FFF2-40B4-BE49-F238E27FC236}">
                <a16:creationId xmlns:a16="http://schemas.microsoft.com/office/drawing/2014/main" id="{B6214216-FACA-9E40-5890-3BC80A749DCA}"/>
              </a:ext>
            </a:extLst>
          </p:cNvPr>
          <p:cNvSpPr/>
          <p:nvPr/>
        </p:nvSpPr>
        <p:spPr>
          <a:xfrm>
            <a:off x="4385096" y="2436517"/>
            <a:ext cx="3071285" cy="55764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w="0"/>
                <a:solidFill>
                  <a:prstClr val="black"/>
                </a:solidFill>
                <a:effectLst/>
                <a:uLnTx/>
                <a:uFillTx/>
                <a:latin typeface="Calibri" panose="020F0502020204030204"/>
                <a:ea typeface="+mn-ea"/>
                <a:cs typeface="+mn-cs"/>
              </a:rPr>
              <a:t>1. POST: {username, password}</a:t>
            </a:r>
          </a:p>
        </p:txBody>
      </p:sp>
      <p:sp>
        <p:nvSpPr>
          <p:cNvPr id="41" name="Rectangle 40">
            <a:extLst>
              <a:ext uri="{FF2B5EF4-FFF2-40B4-BE49-F238E27FC236}">
                <a16:creationId xmlns:a16="http://schemas.microsoft.com/office/drawing/2014/main" id="{BA7767F0-21D7-0A3B-BA67-954B302EF9F0}"/>
              </a:ext>
            </a:extLst>
          </p:cNvPr>
          <p:cNvSpPr/>
          <p:nvPr/>
        </p:nvSpPr>
        <p:spPr>
          <a:xfrm>
            <a:off x="8721238" y="3219364"/>
            <a:ext cx="2266470" cy="6838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w="0"/>
                <a:solidFill>
                  <a:prstClr val="black"/>
                </a:solidFill>
                <a:effectLst/>
                <a:uLnTx/>
                <a:uFillTx/>
                <a:latin typeface="Calibri" panose="020F0502020204030204"/>
                <a:ea typeface="+mn-ea"/>
                <a:cs typeface="+mn-cs"/>
              </a:rPr>
              <a:t>2. Authenticate &amp;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w="0"/>
                <a:solidFill>
                  <a:prstClr val="black"/>
                </a:solidFill>
                <a:effectLst/>
                <a:uLnTx/>
                <a:uFillTx/>
                <a:latin typeface="Calibri" panose="020F0502020204030204"/>
                <a:ea typeface="+mn-ea"/>
                <a:cs typeface="+mn-cs"/>
              </a:rPr>
              <a:t>create JWT </a:t>
            </a:r>
            <a:r>
              <a:rPr kumimoji="0" lang="en-IN" sz="1800" b="1" i="0" u="none" strike="noStrike" kern="1200" cap="none" spc="0" normalizeH="0" baseline="0" noProof="0" dirty="0">
                <a:ln w="0"/>
                <a:solidFill>
                  <a:prstClr val="black"/>
                </a:solidFill>
                <a:effectLst/>
                <a:uLnTx/>
                <a:uFillTx/>
                <a:latin typeface="Calibri" panose="020F0502020204030204"/>
                <a:ea typeface="+mn-ea"/>
                <a:cs typeface="+mn-cs"/>
              </a:rPr>
              <a:t>Token</a:t>
            </a:r>
          </a:p>
        </p:txBody>
      </p:sp>
      <p:cxnSp>
        <p:nvCxnSpPr>
          <p:cNvPr id="42" name="Straight Arrow Connector 41">
            <a:extLst>
              <a:ext uri="{FF2B5EF4-FFF2-40B4-BE49-F238E27FC236}">
                <a16:creationId xmlns:a16="http://schemas.microsoft.com/office/drawing/2014/main" id="{26D6BA54-FAA1-9B8D-2A69-E567D2EB9C7D}"/>
              </a:ext>
            </a:extLst>
          </p:cNvPr>
          <p:cNvCxnSpPr>
            <a:cxnSpLocks/>
          </p:cNvCxnSpPr>
          <p:nvPr/>
        </p:nvCxnSpPr>
        <p:spPr>
          <a:xfrm flipH="1">
            <a:off x="3884567" y="4017428"/>
            <a:ext cx="4443891" cy="0"/>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3DB914E2-6FD5-19EC-42FD-0E082D36A70B}"/>
              </a:ext>
            </a:extLst>
          </p:cNvPr>
          <p:cNvSpPr/>
          <p:nvPr/>
        </p:nvSpPr>
        <p:spPr>
          <a:xfrm>
            <a:off x="4296686" y="3588916"/>
            <a:ext cx="3287905" cy="3848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w="0"/>
                <a:solidFill>
                  <a:prstClr val="black"/>
                </a:solidFill>
                <a:effectLst/>
                <a:uLnTx/>
                <a:uFillTx/>
                <a:latin typeface="Calibri" panose="020F0502020204030204"/>
                <a:ea typeface="+mn-ea"/>
                <a:cs typeface="+mn-cs"/>
              </a:rPr>
              <a:t>3. Return Response {JWT token}</a:t>
            </a:r>
          </a:p>
        </p:txBody>
      </p:sp>
      <p:sp>
        <p:nvSpPr>
          <p:cNvPr id="44" name="Rectangle 43">
            <a:extLst>
              <a:ext uri="{FF2B5EF4-FFF2-40B4-BE49-F238E27FC236}">
                <a16:creationId xmlns:a16="http://schemas.microsoft.com/office/drawing/2014/main" id="{DAE5B0CD-7A5F-3EFC-B44E-05BEBDB72BDA}"/>
              </a:ext>
            </a:extLst>
          </p:cNvPr>
          <p:cNvSpPr/>
          <p:nvPr/>
        </p:nvSpPr>
        <p:spPr>
          <a:xfrm>
            <a:off x="1185680" y="4195886"/>
            <a:ext cx="2148952" cy="6838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w="0"/>
                <a:solidFill>
                  <a:prstClr val="black"/>
                </a:solidFill>
                <a:effectLst/>
                <a:uLnTx/>
                <a:uFillTx/>
                <a:latin typeface="Calibri" panose="020F0502020204030204"/>
                <a:ea typeface="+mn-ea"/>
                <a:cs typeface="+mn-cs"/>
              </a:rPr>
              <a:t>4. Store JWT token at local storage</a:t>
            </a:r>
            <a:endParaRPr kumimoji="0" lang="en-IN" sz="1800" b="0" i="0" u="sng" strike="noStrike" kern="1200" cap="none" spc="0" normalizeH="0" baseline="0" noProof="0" dirty="0">
              <a:ln w="0"/>
              <a:solidFill>
                <a:prstClr val="black"/>
              </a:solidFill>
              <a:effectLst/>
              <a:uLnTx/>
              <a:uFillTx/>
              <a:latin typeface="Calibri" panose="020F0502020204030204"/>
              <a:ea typeface="+mn-ea"/>
              <a:cs typeface="+mn-cs"/>
            </a:endParaRPr>
          </a:p>
        </p:txBody>
      </p:sp>
      <p:cxnSp>
        <p:nvCxnSpPr>
          <p:cNvPr id="45" name="Straight Arrow Connector 44">
            <a:extLst>
              <a:ext uri="{FF2B5EF4-FFF2-40B4-BE49-F238E27FC236}">
                <a16:creationId xmlns:a16="http://schemas.microsoft.com/office/drawing/2014/main" id="{CDBDA2B2-8838-0B1D-745B-8664428EC6FC}"/>
              </a:ext>
            </a:extLst>
          </p:cNvPr>
          <p:cNvCxnSpPr>
            <a:cxnSpLocks/>
          </p:cNvCxnSpPr>
          <p:nvPr/>
        </p:nvCxnSpPr>
        <p:spPr>
          <a:xfrm>
            <a:off x="3868854" y="5022029"/>
            <a:ext cx="4328762" cy="0"/>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46" name="Rectangle 45">
            <a:extLst>
              <a:ext uri="{FF2B5EF4-FFF2-40B4-BE49-F238E27FC236}">
                <a16:creationId xmlns:a16="http://schemas.microsoft.com/office/drawing/2014/main" id="{D917557C-DC3D-E0EC-1195-889FBE1070AD}"/>
              </a:ext>
            </a:extLst>
          </p:cNvPr>
          <p:cNvSpPr/>
          <p:nvPr/>
        </p:nvSpPr>
        <p:spPr>
          <a:xfrm>
            <a:off x="4151963" y="4436972"/>
            <a:ext cx="4029940" cy="55764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w="0"/>
                <a:solidFill>
                  <a:prstClr val="black"/>
                </a:solidFill>
                <a:effectLst/>
                <a:uLnTx/>
                <a:uFillTx/>
                <a:latin typeface="Calibri" panose="020F0502020204030204"/>
                <a:ea typeface="+mn-ea"/>
                <a:cs typeface="+mn-cs"/>
              </a:rPr>
              <a:t>5. Request Data {JWT token: Header}</a:t>
            </a:r>
          </a:p>
        </p:txBody>
      </p:sp>
      <p:cxnSp>
        <p:nvCxnSpPr>
          <p:cNvPr id="47" name="Straight Arrow Connector 46">
            <a:extLst>
              <a:ext uri="{FF2B5EF4-FFF2-40B4-BE49-F238E27FC236}">
                <a16:creationId xmlns:a16="http://schemas.microsoft.com/office/drawing/2014/main" id="{86FA91C1-48F4-68E2-5E20-05F9EDE5A803}"/>
              </a:ext>
            </a:extLst>
          </p:cNvPr>
          <p:cNvCxnSpPr>
            <a:cxnSpLocks/>
          </p:cNvCxnSpPr>
          <p:nvPr/>
        </p:nvCxnSpPr>
        <p:spPr>
          <a:xfrm flipH="1">
            <a:off x="3809840" y="5847284"/>
            <a:ext cx="4443891" cy="0"/>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48" name="Rectangle 47">
            <a:extLst>
              <a:ext uri="{FF2B5EF4-FFF2-40B4-BE49-F238E27FC236}">
                <a16:creationId xmlns:a16="http://schemas.microsoft.com/office/drawing/2014/main" id="{9DDBC05B-D283-88B8-9B81-E64F2B8428C4}"/>
              </a:ext>
            </a:extLst>
          </p:cNvPr>
          <p:cNvSpPr/>
          <p:nvPr/>
        </p:nvSpPr>
        <p:spPr>
          <a:xfrm>
            <a:off x="3983433" y="5404051"/>
            <a:ext cx="2131401" cy="3846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w="0"/>
                <a:solidFill>
                  <a:prstClr val="black"/>
                </a:solidFill>
                <a:effectLst/>
                <a:uLnTx/>
                <a:uFillTx/>
                <a:latin typeface="Calibri" panose="020F0502020204030204"/>
                <a:ea typeface="+mn-ea"/>
                <a:cs typeface="+mn-cs"/>
              </a:rPr>
              <a:t>7. Send Data</a:t>
            </a:r>
          </a:p>
        </p:txBody>
      </p:sp>
      <p:sp>
        <p:nvSpPr>
          <p:cNvPr id="49" name="Rectangle 48">
            <a:extLst>
              <a:ext uri="{FF2B5EF4-FFF2-40B4-BE49-F238E27FC236}">
                <a16:creationId xmlns:a16="http://schemas.microsoft.com/office/drawing/2014/main" id="{8265B08B-595B-0F64-217C-E8042BE4972F}"/>
              </a:ext>
            </a:extLst>
          </p:cNvPr>
          <p:cNvSpPr/>
          <p:nvPr/>
        </p:nvSpPr>
        <p:spPr>
          <a:xfrm>
            <a:off x="8741084" y="5088095"/>
            <a:ext cx="2266470" cy="6838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w="0"/>
                <a:solidFill>
                  <a:prstClr val="black"/>
                </a:solidFill>
                <a:effectLst/>
                <a:uLnTx/>
                <a:uFillTx/>
                <a:latin typeface="Calibri" panose="020F0502020204030204"/>
                <a:ea typeface="+mn-ea"/>
                <a:cs typeface="+mn-cs"/>
              </a:rPr>
              <a:t>6. Validate token signature</a:t>
            </a:r>
            <a:endParaRPr kumimoji="0" lang="en-IN" sz="1800" b="1" i="0" u="none" strike="noStrike" kern="1200" cap="none" spc="0" normalizeH="0" baseline="0" noProof="0" dirty="0">
              <a:ln w="0"/>
              <a:solidFill>
                <a:prstClr val="black"/>
              </a:solidFill>
              <a:effectLst/>
              <a:uLnTx/>
              <a:uFillTx/>
              <a:latin typeface="Calibri" panose="020F0502020204030204"/>
              <a:ea typeface="+mn-ea"/>
              <a:cs typeface="+mn-cs"/>
            </a:endParaRPr>
          </a:p>
        </p:txBody>
      </p:sp>
      <p:sp>
        <p:nvSpPr>
          <p:cNvPr id="50" name="Rectangle 49">
            <a:extLst>
              <a:ext uri="{FF2B5EF4-FFF2-40B4-BE49-F238E27FC236}">
                <a16:creationId xmlns:a16="http://schemas.microsoft.com/office/drawing/2014/main" id="{03EEF0AC-2C16-AB79-1EEA-74970C40E338}"/>
              </a:ext>
            </a:extLst>
          </p:cNvPr>
          <p:cNvSpPr/>
          <p:nvPr/>
        </p:nvSpPr>
        <p:spPr>
          <a:xfrm>
            <a:off x="1163881" y="5325256"/>
            <a:ext cx="2148952" cy="6838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0" i="0" u="none" strike="noStrike" kern="1200" cap="none" spc="0" normalizeH="0" baseline="0" noProof="0" dirty="0">
                <a:ln w="0"/>
                <a:solidFill>
                  <a:prstClr val="black"/>
                </a:solidFill>
                <a:effectLst/>
                <a:uLnTx/>
                <a:uFillTx/>
                <a:latin typeface="Calibri" panose="020F0502020204030204"/>
                <a:ea typeface="+mn-ea"/>
                <a:cs typeface="+mn-cs"/>
              </a:rPr>
              <a:t>8. Display data on browser</a:t>
            </a:r>
            <a:endParaRPr kumimoji="0" lang="en-IN" sz="1800" b="0" i="0" u="sng" strike="noStrike" kern="1200" cap="none" spc="0" normalizeH="0" baseline="0" noProof="0" dirty="0">
              <a:ln w="0"/>
              <a:solidFill>
                <a:prstClr val="black"/>
              </a:solidFill>
              <a:effectLst/>
              <a:uLnTx/>
              <a:uFillTx/>
              <a:latin typeface="Calibri" panose="020F0502020204030204"/>
              <a:ea typeface="+mn-ea"/>
              <a:cs typeface="+mn-cs"/>
            </a:endParaRPr>
          </a:p>
        </p:txBody>
      </p:sp>
      <p:pic>
        <p:nvPicPr>
          <p:cNvPr id="5" name="Picture 4">
            <a:extLst>
              <a:ext uri="{FF2B5EF4-FFF2-40B4-BE49-F238E27FC236}">
                <a16:creationId xmlns:a16="http://schemas.microsoft.com/office/drawing/2014/main" id="{1A574780-2AF6-AEB7-40B8-40B5CB38DA54}"/>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578430" y="292601"/>
            <a:ext cx="896828" cy="356802"/>
          </a:xfrm>
          <a:prstGeom prst="rect">
            <a:avLst/>
          </a:prstGeom>
        </p:spPr>
      </p:pic>
      <p:sp>
        <p:nvSpPr>
          <p:cNvPr id="4" name="TextBox 3">
            <a:extLst>
              <a:ext uri="{FF2B5EF4-FFF2-40B4-BE49-F238E27FC236}">
                <a16:creationId xmlns:a16="http://schemas.microsoft.com/office/drawing/2014/main" id="{74DE203D-6584-18A1-390D-91FDFE73FE2A}"/>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8"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102588169"/>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5ED78B-8C4F-4996-1287-C962E13A5E0B}"/>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E5563F9-6D73-1EA7-D3EA-0E10AB789911}"/>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B7BAE6A8-ECB2-4485-B464-9BD80A160625}"/>
              </a:ext>
            </a:extLst>
          </p:cNvPr>
          <p:cNvSpPr>
            <a:spLocks noGrp="1"/>
          </p:cNvSpPr>
          <p:nvPr>
            <p:ph type="title"/>
          </p:nvPr>
        </p:nvSpPr>
        <p:spPr>
          <a:xfrm>
            <a:off x="562896" y="311914"/>
            <a:ext cx="11141423" cy="315912"/>
          </a:xfrm>
        </p:spPr>
        <p:txBody>
          <a:bodyPr>
            <a:noAutofit/>
          </a:bodyPr>
          <a:lstStyle/>
          <a:p>
            <a:r>
              <a:rPr lang="en-US" sz="2400" b="1" dirty="0">
                <a:solidFill>
                  <a:schemeClr val="bg1"/>
                </a:solidFill>
              </a:rPr>
              <a:t>Q. What are the </a:t>
            </a:r>
            <a:r>
              <a:rPr lang="en-US" sz="2400" b="1" dirty="0">
                <a:solidFill>
                  <a:srgbClr val="FFFF00"/>
                </a:solidFill>
              </a:rPr>
              <a:t>parts</a:t>
            </a:r>
            <a:r>
              <a:rPr lang="en-US" sz="2400" b="1" dirty="0">
                <a:solidFill>
                  <a:schemeClr val="bg1"/>
                </a:solidFill>
              </a:rPr>
              <a:t> of JWT token?</a:t>
            </a:r>
          </a:p>
        </p:txBody>
      </p:sp>
      <p:pic>
        <p:nvPicPr>
          <p:cNvPr id="3" name="Picture 2" descr="A person with a beard&#10;&#10;Description automatically generated">
            <a:extLst>
              <a:ext uri="{FF2B5EF4-FFF2-40B4-BE49-F238E27FC236}">
                <a16:creationId xmlns:a16="http://schemas.microsoft.com/office/drawing/2014/main" id="{6F8807D5-4CB7-72BB-CFED-74A664AF354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4" name="Picture 2" descr="JSON Web Token Introduction - jwt.io">
            <a:extLst>
              <a:ext uri="{FF2B5EF4-FFF2-40B4-BE49-F238E27FC236}">
                <a16:creationId xmlns:a16="http://schemas.microsoft.com/office/drawing/2014/main" id="{94D3FB2D-4548-483B-2E58-82B74690ECC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26606" y="996236"/>
            <a:ext cx="5149043" cy="5792674"/>
          </a:xfrm>
          <a:prstGeom prst="rect">
            <a:avLst/>
          </a:prstGeom>
          <a:noFill/>
          <a:extLst>
            <a:ext uri="{909E8E84-426E-40DD-AFC4-6F175D3DCCD1}">
              <a14:hiddenFill xmlns:a14="http://schemas.microsoft.com/office/drawing/2010/main">
                <a:solidFill>
                  <a:srgbClr val="FFFFFF"/>
                </a:solidFill>
              </a14:hiddenFill>
            </a:ext>
          </a:extLst>
        </p:spPr>
      </p:pic>
      <p:cxnSp>
        <p:nvCxnSpPr>
          <p:cNvPr id="6" name="Straight Arrow Connector 5">
            <a:extLst>
              <a:ext uri="{FF2B5EF4-FFF2-40B4-BE49-F238E27FC236}">
                <a16:creationId xmlns:a16="http://schemas.microsoft.com/office/drawing/2014/main" id="{C3332622-B6EC-1351-BDDA-588A2C6E9E45}"/>
              </a:ext>
            </a:extLst>
          </p:cNvPr>
          <p:cNvCxnSpPr>
            <a:cxnSpLocks/>
          </p:cNvCxnSpPr>
          <p:nvPr/>
        </p:nvCxnSpPr>
        <p:spPr>
          <a:xfrm flipV="1">
            <a:off x="7575693" y="3146224"/>
            <a:ext cx="1858110" cy="21368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5204BAB7-A1FA-D48C-93A3-B623A0D22588}"/>
              </a:ext>
            </a:extLst>
          </p:cNvPr>
          <p:cNvSpPr/>
          <p:nvPr/>
        </p:nvSpPr>
        <p:spPr>
          <a:xfrm>
            <a:off x="9433803" y="2846142"/>
            <a:ext cx="2392470" cy="600164"/>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 The type of the token, which is JWT here.</a:t>
            </a:r>
          </a:p>
        </p:txBody>
      </p:sp>
      <p:cxnSp>
        <p:nvCxnSpPr>
          <p:cNvPr id="8" name="Straight Arrow Connector 7">
            <a:extLst>
              <a:ext uri="{FF2B5EF4-FFF2-40B4-BE49-F238E27FC236}">
                <a16:creationId xmlns:a16="http://schemas.microsoft.com/office/drawing/2014/main" id="{3B4BF82B-E85C-7971-EB4C-CA4B3719C370}"/>
              </a:ext>
            </a:extLst>
          </p:cNvPr>
          <p:cNvCxnSpPr>
            <a:cxnSpLocks/>
          </p:cNvCxnSpPr>
          <p:nvPr/>
        </p:nvCxnSpPr>
        <p:spPr>
          <a:xfrm flipV="1">
            <a:off x="7417906" y="2212576"/>
            <a:ext cx="2016631" cy="93364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0502563A-AFF0-951A-9F9E-87FD86A8EE78}"/>
              </a:ext>
            </a:extLst>
          </p:cNvPr>
          <p:cNvSpPr/>
          <p:nvPr/>
        </p:nvSpPr>
        <p:spPr>
          <a:xfrm>
            <a:off x="9434537" y="1802080"/>
            <a:ext cx="2392470" cy="600164"/>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Algorithm used to generate the token.</a:t>
            </a:r>
          </a:p>
        </p:txBody>
      </p:sp>
      <p:cxnSp>
        <p:nvCxnSpPr>
          <p:cNvPr id="11" name="Straight Arrow Connector 10">
            <a:extLst>
              <a:ext uri="{FF2B5EF4-FFF2-40B4-BE49-F238E27FC236}">
                <a16:creationId xmlns:a16="http://schemas.microsoft.com/office/drawing/2014/main" id="{15C43C00-BBB0-C3F1-23ED-9BEAC97AA5AE}"/>
              </a:ext>
            </a:extLst>
          </p:cNvPr>
          <p:cNvCxnSpPr>
            <a:cxnSpLocks/>
            <a:endCxn id="12" idx="1"/>
          </p:cNvCxnSpPr>
          <p:nvPr/>
        </p:nvCxnSpPr>
        <p:spPr>
          <a:xfrm>
            <a:off x="7218381" y="3732501"/>
            <a:ext cx="2215422" cy="45572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2AC42ADD-58E2-4253-FC0A-A1FF848D48F6}"/>
              </a:ext>
            </a:extLst>
          </p:cNvPr>
          <p:cNvSpPr/>
          <p:nvPr/>
        </p:nvSpPr>
        <p:spPr>
          <a:xfrm>
            <a:off x="9433803" y="3888144"/>
            <a:ext cx="2392470" cy="600165"/>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The payload contains the CLAIMS. </a:t>
            </a:r>
          </a:p>
        </p:txBody>
      </p:sp>
      <p:cxnSp>
        <p:nvCxnSpPr>
          <p:cNvPr id="13" name="Straight Arrow Connector 12">
            <a:extLst>
              <a:ext uri="{FF2B5EF4-FFF2-40B4-BE49-F238E27FC236}">
                <a16:creationId xmlns:a16="http://schemas.microsoft.com/office/drawing/2014/main" id="{42F03C7A-B139-0019-794F-A73F1AA9C6B5}"/>
              </a:ext>
            </a:extLst>
          </p:cNvPr>
          <p:cNvCxnSpPr>
            <a:cxnSpLocks/>
          </p:cNvCxnSpPr>
          <p:nvPr/>
        </p:nvCxnSpPr>
        <p:spPr>
          <a:xfrm flipH="1">
            <a:off x="3246709" y="2994369"/>
            <a:ext cx="1300768"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6DE240E2-ACC1-5F3C-5001-E6B62915CE38}"/>
              </a:ext>
            </a:extLst>
          </p:cNvPr>
          <p:cNvSpPr/>
          <p:nvPr/>
        </p:nvSpPr>
        <p:spPr>
          <a:xfrm>
            <a:off x="1425300" y="2789121"/>
            <a:ext cx="1748153" cy="410496"/>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JWT Token</a:t>
            </a:r>
          </a:p>
        </p:txBody>
      </p:sp>
      <p:sp>
        <p:nvSpPr>
          <p:cNvPr id="15" name="Rectangle 14">
            <a:extLst>
              <a:ext uri="{FF2B5EF4-FFF2-40B4-BE49-F238E27FC236}">
                <a16:creationId xmlns:a16="http://schemas.microsoft.com/office/drawing/2014/main" id="{52C3A9E8-093E-D0A9-D639-FC4AA1288C78}"/>
              </a:ext>
            </a:extLst>
          </p:cNvPr>
          <p:cNvSpPr/>
          <p:nvPr/>
        </p:nvSpPr>
        <p:spPr>
          <a:xfrm>
            <a:off x="9433803" y="4776800"/>
            <a:ext cx="2392470" cy="1105689"/>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The signature is a string that is used to ensure the INTEGRITY of the token and verify that it has not been tampered with.</a:t>
            </a:r>
          </a:p>
        </p:txBody>
      </p:sp>
      <p:cxnSp>
        <p:nvCxnSpPr>
          <p:cNvPr id="16" name="Straight Arrow Connector 15">
            <a:extLst>
              <a:ext uri="{FF2B5EF4-FFF2-40B4-BE49-F238E27FC236}">
                <a16:creationId xmlns:a16="http://schemas.microsoft.com/office/drawing/2014/main" id="{A2CD3EA8-AE00-2093-25A6-D2BF905E79FE}"/>
              </a:ext>
            </a:extLst>
          </p:cNvPr>
          <p:cNvCxnSpPr>
            <a:cxnSpLocks/>
          </p:cNvCxnSpPr>
          <p:nvPr/>
        </p:nvCxnSpPr>
        <p:spPr>
          <a:xfrm>
            <a:off x="7417906" y="4776800"/>
            <a:ext cx="2015897" cy="37559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BFED1028-5656-3E7A-F1CC-93317A3C0A9F}"/>
              </a:ext>
            </a:extLst>
          </p:cNvPr>
          <p:cNvSpPr txBox="1"/>
          <p:nvPr/>
        </p:nvSpPr>
        <p:spPr>
          <a:xfrm>
            <a:off x="577159" y="1012247"/>
            <a:ext cx="2822128"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JWT token has 3 parts:</a:t>
            </a:r>
          </a:p>
          <a:p>
            <a:pPr marL="342900" marR="0" lvl="0" indent="-342900" algn="l" defTabSz="914400" rtl="0" eaLnBrk="1" fontAlgn="auto" latinLnBrk="0" hangingPunct="1">
              <a:lnSpc>
                <a:spcPct val="100000"/>
              </a:lnSpc>
              <a:spcBef>
                <a:spcPts val="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Header</a:t>
            </a:r>
          </a:p>
          <a:p>
            <a:pPr marL="342900" marR="0" lvl="0" indent="-342900" algn="l" defTabSz="914400" rtl="0" eaLnBrk="1" fontAlgn="auto" latinLnBrk="0" hangingPunct="1">
              <a:lnSpc>
                <a:spcPct val="100000"/>
              </a:lnSpc>
              <a:spcBef>
                <a:spcPts val="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Payload</a:t>
            </a:r>
          </a:p>
          <a:p>
            <a:pPr marL="342900" marR="0" lvl="0" indent="-342900" algn="l" defTabSz="914400" rtl="0" eaLnBrk="1" fontAlgn="auto" latinLnBrk="0" hangingPunct="1">
              <a:lnSpc>
                <a:spcPct val="100000"/>
              </a:lnSpc>
              <a:spcBef>
                <a:spcPts val="0"/>
              </a:spcBef>
              <a:spcAft>
                <a:spcPts val="0"/>
              </a:spcAft>
              <a:buClr>
                <a:srgbClr val="FFC000"/>
              </a:buClr>
              <a:buSzTx/>
              <a:buFont typeface="+mj-lt"/>
              <a:buAutoNum type="arabicPeriod"/>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Signature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8D320889-7EA0-220E-06E5-D83D4E87D32C}"/>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5"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366115436"/>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281994-AC28-A9FA-42C3-307017408580}"/>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F41876E1-B322-7126-9B70-52B01A876D10}"/>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0A02FC7-38E1-E18A-0E94-E8588512628F}"/>
              </a:ext>
            </a:extLst>
          </p:cNvPr>
          <p:cNvSpPr>
            <a:spLocks noGrp="1"/>
          </p:cNvSpPr>
          <p:nvPr>
            <p:ph type="title"/>
          </p:nvPr>
        </p:nvSpPr>
        <p:spPr>
          <a:xfrm>
            <a:off x="562896" y="311914"/>
            <a:ext cx="11141423" cy="315912"/>
          </a:xfrm>
        </p:spPr>
        <p:txBody>
          <a:bodyPr>
            <a:noAutofit/>
          </a:bodyPr>
          <a:lstStyle/>
          <a:p>
            <a:r>
              <a:rPr lang="en-US" sz="2400" b="1" dirty="0">
                <a:solidFill>
                  <a:schemeClr val="bg1"/>
                </a:solidFill>
              </a:rPr>
              <a:t>Q. Where JWT token reside in the request?</a:t>
            </a:r>
          </a:p>
        </p:txBody>
      </p:sp>
      <p:pic>
        <p:nvPicPr>
          <p:cNvPr id="3" name="Picture 2" descr="A person with a beard&#10;&#10;Description automatically generated">
            <a:extLst>
              <a:ext uri="{FF2B5EF4-FFF2-40B4-BE49-F238E27FC236}">
                <a16:creationId xmlns:a16="http://schemas.microsoft.com/office/drawing/2014/main" id="{AECFDE66-2D53-779E-C9E9-FE54713C84C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5" name="Picture 2" descr="Generate OAuth Bearer Token">
            <a:extLst>
              <a:ext uri="{FF2B5EF4-FFF2-40B4-BE49-F238E27FC236}">
                <a16:creationId xmlns:a16="http://schemas.microsoft.com/office/drawing/2014/main" id="{C45686F3-1228-5745-E3A1-E61DC1824519}"/>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r="9622"/>
          <a:stretch/>
        </p:blipFill>
        <p:spPr bwMode="auto">
          <a:xfrm>
            <a:off x="3796023" y="1233130"/>
            <a:ext cx="7788929" cy="4780893"/>
          </a:xfrm>
          <a:prstGeom prst="rect">
            <a:avLst/>
          </a:prstGeom>
          <a:noFill/>
          <a:ln>
            <a:solidFill>
              <a:schemeClr val="bg1">
                <a:lumMod val="85000"/>
              </a:schemeClr>
            </a:solidFill>
          </a:ln>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6247BFA8-2A55-B533-22E9-E25C35B71E30}"/>
              </a:ext>
            </a:extLst>
          </p:cNvPr>
          <p:cNvSpPr txBox="1"/>
          <p:nvPr/>
        </p:nvSpPr>
        <p:spPr>
          <a:xfrm>
            <a:off x="562895" y="1233130"/>
            <a:ext cx="2853965"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 REQUEST HEADER. </a:t>
            </a:r>
          </a:p>
        </p:txBody>
      </p:sp>
      <p:sp>
        <p:nvSpPr>
          <p:cNvPr id="19" name="Rectangle 18">
            <a:extLst>
              <a:ext uri="{FF2B5EF4-FFF2-40B4-BE49-F238E27FC236}">
                <a16:creationId xmlns:a16="http://schemas.microsoft.com/office/drawing/2014/main" id="{8256DD90-05F1-9B54-E920-9876EBAFC9B3}"/>
              </a:ext>
            </a:extLst>
          </p:cNvPr>
          <p:cNvSpPr/>
          <p:nvPr/>
        </p:nvSpPr>
        <p:spPr>
          <a:xfrm>
            <a:off x="5346700" y="1803400"/>
            <a:ext cx="1079500" cy="393700"/>
          </a:xfrm>
          <a:prstGeom prst="rect">
            <a:avLst/>
          </a:prstGeom>
          <a:noFill/>
          <a:ln w="190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8DAA871B-AB37-B00F-BD04-8E6E5237E2D2}"/>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5"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700543541"/>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12" name="Diagram 11">
            <a:extLst>
              <a:ext uri="{FF2B5EF4-FFF2-40B4-BE49-F238E27FC236}">
                <a16:creationId xmlns:a16="http://schemas.microsoft.com/office/drawing/2014/main" id="{038C12E3-B90B-4005-A4FE-03616D3C7B21}"/>
              </a:ext>
            </a:extLst>
          </p:cNvPr>
          <p:cNvGraphicFramePr/>
          <p:nvPr>
            <p:extLst>
              <p:ext uri="{D42A27DB-BD31-4B8C-83A1-F6EECF244321}">
                <p14:modId xmlns:p14="http://schemas.microsoft.com/office/powerpoint/2010/main" val="467882101"/>
              </p:ext>
            </p:extLst>
          </p:nvPr>
        </p:nvGraphicFramePr>
        <p:xfrm>
          <a:off x="238278" y="719666"/>
          <a:ext cx="8257540" cy="5418667"/>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5" name="Graphic 4" descr="Lightbulb with solid fill">
            <a:extLst>
              <a:ext uri="{FF2B5EF4-FFF2-40B4-BE49-F238E27FC236}">
                <a16:creationId xmlns:a16="http://schemas.microsoft.com/office/drawing/2014/main" id="{861C82E0-D4D9-B66C-D13D-E3179A2F24B5}"/>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21464" y="1629399"/>
            <a:ext cx="1009628" cy="1009628"/>
          </a:xfrm>
          <a:prstGeom prst="rect">
            <a:avLst/>
          </a:prstGeom>
        </p:spPr>
      </p:pic>
      <p:sp>
        <p:nvSpPr>
          <p:cNvPr id="6" name="TextBox 5">
            <a:extLst>
              <a:ext uri="{FF2B5EF4-FFF2-40B4-BE49-F238E27FC236}">
                <a16:creationId xmlns:a16="http://schemas.microsoft.com/office/drawing/2014/main" id="{82CD1019-7CDA-1726-3733-3D7FB4E57FA4}"/>
              </a:ext>
            </a:extLst>
          </p:cNvPr>
          <p:cNvSpPr txBox="1"/>
          <p:nvPr/>
        </p:nvSpPr>
        <p:spPr>
          <a:xfrm>
            <a:off x="10342731" y="6373174"/>
            <a:ext cx="1972639" cy="307777"/>
          </a:xfrm>
          <a:prstGeom prst="rect">
            <a:avLst/>
          </a:prstGeom>
          <a:noFill/>
        </p:spPr>
        <p:txBody>
          <a:bodyPr wrap="square">
            <a:spAutoFit/>
          </a:bodyPr>
          <a:lstStyle/>
          <a:p>
            <a:r>
              <a:rPr lang="en-US" sz="1400" dirty="0">
                <a:hlinkClick r:id="rId11" action="ppaction://hlinksldjump"/>
              </a:rPr>
              <a:t>Back to main index</a:t>
            </a:r>
            <a:endParaRPr lang="en-IN" sz="1400" dirty="0"/>
          </a:p>
        </p:txBody>
      </p:sp>
    </p:spTree>
    <p:extLst>
      <p:ext uri="{BB962C8B-B14F-4D97-AF65-F5344CB8AC3E}">
        <p14:creationId xmlns:p14="http://schemas.microsoft.com/office/powerpoint/2010/main" val="2522741367"/>
      </p:ext>
    </p:extLst>
  </p:cSld>
  <p:clrMapOvr>
    <a:overrideClrMapping bg1="dk1" tx1="lt1" bg2="dk2" tx2="lt2" accent1="accent1" accent2="accent2" accent3="accent3" accent4="accent4" accent5="accent5" accent6="accent6" hlink="hlink" folHlink="folHlink"/>
  </p:clrMapOvr>
</p:sld>
</file>

<file path=ppt/slides/slide355.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01207" y="1545527"/>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902010"/>
            <a:ext cx="8910916" cy="397031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happens if a break statement is not used with case of a switch statement?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the use of the default case in a switch statement?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Can the body of an if statement be empty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Can you nest if statements within switch statements and vice versa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Can you have an else statement without an if statement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Can a Java program run without JDK or JRE or JVM installed on the system?</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What data type would you use to store a single character?</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Q. What is the default value of a local variable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Q. What is the default value of instance variables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Q. What keyword is used to declare a constant variable?</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181923"/>
            <a:ext cx="10515600" cy="1325563"/>
          </a:xfrm>
        </p:spPr>
        <p:txBody>
          <a:bodyPr>
            <a:normAutofit/>
          </a:bodyPr>
          <a:lstStyle/>
          <a:p>
            <a:r>
              <a:rPr lang="en-US" b="1" dirty="0">
                <a:solidFill>
                  <a:srgbClr val="FFFF00"/>
                </a:solidFill>
              </a:rPr>
              <a:t>Mock Interview</a:t>
            </a:r>
            <a:br>
              <a:rPr lang="en-US" b="1" dirty="0">
                <a:solidFill>
                  <a:srgbClr val="FFFF00"/>
                </a:solidFill>
              </a:rPr>
            </a:br>
            <a:r>
              <a:rPr lang="en-US" sz="3100" b="1" dirty="0"/>
              <a:t>Java-Basics, Variables &amp; Data types, Operators, Control statements</a:t>
            </a:r>
            <a:endParaRPr lang="en-IN" sz="3100"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13">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6" name="Graphic 5" descr="Lightbulb with solid fill">
            <a:extLst>
              <a:ext uri="{FF2B5EF4-FFF2-40B4-BE49-F238E27FC236}">
                <a16:creationId xmlns:a16="http://schemas.microsoft.com/office/drawing/2014/main" id="{40B77EF7-3DBC-158B-A599-20A0C725FB02}"/>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3775249" y="282107"/>
            <a:ext cx="623134" cy="623134"/>
          </a:xfrm>
          <a:prstGeom prst="rect">
            <a:avLst/>
          </a:prstGeom>
        </p:spPr>
      </p:pic>
      <p:sp>
        <p:nvSpPr>
          <p:cNvPr id="10" name="TextBox 9">
            <a:extLst>
              <a:ext uri="{FF2B5EF4-FFF2-40B4-BE49-F238E27FC236}">
                <a16:creationId xmlns:a16="http://schemas.microsoft.com/office/drawing/2014/main" id="{020A8371-31A5-EE36-8D45-5774E1044827}"/>
              </a:ext>
            </a:extLst>
          </p:cNvPr>
          <p:cNvSpPr txBox="1"/>
          <p:nvPr/>
        </p:nvSpPr>
        <p:spPr>
          <a:xfrm>
            <a:off x="10342731" y="6373174"/>
            <a:ext cx="1972639" cy="307777"/>
          </a:xfrm>
          <a:prstGeom prst="rect">
            <a:avLst/>
          </a:prstGeom>
          <a:noFill/>
        </p:spPr>
        <p:txBody>
          <a:bodyPr wrap="square">
            <a:spAutoFit/>
          </a:bodyPr>
          <a:lstStyle/>
          <a:p>
            <a:r>
              <a:rPr lang="en-US" sz="1400" dirty="0">
                <a:hlinkClick r:id="rId16" action="ppaction://hlinksldjump"/>
              </a:rPr>
              <a:t>Back to main index</a:t>
            </a:r>
            <a:endParaRPr lang="en-IN" sz="1400" dirty="0"/>
          </a:p>
        </p:txBody>
      </p:sp>
    </p:spTree>
    <p:extLst>
      <p:ext uri="{BB962C8B-B14F-4D97-AF65-F5344CB8AC3E}">
        <p14:creationId xmlns:p14="http://schemas.microsoft.com/office/powerpoint/2010/main" val="1365864259"/>
      </p:ext>
    </p:extLst>
  </p:cSld>
  <p:clrMapOvr>
    <a:overrideClrMapping bg1="dk1" tx1="lt1" bg2="dk2" tx2="lt2" accent1="accent1" accent2="accent2" accent3="accent3" accent4="accent4" accent5="accent5" accent6="accent6" hlink="hlink" folHlink="folHlink"/>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happens if a break statement is not used </a:t>
            </a:r>
            <a:r>
              <a:rPr lang="en-US" sz="2400" b="1" dirty="0">
                <a:solidFill>
                  <a:schemeClr val="bg1"/>
                </a:solidFill>
                <a:ea typeface="+mn-ea"/>
                <a:cs typeface="+mn-cs"/>
              </a:rPr>
              <a:t>with</a:t>
            </a:r>
            <a:r>
              <a:rPr kumimoji="0" lang="en-US" sz="2400" b="1" i="0" u="none" strike="noStrike" kern="1200" cap="none" spc="0" normalizeH="0" baseline="0" noProof="0" dirty="0">
                <a:ln>
                  <a:noFill/>
                </a:ln>
                <a:solidFill>
                  <a:schemeClr val="bg1"/>
                </a:solidFill>
                <a:effectLst/>
                <a:uLnTx/>
                <a:uFillTx/>
                <a:ea typeface="+mn-ea"/>
                <a:cs typeface="+mn-cs"/>
              </a:rPr>
              <a:t> case of a switch statement?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If a break is missing in a switch case, the code runs into the </a:t>
            </a:r>
            <a:r>
              <a:rPr kumimoji="0" lang="en-US" sz="1800" b="1" i="0" u="none" strike="noStrike" kern="1200" cap="none" spc="0" normalizeH="0" baseline="0" noProof="0" dirty="0">
                <a:ln>
                  <a:noFill/>
                </a:ln>
                <a:solidFill>
                  <a:prstClr val="black"/>
                </a:solidFill>
                <a:effectLst/>
                <a:uLnTx/>
                <a:uFillTx/>
                <a:latin typeface="Söhne"/>
                <a:ea typeface="+mn-ea"/>
                <a:cs typeface="+mn-cs"/>
              </a:rPr>
              <a:t>next cases until a break or the switch ends</a:t>
            </a:r>
            <a:r>
              <a:rPr kumimoji="0" lang="en-US" sz="1800" b="0" i="0" u="none" strike="noStrike" kern="1200" cap="none" spc="0" normalizeH="0" baseline="0" noProof="0" dirty="0">
                <a:ln>
                  <a:noFill/>
                </a:ln>
                <a:solidFill>
                  <a:prstClr val="black"/>
                </a:solidFill>
                <a:effectLst/>
                <a:uLnTx/>
                <a:uFillTx/>
                <a:latin typeface="Söhne"/>
                <a:ea typeface="+mn-ea"/>
                <a:cs typeface="+mn-cs"/>
              </a:rPr>
              <a:t>. This is called "fall-through."</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 name="Graphic 4" descr="Lightbulb with solid fill">
            <a:extLst>
              <a:ext uri="{FF2B5EF4-FFF2-40B4-BE49-F238E27FC236}">
                <a16:creationId xmlns:a16="http://schemas.microsoft.com/office/drawing/2014/main" id="{7FC30DE9-3563-519B-8501-E8709CDA1DA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298899" y="104513"/>
            <a:ext cx="623134" cy="623134"/>
          </a:xfrm>
          <a:prstGeom prst="rect">
            <a:avLst/>
          </a:prstGeom>
        </p:spPr>
      </p:pic>
      <p:sp>
        <p:nvSpPr>
          <p:cNvPr id="7" name="Rectangle 6">
            <a:extLst>
              <a:ext uri="{FF2B5EF4-FFF2-40B4-BE49-F238E27FC236}">
                <a16:creationId xmlns:a16="http://schemas.microsoft.com/office/drawing/2014/main" id="{BC6214E1-42C2-82BD-95A5-8E10086A0D51}"/>
              </a:ext>
            </a:extLst>
          </p:cNvPr>
          <p:cNvSpPr/>
          <p:nvPr/>
        </p:nvSpPr>
        <p:spPr>
          <a:xfrm>
            <a:off x="6510206" y="1149147"/>
            <a:ext cx="5254115" cy="481523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day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switch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day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"Monday"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"Tuesday"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"Wednesday"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"Thursday"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"Friday"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default: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"Weekend"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Wednesday Thursday Friday Weekend</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TextBox 3">
            <a:extLst>
              <a:ext uri="{FF2B5EF4-FFF2-40B4-BE49-F238E27FC236}">
                <a16:creationId xmlns:a16="http://schemas.microsoft.com/office/drawing/2014/main" id="{9B33963A-BB3F-F71F-4F3A-A319282ECB35}"/>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146075380"/>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use of the default case in a switch statement?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The default case runs when </a:t>
            </a:r>
            <a:r>
              <a:rPr kumimoji="0" lang="en-US" sz="1800" b="1" i="0" u="none" strike="noStrike" kern="1200" cap="none" spc="0" normalizeH="0" baseline="0" noProof="0" dirty="0">
                <a:ln>
                  <a:noFill/>
                </a:ln>
                <a:solidFill>
                  <a:prstClr val="black"/>
                </a:solidFill>
                <a:effectLst/>
                <a:uLnTx/>
                <a:uFillTx/>
                <a:latin typeface="Söhne"/>
                <a:ea typeface="+mn-ea"/>
                <a:cs typeface="+mn-cs"/>
              </a:rPr>
              <a:t>none of the other cases match</a:t>
            </a:r>
            <a:r>
              <a:rPr kumimoji="0" lang="en-US" sz="1800" b="0" i="0" u="none" strike="noStrike" kern="1200" cap="none" spc="0" normalizeH="0" baseline="0" noProof="0" dirty="0">
                <a:ln>
                  <a:noFill/>
                </a:ln>
                <a:solidFill>
                  <a:prstClr val="black"/>
                </a:solidFill>
                <a:effectLst/>
                <a:uLnTx/>
                <a:uFillTx/>
                <a:latin typeface="Söhne"/>
                <a:ea typeface="+mn-ea"/>
                <a:cs typeface="+mn-cs"/>
              </a:rPr>
              <a:t>, ensuring something happens for unmatched values.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 name="Graphic 4" descr="Lightbulb with solid fill">
            <a:extLst>
              <a:ext uri="{FF2B5EF4-FFF2-40B4-BE49-F238E27FC236}">
                <a16:creationId xmlns:a16="http://schemas.microsoft.com/office/drawing/2014/main" id="{D20DAEF8-7886-8177-C09F-749260B6048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626957" y="104513"/>
            <a:ext cx="623134" cy="623134"/>
          </a:xfrm>
          <a:prstGeom prst="rect">
            <a:avLst/>
          </a:prstGeom>
        </p:spPr>
      </p:pic>
      <p:sp>
        <p:nvSpPr>
          <p:cNvPr id="11" name="Rectangle 10">
            <a:extLst>
              <a:ext uri="{FF2B5EF4-FFF2-40B4-BE49-F238E27FC236}">
                <a16:creationId xmlns:a16="http://schemas.microsoft.com/office/drawing/2014/main" id="{AFA4EC61-FDE3-DD05-FF03-B8E36CFB6661}"/>
              </a:ext>
            </a:extLst>
          </p:cNvPr>
          <p:cNvSpPr/>
          <p:nvPr/>
        </p:nvSpPr>
        <p:spPr>
          <a:xfrm>
            <a:off x="6510206" y="1149147"/>
            <a:ext cx="4652599" cy="449163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9CDCFE"/>
                </a:solidFill>
                <a:effectLst/>
                <a:highlight>
                  <a:srgbClr val="000000"/>
                </a:highlight>
                <a:uLnTx/>
                <a:uFillTx/>
                <a:latin typeface="Consolas" panose="020B0609020204030204" pitchFamily="49" charset="0"/>
                <a:ea typeface="+mn-ea"/>
                <a:cs typeface="+mn-cs"/>
              </a:rPr>
              <a:t>day</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B5CEA8"/>
                </a:solidFill>
                <a:effectLst/>
                <a:highlight>
                  <a:srgbClr val="000000"/>
                </a:highlight>
                <a:uLnTx/>
                <a:uFillTx/>
                <a:latin typeface="Consolas" panose="020B0609020204030204" pitchFamily="49" charset="0"/>
                <a:ea typeface="+mn-ea"/>
                <a:cs typeface="+mn-cs"/>
              </a:rPr>
              <a:t>3</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C586C0"/>
                </a:solidFill>
                <a:effectLst/>
                <a:highlight>
                  <a:srgbClr val="000000"/>
                </a:highlight>
                <a:uLnTx/>
                <a:uFillTx/>
                <a:latin typeface="Consolas" panose="020B0609020204030204" pitchFamily="49" charset="0"/>
                <a:ea typeface="+mn-ea"/>
                <a:cs typeface="+mn-cs"/>
              </a:rPr>
              <a:t>switch</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9CDCFE"/>
                </a:solidFill>
                <a:effectLst/>
                <a:highlight>
                  <a:srgbClr val="000000"/>
                </a:highlight>
                <a:uLnTx/>
                <a:uFillTx/>
                <a:latin typeface="Consolas" panose="020B0609020204030204" pitchFamily="49" charset="0"/>
                <a:ea typeface="+mn-ea"/>
                <a:cs typeface="+mn-cs"/>
              </a:rPr>
              <a:t>day</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B5CEA8"/>
                </a:solidFill>
                <a:effectLst/>
                <a:highlight>
                  <a:srgbClr val="000000"/>
                </a:highlight>
                <a:uLnTx/>
                <a:uFillTx/>
                <a:latin typeface="Consolas" panose="020B0609020204030204" pitchFamily="49" charset="0"/>
                <a:ea typeface="+mn-ea"/>
                <a:cs typeface="+mn-cs"/>
              </a:rPr>
              <a:t>1</a:t>
            </a:r>
            <a:r>
              <a:rPr kumimoji="0" lang="en-IN" sz="1500" b="0" i="0" u="none" strike="noStrike" kern="1200" cap="none" spc="0" normalizeH="0" baseline="0" noProof="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CE9178"/>
                </a:solidFill>
                <a:effectLst/>
                <a:highlight>
                  <a:srgbClr val="000000"/>
                </a:highlight>
                <a:uLnTx/>
                <a:uFillTx/>
                <a:latin typeface="Consolas" panose="020B0609020204030204" pitchFamily="49" charset="0"/>
                <a:ea typeface="+mn-ea"/>
                <a:cs typeface="+mn-cs"/>
              </a:rPr>
              <a:t>"Monday"</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B5CEA8"/>
                </a:solidFill>
                <a:effectLst/>
                <a:highlight>
                  <a:srgbClr val="000000"/>
                </a:highlight>
                <a:uLnTx/>
                <a:uFillTx/>
                <a:latin typeface="Consolas" panose="020B0609020204030204" pitchFamily="49" charset="0"/>
                <a:ea typeface="+mn-ea"/>
                <a:cs typeface="+mn-cs"/>
              </a:rPr>
              <a:t>2</a:t>
            </a:r>
            <a:r>
              <a:rPr kumimoji="0" lang="en-IN" sz="1500" b="0" i="0" u="none" strike="noStrike" kern="1200" cap="none" spc="0" normalizeH="0" baseline="0" noProof="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CE9178"/>
                </a:solidFill>
                <a:effectLst/>
                <a:highlight>
                  <a:srgbClr val="000000"/>
                </a:highlight>
                <a:uLnTx/>
                <a:uFillTx/>
                <a:latin typeface="Consolas" panose="020B0609020204030204" pitchFamily="49" charset="0"/>
                <a:ea typeface="+mn-ea"/>
                <a:cs typeface="+mn-cs"/>
              </a:rPr>
              <a:t>"Tuesday"</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B5CEA8"/>
                </a:solidFill>
                <a:effectLst/>
                <a:highlight>
                  <a:srgbClr val="000000"/>
                </a:highlight>
                <a:uLnTx/>
                <a:uFillTx/>
                <a:latin typeface="Consolas" panose="020B0609020204030204" pitchFamily="49" charset="0"/>
                <a:ea typeface="+mn-ea"/>
                <a:cs typeface="+mn-cs"/>
              </a:rPr>
              <a:t>3</a:t>
            </a:r>
            <a:r>
              <a:rPr kumimoji="0" lang="en-IN" sz="1500" b="0" i="0" u="none" strike="noStrike" kern="1200" cap="none" spc="0" normalizeH="0" baseline="0" noProof="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CE9178"/>
                </a:solidFill>
                <a:effectLst/>
                <a:highlight>
                  <a:srgbClr val="000000"/>
                </a:highlight>
                <a:uLnTx/>
                <a:uFillTx/>
                <a:latin typeface="Consolas" panose="020B0609020204030204" pitchFamily="49" charset="0"/>
                <a:ea typeface="+mn-ea"/>
                <a:cs typeface="+mn-cs"/>
              </a:rPr>
              <a:t>"Wednesday"</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B5CEA8"/>
                </a:solidFill>
                <a:effectLst/>
                <a:highlight>
                  <a:srgbClr val="000000"/>
                </a:highlight>
                <a:uLnTx/>
                <a:uFillTx/>
                <a:latin typeface="Consolas" panose="020B0609020204030204" pitchFamily="49" charset="0"/>
                <a:ea typeface="+mn-ea"/>
                <a:cs typeface="+mn-cs"/>
              </a:rPr>
              <a:t>4</a:t>
            </a:r>
            <a:r>
              <a:rPr kumimoji="0" lang="en-IN" sz="1500" b="0" i="0" u="none" strike="noStrike" kern="1200" cap="none" spc="0" normalizeH="0" baseline="0" noProof="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CE9178"/>
                </a:solidFill>
                <a:effectLst/>
                <a:highlight>
                  <a:srgbClr val="000000"/>
                </a:highlight>
                <a:uLnTx/>
                <a:uFillTx/>
                <a:latin typeface="Consolas" panose="020B0609020204030204" pitchFamily="49" charset="0"/>
                <a:ea typeface="+mn-ea"/>
                <a:cs typeface="+mn-cs"/>
              </a:rPr>
              <a:t>"Thursday"</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B5CEA8"/>
                </a:solidFill>
                <a:effectLst/>
                <a:highlight>
                  <a:srgbClr val="000000"/>
                </a:highlight>
                <a:uLnTx/>
                <a:uFillTx/>
                <a:latin typeface="Consolas" panose="020B0609020204030204" pitchFamily="49" charset="0"/>
                <a:ea typeface="+mn-ea"/>
                <a:cs typeface="+mn-cs"/>
              </a:rPr>
              <a:t>5</a:t>
            </a:r>
            <a:r>
              <a:rPr kumimoji="0" lang="en-IN" sz="1500" b="0" i="0" u="none" strike="noStrike" kern="1200" cap="none" spc="0" normalizeH="0" baseline="0" noProof="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CE9178"/>
                </a:solidFill>
                <a:effectLst/>
                <a:highlight>
                  <a:srgbClr val="000000"/>
                </a:highlight>
                <a:uLnTx/>
                <a:uFillTx/>
                <a:latin typeface="Consolas" panose="020B0609020204030204" pitchFamily="49" charset="0"/>
                <a:ea typeface="+mn-ea"/>
                <a:cs typeface="+mn-cs"/>
              </a:rPr>
              <a:t>"Friday"</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C586C0"/>
                </a:solidFill>
                <a:effectLst/>
                <a:highlight>
                  <a:srgbClr val="000000"/>
                </a:highlight>
                <a:uLnTx/>
                <a:uFillTx/>
                <a:latin typeface="Consolas" panose="020B0609020204030204" pitchFamily="49" charset="0"/>
                <a:ea typeface="+mn-ea"/>
                <a:cs typeface="+mn-cs"/>
              </a:rPr>
              <a:t>default:</a:t>
            </a:r>
            <a:endPar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a:ln>
                  <a:noFill/>
                </a:ln>
                <a:solidFill>
                  <a:srgbClr val="CE9178"/>
                </a:solidFill>
                <a:effectLst/>
                <a:highlight>
                  <a:srgbClr val="000000"/>
                </a:highlight>
                <a:uLnTx/>
                <a:uFillTx/>
                <a:latin typeface="Consolas" panose="020B0609020204030204" pitchFamily="49" charset="0"/>
                <a:ea typeface="+mn-ea"/>
                <a:cs typeface="+mn-cs"/>
              </a:rPr>
              <a:t>"Weekend"</a:t>
            </a: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a:ln>
                  <a:noFill/>
                </a:ln>
                <a:solidFill>
                  <a:srgbClr val="FFFFFF"/>
                </a:solidFill>
                <a:effectLst/>
                <a:highlight>
                  <a:srgbClr val="000000"/>
                </a:highlight>
                <a:uLnTx/>
                <a:uFillTx/>
                <a:latin typeface="Consolas" panose="020B0609020204030204" pitchFamily="49" charset="0"/>
                <a:ea typeface="+mn-ea"/>
                <a:cs typeface="+mn-cs"/>
              </a:rPr>
              <a:t>  }</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TextBox 3">
            <a:extLst>
              <a:ext uri="{FF2B5EF4-FFF2-40B4-BE49-F238E27FC236}">
                <a16:creationId xmlns:a16="http://schemas.microsoft.com/office/drawing/2014/main" id="{34643603-794C-ED79-8094-BA010102557A}"/>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032994731"/>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the body of an if statement be empty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Söhne"/>
                <a:ea typeface="+mn-ea"/>
                <a:cs typeface="+mn-cs"/>
              </a:rPr>
              <a:t>Yes</a:t>
            </a:r>
            <a:r>
              <a:rPr kumimoji="0" lang="en-US" sz="1800" b="0" i="0" u="none" strike="noStrike" kern="1200" cap="none" spc="0" normalizeH="0" baseline="0" noProof="0" dirty="0">
                <a:ln>
                  <a:noFill/>
                </a:ln>
                <a:solidFill>
                  <a:prstClr val="black"/>
                </a:solidFill>
                <a:effectLst/>
                <a:uLnTx/>
                <a:uFillTx/>
                <a:latin typeface="Söhne"/>
                <a:ea typeface="+mn-ea"/>
                <a:cs typeface="+mn-cs"/>
              </a:rPr>
              <a:t>, an if statement can have an empty body. It will simply do nothing if the condition is true.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DD60CF5-F0B0-2AFB-FAB1-A1E5B8480243}"/>
              </a:ext>
            </a:extLst>
          </p:cNvPr>
          <p:cNvSpPr/>
          <p:nvPr/>
        </p:nvSpPr>
        <p:spPr>
          <a:xfrm>
            <a:off x="6510206" y="1156503"/>
            <a:ext cx="5163238" cy="308298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&gt;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Empty if body</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else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pic>
        <p:nvPicPr>
          <p:cNvPr id="5" name="Graphic 4" descr="Lightbulb with solid fill">
            <a:extLst>
              <a:ext uri="{FF2B5EF4-FFF2-40B4-BE49-F238E27FC236}">
                <a16:creationId xmlns:a16="http://schemas.microsoft.com/office/drawing/2014/main" id="{F7E9E819-03FB-5735-9EB1-40850BADF168}"/>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724432" y="104513"/>
            <a:ext cx="623134" cy="623134"/>
          </a:xfrm>
          <a:prstGeom prst="rect">
            <a:avLst/>
          </a:prstGeom>
        </p:spPr>
      </p:pic>
      <p:sp>
        <p:nvSpPr>
          <p:cNvPr id="4" name="TextBox 3">
            <a:extLst>
              <a:ext uri="{FF2B5EF4-FFF2-40B4-BE49-F238E27FC236}">
                <a16:creationId xmlns:a16="http://schemas.microsoft.com/office/drawing/2014/main" id="{2AC66B59-36FC-182A-BC5F-E472B9BE3AE8}"/>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630543270"/>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you nest if statements within switch statements and vice versa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Söhne"/>
                <a:ea typeface="+mn-ea"/>
                <a:cs typeface="+mn-cs"/>
              </a:rPr>
              <a:t>Yes</a:t>
            </a:r>
            <a:r>
              <a:rPr kumimoji="0" lang="en-US" sz="1800" b="0" i="0" u="none" strike="noStrike" kern="1200" cap="none" spc="0" normalizeH="0" baseline="0" noProof="0" dirty="0">
                <a:ln>
                  <a:noFill/>
                </a:ln>
                <a:solidFill>
                  <a:prstClr val="black"/>
                </a:solidFill>
                <a:effectLst/>
                <a:uLnTx/>
                <a:uFillTx/>
                <a:latin typeface="Söhne"/>
                <a:ea typeface="+mn-ea"/>
                <a:cs typeface="+mn-cs"/>
              </a:rPr>
              <a:t>, we can nest if statements within switch statements and vice versa.</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DD60CF5-F0B0-2AFB-FAB1-A1E5B8480243}"/>
              </a:ext>
            </a:extLst>
          </p:cNvPr>
          <p:cNvSpPr/>
          <p:nvPr/>
        </p:nvSpPr>
        <p:spPr>
          <a:xfrm>
            <a:off x="6249933" y="1156503"/>
            <a:ext cx="5602905" cy="470990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category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switch</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category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if</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&gt;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"Category A: &gt;5"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else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"Category A: &lt;=5&gt;"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break</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case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"B"</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"Category B"</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break</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default:</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"Unknown category"</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break</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pic>
        <p:nvPicPr>
          <p:cNvPr id="5" name="Graphic 4" descr="Lightbulb with solid fill">
            <a:extLst>
              <a:ext uri="{FF2B5EF4-FFF2-40B4-BE49-F238E27FC236}">
                <a16:creationId xmlns:a16="http://schemas.microsoft.com/office/drawing/2014/main" id="{F7E9E819-03FB-5735-9EB1-40850BADF168}"/>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740764" y="104513"/>
            <a:ext cx="623134" cy="623134"/>
          </a:xfrm>
          <a:prstGeom prst="rect">
            <a:avLst/>
          </a:prstGeom>
        </p:spPr>
      </p:pic>
      <p:sp>
        <p:nvSpPr>
          <p:cNvPr id="4" name="TextBox 3">
            <a:extLst>
              <a:ext uri="{FF2B5EF4-FFF2-40B4-BE49-F238E27FC236}">
                <a16:creationId xmlns:a16="http://schemas.microsoft.com/office/drawing/2014/main" id="{DF016BD1-E15A-A2B2-3891-F13A5E384A27}"/>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240264134"/>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you have an else statement without an if statement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Söhne"/>
                <a:ea typeface="+mn-ea"/>
                <a:cs typeface="+mn-cs"/>
              </a:rPr>
              <a:t>No</a:t>
            </a:r>
            <a:r>
              <a:rPr kumimoji="0" lang="en-US" sz="1800" b="0" i="0" u="none" strike="noStrike" kern="1200" cap="none" spc="0" normalizeH="0" baseline="0" noProof="0" dirty="0">
                <a:ln>
                  <a:noFill/>
                </a:ln>
                <a:solidFill>
                  <a:prstClr val="black"/>
                </a:solidFill>
                <a:effectLst/>
                <a:uLnTx/>
                <a:uFillTx/>
                <a:latin typeface="Söhne"/>
                <a:ea typeface="+mn-ea"/>
                <a:cs typeface="+mn-cs"/>
              </a:rPr>
              <a:t>, you cannot have an else statement without a preceding if statement in Java.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 name="Graphic 4" descr="Lightbulb with solid fill">
            <a:extLst>
              <a:ext uri="{FF2B5EF4-FFF2-40B4-BE49-F238E27FC236}">
                <a16:creationId xmlns:a16="http://schemas.microsoft.com/office/drawing/2014/main" id="{2FB25E4F-9C7E-E792-4418-1076B3300A3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398849" y="104513"/>
            <a:ext cx="623134" cy="623134"/>
          </a:xfrm>
          <a:prstGeom prst="rect">
            <a:avLst/>
          </a:prstGeom>
        </p:spPr>
      </p:pic>
      <p:sp>
        <p:nvSpPr>
          <p:cNvPr id="4" name="TextBox 3">
            <a:extLst>
              <a:ext uri="{FF2B5EF4-FFF2-40B4-BE49-F238E27FC236}">
                <a16:creationId xmlns:a16="http://schemas.microsoft.com/office/drawing/2014/main" id="{DB5FFB4D-C14F-B15C-36DC-0B77659E306C}"/>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651728806"/>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a Java program run without JDK or JRE or JVM installed on the system?</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3" y="1090283"/>
            <a:ext cx="4767676"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Söhne"/>
                <a:ea typeface="+mn-ea"/>
                <a:cs typeface="+mn-cs"/>
              </a:rPr>
              <a:t>No</a:t>
            </a:r>
            <a:r>
              <a:rPr kumimoji="0" lang="en-US" sz="1800" b="0" i="0" u="none" strike="noStrike" kern="1200" cap="none" spc="0" normalizeH="0" baseline="0" noProof="0" dirty="0">
                <a:ln>
                  <a:noFill/>
                </a:ln>
                <a:solidFill>
                  <a:prstClr val="black"/>
                </a:solidFill>
                <a:effectLst/>
                <a:uLnTx/>
                <a:uFillTx/>
                <a:latin typeface="Söhne"/>
                <a:ea typeface="+mn-ea"/>
                <a:cs typeface="+mn-cs"/>
              </a:rPr>
              <a:t>, a Java program cannot run without the JDK or JRE or JVM installed on the system.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 name="Graphic 4" descr="Lightbulb with solid fill">
            <a:extLst>
              <a:ext uri="{FF2B5EF4-FFF2-40B4-BE49-F238E27FC236}">
                <a16:creationId xmlns:a16="http://schemas.microsoft.com/office/drawing/2014/main" id="{7FC30DE9-3563-519B-8501-E8709CDA1DA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753755" y="104513"/>
            <a:ext cx="623134" cy="623134"/>
          </a:xfrm>
          <a:prstGeom prst="rect">
            <a:avLst/>
          </a:prstGeom>
        </p:spPr>
      </p:pic>
      <p:sp>
        <p:nvSpPr>
          <p:cNvPr id="4" name="Rectangle: Rounded Corners 3">
            <a:extLst>
              <a:ext uri="{FF2B5EF4-FFF2-40B4-BE49-F238E27FC236}">
                <a16:creationId xmlns:a16="http://schemas.microsoft.com/office/drawing/2014/main" id="{103B9DBE-3B8B-9FBB-FD8A-B211FC19BD8A}"/>
              </a:ext>
            </a:extLst>
          </p:cNvPr>
          <p:cNvSpPr/>
          <p:nvPr/>
        </p:nvSpPr>
        <p:spPr>
          <a:xfrm>
            <a:off x="6096000" y="2426920"/>
            <a:ext cx="5727493" cy="3452574"/>
          </a:xfrm>
          <a:prstGeom prst="roundRect">
            <a:avLst/>
          </a:prstGeom>
          <a:solidFill>
            <a:schemeClr val="accent4">
              <a:lumMod val="20000"/>
              <a:lumOff val="80000"/>
            </a:scheme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JDK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a:t>
            </a:r>
            <a:r>
              <a:rPr kumimoji="0" lang="en-US" sz="1800" b="1" i="0" u="none" strike="noStrike" kern="1200" cap="none" spc="0" normalizeH="0" baseline="0" noProof="0" dirty="0" err="1">
                <a:ln>
                  <a:noFill/>
                </a:ln>
                <a:solidFill>
                  <a:prstClr val="black"/>
                </a:solidFill>
                <a:effectLst/>
                <a:uLnTx/>
                <a:uFillTx/>
                <a:latin typeface="Calibri" panose="020F0502020204030204"/>
                <a:ea typeface="+mn-ea"/>
                <a:cs typeface="+mn-cs"/>
              </a:rPr>
              <a:t>javac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Rounded Corners 5">
            <a:extLst>
              <a:ext uri="{FF2B5EF4-FFF2-40B4-BE49-F238E27FC236}">
                <a16:creationId xmlns:a16="http://schemas.microsoft.com/office/drawing/2014/main" id="{4EE1D0A5-99F6-AB92-55CD-A0A6F78FAF91}"/>
              </a:ext>
            </a:extLst>
          </p:cNvPr>
          <p:cNvSpPr/>
          <p:nvPr/>
        </p:nvSpPr>
        <p:spPr>
          <a:xfrm>
            <a:off x="6421615" y="3461841"/>
            <a:ext cx="5068362" cy="2174574"/>
          </a:xfrm>
          <a:prstGeom prst="roundRect">
            <a:avLst/>
          </a:prstGeom>
          <a:solidFill>
            <a:schemeClr val="accent5">
              <a:lumMod val="40000"/>
              <a:lumOff val="60000"/>
            </a:scheme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JRE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class libraries,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javaw</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etc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Rounded Corners 6">
            <a:extLst>
              <a:ext uri="{FF2B5EF4-FFF2-40B4-BE49-F238E27FC236}">
                <a16:creationId xmlns:a16="http://schemas.microsoft.com/office/drawing/2014/main" id="{D29FA3A9-935B-3DF0-959A-9AE40F024E99}"/>
              </a:ext>
            </a:extLst>
          </p:cNvPr>
          <p:cNvSpPr/>
          <p:nvPr/>
        </p:nvSpPr>
        <p:spPr>
          <a:xfrm>
            <a:off x="7082971" y="4706405"/>
            <a:ext cx="3938062" cy="629340"/>
          </a:xfrm>
          <a:prstGeom prst="roundRect">
            <a:avLst/>
          </a:prstGeom>
          <a:solidFill>
            <a:schemeClr val="accent6">
              <a:lumMod val="60000"/>
              <a:lumOff val="40000"/>
            </a:scheme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JVM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(contains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JIT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Compiler)</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Arrow: Down 7">
            <a:extLst>
              <a:ext uri="{FF2B5EF4-FFF2-40B4-BE49-F238E27FC236}">
                <a16:creationId xmlns:a16="http://schemas.microsoft.com/office/drawing/2014/main" id="{90C540B9-3436-7C14-8548-629EB59B8C70}"/>
              </a:ext>
            </a:extLst>
          </p:cNvPr>
          <p:cNvSpPr/>
          <p:nvPr/>
        </p:nvSpPr>
        <p:spPr>
          <a:xfrm>
            <a:off x="8773297" y="1994176"/>
            <a:ext cx="420130" cy="432744"/>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Arrow: Down 10">
            <a:extLst>
              <a:ext uri="{FF2B5EF4-FFF2-40B4-BE49-F238E27FC236}">
                <a16:creationId xmlns:a16="http://schemas.microsoft.com/office/drawing/2014/main" id="{B0FE6716-7C14-3CDC-104F-9BB804B4A1E8}"/>
              </a:ext>
            </a:extLst>
          </p:cNvPr>
          <p:cNvSpPr/>
          <p:nvPr/>
        </p:nvSpPr>
        <p:spPr>
          <a:xfrm>
            <a:off x="8794990" y="3032084"/>
            <a:ext cx="420130" cy="396916"/>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Arrow: Down 11">
            <a:extLst>
              <a:ext uri="{FF2B5EF4-FFF2-40B4-BE49-F238E27FC236}">
                <a16:creationId xmlns:a16="http://schemas.microsoft.com/office/drawing/2014/main" id="{D37F854F-E424-0A8E-C3FF-1B7FC40B6A44}"/>
              </a:ext>
            </a:extLst>
          </p:cNvPr>
          <p:cNvSpPr/>
          <p:nvPr/>
        </p:nvSpPr>
        <p:spPr>
          <a:xfrm>
            <a:off x="8794990" y="3863312"/>
            <a:ext cx="420130" cy="500699"/>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1883D0A9-C736-167C-E5F0-32DA05C6CDD7}"/>
              </a:ext>
            </a:extLst>
          </p:cNvPr>
          <p:cNvSpPr/>
          <p:nvPr/>
        </p:nvSpPr>
        <p:spPr>
          <a:xfrm>
            <a:off x="6096000" y="890316"/>
            <a:ext cx="5727493" cy="110229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FirstCode.java</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14" name="Rectangle 13">
            <a:extLst>
              <a:ext uri="{FF2B5EF4-FFF2-40B4-BE49-F238E27FC236}">
                <a16:creationId xmlns:a16="http://schemas.microsoft.com/office/drawing/2014/main" id="{97AFE455-560D-4BDA-8372-F9FC762FF901}"/>
              </a:ext>
            </a:extLst>
          </p:cNvPr>
          <p:cNvSpPr/>
          <p:nvPr/>
        </p:nvSpPr>
        <p:spPr>
          <a:xfrm>
            <a:off x="8167968" y="1719954"/>
            <a:ext cx="1703890" cy="272653"/>
          </a:xfrm>
          <a:prstGeom prst="rect">
            <a:avLst/>
          </a:prstGeom>
          <a:solidFill>
            <a:srgbClr val="FFFF00"/>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Java code (.java)</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C55DEBA0-693C-865F-CA82-85ED958D59CD}"/>
              </a:ext>
            </a:extLst>
          </p:cNvPr>
          <p:cNvSpPr/>
          <p:nvPr/>
        </p:nvSpPr>
        <p:spPr>
          <a:xfrm>
            <a:off x="8131125" y="4349944"/>
            <a:ext cx="1747857" cy="348473"/>
          </a:xfrm>
          <a:prstGeom prst="rect">
            <a:avLst/>
          </a:prstGeom>
          <a:solidFill>
            <a:srgbClr val="FFFF00"/>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bytecode (.class)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Arrow: Down 15">
            <a:extLst>
              <a:ext uri="{FF2B5EF4-FFF2-40B4-BE49-F238E27FC236}">
                <a16:creationId xmlns:a16="http://schemas.microsoft.com/office/drawing/2014/main" id="{25DFF10D-FAF1-83F9-FA99-EA15BC76B047}"/>
              </a:ext>
            </a:extLst>
          </p:cNvPr>
          <p:cNvSpPr/>
          <p:nvPr/>
        </p:nvSpPr>
        <p:spPr>
          <a:xfrm>
            <a:off x="8841936" y="5335745"/>
            <a:ext cx="448401" cy="939511"/>
          </a:xfrm>
          <a:prstGeom prst="downArrow">
            <a:avLst/>
          </a:prstGeom>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AED00FE8-CBB3-CEB9-232D-98A54E30FCC9}"/>
              </a:ext>
            </a:extLst>
          </p:cNvPr>
          <p:cNvSpPr/>
          <p:nvPr/>
        </p:nvSpPr>
        <p:spPr>
          <a:xfrm>
            <a:off x="6096000" y="6260741"/>
            <a:ext cx="5727493" cy="395763"/>
          </a:xfrm>
          <a:prstGeom prst="rect">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a:ln>
                  <a:noFill/>
                </a:ln>
                <a:solidFill>
                  <a:prstClr val="black"/>
                </a:solidFill>
                <a:effectLst/>
                <a:uLnTx/>
                <a:uFillTx/>
                <a:latin typeface="Consolas" panose="020B0609020204030204" pitchFamily="49" charset="0"/>
                <a:ea typeface="+mn-ea"/>
                <a:cs typeface="+mn-cs"/>
              </a:rPr>
              <a:t>Native code(machine code) (01011001 11001010)</a:t>
            </a:r>
            <a:endParaRPr kumimoji="0" lang="fr-FR" sz="1600" b="0" i="0" u="none" strike="noStrike" kern="1200" cap="none" spc="0" normalizeH="0" baseline="0" noProof="0" dirty="0">
              <a:ln>
                <a:noFill/>
              </a:ln>
              <a:solidFill>
                <a:prstClr val="black"/>
              </a:solidFill>
              <a:effectLst/>
              <a:uLnTx/>
              <a:uFillTx/>
              <a:latin typeface="Consolas" panose="020B0609020204030204" pitchFamily="49" charset="0"/>
              <a:ea typeface="+mn-ea"/>
              <a:cs typeface="+mn-cs"/>
            </a:endParaRPr>
          </a:p>
        </p:txBody>
      </p:sp>
      <p:sp>
        <p:nvSpPr>
          <p:cNvPr id="18" name="TextBox 17">
            <a:extLst>
              <a:ext uri="{FF2B5EF4-FFF2-40B4-BE49-F238E27FC236}">
                <a16:creationId xmlns:a16="http://schemas.microsoft.com/office/drawing/2014/main" id="{634E6EE5-849A-85F0-18B2-1D8886687670}"/>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569530161"/>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data type would you use to store a single character?</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Söhne"/>
                <a:ea typeface="+mn-ea"/>
                <a:cs typeface="+mn-cs"/>
              </a:rPr>
              <a:t>char</a:t>
            </a:r>
            <a:r>
              <a:rPr kumimoji="0" lang="en-US" sz="1800" b="0" i="0" u="none" strike="noStrike" kern="1200" cap="none" spc="0" normalizeH="0" baseline="0" noProof="0" dirty="0">
                <a:ln>
                  <a:noFill/>
                </a:ln>
                <a:solidFill>
                  <a:prstClr val="black"/>
                </a:solidFill>
                <a:effectLst/>
                <a:uLnTx/>
                <a:uFillTx/>
                <a:latin typeface="Söhne"/>
                <a:ea typeface="+mn-ea"/>
                <a:cs typeface="+mn-cs"/>
              </a:rPr>
              <a:t> data type is used to store a single character.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DD60CF5-F0B0-2AFB-FAB1-A1E5B8480243}"/>
              </a:ext>
            </a:extLst>
          </p:cNvPr>
          <p:cNvSpPr/>
          <p:nvPr/>
        </p:nvSpPr>
        <p:spPr>
          <a:xfrm>
            <a:off x="6510206" y="1156503"/>
            <a:ext cx="3880703" cy="215671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letter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letter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A</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5" name="Graphic 4" descr="Lightbulb with solid fill">
            <a:extLst>
              <a:ext uri="{FF2B5EF4-FFF2-40B4-BE49-F238E27FC236}">
                <a16:creationId xmlns:a16="http://schemas.microsoft.com/office/drawing/2014/main" id="{454E715E-FF04-3FFE-8A18-4F895B57355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805086" y="104513"/>
            <a:ext cx="623134" cy="623134"/>
          </a:xfrm>
          <a:prstGeom prst="rect">
            <a:avLst/>
          </a:prstGeom>
        </p:spPr>
      </p:pic>
      <p:sp>
        <p:nvSpPr>
          <p:cNvPr id="4" name="TextBox 3">
            <a:extLst>
              <a:ext uri="{FF2B5EF4-FFF2-40B4-BE49-F238E27FC236}">
                <a16:creationId xmlns:a16="http://schemas.microsoft.com/office/drawing/2014/main" id="{885ACD14-2CBA-D747-DAE5-B0E46AD19FCB}"/>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301293827"/>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default value of a local variable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Local variables in Java do not have a default value. They must be explicitly initialized before use; otherwise, the compiler will throw an error.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 name="Graphic 4" descr="Lightbulb with solid fill">
            <a:extLst>
              <a:ext uri="{FF2B5EF4-FFF2-40B4-BE49-F238E27FC236}">
                <a16:creationId xmlns:a16="http://schemas.microsoft.com/office/drawing/2014/main" id="{454E715E-FF04-3FFE-8A18-4F895B57355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021315" y="104513"/>
            <a:ext cx="623134" cy="623134"/>
          </a:xfrm>
          <a:prstGeom prst="rect">
            <a:avLst/>
          </a:prstGeom>
        </p:spPr>
      </p:pic>
      <p:sp>
        <p:nvSpPr>
          <p:cNvPr id="4" name="Rectangle 3">
            <a:extLst>
              <a:ext uri="{FF2B5EF4-FFF2-40B4-BE49-F238E27FC236}">
                <a16:creationId xmlns:a16="http://schemas.microsoft.com/office/drawing/2014/main" id="{4D75FE24-E946-9F8E-F08E-5CAA70C1D3E4}"/>
              </a:ext>
            </a:extLst>
          </p:cNvPr>
          <p:cNvSpPr/>
          <p:nvPr/>
        </p:nvSpPr>
        <p:spPr>
          <a:xfrm>
            <a:off x="7457701" y="1156503"/>
            <a:ext cx="4368729" cy="353425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VariableExample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Instance variable</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instanceVar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display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Local variable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localVar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instanceVar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localVar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TextBox 5">
            <a:extLst>
              <a:ext uri="{FF2B5EF4-FFF2-40B4-BE49-F238E27FC236}">
                <a16:creationId xmlns:a16="http://schemas.microsoft.com/office/drawing/2014/main" id="{72BE5C64-B5D1-9139-4FD8-15A6C1F299E0}"/>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541747017"/>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default value of instance variables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2523768"/>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Instance variables in Java have a default value.</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ü"/>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i</a:t>
            </a:r>
            <a:r>
              <a:rPr kumimoji="0" lang="en-US" sz="1800" b="0" i="0" u="none" strike="noStrike" kern="1200" cap="none" spc="0" normalizeH="0" baseline="0" noProof="0" dirty="0" err="1">
                <a:ln>
                  <a:noFill/>
                </a:ln>
                <a:solidFill>
                  <a:prstClr val="black"/>
                </a:solidFill>
                <a:effectLst/>
                <a:uLnTx/>
                <a:uFillTx/>
                <a:latin typeface="Söhne"/>
                <a:ea typeface="+mn-ea"/>
                <a:cs typeface="+mn-cs"/>
              </a:rPr>
              <a:t>nt</a:t>
            </a:r>
            <a:r>
              <a:rPr kumimoji="0" lang="en-US" sz="1800" b="0" i="0" u="none" strike="noStrike" kern="1200" cap="none" spc="0" normalizeH="0" baseline="0" noProof="0" dirty="0">
                <a:ln>
                  <a:noFill/>
                </a:ln>
                <a:solidFill>
                  <a:prstClr val="black"/>
                </a:solidFill>
                <a:effectLst/>
                <a:uLnTx/>
                <a:uFillTx/>
                <a:latin typeface="Söhne"/>
                <a:ea typeface="+mn-ea"/>
                <a:cs typeface="+mn-cs"/>
              </a:rPr>
              <a:t> =&gt; 0</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ü"/>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double =&gt; 0.0</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ü"/>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char =&gt; blank</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ü"/>
              <a:tabLst/>
              <a:defRPr/>
            </a:pPr>
            <a:r>
              <a:rPr kumimoji="0" lang="en-IN" sz="1800" b="0" i="0" u="none" strike="noStrike" kern="1200" cap="none" spc="0" normalizeH="0" baseline="0" noProof="0" dirty="0" err="1">
                <a:ln>
                  <a:noFill/>
                </a:ln>
                <a:solidFill>
                  <a:prstClr val="black"/>
                </a:solidFill>
                <a:effectLst/>
                <a:uLnTx/>
                <a:uFillTx/>
                <a:latin typeface="Calibri" panose="020F0502020204030204"/>
                <a:ea typeface="+mn-ea"/>
                <a:cs typeface="+mn-cs"/>
              </a:rPr>
              <a:t>boolean</a:t>
            </a: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 =&gt; false</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ü"/>
              <a:tabLst/>
              <a:defRPr/>
            </a:pP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String =&gt; null</a:t>
            </a:r>
          </a:p>
        </p:txBody>
      </p:sp>
      <p:pic>
        <p:nvPicPr>
          <p:cNvPr id="5" name="Graphic 4" descr="Lightbulb with solid fill">
            <a:extLst>
              <a:ext uri="{FF2B5EF4-FFF2-40B4-BE49-F238E27FC236}">
                <a16:creationId xmlns:a16="http://schemas.microsoft.com/office/drawing/2014/main" id="{454E715E-FF04-3FFE-8A18-4F895B57355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626001" y="104513"/>
            <a:ext cx="623134" cy="623134"/>
          </a:xfrm>
          <a:prstGeom prst="rect">
            <a:avLst/>
          </a:prstGeom>
        </p:spPr>
      </p:pic>
      <p:sp>
        <p:nvSpPr>
          <p:cNvPr id="4" name="Rectangle 3">
            <a:extLst>
              <a:ext uri="{FF2B5EF4-FFF2-40B4-BE49-F238E27FC236}">
                <a16:creationId xmlns:a16="http://schemas.microsoft.com/office/drawing/2014/main" id="{4D75FE24-E946-9F8E-F08E-5CAA70C1D3E4}"/>
              </a:ext>
            </a:extLst>
          </p:cNvPr>
          <p:cNvSpPr/>
          <p:nvPr/>
        </p:nvSpPr>
        <p:spPr>
          <a:xfrm>
            <a:off x="5869858" y="1156503"/>
            <a:ext cx="5956572" cy="559698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DefaultValues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Instance variables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doubleVar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char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charVar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boolVar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printDefaultValues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intVar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doubleVar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0.0</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charVar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boolVar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false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null</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DefaultValues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dv</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DefaultValues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dv</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printDefaultValues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TextBox 5">
            <a:extLst>
              <a:ext uri="{FF2B5EF4-FFF2-40B4-BE49-F238E27FC236}">
                <a16:creationId xmlns:a16="http://schemas.microsoft.com/office/drawing/2014/main" id="{EB67DE08-D2CB-EDD5-10AF-D68CB51EF7E4}"/>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542437823"/>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keyword is used to declare a constant variable?</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3" y="1090283"/>
            <a:ext cx="4792906"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Söhne"/>
                <a:ea typeface="+mn-ea"/>
                <a:cs typeface="+mn-cs"/>
              </a:rPr>
              <a:t>final keyword </a:t>
            </a:r>
            <a:r>
              <a:rPr kumimoji="0" lang="en-US" sz="1800" b="0" i="0" u="none" strike="noStrike" kern="1200" cap="none" spc="0" normalizeH="0" baseline="0" noProof="0" dirty="0">
                <a:ln>
                  <a:noFill/>
                </a:ln>
                <a:solidFill>
                  <a:prstClr val="black"/>
                </a:solidFill>
                <a:effectLst/>
                <a:uLnTx/>
                <a:uFillTx/>
                <a:latin typeface="Söhne"/>
                <a:ea typeface="+mn-ea"/>
                <a:cs typeface="+mn-cs"/>
              </a:rPr>
              <a:t>is used to declare a constant variable, meaning that once it has been assigned a value, it cannot be changed.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 name="Picture 6">
            <a:extLst>
              <a:ext uri="{FF2B5EF4-FFF2-40B4-BE49-F238E27FC236}">
                <a16:creationId xmlns:a16="http://schemas.microsoft.com/office/drawing/2014/main" id="{DBAC782C-7514-C256-D1A3-99E87217B574}"/>
              </a:ext>
            </a:extLst>
          </p:cNvPr>
          <p:cNvPicPr>
            <a:picLocks noChangeAspect="1"/>
          </p:cNvPicPr>
          <p:nvPr/>
        </p:nvPicPr>
        <p:blipFill rotWithShape="1">
          <a:blip r:embed="rId4"/>
          <a:srcRect l="3365" t="12447" b="13744"/>
          <a:stretch/>
        </p:blipFill>
        <p:spPr>
          <a:xfrm>
            <a:off x="7059933" y="1156503"/>
            <a:ext cx="3693227" cy="1944584"/>
          </a:xfrm>
          <a:prstGeom prst="rect">
            <a:avLst/>
          </a:prstGeom>
        </p:spPr>
      </p:pic>
      <p:pic>
        <p:nvPicPr>
          <p:cNvPr id="5" name="Graphic 4" descr="Lightbulb with solid fill">
            <a:extLst>
              <a:ext uri="{FF2B5EF4-FFF2-40B4-BE49-F238E27FC236}">
                <a16:creationId xmlns:a16="http://schemas.microsoft.com/office/drawing/2014/main" id="{41E01F95-A1C9-67B1-6493-9A8DF5C4F14C}"/>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175697" y="104513"/>
            <a:ext cx="623134" cy="623134"/>
          </a:xfrm>
          <a:prstGeom prst="rect">
            <a:avLst/>
          </a:prstGeom>
        </p:spPr>
      </p:pic>
      <p:sp>
        <p:nvSpPr>
          <p:cNvPr id="4" name="TextBox 3">
            <a:extLst>
              <a:ext uri="{FF2B5EF4-FFF2-40B4-BE49-F238E27FC236}">
                <a16:creationId xmlns:a16="http://schemas.microsoft.com/office/drawing/2014/main" id="{CAEF452A-BD97-1FEC-18D5-D0B7C85214EE}"/>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7"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521305217"/>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01207" y="1545527"/>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902010"/>
            <a:ext cx="8910916" cy="235756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How can private methods in a superclass be accessed in a subclass?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Can you explain a scenario where this keyword is required?</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would happen if you don't explicitly define a package in a Java class?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How to make a class private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happens if you define a setter method but not a getter for a class field?</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What is the difference between a field and a property in Java?</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181923"/>
            <a:ext cx="10515600" cy="1325563"/>
          </a:xfrm>
        </p:spPr>
        <p:txBody>
          <a:bodyPr>
            <a:normAutofit fontScale="90000"/>
          </a:bodyPr>
          <a:lstStyle/>
          <a:p>
            <a:r>
              <a:rPr lang="en-US" b="1" dirty="0">
                <a:solidFill>
                  <a:srgbClr val="FFFF00"/>
                </a:solidFill>
              </a:rPr>
              <a:t>Mock Interview</a:t>
            </a:r>
            <a:br>
              <a:rPr lang="en-US" b="1" dirty="0">
                <a:solidFill>
                  <a:srgbClr val="FFFF00"/>
                </a:solidFill>
              </a:rPr>
            </a:br>
            <a:r>
              <a:rPr lang="en-US" sz="3100" b="1" dirty="0"/>
              <a:t>OOPS - Classes, Objects, Access Specifiers, Getter-Setter &amp; this keyword</a:t>
            </a:r>
            <a:endParaRPr lang="en-IN" sz="3100"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5" name="Graphic 4" descr="Lightbulb with solid fill">
            <a:extLst>
              <a:ext uri="{FF2B5EF4-FFF2-40B4-BE49-F238E27FC236}">
                <a16:creationId xmlns:a16="http://schemas.microsoft.com/office/drawing/2014/main" id="{62508BA8-BCA1-DE97-7B21-D0BBD3EE8113}"/>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775249" y="282107"/>
            <a:ext cx="623134" cy="623134"/>
          </a:xfrm>
          <a:prstGeom prst="rect">
            <a:avLst/>
          </a:prstGeom>
        </p:spPr>
      </p:pic>
      <p:sp>
        <p:nvSpPr>
          <p:cNvPr id="3" name="TextBox 2">
            <a:extLst>
              <a:ext uri="{FF2B5EF4-FFF2-40B4-BE49-F238E27FC236}">
                <a16:creationId xmlns:a16="http://schemas.microsoft.com/office/drawing/2014/main" id="{9C46D633-088B-0D08-E2D3-1631DF5F6C21}"/>
              </a:ext>
            </a:extLst>
          </p:cNvPr>
          <p:cNvSpPr txBox="1"/>
          <p:nvPr/>
        </p:nvSpPr>
        <p:spPr>
          <a:xfrm>
            <a:off x="10342731" y="6373174"/>
            <a:ext cx="1972639" cy="307777"/>
          </a:xfrm>
          <a:prstGeom prst="rect">
            <a:avLst/>
          </a:prstGeom>
          <a:noFill/>
        </p:spPr>
        <p:txBody>
          <a:bodyPr wrap="square">
            <a:spAutoFit/>
          </a:bodyPr>
          <a:lstStyle/>
          <a:p>
            <a:r>
              <a:rPr lang="en-US" sz="1400" dirty="0">
                <a:hlinkClick r:id="rId12" action="ppaction://hlinksldjump"/>
              </a:rPr>
              <a:t>Back to main index</a:t>
            </a:r>
            <a:endParaRPr lang="en-IN" sz="1400" dirty="0"/>
          </a:p>
        </p:txBody>
      </p:sp>
    </p:spTree>
    <p:extLst>
      <p:ext uri="{BB962C8B-B14F-4D97-AF65-F5344CB8AC3E}">
        <p14:creationId xmlns:p14="http://schemas.microsoft.com/office/powerpoint/2010/main" val="3875586461"/>
      </p:ext>
    </p:extLst>
  </p:cSld>
  <p:clrMapOvr>
    <a:overrideClrMapping bg1="dk1" tx1="lt1" bg2="dk2" tx2="lt2" accent1="accent1" accent2="accent2" accent3="accent3" accent4="accent4" accent5="accent5" accent6="accent6" hlink="hlink" folHlink="folHlink"/>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can private methods in a superclass be accessed in a subclass?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4410967" cy="2462213"/>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Private methods in a superclass cannot be directly accessed or overridden by a subclass. </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Alternative approach: You can define a new method in the subclass with the same name as the superclass's private method. This new method is independent of the superclass's method.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DD60CF5-F0B0-2AFB-FAB1-A1E5B8480243}"/>
              </a:ext>
            </a:extLst>
          </p:cNvPr>
          <p:cNvSpPr/>
          <p:nvPr/>
        </p:nvSpPr>
        <p:spPr>
          <a:xfrm>
            <a:off x="5510150" y="1156504"/>
            <a:ext cx="6163293" cy="335612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Superclass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privateMethod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"Private method in Superclass"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Subclass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Superclass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privateMethod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Redefine in Subclass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"Private method in Subclass"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73867" y="104513"/>
            <a:ext cx="623134" cy="623134"/>
          </a:xfrm>
          <a:prstGeom prst="rect">
            <a:avLst/>
          </a:prstGeom>
        </p:spPr>
      </p:pic>
      <p:sp>
        <p:nvSpPr>
          <p:cNvPr id="4" name="TextBox 3">
            <a:extLst>
              <a:ext uri="{FF2B5EF4-FFF2-40B4-BE49-F238E27FC236}">
                <a16:creationId xmlns:a16="http://schemas.microsoft.com/office/drawing/2014/main" id="{C163E21E-7ADA-E22C-1FF8-1B212F53CAFA}"/>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746978227"/>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you explain a scenario where this keyword is required?</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this keyword is required when there is a naming conflict between instance variables and parameters, such as in setters or constructors.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971345" y="104513"/>
            <a:ext cx="623134" cy="623134"/>
          </a:xfrm>
          <a:prstGeom prst="rect">
            <a:avLst/>
          </a:prstGeom>
        </p:spPr>
      </p:pic>
      <p:sp>
        <p:nvSpPr>
          <p:cNvPr id="8" name="Rectangle 7">
            <a:extLst>
              <a:ext uri="{FF2B5EF4-FFF2-40B4-BE49-F238E27FC236}">
                <a16:creationId xmlns:a16="http://schemas.microsoft.com/office/drawing/2014/main" id="{26727C1A-6018-0AF5-C4A7-65065B737C6D}"/>
              </a:ext>
            </a:extLst>
          </p:cNvPr>
          <p:cNvSpPr/>
          <p:nvPr/>
        </p:nvSpPr>
        <p:spPr>
          <a:xfrm>
            <a:off x="5926014" y="1049618"/>
            <a:ext cx="6036783" cy="445436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this.name is class field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emp.exp</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10; // not recommended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2" name="Freeform: Shape 11">
            <a:extLst>
              <a:ext uri="{FF2B5EF4-FFF2-40B4-BE49-F238E27FC236}">
                <a16:creationId xmlns:a16="http://schemas.microsoft.com/office/drawing/2014/main" id="{A87BB33A-9DB4-C5CB-B1D6-0137BDD95FAA}"/>
              </a:ext>
            </a:extLst>
          </p:cNvPr>
          <p:cNvSpPr/>
          <p:nvPr/>
        </p:nvSpPr>
        <p:spPr>
          <a:xfrm>
            <a:off x="5948770" y="1946213"/>
            <a:ext cx="1811924" cy="832159"/>
          </a:xfrm>
          <a:custGeom>
            <a:avLst/>
            <a:gdLst>
              <a:gd name="connsiteX0" fmla="*/ 2511399 w 2511399"/>
              <a:gd name="connsiteY0" fmla="*/ 0 h 791308"/>
              <a:gd name="connsiteX1" fmla="*/ 84723 w 2511399"/>
              <a:gd name="connsiteY1" fmla="*/ 193431 h 791308"/>
              <a:gd name="connsiteX2" fmla="*/ 788107 w 2511399"/>
              <a:gd name="connsiteY2" fmla="*/ 791308 h 791308"/>
            </a:gdLst>
            <a:ahLst/>
            <a:cxnLst>
              <a:cxn ang="0">
                <a:pos x="connsiteX0" y="connsiteY0"/>
              </a:cxn>
              <a:cxn ang="0">
                <a:pos x="connsiteX1" y="connsiteY1"/>
              </a:cxn>
              <a:cxn ang="0">
                <a:pos x="connsiteX2" y="connsiteY2"/>
              </a:cxn>
            </a:cxnLst>
            <a:rect l="l" t="t" r="r" b="b"/>
            <a:pathLst>
              <a:path w="2511399" h="791308">
                <a:moveTo>
                  <a:pt x="2511399" y="0"/>
                </a:moveTo>
                <a:cubicBezTo>
                  <a:pt x="1441668" y="30773"/>
                  <a:pt x="371938" y="61546"/>
                  <a:pt x="84723" y="193431"/>
                </a:cubicBezTo>
                <a:cubicBezTo>
                  <a:pt x="-202492" y="325316"/>
                  <a:pt x="292807" y="558312"/>
                  <a:pt x="788107" y="791308"/>
                </a:cubicBezTo>
              </a:path>
            </a:pathLst>
          </a:custGeom>
          <a:noFill/>
          <a:ln>
            <a:solidFill>
              <a:srgbClr val="FF0000"/>
            </a:solidFill>
            <a:tailEnd type="triangle" w="sm" len="me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 name="Straight Arrow Connector 12">
            <a:extLst>
              <a:ext uri="{FF2B5EF4-FFF2-40B4-BE49-F238E27FC236}">
                <a16:creationId xmlns:a16="http://schemas.microsoft.com/office/drawing/2014/main" id="{0D67244A-5738-AE61-F4BE-7AC843BE468D}"/>
              </a:ext>
            </a:extLst>
          </p:cNvPr>
          <p:cNvCxnSpPr>
            <a:cxnSpLocks/>
          </p:cNvCxnSpPr>
          <p:nvPr/>
        </p:nvCxnSpPr>
        <p:spPr>
          <a:xfrm flipH="1">
            <a:off x="7928367" y="2379877"/>
            <a:ext cx="1081755" cy="26945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9E871BFD-8A84-2004-4EAA-7998BB8095F4}"/>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085215922"/>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would happen if you don't explicitly define a package in a Java class?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342633" cy="1631216"/>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 If you don't explicitly define a package in a Java class, the class is placed in the </a:t>
            </a:r>
            <a:r>
              <a:rPr kumimoji="0" lang="en-US" sz="1800" b="1" i="0" u="none" strike="noStrike" kern="1200" cap="none" spc="0" normalizeH="0" baseline="0" noProof="0" dirty="0">
                <a:ln>
                  <a:noFill/>
                </a:ln>
                <a:solidFill>
                  <a:prstClr val="black"/>
                </a:solidFill>
                <a:effectLst/>
                <a:uLnTx/>
                <a:uFillTx/>
                <a:latin typeface="Söhne"/>
                <a:ea typeface="+mn-ea"/>
                <a:cs typeface="+mn-cs"/>
              </a:rPr>
              <a:t>default package</a:t>
            </a:r>
            <a:r>
              <a:rPr kumimoji="0" lang="en-US" sz="1800" b="0" i="0" u="none" strike="noStrike" kern="1200" cap="none" spc="0" normalizeH="0" baseline="0" noProof="0" dirty="0">
                <a:ln>
                  <a:noFill/>
                </a:ln>
                <a:solidFill>
                  <a:prstClr val="black"/>
                </a:solidFill>
                <a:effectLst/>
                <a:uLnTx/>
                <a:uFillTx/>
                <a:latin typeface="Söhne"/>
                <a:ea typeface="+mn-ea"/>
                <a:cs typeface="+mn-cs"/>
              </a:rPr>
              <a:t>.</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Classes in the default package have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package-private access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which means they can only be accessed by other classes in the same default package.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DD60CF5-F0B0-2AFB-FAB1-A1E5B8480243}"/>
              </a:ext>
            </a:extLst>
          </p:cNvPr>
          <p:cNvSpPr/>
          <p:nvPr/>
        </p:nvSpPr>
        <p:spPr>
          <a:xfrm>
            <a:off x="6510206" y="1156503"/>
            <a:ext cx="5068236" cy="258736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sng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package</a:t>
            </a:r>
            <a:r>
              <a:rPr kumimoji="0" lang="en-IN" sz="1600" b="0" i="0" u="none" strike="sng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sng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JavaFolder</a:t>
            </a:r>
            <a:r>
              <a:rPr kumimoji="0" lang="en-IN" sz="1600" b="0" i="0" u="none" strike="sng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“Interview Happy”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776396" y="104513"/>
            <a:ext cx="623134" cy="623134"/>
          </a:xfrm>
          <a:prstGeom prst="rect">
            <a:avLst/>
          </a:prstGeom>
        </p:spPr>
      </p:pic>
      <p:sp>
        <p:nvSpPr>
          <p:cNvPr id="4" name="TextBox 3">
            <a:extLst>
              <a:ext uri="{FF2B5EF4-FFF2-40B4-BE49-F238E27FC236}">
                <a16:creationId xmlns:a16="http://schemas.microsoft.com/office/drawing/2014/main" id="{637570D8-0502-3CC0-E291-DF814BCE6ECC}"/>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670194500"/>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to make a class private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80021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A top-level class cannot be private. </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Only nested (inner) classes can be made private.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281710" y="104513"/>
            <a:ext cx="623134" cy="623134"/>
          </a:xfrm>
          <a:prstGeom prst="rect">
            <a:avLst/>
          </a:prstGeom>
        </p:spPr>
      </p:pic>
      <p:pic>
        <p:nvPicPr>
          <p:cNvPr id="5" name="Picture 4">
            <a:extLst>
              <a:ext uri="{FF2B5EF4-FFF2-40B4-BE49-F238E27FC236}">
                <a16:creationId xmlns:a16="http://schemas.microsoft.com/office/drawing/2014/main" id="{90E9A83A-5FDD-869C-E016-BE4C9A3E99B3}"/>
              </a:ext>
            </a:extLst>
          </p:cNvPr>
          <p:cNvPicPr>
            <a:picLocks noChangeAspect="1"/>
          </p:cNvPicPr>
          <p:nvPr/>
        </p:nvPicPr>
        <p:blipFill>
          <a:blip r:embed="rId6"/>
          <a:stretch>
            <a:fillRect/>
          </a:stretch>
        </p:blipFill>
        <p:spPr>
          <a:xfrm>
            <a:off x="6598725" y="1156503"/>
            <a:ext cx="4824134" cy="2796198"/>
          </a:xfrm>
          <a:prstGeom prst="rect">
            <a:avLst/>
          </a:prstGeom>
        </p:spPr>
      </p:pic>
      <p:sp>
        <p:nvSpPr>
          <p:cNvPr id="4" name="TextBox 3">
            <a:extLst>
              <a:ext uri="{FF2B5EF4-FFF2-40B4-BE49-F238E27FC236}">
                <a16:creationId xmlns:a16="http://schemas.microsoft.com/office/drawing/2014/main" id="{AA5F142E-83B1-EFFA-F757-04C0C4661830}"/>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7"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945079807"/>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happens if you define a setter method but not a getter for a class field?</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3" y="1090283"/>
            <a:ext cx="5182864"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If you define a setter method but not a getter for a class field in Java, the field can be modified but </a:t>
            </a:r>
            <a:r>
              <a:rPr kumimoji="0" lang="en-US" sz="1800" b="1" i="0" u="none" strike="noStrike" kern="1200" cap="none" spc="0" normalizeH="0" baseline="0" noProof="0" dirty="0">
                <a:ln>
                  <a:noFill/>
                </a:ln>
                <a:solidFill>
                  <a:prstClr val="black"/>
                </a:solidFill>
                <a:effectLst/>
                <a:uLnTx/>
                <a:uFillTx/>
                <a:latin typeface="Söhne"/>
                <a:ea typeface="+mn-ea"/>
                <a:cs typeface="+mn-cs"/>
              </a:rPr>
              <a:t>not directly accessed</a:t>
            </a:r>
            <a:r>
              <a:rPr kumimoji="0" lang="en-US" sz="1800" b="0" i="0" u="none" strike="noStrike" kern="1200" cap="none" spc="0" normalizeH="0" baseline="0" noProof="0" dirty="0">
                <a:ln>
                  <a:noFill/>
                </a:ln>
                <a:solidFill>
                  <a:prstClr val="black"/>
                </a:solidFill>
                <a:effectLst/>
                <a:uLnTx/>
                <a:uFillTx/>
                <a:latin typeface="Söhne"/>
                <a:ea typeface="+mn-ea"/>
                <a:cs typeface="+mn-cs"/>
              </a:rPr>
              <a:t> from outside the class.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990146" y="104513"/>
            <a:ext cx="623134" cy="623134"/>
          </a:xfrm>
          <a:prstGeom prst="rect">
            <a:avLst/>
          </a:prstGeom>
        </p:spPr>
      </p:pic>
      <p:sp>
        <p:nvSpPr>
          <p:cNvPr id="4" name="Rectangle 3">
            <a:extLst>
              <a:ext uri="{FF2B5EF4-FFF2-40B4-BE49-F238E27FC236}">
                <a16:creationId xmlns:a16="http://schemas.microsoft.com/office/drawing/2014/main" id="{062BB109-4ADB-FD92-F439-C8193E0879F8}"/>
              </a:ext>
            </a:extLst>
          </p:cNvPr>
          <p:cNvSpPr/>
          <p:nvPr/>
        </p:nvSpPr>
        <p:spPr>
          <a:xfrm>
            <a:off x="6062597" y="964599"/>
            <a:ext cx="5900201" cy="460492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Field</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Setter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 exp using setter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Compilation error</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System.out.println</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emp.getExp</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TextBox 4">
            <a:extLst>
              <a:ext uri="{FF2B5EF4-FFF2-40B4-BE49-F238E27FC236}">
                <a16:creationId xmlns:a16="http://schemas.microsoft.com/office/drawing/2014/main" id="{E3EE4682-71B5-1442-B195-3079A62A91EC}"/>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832574476"/>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difference between a field and a property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1077218"/>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Fields are</a:t>
            </a:r>
            <a:r>
              <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rPr>
              <a:t> variable declared inside a class.</a:t>
            </a:r>
            <a:endParaRPr kumimoji="0" lang="en-US" sz="1800" b="0" i="0" u="none" strike="noStrike" kern="1200" cap="none" spc="0" normalizeH="0" baseline="0" noProof="0" dirty="0">
              <a:ln>
                <a:noFill/>
              </a:ln>
              <a:solidFill>
                <a:prstClr val="black"/>
              </a:solidFill>
              <a:effectLst/>
              <a:uLnTx/>
              <a:uFillTx/>
              <a:latin typeface="Söhne"/>
              <a:ea typeface="+mn-ea"/>
              <a:cs typeface="+mn-cs"/>
            </a:endParaRP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Properties(getter and setter methods) are abstraction of the fields.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125722" y="104513"/>
            <a:ext cx="623134" cy="623134"/>
          </a:xfrm>
          <a:prstGeom prst="rect">
            <a:avLst/>
          </a:prstGeom>
        </p:spPr>
      </p:pic>
      <p:sp>
        <p:nvSpPr>
          <p:cNvPr id="4" name="Rectangle 3">
            <a:extLst>
              <a:ext uri="{FF2B5EF4-FFF2-40B4-BE49-F238E27FC236}">
                <a16:creationId xmlns:a16="http://schemas.microsoft.com/office/drawing/2014/main" id="{3C5C1C92-D1E4-A2F5-AE2B-E149893C4F85}"/>
              </a:ext>
            </a:extLst>
          </p:cNvPr>
          <p:cNvSpPr/>
          <p:nvPr/>
        </p:nvSpPr>
        <p:spPr>
          <a:xfrm>
            <a:off x="5700156" y="1090283"/>
            <a:ext cx="6262642" cy="544337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Field</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getExp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Getter method(Property)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Setter method(Property)</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this</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emp.exp</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5; // Not recommended</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setExp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 exp using setter method</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getExp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5</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TextBox 4">
            <a:extLst>
              <a:ext uri="{FF2B5EF4-FFF2-40B4-BE49-F238E27FC236}">
                <a16:creationId xmlns:a16="http://schemas.microsoft.com/office/drawing/2014/main" id="{40D09D26-7542-B66F-9156-E136D35BA461}"/>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666142609"/>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01207" y="1545527"/>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902010"/>
            <a:ext cx="8910916" cy="3163943"/>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How can encapsulation be violated?</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the difference between extends and implements keywords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Which is the most important and crucial OOPS principle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Is protected field is accessible by any class within the same package?</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Which type of polymorphism needs inheritance?</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Explain the difference between static binding and dynamic binding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What is the benefit of using polymorphism in Java applications?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Q. What happens if you don't use @override annotation in method overriding?</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181923"/>
            <a:ext cx="10515600" cy="1325563"/>
          </a:xfrm>
        </p:spPr>
        <p:txBody>
          <a:bodyPr>
            <a:normAutofit/>
          </a:bodyPr>
          <a:lstStyle/>
          <a:p>
            <a:r>
              <a:rPr lang="en-US" b="1" dirty="0">
                <a:solidFill>
                  <a:srgbClr val="FFFF00"/>
                </a:solidFill>
              </a:rPr>
              <a:t>Mock Interview</a:t>
            </a:r>
            <a:br>
              <a:rPr lang="en-US" b="1" dirty="0">
                <a:solidFill>
                  <a:srgbClr val="FFFF00"/>
                </a:solidFill>
              </a:rPr>
            </a:br>
            <a:r>
              <a:rPr lang="en-US" sz="3100" b="1" dirty="0"/>
              <a:t>OOPS – Inheritance, Polymorphism, Encapsulation &amp; Abstraction</a:t>
            </a:r>
            <a:endParaRPr lang="en-IN" sz="3100"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11">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Graphic 2" descr="Lightbulb with solid fill">
            <a:extLst>
              <a:ext uri="{FF2B5EF4-FFF2-40B4-BE49-F238E27FC236}">
                <a16:creationId xmlns:a16="http://schemas.microsoft.com/office/drawing/2014/main" id="{D591DD02-052F-79A8-9700-3CA28C765D45}"/>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3775249" y="282107"/>
            <a:ext cx="623134" cy="623134"/>
          </a:xfrm>
          <a:prstGeom prst="rect">
            <a:avLst/>
          </a:prstGeom>
        </p:spPr>
      </p:pic>
      <p:sp>
        <p:nvSpPr>
          <p:cNvPr id="5" name="TextBox 4">
            <a:extLst>
              <a:ext uri="{FF2B5EF4-FFF2-40B4-BE49-F238E27FC236}">
                <a16:creationId xmlns:a16="http://schemas.microsoft.com/office/drawing/2014/main" id="{D64D5AAA-9D44-55BD-10A4-A5C8EA15A6D3}"/>
              </a:ext>
            </a:extLst>
          </p:cNvPr>
          <p:cNvSpPr txBox="1"/>
          <p:nvPr/>
        </p:nvSpPr>
        <p:spPr>
          <a:xfrm>
            <a:off x="10342731" y="6373174"/>
            <a:ext cx="1972639" cy="307777"/>
          </a:xfrm>
          <a:prstGeom prst="rect">
            <a:avLst/>
          </a:prstGeom>
          <a:noFill/>
        </p:spPr>
        <p:txBody>
          <a:bodyPr wrap="square">
            <a:spAutoFit/>
          </a:bodyPr>
          <a:lstStyle/>
          <a:p>
            <a:r>
              <a:rPr lang="en-US" sz="1400" dirty="0">
                <a:hlinkClick r:id="rId14" action="ppaction://hlinksldjump"/>
              </a:rPr>
              <a:t>Back to main index</a:t>
            </a:r>
            <a:endParaRPr lang="en-IN" sz="1400" dirty="0"/>
          </a:p>
        </p:txBody>
      </p:sp>
    </p:spTree>
    <p:extLst>
      <p:ext uri="{BB962C8B-B14F-4D97-AF65-F5344CB8AC3E}">
        <p14:creationId xmlns:p14="http://schemas.microsoft.com/office/powerpoint/2010/main" val="3349110363"/>
      </p:ext>
    </p:extLst>
  </p:cSld>
  <p:clrMapOvr>
    <a:overrideClrMapping bg1="dk1" tx1="lt1" bg2="dk2" tx2="lt2" accent1="accent1" accent2="accent2" accent3="accent3" accent4="accent4" accent5="accent5" accent6="accent6" hlink="hlink" folHlink="folHlink"/>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can encapsulation be violated?</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3" y="1090283"/>
            <a:ext cx="4648473"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Encapsulation can be violated by making </a:t>
            </a:r>
            <a:r>
              <a:rPr kumimoji="0" lang="en-US" sz="1800" b="1" i="0" u="none" strike="noStrike" kern="1200" cap="none" spc="0" normalizeH="0" baseline="0" noProof="0" dirty="0">
                <a:ln>
                  <a:noFill/>
                </a:ln>
                <a:solidFill>
                  <a:prstClr val="black"/>
                </a:solidFill>
                <a:effectLst/>
                <a:uLnTx/>
                <a:uFillTx/>
                <a:latin typeface="Söhne"/>
                <a:ea typeface="+mn-ea"/>
                <a:cs typeface="+mn-cs"/>
              </a:rPr>
              <a:t>class fields public,</a:t>
            </a:r>
            <a:r>
              <a:rPr kumimoji="0" lang="en-US" sz="1800" b="0" i="0" u="none" strike="noStrike" kern="1200" cap="none" spc="0" normalizeH="0" baseline="0" noProof="0" dirty="0">
                <a:ln>
                  <a:noFill/>
                </a:ln>
                <a:solidFill>
                  <a:prstClr val="black"/>
                </a:solidFill>
                <a:effectLst/>
                <a:uLnTx/>
                <a:uFillTx/>
                <a:latin typeface="Söhne"/>
                <a:ea typeface="+mn-ea"/>
                <a:cs typeface="+mn-cs"/>
              </a:rPr>
              <a:t> which allows any external code(main method/ other classes/ client code) to access and modify them directly.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073765" y="104513"/>
            <a:ext cx="623134" cy="623134"/>
          </a:xfrm>
          <a:prstGeom prst="rect">
            <a:avLst/>
          </a:prstGeom>
        </p:spPr>
      </p:pic>
      <p:sp>
        <p:nvSpPr>
          <p:cNvPr id="4" name="Rectangle 3">
            <a:extLst>
              <a:ext uri="{FF2B5EF4-FFF2-40B4-BE49-F238E27FC236}">
                <a16:creationId xmlns:a16="http://schemas.microsoft.com/office/drawing/2014/main" id="{53BEDC48-F066-3629-588B-EE4BC3919DB3}"/>
              </a:ext>
            </a:extLst>
          </p:cNvPr>
          <p:cNvSpPr/>
          <p:nvPr/>
        </p:nvSpPr>
        <p:spPr>
          <a:xfrm>
            <a:off x="5593277" y="1119876"/>
            <a:ext cx="6369521" cy="530557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Field </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private int exp; // Field</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public int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getExp</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 Getter method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return exp;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public void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setExp</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(int exp) { // Setter method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this.exp</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exp;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Employee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emp</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exp</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Directly setting data(Not recommended)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emp.setExp</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(5); // Set exp using setter method</a:t>
            </a:r>
            <a:b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System.out.println</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emp.getExp</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TextBox 4">
            <a:extLst>
              <a:ext uri="{FF2B5EF4-FFF2-40B4-BE49-F238E27FC236}">
                <a16:creationId xmlns:a16="http://schemas.microsoft.com/office/drawing/2014/main" id="{C3D368E3-DDD9-6433-AFCB-C4D487F3C5D6}"/>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136676601"/>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difference between extends and implements keywords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3" y="1090283"/>
            <a:ext cx="4992854"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extends is used to inherit from a superclass (class to class inheritance).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DD60CF5-F0B0-2AFB-FAB1-A1E5B8480243}"/>
              </a:ext>
            </a:extLst>
          </p:cNvPr>
          <p:cNvSpPr/>
          <p:nvPr/>
        </p:nvSpPr>
        <p:spPr>
          <a:xfrm>
            <a:off x="693358" y="2006612"/>
            <a:ext cx="4545722" cy="207818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ParentClass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class body</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ChildClass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ParentClass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class body</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823893" y="135108"/>
            <a:ext cx="623134" cy="623134"/>
          </a:xfrm>
          <a:prstGeom prst="rect">
            <a:avLst/>
          </a:prstGeom>
        </p:spPr>
      </p:pic>
      <p:cxnSp>
        <p:nvCxnSpPr>
          <p:cNvPr id="5" name="Straight Connector 4">
            <a:extLst>
              <a:ext uri="{FF2B5EF4-FFF2-40B4-BE49-F238E27FC236}">
                <a16:creationId xmlns:a16="http://schemas.microsoft.com/office/drawing/2014/main" id="{0DD548BA-AD21-3926-3F48-80231D8519CF}"/>
              </a:ext>
            </a:extLst>
          </p:cNvPr>
          <p:cNvCxnSpPr/>
          <p:nvPr/>
        </p:nvCxnSpPr>
        <p:spPr>
          <a:xfrm>
            <a:off x="5870369" y="1270659"/>
            <a:ext cx="0" cy="5239246"/>
          </a:xfrm>
          <a:prstGeom prst="line">
            <a:avLst/>
          </a:prstGeom>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42430AD5-F612-3E0E-DCE8-88448B268756}"/>
              </a:ext>
            </a:extLst>
          </p:cNvPr>
          <p:cNvSpPr txBox="1"/>
          <p:nvPr/>
        </p:nvSpPr>
        <p:spPr>
          <a:xfrm>
            <a:off x="6408723" y="1079280"/>
            <a:ext cx="5254115"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implements is used to implement an interface (class to interface inheritance).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99CE24CB-3F3C-DCC1-FFC8-5A86277B9615}"/>
              </a:ext>
            </a:extLst>
          </p:cNvPr>
          <p:cNvSpPr/>
          <p:nvPr/>
        </p:nvSpPr>
        <p:spPr>
          <a:xfrm>
            <a:off x="6557794" y="2006612"/>
            <a:ext cx="4937525" cy="207818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InterfaceName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interface body</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ClassName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implements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InterfaceName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class body</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TextBox 3">
            <a:extLst>
              <a:ext uri="{FF2B5EF4-FFF2-40B4-BE49-F238E27FC236}">
                <a16:creationId xmlns:a16="http://schemas.microsoft.com/office/drawing/2014/main" id="{F3158303-7657-4AF0-25B4-E3E16152351A}"/>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15538033"/>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Which is the most important and crucial OOPS principle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3" y="1090283"/>
            <a:ext cx="4648473"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Encapsulation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because it allows you to hide the data which is very important from security perspective.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517606" y="116388"/>
            <a:ext cx="623134" cy="623134"/>
          </a:xfrm>
          <a:prstGeom prst="rect">
            <a:avLst/>
          </a:prstGeom>
        </p:spPr>
      </p:pic>
      <p:graphicFrame>
        <p:nvGraphicFramePr>
          <p:cNvPr id="5" name="Diagram 4">
            <a:extLst>
              <a:ext uri="{FF2B5EF4-FFF2-40B4-BE49-F238E27FC236}">
                <a16:creationId xmlns:a16="http://schemas.microsoft.com/office/drawing/2014/main" id="{CB87CA11-6671-0A7E-7D07-37494DEBAD1A}"/>
              </a:ext>
            </a:extLst>
          </p:cNvPr>
          <p:cNvGraphicFramePr/>
          <p:nvPr/>
        </p:nvGraphicFramePr>
        <p:xfrm>
          <a:off x="4358949" y="1040116"/>
          <a:ext cx="7493888" cy="4934832"/>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4" name="TextBox 3">
            <a:extLst>
              <a:ext uri="{FF2B5EF4-FFF2-40B4-BE49-F238E27FC236}">
                <a16:creationId xmlns:a16="http://schemas.microsoft.com/office/drawing/2014/main" id="{9A8B7CF5-2E72-0DC7-A0C6-918A7CCA6BD9}"/>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11"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715272493"/>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3"/>
            <a:ext cx="11055395" cy="355387"/>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Is protected field is accessible by any class within the same package?</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3" y="1090283"/>
            <a:ext cx="4733170"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The protected access specifier class members (fields, methods, constructors) are accessible within the class itself, its subclasses, and other classes in the same package.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4" name="Table 3">
            <a:extLst>
              <a:ext uri="{FF2B5EF4-FFF2-40B4-BE49-F238E27FC236}">
                <a16:creationId xmlns:a16="http://schemas.microsoft.com/office/drawing/2014/main" id="{7FC5A993-97CE-D55A-8110-44879CAA524D}"/>
              </a:ext>
            </a:extLst>
          </p:cNvPr>
          <p:cNvGraphicFramePr>
            <a:graphicFrameLocks noGrp="1"/>
          </p:cNvGraphicFramePr>
          <p:nvPr/>
        </p:nvGraphicFramePr>
        <p:xfrm>
          <a:off x="5821845" y="1156502"/>
          <a:ext cx="6037208" cy="3173200"/>
        </p:xfrm>
        <a:graphic>
          <a:graphicData uri="http://schemas.openxmlformats.org/drawingml/2006/table">
            <a:tbl>
              <a:tblPr>
                <a:tableStyleId>{16D9F66E-5EB9-4882-86FB-DCBF35E3C3E4}</a:tableStyleId>
              </a:tblPr>
              <a:tblGrid>
                <a:gridCol w="1538605">
                  <a:extLst>
                    <a:ext uri="{9D8B030D-6E8A-4147-A177-3AD203B41FA5}">
                      <a16:colId xmlns:a16="http://schemas.microsoft.com/office/drawing/2014/main" val="1385323520"/>
                    </a:ext>
                  </a:extLst>
                </a:gridCol>
                <a:gridCol w="740052">
                  <a:extLst>
                    <a:ext uri="{9D8B030D-6E8A-4147-A177-3AD203B41FA5}">
                      <a16:colId xmlns:a16="http://schemas.microsoft.com/office/drawing/2014/main" val="1722296329"/>
                    </a:ext>
                  </a:extLst>
                </a:gridCol>
                <a:gridCol w="870857">
                  <a:extLst>
                    <a:ext uri="{9D8B030D-6E8A-4147-A177-3AD203B41FA5}">
                      <a16:colId xmlns:a16="http://schemas.microsoft.com/office/drawing/2014/main" val="321884545"/>
                    </a:ext>
                  </a:extLst>
                </a:gridCol>
                <a:gridCol w="943428">
                  <a:extLst>
                    <a:ext uri="{9D8B030D-6E8A-4147-A177-3AD203B41FA5}">
                      <a16:colId xmlns:a16="http://schemas.microsoft.com/office/drawing/2014/main" val="665865192"/>
                    </a:ext>
                  </a:extLst>
                </a:gridCol>
                <a:gridCol w="986972">
                  <a:extLst>
                    <a:ext uri="{9D8B030D-6E8A-4147-A177-3AD203B41FA5}">
                      <a16:colId xmlns:a16="http://schemas.microsoft.com/office/drawing/2014/main" val="1235762980"/>
                    </a:ext>
                  </a:extLst>
                </a:gridCol>
                <a:gridCol w="957294">
                  <a:extLst>
                    <a:ext uri="{9D8B030D-6E8A-4147-A177-3AD203B41FA5}">
                      <a16:colId xmlns:a16="http://schemas.microsoft.com/office/drawing/2014/main" val="2295222574"/>
                    </a:ext>
                  </a:extLst>
                </a:gridCol>
              </a:tblGrid>
              <a:tr h="1185304">
                <a:tc>
                  <a:txBody>
                    <a:bodyPr/>
                    <a:lstStyle/>
                    <a:p>
                      <a:r>
                        <a:rPr lang="en-IN" sz="1600" dirty="0"/>
                        <a:t>Access Specifier</a:t>
                      </a:r>
                    </a:p>
                  </a:txBody>
                  <a:tcPr anchor="ctr"/>
                </a:tc>
                <a:tc>
                  <a:txBody>
                    <a:bodyPr/>
                    <a:lstStyle/>
                    <a:p>
                      <a:r>
                        <a:rPr lang="en-IN" sz="1600" dirty="0"/>
                        <a:t>Within Class</a:t>
                      </a:r>
                    </a:p>
                  </a:txBody>
                  <a:tcPr anchor="ctr"/>
                </a:tc>
                <a:tc>
                  <a:txBody>
                    <a:bodyPr/>
                    <a:lstStyle/>
                    <a:p>
                      <a:r>
                        <a:rPr lang="en-IN" sz="1600" dirty="0"/>
                        <a:t>Within Package</a:t>
                      </a:r>
                    </a:p>
                  </a:txBody>
                  <a:tcPr anchor="ctr"/>
                </a:tc>
                <a:tc>
                  <a:txBody>
                    <a:bodyPr/>
                    <a:lstStyle/>
                    <a:p>
                      <a:r>
                        <a:rPr lang="en-IN" sz="1600" dirty="0"/>
                        <a:t>Subclass (Same Package)</a:t>
                      </a:r>
                    </a:p>
                  </a:txBody>
                  <a:tcPr anchor="ctr"/>
                </a:tc>
                <a:tc>
                  <a:txBody>
                    <a:bodyPr/>
                    <a:lstStyle/>
                    <a:p>
                      <a:r>
                        <a:rPr lang="en-IN" sz="1600" dirty="0"/>
                        <a:t>Subclass (Different Package)</a:t>
                      </a:r>
                    </a:p>
                  </a:txBody>
                  <a:tcPr anchor="ctr"/>
                </a:tc>
                <a:tc>
                  <a:txBody>
                    <a:bodyPr/>
                    <a:lstStyle/>
                    <a:p>
                      <a:r>
                        <a:rPr lang="en-IN" sz="1600" dirty="0"/>
                        <a:t>Outside Package</a:t>
                      </a:r>
                    </a:p>
                  </a:txBody>
                  <a:tcPr anchor="ctr"/>
                </a:tc>
                <a:extLst>
                  <a:ext uri="{0D108BD9-81ED-4DB2-BD59-A6C34878D82A}">
                    <a16:rowId xmlns:a16="http://schemas.microsoft.com/office/drawing/2014/main" val="476889593"/>
                  </a:ext>
                </a:extLst>
              </a:tr>
              <a:tr h="409581">
                <a:tc>
                  <a:txBody>
                    <a:bodyPr/>
                    <a:lstStyle/>
                    <a:p>
                      <a:r>
                        <a:rPr lang="en-IN" sz="1600" dirty="0"/>
                        <a:t>public</a:t>
                      </a:r>
                    </a:p>
                  </a:txBody>
                  <a:tcPr anchor="ctr"/>
                </a:tc>
                <a:tc>
                  <a:txBody>
                    <a:bodyPr/>
                    <a:lstStyle/>
                    <a:p>
                      <a:r>
                        <a:rPr lang="en-IN" sz="1600"/>
                        <a:t>Yes</a:t>
                      </a:r>
                    </a:p>
                  </a:txBody>
                  <a:tcPr anchor="ctr"/>
                </a:tc>
                <a:tc>
                  <a:txBody>
                    <a:bodyPr/>
                    <a:lstStyle/>
                    <a:p>
                      <a:r>
                        <a:rPr lang="en-IN" sz="1600" dirty="0"/>
                        <a:t>Yes</a:t>
                      </a:r>
                    </a:p>
                  </a:txBody>
                  <a:tcPr anchor="ctr"/>
                </a:tc>
                <a:tc>
                  <a:txBody>
                    <a:bodyPr/>
                    <a:lstStyle/>
                    <a:p>
                      <a:r>
                        <a:rPr lang="en-IN" sz="1600"/>
                        <a:t>Yes</a:t>
                      </a:r>
                    </a:p>
                  </a:txBody>
                  <a:tcPr anchor="ctr"/>
                </a:tc>
                <a:tc>
                  <a:txBody>
                    <a:bodyPr/>
                    <a:lstStyle/>
                    <a:p>
                      <a:r>
                        <a:rPr lang="en-IN" sz="1600" dirty="0"/>
                        <a:t>Yes</a:t>
                      </a:r>
                    </a:p>
                  </a:txBody>
                  <a:tcPr anchor="ctr"/>
                </a:tc>
                <a:tc>
                  <a:txBody>
                    <a:bodyPr/>
                    <a:lstStyle/>
                    <a:p>
                      <a:r>
                        <a:rPr lang="en-IN" sz="1600" dirty="0"/>
                        <a:t>Yes</a:t>
                      </a:r>
                    </a:p>
                  </a:txBody>
                  <a:tcPr anchor="ctr"/>
                </a:tc>
                <a:extLst>
                  <a:ext uri="{0D108BD9-81ED-4DB2-BD59-A6C34878D82A}">
                    <a16:rowId xmlns:a16="http://schemas.microsoft.com/office/drawing/2014/main" val="3938102276"/>
                  </a:ext>
                </a:extLst>
              </a:tr>
              <a:tr h="461277">
                <a:tc>
                  <a:txBody>
                    <a:bodyPr/>
                    <a:lstStyle/>
                    <a:p>
                      <a:r>
                        <a:rPr lang="en-IN" sz="1600" dirty="0"/>
                        <a:t>protected</a:t>
                      </a:r>
                    </a:p>
                  </a:txBody>
                  <a:tcPr anchor="ctr">
                    <a:solidFill>
                      <a:srgbClr val="FFFF00"/>
                    </a:solidFill>
                  </a:tcPr>
                </a:tc>
                <a:tc>
                  <a:txBody>
                    <a:bodyPr/>
                    <a:lstStyle/>
                    <a:p>
                      <a:r>
                        <a:rPr lang="en-IN" sz="1600"/>
                        <a:t>Yes</a:t>
                      </a:r>
                    </a:p>
                  </a:txBody>
                  <a:tcPr anchor="ctr">
                    <a:solidFill>
                      <a:srgbClr val="FFFF00"/>
                    </a:solidFill>
                  </a:tcPr>
                </a:tc>
                <a:tc>
                  <a:txBody>
                    <a:bodyPr/>
                    <a:lstStyle/>
                    <a:p>
                      <a:r>
                        <a:rPr lang="en-IN" sz="1600"/>
                        <a:t>Yes</a:t>
                      </a:r>
                    </a:p>
                  </a:txBody>
                  <a:tcPr anchor="ctr">
                    <a:solidFill>
                      <a:srgbClr val="FFFF00"/>
                    </a:solidFill>
                  </a:tcPr>
                </a:tc>
                <a:tc>
                  <a:txBody>
                    <a:bodyPr/>
                    <a:lstStyle/>
                    <a:p>
                      <a:r>
                        <a:rPr lang="en-IN" sz="1600" dirty="0"/>
                        <a:t>Yes</a:t>
                      </a:r>
                    </a:p>
                  </a:txBody>
                  <a:tcPr anchor="ctr">
                    <a:solidFill>
                      <a:srgbClr val="FFFF00"/>
                    </a:solidFill>
                  </a:tcPr>
                </a:tc>
                <a:tc>
                  <a:txBody>
                    <a:bodyPr/>
                    <a:lstStyle/>
                    <a:p>
                      <a:r>
                        <a:rPr lang="en-IN" sz="1600"/>
                        <a:t>Yes</a:t>
                      </a:r>
                    </a:p>
                  </a:txBody>
                  <a:tcPr anchor="ctr">
                    <a:solidFill>
                      <a:srgbClr val="FFFF00"/>
                    </a:solidFill>
                  </a:tcPr>
                </a:tc>
                <a:tc>
                  <a:txBody>
                    <a:bodyPr/>
                    <a:lstStyle/>
                    <a:p>
                      <a:r>
                        <a:rPr lang="en-IN" sz="1600" dirty="0"/>
                        <a:t>No</a:t>
                      </a:r>
                    </a:p>
                  </a:txBody>
                  <a:tcPr anchor="ctr">
                    <a:solidFill>
                      <a:srgbClr val="FFFF00"/>
                    </a:solidFill>
                  </a:tcPr>
                </a:tc>
                <a:extLst>
                  <a:ext uri="{0D108BD9-81ED-4DB2-BD59-A6C34878D82A}">
                    <a16:rowId xmlns:a16="http://schemas.microsoft.com/office/drawing/2014/main" val="4261093150"/>
                  </a:ext>
                </a:extLst>
              </a:tr>
              <a:tr h="707457">
                <a:tc>
                  <a:txBody>
                    <a:bodyPr/>
                    <a:lstStyle/>
                    <a:p>
                      <a:r>
                        <a:rPr lang="en-IN" sz="1600" dirty="0"/>
                        <a:t>Default </a:t>
                      </a:r>
                    </a:p>
                    <a:p>
                      <a:r>
                        <a:rPr lang="en-IN" sz="1600" dirty="0"/>
                        <a:t>(no specifier)</a:t>
                      </a:r>
                    </a:p>
                  </a:txBody>
                  <a:tcPr anchor="ctr"/>
                </a:tc>
                <a:tc>
                  <a:txBody>
                    <a:bodyPr/>
                    <a:lstStyle/>
                    <a:p>
                      <a:r>
                        <a:rPr lang="en-IN" sz="1600"/>
                        <a:t>Yes</a:t>
                      </a:r>
                    </a:p>
                  </a:txBody>
                  <a:tcPr anchor="ctr"/>
                </a:tc>
                <a:tc>
                  <a:txBody>
                    <a:bodyPr/>
                    <a:lstStyle/>
                    <a:p>
                      <a:r>
                        <a:rPr lang="en-IN" sz="1600"/>
                        <a:t>Yes</a:t>
                      </a:r>
                    </a:p>
                  </a:txBody>
                  <a:tcPr anchor="ctr"/>
                </a:tc>
                <a:tc>
                  <a:txBody>
                    <a:bodyPr/>
                    <a:lstStyle/>
                    <a:p>
                      <a:r>
                        <a:rPr lang="en-IN" sz="1600"/>
                        <a:t>Yes</a:t>
                      </a:r>
                    </a:p>
                  </a:txBody>
                  <a:tcPr anchor="ctr"/>
                </a:tc>
                <a:tc>
                  <a:txBody>
                    <a:bodyPr/>
                    <a:lstStyle/>
                    <a:p>
                      <a:r>
                        <a:rPr lang="en-IN" sz="1600"/>
                        <a:t>No</a:t>
                      </a:r>
                    </a:p>
                  </a:txBody>
                  <a:tcPr anchor="ctr"/>
                </a:tc>
                <a:tc>
                  <a:txBody>
                    <a:bodyPr/>
                    <a:lstStyle/>
                    <a:p>
                      <a:r>
                        <a:rPr lang="en-IN" sz="1600" dirty="0"/>
                        <a:t>No</a:t>
                      </a:r>
                    </a:p>
                  </a:txBody>
                  <a:tcPr anchor="ctr"/>
                </a:tc>
                <a:extLst>
                  <a:ext uri="{0D108BD9-81ED-4DB2-BD59-A6C34878D82A}">
                    <a16:rowId xmlns:a16="http://schemas.microsoft.com/office/drawing/2014/main" val="812597436"/>
                  </a:ext>
                </a:extLst>
              </a:tr>
              <a:tr h="409581">
                <a:tc>
                  <a:txBody>
                    <a:bodyPr/>
                    <a:lstStyle/>
                    <a:p>
                      <a:r>
                        <a:rPr lang="en-IN" sz="1600" dirty="0"/>
                        <a:t>private</a:t>
                      </a:r>
                    </a:p>
                  </a:txBody>
                  <a:tcPr anchor="ctr"/>
                </a:tc>
                <a:tc>
                  <a:txBody>
                    <a:bodyPr/>
                    <a:lstStyle/>
                    <a:p>
                      <a:r>
                        <a:rPr lang="en-IN" sz="1600"/>
                        <a:t>Yes</a:t>
                      </a:r>
                    </a:p>
                  </a:txBody>
                  <a:tcPr anchor="ctr"/>
                </a:tc>
                <a:tc>
                  <a:txBody>
                    <a:bodyPr/>
                    <a:lstStyle/>
                    <a:p>
                      <a:r>
                        <a:rPr lang="en-IN" sz="1600" dirty="0"/>
                        <a:t>No</a:t>
                      </a:r>
                    </a:p>
                  </a:txBody>
                  <a:tcPr anchor="ctr"/>
                </a:tc>
                <a:tc>
                  <a:txBody>
                    <a:bodyPr/>
                    <a:lstStyle/>
                    <a:p>
                      <a:r>
                        <a:rPr lang="en-IN" sz="1600" dirty="0"/>
                        <a:t>No</a:t>
                      </a:r>
                    </a:p>
                  </a:txBody>
                  <a:tcPr anchor="ctr"/>
                </a:tc>
                <a:tc>
                  <a:txBody>
                    <a:bodyPr/>
                    <a:lstStyle/>
                    <a:p>
                      <a:r>
                        <a:rPr lang="en-IN" sz="1600" dirty="0"/>
                        <a:t>No</a:t>
                      </a:r>
                    </a:p>
                  </a:txBody>
                  <a:tcPr anchor="ctr"/>
                </a:tc>
                <a:tc>
                  <a:txBody>
                    <a:bodyPr/>
                    <a:lstStyle/>
                    <a:p>
                      <a:r>
                        <a:rPr lang="en-IN" sz="1600" dirty="0"/>
                        <a:t>No</a:t>
                      </a:r>
                    </a:p>
                  </a:txBody>
                  <a:tcPr anchor="ctr"/>
                </a:tc>
                <a:extLst>
                  <a:ext uri="{0D108BD9-81ED-4DB2-BD59-A6C34878D82A}">
                    <a16:rowId xmlns:a16="http://schemas.microsoft.com/office/drawing/2014/main" val="2107026960"/>
                  </a:ext>
                </a:extLst>
              </a:tr>
            </a:tbl>
          </a:graphicData>
        </a:graphic>
      </p:graphicFrame>
      <p:pic>
        <p:nvPicPr>
          <p:cNvPr id="6" name="Graphic 5" descr="Lightbulb with solid fill">
            <a:extLst>
              <a:ext uri="{FF2B5EF4-FFF2-40B4-BE49-F238E27FC236}">
                <a16:creationId xmlns:a16="http://schemas.microsoft.com/office/drawing/2014/main" id="{FF662744-C21D-1739-2181-B74662027EC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011618" y="135108"/>
            <a:ext cx="623134" cy="623134"/>
          </a:xfrm>
          <a:prstGeom prst="rect">
            <a:avLst/>
          </a:prstGeom>
        </p:spPr>
      </p:pic>
      <p:sp>
        <p:nvSpPr>
          <p:cNvPr id="5" name="TextBox 4">
            <a:extLst>
              <a:ext uri="{FF2B5EF4-FFF2-40B4-BE49-F238E27FC236}">
                <a16:creationId xmlns:a16="http://schemas.microsoft.com/office/drawing/2014/main" id="{4D012BAC-7B2A-6236-E9F3-7DFA7FA50F0A}"/>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835834705"/>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Which type of polymorphism needs inheritance?</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783808" y="135108"/>
            <a:ext cx="623134" cy="623134"/>
          </a:xfrm>
          <a:prstGeom prst="rect">
            <a:avLst/>
          </a:prstGeom>
        </p:spPr>
      </p:pic>
      <p:sp>
        <p:nvSpPr>
          <p:cNvPr id="14" name="Rectangle 13">
            <a:extLst>
              <a:ext uri="{FF2B5EF4-FFF2-40B4-BE49-F238E27FC236}">
                <a16:creationId xmlns:a16="http://schemas.microsoft.com/office/drawing/2014/main" id="{F80380A1-97C6-9DFE-348D-48D7C9564947}"/>
              </a:ext>
            </a:extLst>
          </p:cNvPr>
          <p:cNvSpPr/>
          <p:nvPr/>
        </p:nvSpPr>
        <p:spPr>
          <a:xfrm>
            <a:off x="6751535" y="1092530"/>
            <a:ext cx="4912224" cy="219210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Parent Class</a:t>
            </a: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100000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5" name="Rectangle 14">
            <a:extLst>
              <a:ext uri="{FF2B5EF4-FFF2-40B4-BE49-F238E27FC236}">
                <a16:creationId xmlns:a16="http://schemas.microsoft.com/office/drawing/2014/main" id="{34AFF8EA-0FDE-6C27-D604-15C072C00E23}"/>
              </a:ext>
            </a:extLst>
          </p:cNvPr>
          <p:cNvSpPr/>
          <p:nvPr/>
        </p:nvSpPr>
        <p:spPr>
          <a:xfrm>
            <a:off x="6783808" y="4019818"/>
            <a:ext cx="4912225" cy="219210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Child Class</a:t>
            </a: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TemporaryEmp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Override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//annotation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75000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6" name="Arrow: Down 15">
            <a:extLst>
              <a:ext uri="{FF2B5EF4-FFF2-40B4-BE49-F238E27FC236}">
                <a16:creationId xmlns:a16="http://schemas.microsoft.com/office/drawing/2014/main" id="{9903494E-534C-9E15-74E6-484440829F90}"/>
              </a:ext>
            </a:extLst>
          </p:cNvPr>
          <p:cNvSpPr/>
          <p:nvPr/>
        </p:nvSpPr>
        <p:spPr>
          <a:xfrm>
            <a:off x="8928141" y="3429000"/>
            <a:ext cx="559012" cy="446449"/>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49EC03BA-57CB-D9CF-97D4-4791A05D7405}"/>
              </a:ext>
            </a:extLst>
          </p:cNvPr>
          <p:cNvSpPr txBox="1"/>
          <p:nvPr/>
        </p:nvSpPr>
        <p:spPr>
          <a:xfrm>
            <a:off x="339163" y="1090283"/>
            <a:ext cx="4648473"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Runtime polymorphism, also known as dynamic polymorphism or method overriding, requires inheritance.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495746B5-92AA-80D6-F115-03F47184C946}"/>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828558648"/>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Explain the difference between static binding and dynamic binding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22008" y="135108"/>
            <a:ext cx="623134" cy="623134"/>
          </a:xfrm>
          <a:prstGeom prst="rect">
            <a:avLst/>
          </a:prstGeom>
        </p:spPr>
      </p:pic>
      <p:cxnSp>
        <p:nvCxnSpPr>
          <p:cNvPr id="13" name="Straight Connector 12">
            <a:extLst>
              <a:ext uri="{FF2B5EF4-FFF2-40B4-BE49-F238E27FC236}">
                <a16:creationId xmlns:a16="http://schemas.microsoft.com/office/drawing/2014/main" id="{D4DCF2AB-447C-133F-9EF6-133F83C5725F}"/>
              </a:ext>
            </a:extLst>
          </p:cNvPr>
          <p:cNvCxnSpPr/>
          <p:nvPr/>
        </p:nvCxnSpPr>
        <p:spPr>
          <a:xfrm>
            <a:off x="6133578" y="1205571"/>
            <a:ext cx="0" cy="5305767"/>
          </a:xfrm>
          <a:prstGeom prst="line">
            <a:avLst/>
          </a:prstGeom>
        </p:spPr>
        <p:style>
          <a:lnRef idx="1">
            <a:schemeClr val="accent4"/>
          </a:lnRef>
          <a:fillRef idx="0">
            <a:schemeClr val="accent4"/>
          </a:fillRef>
          <a:effectRef idx="0">
            <a:schemeClr val="accent4"/>
          </a:effectRef>
          <a:fontRef idx="minor">
            <a:schemeClr val="tx1"/>
          </a:fontRef>
        </p:style>
      </p:cxnSp>
      <p:sp>
        <p:nvSpPr>
          <p:cNvPr id="14" name="Rectangle 13">
            <a:extLst>
              <a:ext uri="{FF2B5EF4-FFF2-40B4-BE49-F238E27FC236}">
                <a16:creationId xmlns:a16="http://schemas.microsoft.com/office/drawing/2014/main" id="{F80380A1-97C6-9DFE-348D-48D7C9564947}"/>
              </a:ext>
            </a:extLst>
          </p:cNvPr>
          <p:cNvSpPr/>
          <p:nvPr/>
        </p:nvSpPr>
        <p:spPr>
          <a:xfrm>
            <a:off x="6751535" y="2295724"/>
            <a:ext cx="4912224" cy="168629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Parent Class</a:t>
            </a: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100000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5" name="Rectangle 14">
            <a:extLst>
              <a:ext uri="{FF2B5EF4-FFF2-40B4-BE49-F238E27FC236}">
                <a16:creationId xmlns:a16="http://schemas.microsoft.com/office/drawing/2014/main" id="{34AFF8EA-0FDE-6C27-D604-15C072C00E23}"/>
              </a:ext>
            </a:extLst>
          </p:cNvPr>
          <p:cNvSpPr/>
          <p:nvPr/>
        </p:nvSpPr>
        <p:spPr>
          <a:xfrm>
            <a:off x="6726481" y="4341555"/>
            <a:ext cx="4912225" cy="219210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Child Class</a:t>
            </a: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TemporaryEmp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Override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//annotation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75000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6" name="Arrow: Down 15">
            <a:extLst>
              <a:ext uri="{FF2B5EF4-FFF2-40B4-BE49-F238E27FC236}">
                <a16:creationId xmlns:a16="http://schemas.microsoft.com/office/drawing/2014/main" id="{9903494E-534C-9E15-74E6-484440829F90}"/>
              </a:ext>
            </a:extLst>
          </p:cNvPr>
          <p:cNvSpPr/>
          <p:nvPr/>
        </p:nvSpPr>
        <p:spPr>
          <a:xfrm>
            <a:off x="8928141" y="4101866"/>
            <a:ext cx="559012" cy="239689"/>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7C90C709-5CB9-18C8-62A8-F78DC5A2D918}"/>
              </a:ext>
            </a:extLst>
          </p:cNvPr>
          <p:cNvSpPr/>
          <p:nvPr/>
        </p:nvSpPr>
        <p:spPr>
          <a:xfrm>
            <a:off x="528241" y="2994451"/>
            <a:ext cx="5152374" cy="358410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Calculator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  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20" name="TextBox 19">
            <a:extLst>
              <a:ext uri="{FF2B5EF4-FFF2-40B4-BE49-F238E27FC236}">
                <a16:creationId xmlns:a16="http://schemas.microsoft.com/office/drawing/2014/main" id="{49EC03BA-57CB-D9CF-97D4-4791A05D7405}"/>
              </a:ext>
            </a:extLst>
          </p:cNvPr>
          <p:cNvSpPr txBox="1"/>
          <p:nvPr/>
        </p:nvSpPr>
        <p:spPr>
          <a:xfrm>
            <a:off x="339163" y="1090283"/>
            <a:ext cx="4648473"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 Static binding (Early binding /method overloading / compile time polymorphism) method calls are resolved at compile-time.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AD420243-A5C0-4527-5FF1-6A2F2458C820}"/>
              </a:ext>
            </a:extLst>
          </p:cNvPr>
          <p:cNvSpPr txBox="1"/>
          <p:nvPr/>
        </p:nvSpPr>
        <p:spPr>
          <a:xfrm>
            <a:off x="6402143" y="1090283"/>
            <a:ext cx="4648473"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 Dynamic binding (Late binding /method overriding / run time polymorphism) method calls are resolved at run-time.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53DE548E-4918-FAEB-F9D0-1F00834339AD}"/>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028826446"/>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benefit of using polymorphism in Java applications?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600731" y="135108"/>
            <a:ext cx="623134" cy="623134"/>
          </a:xfrm>
          <a:prstGeom prst="rect">
            <a:avLst/>
          </a:prstGeom>
        </p:spPr>
      </p:pic>
      <p:cxnSp>
        <p:nvCxnSpPr>
          <p:cNvPr id="13" name="Straight Connector 12">
            <a:extLst>
              <a:ext uri="{FF2B5EF4-FFF2-40B4-BE49-F238E27FC236}">
                <a16:creationId xmlns:a16="http://schemas.microsoft.com/office/drawing/2014/main" id="{D4DCF2AB-447C-133F-9EF6-133F83C5725F}"/>
              </a:ext>
            </a:extLst>
          </p:cNvPr>
          <p:cNvCxnSpPr/>
          <p:nvPr/>
        </p:nvCxnSpPr>
        <p:spPr>
          <a:xfrm>
            <a:off x="5931697" y="1227889"/>
            <a:ext cx="0" cy="5305767"/>
          </a:xfrm>
          <a:prstGeom prst="line">
            <a:avLst/>
          </a:prstGeom>
        </p:spPr>
        <p:style>
          <a:lnRef idx="1">
            <a:schemeClr val="accent4"/>
          </a:lnRef>
          <a:fillRef idx="0">
            <a:schemeClr val="accent4"/>
          </a:fillRef>
          <a:effectRef idx="0">
            <a:schemeClr val="accent4"/>
          </a:effectRef>
          <a:fontRef idx="minor">
            <a:schemeClr val="tx1"/>
          </a:fontRef>
        </p:style>
      </p:cxnSp>
      <p:sp>
        <p:nvSpPr>
          <p:cNvPr id="14" name="Rectangle 13">
            <a:extLst>
              <a:ext uri="{FF2B5EF4-FFF2-40B4-BE49-F238E27FC236}">
                <a16:creationId xmlns:a16="http://schemas.microsoft.com/office/drawing/2014/main" id="{F80380A1-97C6-9DFE-348D-48D7C9564947}"/>
              </a:ext>
            </a:extLst>
          </p:cNvPr>
          <p:cNvSpPr/>
          <p:nvPr/>
        </p:nvSpPr>
        <p:spPr>
          <a:xfrm>
            <a:off x="6751535" y="2295724"/>
            <a:ext cx="4912224" cy="168629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Parent Class</a:t>
            </a: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100000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5" name="Rectangle 14">
            <a:extLst>
              <a:ext uri="{FF2B5EF4-FFF2-40B4-BE49-F238E27FC236}">
                <a16:creationId xmlns:a16="http://schemas.microsoft.com/office/drawing/2014/main" id="{34AFF8EA-0FDE-6C27-D604-15C072C00E23}"/>
              </a:ext>
            </a:extLst>
          </p:cNvPr>
          <p:cNvSpPr/>
          <p:nvPr/>
        </p:nvSpPr>
        <p:spPr>
          <a:xfrm>
            <a:off x="6726481" y="4341555"/>
            <a:ext cx="4912225" cy="219210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Child Class</a:t>
            </a: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TemporaryEmp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Override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//annotation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75000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6" name="Arrow: Down 15">
            <a:extLst>
              <a:ext uri="{FF2B5EF4-FFF2-40B4-BE49-F238E27FC236}">
                <a16:creationId xmlns:a16="http://schemas.microsoft.com/office/drawing/2014/main" id="{9903494E-534C-9E15-74E6-484440829F90}"/>
              </a:ext>
            </a:extLst>
          </p:cNvPr>
          <p:cNvSpPr/>
          <p:nvPr/>
        </p:nvSpPr>
        <p:spPr>
          <a:xfrm>
            <a:off x="8928141" y="4054366"/>
            <a:ext cx="559012" cy="239689"/>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7C90C709-5CB9-18C8-62A8-F78DC5A2D918}"/>
              </a:ext>
            </a:extLst>
          </p:cNvPr>
          <p:cNvSpPr/>
          <p:nvPr/>
        </p:nvSpPr>
        <p:spPr>
          <a:xfrm>
            <a:off x="528241" y="2994451"/>
            <a:ext cx="5152374" cy="358410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Calculator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  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double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20" name="TextBox 19">
            <a:extLst>
              <a:ext uri="{FF2B5EF4-FFF2-40B4-BE49-F238E27FC236}">
                <a16:creationId xmlns:a16="http://schemas.microsoft.com/office/drawing/2014/main" id="{49EC03BA-57CB-D9CF-97D4-4791A05D7405}"/>
              </a:ext>
            </a:extLst>
          </p:cNvPr>
          <p:cNvSpPr txBox="1"/>
          <p:nvPr/>
        </p:nvSpPr>
        <p:spPr>
          <a:xfrm>
            <a:off x="220413" y="1090283"/>
            <a:ext cx="5341452"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Method overloading allows you to use the same method name with different parameters to perform various actions, which is good for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readability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flexibility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AD420243-A5C0-4527-5FF1-6A2F2458C820}"/>
              </a:ext>
            </a:extLst>
          </p:cNvPr>
          <p:cNvSpPr txBox="1"/>
          <p:nvPr/>
        </p:nvSpPr>
        <p:spPr>
          <a:xfrm>
            <a:off x="6093393" y="1090283"/>
            <a:ext cx="5710968"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Method overriding allows you to reuse the parent class method when needed and override it, when necessary, which is good for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reusability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flexibility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18D72EB4-899F-F141-53D5-3956EAFF8068}"/>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891099316"/>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happens if you don't use @override annotation in method overriding?</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883266" y="135108"/>
            <a:ext cx="623134" cy="623134"/>
          </a:xfrm>
          <a:prstGeom prst="rect">
            <a:avLst/>
          </a:prstGeom>
        </p:spPr>
      </p:pic>
      <p:sp>
        <p:nvSpPr>
          <p:cNvPr id="14" name="Rectangle 13">
            <a:extLst>
              <a:ext uri="{FF2B5EF4-FFF2-40B4-BE49-F238E27FC236}">
                <a16:creationId xmlns:a16="http://schemas.microsoft.com/office/drawing/2014/main" id="{F80380A1-97C6-9DFE-348D-48D7C9564947}"/>
              </a:ext>
            </a:extLst>
          </p:cNvPr>
          <p:cNvSpPr/>
          <p:nvPr/>
        </p:nvSpPr>
        <p:spPr>
          <a:xfrm>
            <a:off x="6602806" y="1175126"/>
            <a:ext cx="4912224" cy="197834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Parent Class</a:t>
            </a: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100000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5" name="Rectangle 14">
            <a:extLst>
              <a:ext uri="{FF2B5EF4-FFF2-40B4-BE49-F238E27FC236}">
                <a16:creationId xmlns:a16="http://schemas.microsoft.com/office/drawing/2014/main" id="{34AFF8EA-0FDE-6C27-D604-15C072C00E23}"/>
              </a:ext>
            </a:extLst>
          </p:cNvPr>
          <p:cNvSpPr/>
          <p:nvPr/>
        </p:nvSpPr>
        <p:spPr>
          <a:xfrm>
            <a:off x="6577752" y="3704528"/>
            <a:ext cx="4912225" cy="219210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Child Class</a:t>
            </a:r>
            <a:endPar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TemporaryEmp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Employee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@Override //annotation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calculateSalary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75000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6" name="Arrow: Down 15">
            <a:extLst>
              <a:ext uri="{FF2B5EF4-FFF2-40B4-BE49-F238E27FC236}">
                <a16:creationId xmlns:a16="http://schemas.microsoft.com/office/drawing/2014/main" id="{9903494E-534C-9E15-74E6-484440829F90}"/>
              </a:ext>
            </a:extLst>
          </p:cNvPr>
          <p:cNvSpPr/>
          <p:nvPr/>
        </p:nvSpPr>
        <p:spPr>
          <a:xfrm>
            <a:off x="8779412" y="3195023"/>
            <a:ext cx="559012" cy="447732"/>
          </a:xfrm>
          <a:prstGeom prst="down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49EC03BA-57CB-D9CF-97D4-4791A05D7405}"/>
              </a:ext>
            </a:extLst>
          </p:cNvPr>
          <p:cNvSpPr txBox="1"/>
          <p:nvPr/>
        </p:nvSpPr>
        <p:spPr>
          <a:xfrm>
            <a:off x="339163" y="1090283"/>
            <a:ext cx="4912224" cy="276998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If you don't use the @Override annotation, the code will still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compile and run correctly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Benefits of Using @Override Annotation:</a:t>
            </a:r>
          </a:p>
          <a:p>
            <a:pPr marL="0" marR="0" lvl="0" indent="0" algn="l" defTabSz="914400" rtl="0" eaLnBrk="1" fontAlgn="auto" latinLnBrk="0" hangingPunct="1">
              <a:lnSpc>
                <a:spcPct val="100000"/>
              </a:lnSpc>
              <a:spcBef>
                <a:spcPts val="600"/>
              </a:spcBef>
              <a:spcAft>
                <a:spcPts val="0"/>
              </a:spcAft>
              <a:buClr>
                <a:srgbClr val="FFC000"/>
              </a:buClr>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compiler ensures that there’s in no signature mismatch, like a typo or wrong parameters, it generates an error.</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7C967F8C-CB7F-8720-4546-D278A97B6920}"/>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218868701"/>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01207" y="1545527"/>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902010"/>
            <a:ext cx="8910916" cy="235756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How can an interface inherit methods from another interface?</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How can you provide default behavior for methods in an interface?</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the impact of adding a new method to an existing interface?</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Can you use the final keyword with an abstract class? Why or why not?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a no-argument constructor?</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Can you store different data types in a single array? How?</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181923"/>
            <a:ext cx="10515600" cy="1325563"/>
          </a:xfrm>
        </p:spPr>
        <p:txBody>
          <a:bodyPr>
            <a:normAutofit/>
          </a:bodyPr>
          <a:lstStyle/>
          <a:p>
            <a:r>
              <a:rPr lang="en-US" b="1" dirty="0">
                <a:solidFill>
                  <a:srgbClr val="FFFF00"/>
                </a:solidFill>
              </a:rPr>
              <a:t>Mock Interview</a:t>
            </a:r>
            <a:br>
              <a:rPr lang="en-US" b="1" dirty="0">
                <a:solidFill>
                  <a:srgbClr val="FFFF00"/>
                </a:solidFill>
              </a:rPr>
            </a:br>
            <a:r>
              <a:rPr lang="en-US" sz="3100" b="1" dirty="0"/>
              <a:t>Abstract class &amp; Interface, Constructors</a:t>
            </a:r>
            <a:endParaRPr lang="en-IN" sz="3100"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Graphic 2" descr="Lightbulb with solid fill">
            <a:extLst>
              <a:ext uri="{FF2B5EF4-FFF2-40B4-BE49-F238E27FC236}">
                <a16:creationId xmlns:a16="http://schemas.microsoft.com/office/drawing/2014/main" id="{D591DD02-052F-79A8-9700-3CA28C765D4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775249" y="282107"/>
            <a:ext cx="623134" cy="623134"/>
          </a:xfrm>
          <a:prstGeom prst="rect">
            <a:avLst/>
          </a:prstGeom>
        </p:spPr>
      </p:pic>
      <p:sp>
        <p:nvSpPr>
          <p:cNvPr id="5" name="TextBox 4">
            <a:extLst>
              <a:ext uri="{FF2B5EF4-FFF2-40B4-BE49-F238E27FC236}">
                <a16:creationId xmlns:a16="http://schemas.microsoft.com/office/drawing/2014/main" id="{EC1EB2B8-9A11-49D6-9133-4BCC8AF9DB90}"/>
              </a:ext>
            </a:extLst>
          </p:cNvPr>
          <p:cNvSpPr txBox="1"/>
          <p:nvPr/>
        </p:nvSpPr>
        <p:spPr>
          <a:xfrm>
            <a:off x="10342731" y="6373174"/>
            <a:ext cx="1972639" cy="307777"/>
          </a:xfrm>
          <a:prstGeom prst="rect">
            <a:avLst/>
          </a:prstGeom>
          <a:noFill/>
        </p:spPr>
        <p:txBody>
          <a:bodyPr wrap="square">
            <a:spAutoFit/>
          </a:bodyPr>
          <a:lstStyle/>
          <a:p>
            <a:r>
              <a:rPr lang="en-US" sz="1400" dirty="0">
                <a:hlinkClick r:id="rId12" action="ppaction://hlinksldjump"/>
              </a:rPr>
              <a:t>Back to main index</a:t>
            </a:r>
            <a:endParaRPr lang="en-IN" sz="1400" dirty="0"/>
          </a:p>
        </p:txBody>
      </p:sp>
    </p:spTree>
    <p:extLst>
      <p:ext uri="{BB962C8B-B14F-4D97-AF65-F5344CB8AC3E}">
        <p14:creationId xmlns:p14="http://schemas.microsoft.com/office/powerpoint/2010/main" val="4219492760"/>
      </p:ext>
    </p:extLst>
  </p:cSld>
  <p:clrMapOvr>
    <a:overrideClrMapping bg1="dk1" tx1="lt1" bg2="dk2" tx2="lt2" accent1="accent1" accent2="accent2" accent3="accent3" accent4="accent4" accent5="accent5" accent6="accent6" hlink="hlink" folHlink="folHlink"/>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can an interface inherit methods from another interface?</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an interface can inherit methods from another interface by using the </a:t>
            </a:r>
            <a:r>
              <a:rPr kumimoji="0" lang="en-US" sz="1800" b="1" i="0" u="none" strike="noStrike" kern="1200" cap="none" spc="0" normalizeH="0" baseline="0" noProof="0" dirty="0">
                <a:ln>
                  <a:noFill/>
                </a:ln>
                <a:solidFill>
                  <a:prstClr val="black"/>
                </a:solidFill>
                <a:effectLst/>
                <a:uLnTx/>
                <a:uFillTx/>
                <a:latin typeface="Söhne"/>
                <a:ea typeface="+mn-ea"/>
                <a:cs typeface="+mn-cs"/>
              </a:rPr>
              <a:t>extends keyword</a:t>
            </a:r>
            <a:r>
              <a:rPr kumimoji="0" lang="en-US" sz="1800" b="0" i="0" u="none" strike="noStrike" kern="1200" cap="none" spc="0" normalizeH="0" baseline="0" noProof="0" dirty="0">
                <a:ln>
                  <a:noFill/>
                </a:ln>
                <a:solidFill>
                  <a:prstClr val="black"/>
                </a:solidFill>
                <a:effectLst/>
                <a:uLnTx/>
                <a:uFillTx/>
                <a:latin typeface="Söhne"/>
                <a:ea typeface="+mn-ea"/>
                <a:cs typeface="+mn-cs"/>
              </a:rPr>
              <a:t>.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DD60CF5-F0B0-2AFB-FAB1-A1E5B8480243}"/>
              </a:ext>
            </a:extLst>
          </p:cNvPr>
          <p:cNvSpPr/>
          <p:nvPr/>
        </p:nvSpPr>
        <p:spPr>
          <a:xfrm>
            <a:off x="6510206" y="1156504"/>
            <a:ext cx="3880703" cy="215671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Animal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makeSound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Animal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play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220722" y="135108"/>
            <a:ext cx="623134" cy="623134"/>
          </a:xfrm>
          <a:prstGeom prst="rect">
            <a:avLst/>
          </a:prstGeom>
        </p:spPr>
      </p:pic>
      <p:sp>
        <p:nvSpPr>
          <p:cNvPr id="4" name="TextBox 3">
            <a:extLst>
              <a:ext uri="{FF2B5EF4-FFF2-40B4-BE49-F238E27FC236}">
                <a16:creationId xmlns:a16="http://schemas.microsoft.com/office/drawing/2014/main" id="{FAEE69FF-A845-E91D-DD08-3225C50BD8D8}"/>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173069187"/>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can you provide default behavior for methods in an interface?</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3" y="1090283"/>
            <a:ext cx="4954616"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You can provide default behavior for methods in an interface by using the </a:t>
            </a:r>
            <a:r>
              <a:rPr kumimoji="0" lang="en-US" sz="1800" b="1" i="0" u="none" strike="noStrike" kern="1200" cap="none" spc="0" normalizeH="0" baseline="0" noProof="0" dirty="0">
                <a:ln>
                  <a:noFill/>
                </a:ln>
                <a:solidFill>
                  <a:prstClr val="black"/>
                </a:solidFill>
                <a:effectLst/>
                <a:uLnTx/>
                <a:uFillTx/>
                <a:latin typeface="Söhne"/>
                <a:ea typeface="+mn-ea"/>
                <a:cs typeface="+mn-cs"/>
              </a:rPr>
              <a:t>default method</a:t>
            </a:r>
            <a:r>
              <a:rPr kumimoji="0" lang="en-US" sz="1800" b="0" i="0" u="none" strike="noStrike" kern="1200" cap="none" spc="0" normalizeH="0" baseline="0" noProof="0" dirty="0">
                <a:ln>
                  <a:noFill/>
                </a:ln>
                <a:solidFill>
                  <a:prstClr val="black"/>
                </a:solidFill>
                <a:effectLst/>
                <a:uLnTx/>
                <a:uFillTx/>
                <a:latin typeface="Söhne"/>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00372" y="135108"/>
            <a:ext cx="623134" cy="623134"/>
          </a:xfrm>
          <a:prstGeom prst="rect">
            <a:avLst/>
          </a:prstGeom>
        </p:spPr>
      </p:pic>
      <p:sp>
        <p:nvSpPr>
          <p:cNvPr id="4" name="Rectangle 3">
            <a:extLst>
              <a:ext uri="{FF2B5EF4-FFF2-40B4-BE49-F238E27FC236}">
                <a16:creationId xmlns:a16="http://schemas.microsoft.com/office/drawing/2014/main" id="{80110C8E-9DFC-AA8A-4C73-5DD43CCCE55A}"/>
              </a:ext>
            </a:extLst>
          </p:cNvPr>
          <p:cNvSpPr/>
          <p:nvPr/>
        </p:nvSpPr>
        <p:spPr>
          <a:xfrm>
            <a:off x="6535361" y="1030317"/>
            <a:ext cx="4954616" cy="234881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Vehicle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Abstract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start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Default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default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stop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"Stop..."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Rectangle 4">
            <a:extLst>
              <a:ext uri="{FF2B5EF4-FFF2-40B4-BE49-F238E27FC236}">
                <a16:creationId xmlns:a16="http://schemas.microsoft.com/office/drawing/2014/main" id="{7F876A23-8416-7E6C-30AA-E82A31CC83C4}"/>
              </a:ext>
            </a:extLst>
          </p:cNvPr>
          <p:cNvSpPr/>
          <p:nvPr/>
        </p:nvSpPr>
        <p:spPr>
          <a:xfrm>
            <a:off x="6535361" y="3429000"/>
            <a:ext cx="4954616" cy="320039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implements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Vehicle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start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"Start..."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myCar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myCar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start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Start...</a:t>
            </a: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myCar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stop</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Stop...</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6" name="TextBox 5">
            <a:extLst>
              <a:ext uri="{FF2B5EF4-FFF2-40B4-BE49-F238E27FC236}">
                <a16:creationId xmlns:a16="http://schemas.microsoft.com/office/drawing/2014/main" id="{70EE22F9-95D6-B0FD-07D9-BE631C986182}"/>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279611814"/>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impact of adding a new method to an existing interface?</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All existing classes that implement the interface will break unless you provide an implementation for the new method.</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956991" y="135108"/>
            <a:ext cx="623134" cy="623134"/>
          </a:xfrm>
          <a:prstGeom prst="rect">
            <a:avLst/>
          </a:prstGeom>
        </p:spPr>
      </p:pic>
      <p:sp>
        <p:nvSpPr>
          <p:cNvPr id="4" name="TextBox 3">
            <a:extLst>
              <a:ext uri="{FF2B5EF4-FFF2-40B4-BE49-F238E27FC236}">
                <a16:creationId xmlns:a16="http://schemas.microsoft.com/office/drawing/2014/main" id="{F8E00CAD-F943-B804-81BE-70B9BB46AC0F}"/>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495400881"/>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you use the final keyword with an abstract class? Why or why not?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1908215"/>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No, you cannot use the final keyword with an abstract class in Java. </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Abstract classes are used as super class, but the final keyword prevents a class from being superclass. Therefore, these two concepts are contradictory.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289501" y="135108"/>
            <a:ext cx="623134" cy="623134"/>
          </a:xfrm>
          <a:prstGeom prst="rect">
            <a:avLst/>
          </a:prstGeom>
        </p:spPr>
      </p:pic>
      <p:pic>
        <p:nvPicPr>
          <p:cNvPr id="5" name="Picture 4">
            <a:extLst>
              <a:ext uri="{FF2B5EF4-FFF2-40B4-BE49-F238E27FC236}">
                <a16:creationId xmlns:a16="http://schemas.microsoft.com/office/drawing/2014/main" id="{24C72C44-7B53-DA05-2B1B-47607E9E1D1C}"/>
              </a:ext>
            </a:extLst>
          </p:cNvPr>
          <p:cNvPicPr>
            <a:picLocks noChangeAspect="1"/>
          </p:cNvPicPr>
          <p:nvPr/>
        </p:nvPicPr>
        <p:blipFill>
          <a:blip r:embed="rId6"/>
          <a:stretch>
            <a:fillRect/>
          </a:stretch>
        </p:blipFill>
        <p:spPr>
          <a:xfrm>
            <a:off x="5975655" y="1156503"/>
            <a:ext cx="5825889" cy="2292714"/>
          </a:xfrm>
          <a:prstGeom prst="rect">
            <a:avLst/>
          </a:prstGeom>
        </p:spPr>
      </p:pic>
      <p:sp>
        <p:nvSpPr>
          <p:cNvPr id="4" name="TextBox 3">
            <a:extLst>
              <a:ext uri="{FF2B5EF4-FFF2-40B4-BE49-F238E27FC236}">
                <a16:creationId xmlns:a16="http://schemas.microsoft.com/office/drawing/2014/main" id="{D81ED88A-0C57-38CC-7BC6-A29BAF6641C7}"/>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7"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029008190"/>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 no-argument constructor?</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A no-argument constructor in Java is a constructor that does not take any parameters.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145013" y="135108"/>
            <a:ext cx="623134" cy="623134"/>
          </a:xfrm>
          <a:prstGeom prst="rect">
            <a:avLst/>
          </a:prstGeom>
        </p:spPr>
      </p:pic>
      <p:sp>
        <p:nvSpPr>
          <p:cNvPr id="4" name="Rectangle 3">
            <a:extLst>
              <a:ext uri="{FF2B5EF4-FFF2-40B4-BE49-F238E27FC236}">
                <a16:creationId xmlns:a16="http://schemas.microsoft.com/office/drawing/2014/main" id="{C80F4C97-4C0F-4506-37CC-EE01E5163970}"/>
              </a:ext>
            </a:extLst>
          </p:cNvPr>
          <p:cNvSpPr/>
          <p:nvPr/>
        </p:nvSpPr>
        <p:spPr>
          <a:xfrm>
            <a:off x="6305462" y="1156503"/>
            <a:ext cx="4942816" cy="327224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"my 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Car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my car</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TextBox 4">
            <a:extLst>
              <a:ext uri="{FF2B5EF4-FFF2-40B4-BE49-F238E27FC236}">
                <a16:creationId xmlns:a16="http://schemas.microsoft.com/office/drawing/2014/main" id="{6CAA3C0E-6613-4357-12DA-97563AC6DFC6}"/>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719522372"/>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you store different data types in a single array? How?</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4600973" cy="1354217"/>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Standard arrays can only hold elements of the same type.</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However, you can achieve this by using an array of objects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DD60CF5-F0B0-2AFB-FAB1-A1E5B8480243}"/>
              </a:ext>
            </a:extLst>
          </p:cNvPr>
          <p:cNvSpPr/>
          <p:nvPr/>
        </p:nvSpPr>
        <p:spPr>
          <a:xfrm>
            <a:off x="6256350" y="1149148"/>
            <a:ext cx="5254115" cy="383113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Object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mixedArray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Object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mixedArray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"Hello"</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String</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mixedArray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123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Integer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mixedArray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45.67</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Double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mixedArray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Character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mixedArray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4</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true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Boolean </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Object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obj</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mixedArray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obj</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638829" y="135108"/>
            <a:ext cx="623134" cy="623134"/>
          </a:xfrm>
          <a:prstGeom prst="rect">
            <a:avLst/>
          </a:prstGeom>
        </p:spPr>
      </p:pic>
      <p:sp>
        <p:nvSpPr>
          <p:cNvPr id="4" name="TextBox 3">
            <a:extLst>
              <a:ext uri="{FF2B5EF4-FFF2-40B4-BE49-F238E27FC236}">
                <a16:creationId xmlns:a16="http://schemas.microsoft.com/office/drawing/2014/main" id="{B3522E04-73A8-FB85-7032-ACC56A1C0735}"/>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717730177"/>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01207" y="1545527"/>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902010"/>
            <a:ext cx="8910916" cy="235756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happens if a return statement is used inside try block of a try-catch-finally?</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happens if an exception is thrown in the finally block?</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Can you explain how custom exceptions are created and used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How do you handle multiple exceptions in a single catch block?</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happens if an exception is not handled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How can you suppress exceptions in Java?</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181923"/>
            <a:ext cx="10515600" cy="1325563"/>
          </a:xfrm>
        </p:spPr>
        <p:txBody>
          <a:bodyPr>
            <a:normAutofit/>
          </a:bodyPr>
          <a:lstStyle/>
          <a:p>
            <a:r>
              <a:rPr lang="en-US" b="1" dirty="0">
                <a:solidFill>
                  <a:srgbClr val="FFFF00"/>
                </a:solidFill>
              </a:rPr>
              <a:t>Mock Interview</a:t>
            </a:r>
            <a:br>
              <a:rPr lang="en-US" b="1" dirty="0">
                <a:solidFill>
                  <a:srgbClr val="FFFF00"/>
                </a:solidFill>
              </a:rPr>
            </a:br>
            <a:r>
              <a:rPr lang="en-US" sz="3100" b="1" dirty="0"/>
              <a:t>Exception Handling</a:t>
            </a:r>
            <a:endParaRPr lang="en-IN" sz="3100"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Graphic 2" descr="Lightbulb with solid fill">
            <a:extLst>
              <a:ext uri="{FF2B5EF4-FFF2-40B4-BE49-F238E27FC236}">
                <a16:creationId xmlns:a16="http://schemas.microsoft.com/office/drawing/2014/main" id="{D591DD02-052F-79A8-9700-3CA28C765D4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775249" y="282107"/>
            <a:ext cx="623134" cy="623134"/>
          </a:xfrm>
          <a:prstGeom prst="rect">
            <a:avLst/>
          </a:prstGeom>
        </p:spPr>
      </p:pic>
      <p:sp>
        <p:nvSpPr>
          <p:cNvPr id="5" name="TextBox 4">
            <a:extLst>
              <a:ext uri="{FF2B5EF4-FFF2-40B4-BE49-F238E27FC236}">
                <a16:creationId xmlns:a16="http://schemas.microsoft.com/office/drawing/2014/main" id="{10F4F3A6-8C01-F14E-75AC-CE50ADCA5363}"/>
              </a:ext>
            </a:extLst>
          </p:cNvPr>
          <p:cNvSpPr txBox="1"/>
          <p:nvPr/>
        </p:nvSpPr>
        <p:spPr>
          <a:xfrm>
            <a:off x="10342731" y="6373174"/>
            <a:ext cx="1972639" cy="307777"/>
          </a:xfrm>
          <a:prstGeom prst="rect">
            <a:avLst/>
          </a:prstGeom>
          <a:noFill/>
        </p:spPr>
        <p:txBody>
          <a:bodyPr wrap="square">
            <a:spAutoFit/>
          </a:bodyPr>
          <a:lstStyle/>
          <a:p>
            <a:r>
              <a:rPr lang="en-US" sz="1400" dirty="0">
                <a:hlinkClick r:id="rId12" action="ppaction://hlinksldjump"/>
              </a:rPr>
              <a:t>Back to main index</a:t>
            </a:r>
            <a:endParaRPr lang="en-IN" sz="1400" dirty="0"/>
          </a:p>
        </p:txBody>
      </p:sp>
    </p:spTree>
    <p:extLst>
      <p:ext uri="{BB962C8B-B14F-4D97-AF65-F5344CB8AC3E}">
        <p14:creationId xmlns:p14="http://schemas.microsoft.com/office/powerpoint/2010/main" val="692495294"/>
      </p:ext>
    </p:extLst>
  </p:cSld>
  <p:clrMapOvr>
    <a:overrideClrMapping bg1="dk1" tx1="lt1" bg2="dk2" tx2="lt2" accent1="accent1" accent2="accent2" accent3="accent3" accent4="accent4" accent5="accent5" accent6="accent6" hlink="hlink" folHlink="folHlink"/>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555258"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happens if a return statement is used inside try block of a try-catch-finally?</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06615"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When a return statement is used inside the try block of a try-catch-finally, the finally block will still be executed before the method returns a value.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DD60CF5-F0B0-2AFB-FAB1-A1E5B8480243}"/>
              </a:ext>
            </a:extLst>
          </p:cNvPr>
          <p:cNvSpPr/>
          <p:nvPr/>
        </p:nvSpPr>
        <p:spPr>
          <a:xfrm>
            <a:off x="6133322" y="1090283"/>
            <a:ext cx="5534363" cy="452674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testMethod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testMethod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 try block"</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 catch block"</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finally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"In finally block"</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In try block  In finally block  1</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7" name="Graphic 6" descr="Lightbulb with solid fill">
            <a:extLst>
              <a:ext uri="{FF2B5EF4-FFF2-40B4-BE49-F238E27FC236}">
                <a16:creationId xmlns:a16="http://schemas.microsoft.com/office/drawing/2014/main" id="{340E6C2A-F93A-67F1-DAA8-E4F473BA5DB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417649" y="104513"/>
            <a:ext cx="623134" cy="623134"/>
          </a:xfrm>
          <a:prstGeom prst="rect">
            <a:avLst/>
          </a:prstGeom>
        </p:spPr>
      </p:pic>
      <p:sp>
        <p:nvSpPr>
          <p:cNvPr id="4" name="TextBox 3">
            <a:extLst>
              <a:ext uri="{FF2B5EF4-FFF2-40B4-BE49-F238E27FC236}">
                <a16:creationId xmlns:a16="http://schemas.microsoft.com/office/drawing/2014/main" id="{0B5214B0-8C7A-6A65-09E6-36F5C4B820A5}"/>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008545582"/>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happens if an exception is thrown in the finally block?</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3544069"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If an exception is thrown in the finally block in Java, it can override any previous exception thrown in the try or catch block.</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DD60CF5-F0B0-2AFB-FAB1-A1E5B8480243}"/>
              </a:ext>
            </a:extLst>
          </p:cNvPr>
          <p:cNvSpPr/>
          <p:nvPr/>
        </p:nvSpPr>
        <p:spPr>
          <a:xfrm>
            <a:off x="4559992" y="1149148"/>
            <a:ext cx="7350826" cy="425864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testMethod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testMethod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throw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RuntimeException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"Exception in try block"</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throw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RuntimeException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"Exception in catch block"</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finally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throw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RuntimeException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"Exception in finally block"</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Exception in finally block</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923838" y="135108"/>
            <a:ext cx="623134" cy="623134"/>
          </a:xfrm>
          <a:prstGeom prst="rect">
            <a:avLst/>
          </a:prstGeom>
        </p:spPr>
      </p:pic>
      <p:sp>
        <p:nvSpPr>
          <p:cNvPr id="4" name="TextBox 3">
            <a:extLst>
              <a:ext uri="{FF2B5EF4-FFF2-40B4-BE49-F238E27FC236}">
                <a16:creationId xmlns:a16="http://schemas.microsoft.com/office/drawing/2014/main" id="{0AEB8B78-0957-C307-8CFC-5EE6E63717B6}"/>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577440968"/>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you explain how custom exceptions are created and used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325368"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Custom exceptions are user-defined exceptions that can be created  by extending the </a:t>
            </a:r>
            <a:r>
              <a:rPr kumimoji="0" lang="en-US" sz="1800" b="1" i="0" u="none" strike="noStrike" kern="1200" cap="none" spc="0" normalizeH="0" baseline="0" noProof="0" dirty="0">
                <a:ln>
                  <a:noFill/>
                </a:ln>
                <a:solidFill>
                  <a:prstClr val="black"/>
                </a:solidFill>
                <a:effectLst/>
                <a:uLnTx/>
                <a:uFillTx/>
                <a:latin typeface="Söhne"/>
                <a:ea typeface="+mn-ea"/>
                <a:cs typeface="+mn-cs"/>
              </a:rPr>
              <a:t>Exception class</a:t>
            </a:r>
            <a:r>
              <a:rPr kumimoji="0" lang="en-US" sz="1800" b="0" i="0" u="none" strike="noStrike" kern="1200" cap="none" spc="0" normalizeH="0" baseline="0" noProof="0" dirty="0">
                <a:ln>
                  <a:noFill/>
                </a:ln>
                <a:solidFill>
                  <a:prstClr val="black"/>
                </a:solidFill>
                <a:effectLst/>
                <a:uLnTx/>
                <a:uFillTx/>
                <a:latin typeface="Söhne"/>
                <a:ea typeface="+mn-ea"/>
                <a:cs typeface="+mn-cs"/>
              </a:rPr>
              <a:t> (for checked exceptions) or the </a:t>
            </a:r>
            <a:r>
              <a:rPr kumimoji="0" lang="en-US" sz="1800" b="1" i="0" u="none" strike="noStrike" kern="1200" cap="none" spc="0" normalizeH="0" baseline="0" noProof="0" dirty="0" err="1">
                <a:ln>
                  <a:noFill/>
                </a:ln>
                <a:solidFill>
                  <a:prstClr val="black"/>
                </a:solidFill>
                <a:effectLst/>
                <a:uLnTx/>
                <a:uFillTx/>
                <a:latin typeface="Söhne"/>
                <a:ea typeface="+mn-ea"/>
                <a:cs typeface="+mn-cs"/>
              </a:rPr>
              <a:t>RuntimeException</a:t>
            </a:r>
            <a:r>
              <a:rPr kumimoji="0" lang="en-US" sz="1800" b="1" i="0" u="none" strike="noStrike" kern="1200" cap="none" spc="0" normalizeH="0" baseline="0" noProof="0" dirty="0">
                <a:ln>
                  <a:noFill/>
                </a:ln>
                <a:solidFill>
                  <a:prstClr val="black"/>
                </a:solidFill>
                <a:effectLst/>
                <a:uLnTx/>
                <a:uFillTx/>
                <a:latin typeface="Söhne"/>
                <a:ea typeface="+mn-ea"/>
                <a:cs typeface="+mn-cs"/>
              </a:rPr>
              <a:t> class</a:t>
            </a:r>
            <a:r>
              <a:rPr kumimoji="0" lang="en-US" sz="1800" b="0" i="0" u="none" strike="noStrike" kern="1200" cap="none" spc="0" normalizeH="0" baseline="0" noProof="0" dirty="0">
                <a:ln>
                  <a:noFill/>
                </a:ln>
                <a:solidFill>
                  <a:prstClr val="black"/>
                </a:solidFill>
                <a:effectLst/>
                <a:uLnTx/>
                <a:uFillTx/>
                <a:latin typeface="Söhne"/>
                <a:ea typeface="+mn-ea"/>
                <a:cs typeface="+mn-cs"/>
              </a:rPr>
              <a:t> (for unchecked exceptions).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DD60CF5-F0B0-2AFB-FAB1-A1E5B8480243}"/>
              </a:ext>
            </a:extLst>
          </p:cNvPr>
          <p:cNvSpPr/>
          <p:nvPr/>
        </p:nvSpPr>
        <p:spPr>
          <a:xfrm>
            <a:off x="6096000" y="1156503"/>
            <a:ext cx="5850577" cy="454365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CustomCheckedException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CustomCheckedException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message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super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message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validateAge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CustomCheckedException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getMessage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087620" y="135108"/>
            <a:ext cx="623134" cy="623134"/>
          </a:xfrm>
          <a:prstGeom prst="rect">
            <a:avLst/>
          </a:prstGeom>
        </p:spPr>
      </p:pic>
      <p:sp>
        <p:nvSpPr>
          <p:cNvPr id="4" name="TextBox 3">
            <a:extLst>
              <a:ext uri="{FF2B5EF4-FFF2-40B4-BE49-F238E27FC236}">
                <a16:creationId xmlns:a16="http://schemas.microsoft.com/office/drawing/2014/main" id="{26D1930D-4E47-2F6E-79A9-2EA5609DD224}"/>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952264138"/>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do you handle multiple exceptions in a single catch block?</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2950303" cy="1754326"/>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You can handle multiple exceptions in a single catch block using </a:t>
            </a:r>
            <a:r>
              <a:rPr kumimoji="0" lang="en-US" sz="1800" b="1" i="0" u="none" strike="noStrike" kern="1200" cap="none" spc="0" normalizeH="0" baseline="0" noProof="0" dirty="0">
                <a:ln>
                  <a:noFill/>
                </a:ln>
                <a:solidFill>
                  <a:prstClr val="black"/>
                </a:solidFill>
                <a:effectLst/>
                <a:uLnTx/>
                <a:uFillTx/>
                <a:latin typeface="Söhne"/>
                <a:ea typeface="+mn-ea"/>
                <a:cs typeface="+mn-cs"/>
              </a:rPr>
              <a:t>multi-catch syntax</a:t>
            </a:r>
            <a:r>
              <a:rPr kumimoji="0" lang="en-US" sz="1800" b="0" i="0" u="none" strike="noStrike" kern="1200" cap="none" spc="0" normalizeH="0" baseline="0" noProof="0" dirty="0">
                <a:ln>
                  <a:noFill/>
                </a:ln>
                <a:solidFill>
                  <a:prstClr val="black"/>
                </a:solidFill>
                <a:effectLst/>
                <a:uLnTx/>
                <a:uFillTx/>
                <a:latin typeface="Söhne"/>
                <a:ea typeface="+mn-ea"/>
                <a:cs typeface="+mn-cs"/>
              </a:rPr>
              <a:t> (separating the exception types with a vertical bar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DD60CF5-F0B0-2AFB-FAB1-A1E5B8480243}"/>
              </a:ext>
            </a:extLst>
          </p:cNvPr>
          <p:cNvSpPr/>
          <p:nvPr/>
        </p:nvSpPr>
        <p:spPr>
          <a:xfrm>
            <a:off x="3823855" y="1149148"/>
            <a:ext cx="8141135" cy="318325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Code that may throw multiple exceptions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(numbers[</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ArrayIndexOutOfBoundsException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null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length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NullPointerException</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ArrayIndexOutOfBoundsException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NullPointerException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"Caught exception: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getMessage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280094" y="135108"/>
            <a:ext cx="623134" cy="623134"/>
          </a:xfrm>
          <a:prstGeom prst="rect">
            <a:avLst/>
          </a:prstGeom>
        </p:spPr>
      </p:pic>
      <p:sp>
        <p:nvSpPr>
          <p:cNvPr id="4" name="TextBox 3">
            <a:extLst>
              <a:ext uri="{FF2B5EF4-FFF2-40B4-BE49-F238E27FC236}">
                <a16:creationId xmlns:a16="http://schemas.microsoft.com/office/drawing/2014/main" id="{740FC21F-D9F1-1FDC-8A22-86EA9EB36E6D}"/>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79152681"/>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happens if an exception is not handled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Handling exceptions properly ensures that your program can gracefully manage error conditions and continue to operate or shut down cleanly.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187568" y="135108"/>
            <a:ext cx="623134" cy="623134"/>
          </a:xfrm>
          <a:prstGeom prst="rect">
            <a:avLst/>
          </a:prstGeom>
        </p:spPr>
      </p:pic>
      <p:sp>
        <p:nvSpPr>
          <p:cNvPr id="4" name="TextBox 3">
            <a:extLst>
              <a:ext uri="{FF2B5EF4-FFF2-40B4-BE49-F238E27FC236}">
                <a16:creationId xmlns:a16="http://schemas.microsoft.com/office/drawing/2014/main" id="{9CABFD54-C081-8076-D91E-5391BCD8BA74}"/>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779474312"/>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can you suppress exceptions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You can suppress exceptions by catching exceptions and choose not to take any action.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DD60CF5-F0B0-2AFB-FAB1-A1E5B8480243}"/>
              </a:ext>
            </a:extLst>
          </p:cNvPr>
          <p:cNvSpPr/>
          <p:nvPr/>
        </p:nvSpPr>
        <p:spPr>
          <a:xfrm>
            <a:off x="6510206" y="1156503"/>
            <a:ext cx="4979771" cy="402113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try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result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ArithmeticException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Exception is caught and suppressed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method1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not recommended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method1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"from catch"</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from catch</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845661" y="135108"/>
            <a:ext cx="623134" cy="623134"/>
          </a:xfrm>
          <a:prstGeom prst="rect">
            <a:avLst/>
          </a:prstGeom>
        </p:spPr>
      </p:pic>
      <p:sp>
        <p:nvSpPr>
          <p:cNvPr id="4" name="TextBox 3">
            <a:extLst>
              <a:ext uri="{FF2B5EF4-FFF2-40B4-BE49-F238E27FC236}">
                <a16:creationId xmlns:a16="http://schemas.microsoft.com/office/drawing/2014/main" id="{3FB666D9-F155-C2FA-A23D-9B0B0C4186FF}"/>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106617725"/>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01207" y="1545527"/>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902010"/>
            <a:ext cx="8910916" cy="235756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Can you convert a List to a Set and vice versa? How?</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How do you remove duplicates from an </a:t>
            </a:r>
            <a:r>
              <a:rPr kumimoji="0" lang="en-US" sz="1800" b="0" i="0" u="none" strike="noStrike" kern="1200" cap="none" spc="0" normalizeH="0" baseline="0" noProof="0" dirty="0" err="1">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ArrayList</a:t>
            </a: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How do you decide between using a List, Set, or Map?</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the purpose of the Collections utility class?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the difference between Vector and </a:t>
            </a:r>
            <a:r>
              <a:rPr kumimoji="0" lang="en-US" sz="1800" b="0" i="0" u="none" strike="noStrike" kern="1200" cap="none" spc="0" normalizeH="0" baseline="0" noProof="0" dirty="0" err="1">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ArrayList</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Explain the difference between Deque and Queue?</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181923"/>
            <a:ext cx="10515600" cy="1325563"/>
          </a:xfrm>
        </p:spPr>
        <p:txBody>
          <a:bodyPr>
            <a:normAutofit/>
          </a:bodyPr>
          <a:lstStyle/>
          <a:p>
            <a:r>
              <a:rPr lang="en-US" b="1" dirty="0">
                <a:solidFill>
                  <a:srgbClr val="FFFF00"/>
                </a:solidFill>
              </a:rPr>
              <a:t>Mock Interview</a:t>
            </a:r>
            <a:br>
              <a:rPr lang="en-US" b="1" dirty="0">
                <a:solidFill>
                  <a:srgbClr val="FFFF00"/>
                </a:solidFill>
              </a:rPr>
            </a:br>
            <a:r>
              <a:rPr lang="en-US" sz="3100" b="1" dirty="0"/>
              <a:t>Collections</a:t>
            </a:r>
            <a:endParaRPr lang="en-IN" sz="3100"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Graphic 2" descr="Lightbulb with solid fill">
            <a:extLst>
              <a:ext uri="{FF2B5EF4-FFF2-40B4-BE49-F238E27FC236}">
                <a16:creationId xmlns:a16="http://schemas.microsoft.com/office/drawing/2014/main" id="{D591DD02-052F-79A8-9700-3CA28C765D4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775249" y="282107"/>
            <a:ext cx="623134" cy="623134"/>
          </a:xfrm>
          <a:prstGeom prst="rect">
            <a:avLst/>
          </a:prstGeom>
        </p:spPr>
      </p:pic>
      <p:sp>
        <p:nvSpPr>
          <p:cNvPr id="5" name="TextBox 4">
            <a:extLst>
              <a:ext uri="{FF2B5EF4-FFF2-40B4-BE49-F238E27FC236}">
                <a16:creationId xmlns:a16="http://schemas.microsoft.com/office/drawing/2014/main" id="{0991DDF5-CE19-270C-22E0-CC4D4E4E4336}"/>
              </a:ext>
            </a:extLst>
          </p:cNvPr>
          <p:cNvSpPr txBox="1"/>
          <p:nvPr/>
        </p:nvSpPr>
        <p:spPr>
          <a:xfrm>
            <a:off x="10342731" y="6373174"/>
            <a:ext cx="1972639" cy="307777"/>
          </a:xfrm>
          <a:prstGeom prst="rect">
            <a:avLst/>
          </a:prstGeom>
          <a:noFill/>
        </p:spPr>
        <p:txBody>
          <a:bodyPr wrap="square">
            <a:spAutoFit/>
          </a:bodyPr>
          <a:lstStyle/>
          <a:p>
            <a:r>
              <a:rPr lang="en-US" sz="1400" dirty="0">
                <a:hlinkClick r:id="rId12" action="ppaction://hlinksldjump"/>
              </a:rPr>
              <a:t>Back to main index</a:t>
            </a:r>
            <a:endParaRPr lang="en-IN" sz="1400" dirty="0"/>
          </a:p>
        </p:txBody>
      </p:sp>
    </p:spTree>
    <p:extLst>
      <p:ext uri="{BB962C8B-B14F-4D97-AF65-F5344CB8AC3E}">
        <p14:creationId xmlns:p14="http://schemas.microsoft.com/office/powerpoint/2010/main" val="2266733529"/>
      </p:ext>
    </p:extLst>
  </p:cSld>
  <p:clrMapOvr>
    <a:overrideClrMapping bg1="dk1" tx1="lt1" bg2="dk2" tx2="lt2" accent1="accent1" accent2="accent2" accent3="accent3" accent4="accent4" accent5="accent5" accent6="accent6" hlink="hlink" folHlink="folHlink"/>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you convert a List to a Set and vice versa? How?</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3" y="1090283"/>
            <a:ext cx="3532194"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Use new HashSet&lt;&gt;(list) for List to Set, and new </a:t>
            </a:r>
            <a:r>
              <a:rPr kumimoji="0" lang="en-US" sz="1800" b="0" i="0" u="none" strike="noStrike" kern="1200" cap="none" spc="0" normalizeH="0" baseline="0" noProof="0" dirty="0" err="1">
                <a:ln>
                  <a:noFill/>
                </a:ln>
                <a:solidFill>
                  <a:prstClr val="black"/>
                </a:solidFill>
                <a:effectLst/>
                <a:uLnTx/>
                <a:uFillTx/>
                <a:latin typeface="Söhne"/>
                <a:ea typeface="+mn-ea"/>
                <a:cs typeface="+mn-cs"/>
              </a:rPr>
              <a:t>ArrayList</a:t>
            </a:r>
            <a:r>
              <a:rPr kumimoji="0" lang="en-US" sz="1800" b="0" i="0" u="none" strike="noStrike" kern="1200" cap="none" spc="0" normalizeH="0" baseline="0" noProof="0" dirty="0">
                <a:ln>
                  <a:noFill/>
                </a:ln>
                <a:solidFill>
                  <a:prstClr val="black"/>
                </a:solidFill>
                <a:effectLst/>
                <a:uLnTx/>
                <a:uFillTx/>
                <a:latin typeface="Söhne"/>
                <a:ea typeface="+mn-ea"/>
                <a:cs typeface="+mn-cs"/>
              </a:rPr>
              <a:t>&lt;&gt;(set) for Set to List.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DD60CF5-F0B0-2AFB-FAB1-A1E5B8480243}"/>
              </a:ext>
            </a:extLst>
          </p:cNvPr>
          <p:cNvSpPr/>
          <p:nvPr/>
        </p:nvSpPr>
        <p:spPr>
          <a:xfrm>
            <a:off x="4750130" y="1156503"/>
            <a:ext cx="7251698" cy="294048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"B"</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"A"</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Duplicate element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HashSet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"List: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List: [A, B, A]</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"Set: "</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set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Set: [A, B]</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009442" y="135108"/>
            <a:ext cx="623134" cy="623134"/>
          </a:xfrm>
          <a:prstGeom prst="rect">
            <a:avLst/>
          </a:prstGeom>
        </p:spPr>
      </p:pic>
      <p:sp>
        <p:nvSpPr>
          <p:cNvPr id="4" name="TextBox 3">
            <a:extLst>
              <a:ext uri="{FF2B5EF4-FFF2-40B4-BE49-F238E27FC236}">
                <a16:creationId xmlns:a16="http://schemas.microsoft.com/office/drawing/2014/main" id="{C291AD7C-6A2E-6E3D-735A-9D1EE78CACEF}"/>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738798144"/>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do you remove duplicates from an </a:t>
            </a:r>
            <a:r>
              <a:rPr kumimoji="0" lang="en-US" sz="2400" b="1" i="0" u="none" strike="noStrike" kern="1200" cap="none" spc="0" normalizeH="0" baseline="0" noProof="0" dirty="0" err="1">
                <a:ln>
                  <a:noFill/>
                </a:ln>
                <a:solidFill>
                  <a:schemeClr val="bg1"/>
                </a:solidFill>
                <a:effectLst/>
                <a:uLnTx/>
                <a:uFillTx/>
                <a:ea typeface="+mn-ea"/>
                <a:cs typeface="+mn-cs"/>
              </a:rPr>
              <a:t>ArrayList</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6358521"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By converting the </a:t>
            </a:r>
            <a:r>
              <a:rPr kumimoji="0" lang="en-US" sz="1800" b="0" i="0" u="none" strike="noStrike" kern="1200" cap="none" spc="0" normalizeH="0" baseline="0" noProof="0" dirty="0" err="1">
                <a:ln>
                  <a:noFill/>
                </a:ln>
                <a:solidFill>
                  <a:prstClr val="black"/>
                </a:solidFill>
                <a:effectLst/>
                <a:uLnTx/>
                <a:uFillTx/>
                <a:latin typeface="Söhne"/>
                <a:ea typeface="+mn-ea"/>
                <a:cs typeface="+mn-cs"/>
              </a:rPr>
              <a:t>ArrayList</a:t>
            </a:r>
            <a:r>
              <a:rPr kumimoji="0" lang="en-US" sz="1800" b="0" i="0" u="none" strike="noStrike" kern="1200" cap="none" spc="0" normalizeH="0" baseline="0" noProof="0" dirty="0">
                <a:ln>
                  <a:noFill/>
                </a:ln>
                <a:solidFill>
                  <a:prstClr val="black"/>
                </a:solidFill>
                <a:effectLst/>
                <a:uLnTx/>
                <a:uFillTx/>
                <a:latin typeface="Söhne"/>
                <a:ea typeface="+mn-ea"/>
                <a:cs typeface="+mn-cs"/>
              </a:rPr>
              <a:t> to a Set and back to </a:t>
            </a:r>
            <a:r>
              <a:rPr kumimoji="0" lang="en-US" sz="1800" b="0" i="0" u="none" strike="noStrike" kern="1200" cap="none" spc="0" normalizeH="0" baseline="0" noProof="0" dirty="0" err="1">
                <a:ln>
                  <a:noFill/>
                </a:ln>
                <a:solidFill>
                  <a:prstClr val="black"/>
                </a:solidFill>
                <a:effectLst/>
                <a:uLnTx/>
                <a:uFillTx/>
                <a:latin typeface="Söhne"/>
                <a:ea typeface="+mn-ea"/>
                <a:cs typeface="+mn-cs"/>
              </a:rPr>
              <a:t>ArrayList</a:t>
            </a:r>
            <a:r>
              <a:rPr kumimoji="0" lang="en-US" sz="1800" b="0" i="0" u="none" strike="noStrike" kern="1200" cap="none" spc="0" normalizeH="0" baseline="0" noProof="0" dirty="0">
                <a:ln>
                  <a:noFill/>
                </a:ln>
                <a:solidFill>
                  <a:prstClr val="black"/>
                </a:solidFill>
                <a:effectLst/>
                <a:uLnTx/>
                <a:uFillTx/>
                <a:latin typeface="Söhne"/>
                <a:ea typeface="+mn-ea"/>
                <a:cs typeface="+mn-cs"/>
              </a:rPr>
              <a:t> then.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009442" y="135108"/>
            <a:ext cx="623134" cy="623134"/>
          </a:xfrm>
          <a:prstGeom prst="rect">
            <a:avLst/>
          </a:prstGeom>
        </p:spPr>
      </p:pic>
      <p:sp>
        <p:nvSpPr>
          <p:cNvPr id="4" name="TextBox 3">
            <a:extLst>
              <a:ext uri="{FF2B5EF4-FFF2-40B4-BE49-F238E27FC236}">
                <a16:creationId xmlns:a16="http://schemas.microsoft.com/office/drawing/2014/main" id="{DC6039B6-7258-30F4-F172-50DD68598FCE}"/>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955567746"/>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do you decide between using a List, Set, or Map?</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Use List for ordered collections with duplicates, Set for unique elements, and Map for key-value pairs.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389451" y="135108"/>
            <a:ext cx="623134" cy="623134"/>
          </a:xfrm>
          <a:prstGeom prst="rect">
            <a:avLst/>
          </a:prstGeom>
        </p:spPr>
      </p:pic>
      <p:sp>
        <p:nvSpPr>
          <p:cNvPr id="4" name="TextBox 3">
            <a:extLst>
              <a:ext uri="{FF2B5EF4-FFF2-40B4-BE49-F238E27FC236}">
                <a16:creationId xmlns:a16="http://schemas.microsoft.com/office/drawing/2014/main" id="{2CB39D86-7789-7FAE-47DA-7CEDF4EBB720}"/>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057881453"/>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purpose of the Collections utility class?</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10" name="TextBox 9">
            <a:extLst>
              <a:ext uri="{FF2B5EF4-FFF2-40B4-BE49-F238E27FC236}">
                <a16:creationId xmlns:a16="http://schemas.microsoft.com/office/drawing/2014/main" id="{92D7A5F9-EE59-9BFC-1559-B04F51DBF32D}"/>
              </a:ext>
            </a:extLst>
          </p:cNvPr>
          <p:cNvSpPr txBox="1"/>
          <p:nvPr/>
        </p:nvSpPr>
        <p:spPr>
          <a:xfrm>
            <a:off x="339162" y="1090283"/>
            <a:ext cx="5254115"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Söhne"/>
                <a:ea typeface="+mn-ea"/>
                <a:cs typeface="+mn-cs"/>
              </a:rPr>
              <a:t>The Collections class provides static methods for common operations like sorting, searching, and synchronizing collections.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009442" y="135108"/>
            <a:ext cx="623134" cy="623134"/>
          </a:xfrm>
          <a:prstGeom prst="rect">
            <a:avLst/>
          </a:prstGeom>
        </p:spPr>
      </p:pic>
      <p:sp>
        <p:nvSpPr>
          <p:cNvPr id="4" name="TextBox 3">
            <a:extLst>
              <a:ext uri="{FF2B5EF4-FFF2-40B4-BE49-F238E27FC236}">
                <a16:creationId xmlns:a16="http://schemas.microsoft.com/office/drawing/2014/main" id="{ABE6CAED-C5A0-177A-C091-0CA971ED30AB}"/>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353486865"/>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difference between Vector and </a:t>
            </a:r>
            <a:r>
              <a:rPr kumimoji="0" lang="en-US" sz="2400" b="1" i="0" u="none" strike="noStrike" kern="1200" cap="none" spc="0" normalizeH="0" baseline="0" noProof="0" dirty="0" err="1">
                <a:ln>
                  <a:noFill/>
                </a:ln>
                <a:solidFill>
                  <a:schemeClr val="bg1"/>
                </a:solidFill>
                <a:effectLst/>
                <a:uLnTx/>
                <a:uFillTx/>
                <a:ea typeface="+mn-ea"/>
                <a:cs typeface="+mn-cs"/>
              </a:rPr>
              <a:t>ArrayList</a:t>
            </a:r>
            <a:r>
              <a:rPr kumimoji="0" lang="en-US" sz="2400" b="1" i="0" u="none" strike="noStrike" kern="1200" cap="none" spc="0" normalizeH="0" baseline="0" noProof="0" dirty="0">
                <a:ln>
                  <a:noFill/>
                </a:ln>
                <a:solidFill>
                  <a:schemeClr val="bg1"/>
                </a:solidFill>
                <a:effectLst/>
                <a:uLnTx/>
                <a:uFillTx/>
                <a:ea typeface="+mn-ea"/>
                <a:cs typeface="+mn-cs"/>
              </a:rPr>
              <a:t>?</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128192" y="135108"/>
            <a:ext cx="623134" cy="623134"/>
          </a:xfrm>
          <a:prstGeom prst="rect">
            <a:avLst/>
          </a:prstGeom>
        </p:spPr>
      </p:pic>
      <p:cxnSp>
        <p:nvCxnSpPr>
          <p:cNvPr id="4" name="Straight Arrow Connector 3">
            <a:extLst>
              <a:ext uri="{FF2B5EF4-FFF2-40B4-BE49-F238E27FC236}">
                <a16:creationId xmlns:a16="http://schemas.microsoft.com/office/drawing/2014/main" id="{C8BBE286-DB1D-B4D0-21C1-3347673A26CB}"/>
              </a:ext>
            </a:extLst>
          </p:cNvPr>
          <p:cNvCxnSpPr>
            <a:cxnSpLocks/>
            <a:stCxn id="15" idx="1"/>
            <a:endCxn id="56" idx="2"/>
          </p:cNvCxnSpPr>
          <p:nvPr/>
        </p:nvCxnSpPr>
        <p:spPr>
          <a:xfrm flipH="1" flipV="1">
            <a:off x="2501116" y="2224630"/>
            <a:ext cx="2299018" cy="196875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 name="Straight Arrow Connector 4">
            <a:extLst>
              <a:ext uri="{FF2B5EF4-FFF2-40B4-BE49-F238E27FC236}">
                <a16:creationId xmlns:a16="http://schemas.microsoft.com/office/drawing/2014/main" id="{124AC164-79D5-0420-833D-2194D627B923}"/>
              </a:ext>
            </a:extLst>
          </p:cNvPr>
          <p:cNvCxnSpPr>
            <a:cxnSpLocks/>
            <a:stCxn id="17" idx="1"/>
          </p:cNvCxnSpPr>
          <p:nvPr/>
        </p:nvCxnSpPr>
        <p:spPr>
          <a:xfrm flipH="1" flipV="1">
            <a:off x="2311658" y="2279317"/>
            <a:ext cx="2509310" cy="307304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124DE011-5B72-0143-46EF-DF7FA959171D}"/>
              </a:ext>
            </a:extLst>
          </p:cNvPr>
          <p:cNvSpPr/>
          <p:nvPr/>
        </p:nvSpPr>
        <p:spPr>
          <a:xfrm>
            <a:off x="10153225" y="1373390"/>
            <a:ext cx="433106" cy="18472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CCE8057B-0DD1-CD1B-068A-B52D15820438}"/>
              </a:ext>
            </a:extLst>
          </p:cNvPr>
          <p:cNvSpPr/>
          <p:nvPr/>
        </p:nvSpPr>
        <p:spPr>
          <a:xfrm>
            <a:off x="10239717" y="4242565"/>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LinkedHashSet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20201437-F507-F8E4-B7DB-8541AAA9AFB7}"/>
              </a:ext>
            </a:extLst>
          </p:cNvPr>
          <p:cNvSpPr/>
          <p:nvPr/>
        </p:nvSpPr>
        <p:spPr>
          <a:xfrm>
            <a:off x="9748754" y="5231515"/>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SortedSet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07913844-627C-64D4-457A-768CCC7AC52F}"/>
              </a:ext>
            </a:extLst>
          </p:cNvPr>
          <p:cNvSpPr/>
          <p:nvPr/>
        </p:nvSpPr>
        <p:spPr>
          <a:xfrm>
            <a:off x="7069943" y="1950808"/>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Collection</a:t>
            </a:r>
          </a:p>
        </p:txBody>
      </p:sp>
      <p:sp>
        <p:nvSpPr>
          <p:cNvPr id="14" name="Rectangle 13">
            <a:extLst>
              <a:ext uri="{FF2B5EF4-FFF2-40B4-BE49-F238E27FC236}">
                <a16:creationId xmlns:a16="http://schemas.microsoft.com/office/drawing/2014/main" id="{CBD87217-6C76-2D11-F143-642018F4EAA7}"/>
              </a:ext>
            </a:extLst>
          </p:cNvPr>
          <p:cNvSpPr/>
          <p:nvPr/>
        </p:nvSpPr>
        <p:spPr>
          <a:xfrm>
            <a:off x="7619631" y="3615152"/>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PriorityQueue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603DA517-1266-ACDB-3680-2E3F9A892F3C}"/>
              </a:ext>
            </a:extLst>
          </p:cNvPr>
          <p:cNvSpPr/>
          <p:nvPr/>
        </p:nvSpPr>
        <p:spPr>
          <a:xfrm>
            <a:off x="4800134" y="4024107"/>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ArrayList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73EF0687-8484-6578-D821-FCB04B31E256}"/>
              </a:ext>
            </a:extLst>
          </p:cNvPr>
          <p:cNvSpPr/>
          <p:nvPr/>
        </p:nvSpPr>
        <p:spPr>
          <a:xfrm>
            <a:off x="4804475" y="4603598"/>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LinkedList</a:t>
            </a:r>
          </a:p>
        </p:txBody>
      </p:sp>
      <p:sp>
        <p:nvSpPr>
          <p:cNvPr id="17" name="Rectangle 16">
            <a:extLst>
              <a:ext uri="{FF2B5EF4-FFF2-40B4-BE49-F238E27FC236}">
                <a16:creationId xmlns:a16="http://schemas.microsoft.com/office/drawing/2014/main" id="{E89E30B6-86F7-29E8-C22C-67716B7C7F07}"/>
              </a:ext>
            </a:extLst>
          </p:cNvPr>
          <p:cNvSpPr/>
          <p:nvPr/>
        </p:nvSpPr>
        <p:spPr>
          <a:xfrm>
            <a:off x="4820968" y="5183089"/>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Vector</a:t>
            </a:r>
          </a:p>
        </p:txBody>
      </p:sp>
      <p:sp>
        <p:nvSpPr>
          <p:cNvPr id="18" name="Rectangle 17">
            <a:extLst>
              <a:ext uri="{FF2B5EF4-FFF2-40B4-BE49-F238E27FC236}">
                <a16:creationId xmlns:a16="http://schemas.microsoft.com/office/drawing/2014/main" id="{CE2A5C8F-D6D4-9E5D-35D5-A1BCA885349C}"/>
              </a:ext>
            </a:extLst>
          </p:cNvPr>
          <p:cNvSpPr/>
          <p:nvPr/>
        </p:nvSpPr>
        <p:spPr>
          <a:xfrm>
            <a:off x="4820968" y="5907017"/>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Stack</a:t>
            </a:r>
          </a:p>
        </p:txBody>
      </p:sp>
      <p:sp>
        <p:nvSpPr>
          <p:cNvPr id="19" name="Rectangle 18">
            <a:extLst>
              <a:ext uri="{FF2B5EF4-FFF2-40B4-BE49-F238E27FC236}">
                <a16:creationId xmlns:a16="http://schemas.microsoft.com/office/drawing/2014/main" id="{93CE7085-CFF2-C8B8-05FD-6DC8A95B1971}"/>
              </a:ext>
            </a:extLst>
          </p:cNvPr>
          <p:cNvSpPr/>
          <p:nvPr/>
        </p:nvSpPr>
        <p:spPr>
          <a:xfrm>
            <a:off x="10153225" y="1075769"/>
            <a:ext cx="433106" cy="184729"/>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F6A651EF-AAD7-0075-BFFC-976DF474E47F}"/>
              </a:ext>
            </a:extLst>
          </p:cNvPr>
          <p:cNvSpPr/>
          <p:nvPr/>
        </p:nvSpPr>
        <p:spPr>
          <a:xfrm>
            <a:off x="10227360" y="3562202"/>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HashSet</a:t>
            </a:r>
          </a:p>
        </p:txBody>
      </p:sp>
      <p:sp>
        <p:nvSpPr>
          <p:cNvPr id="21" name="Rectangle 20">
            <a:extLst>
              <a:ext uri="{FF2B5EF4-FFF2-40B4-BE49-F238E27FC236}">
                <a16:creationId xmlns:a16="http://schemas.microsoft.com/office/drawing/2014/main" id="{CC242AE6-48F5-C8A3-1C18-61FE6FDBA34D}"/>
              </a:ext>
            </a:extLst>
          </p:cNvPr>
          <p:cNvSpPr/>
          <p:nvPr/>
        </p:nvSpPr>
        <p:spPr>
          <a:xfrm>
            <a:off x="9748754" y="5907017"/>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TreeSet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Rectangle 21">
            <a:extLst>
              <a:ext uri="{FF2B5EF4-FFF2-40B4-BE49-F238E27FC236}">
                <a16:creationId xmlns:a16="http://schemas.microsoft.com/office/drawing/2014/main" id="{B24CC85F-FEE0-A120-0B7F-AE87CD8879BD}"/>
              </a:ext>
            </a:extLst>
          </p:cNvPr>
          <p:cNvSpPr/>
          <p:nvPr/>
        </p:nvSpPr>
        <p:spPr>
          <a:xfrm>
            <a:off x="7057681" y="1242407"/>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Iterable</a:t>
            </a:r>
          </a:p>
        </p:txBody>
      </p:sp>
      <p:sp>
        <p:nvSpPr>
          <p:cNvPr id="23" name="Rectangle 22">
            <a:extLst>
              <a:ext uri="{FF2B5EF4-FFF2-40B4-BE49-F238E27FC236}">
                <a16:creationId xmlns:a16="http://schemas.microsoft.com/office/drawing/2014/main" id="{FE0CD8E9-95ED-7458-E22F-2BAAF49645B7}"/>
              </a:ext>
            </a:extLst>
          </p:cNvPr>
          <p:cNvSpPr/>
          <p:nvPr/>
        </p:nvSpPr>
        <p:spPr>
          <a:xfrm>
            <a:off x="9748754" y="2822859"/>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Set (Unique)</a:t>
            </a:r>
          </a:p>
        </p:txBody>
      </p:sp>
      <p:sp>
        <p:nvSpPr>
          <p:cNvPr id="24" name="Rectangle 23">
            <a:extLst>
              <a:ext uri="{FF2B5EF4-FFF2-40B4-BE49-F238E27FC236}">
                <a16:creationId xmlns:a16="http://schemas.microsoft.com/office/drawing/2014/main" id="{B34F3821-E953-142C-6692-997155EF791A}"/>
              </a:ext>
            </a:extLst>
          </p:cNvPr>
          <p:cNvSpPr/>
          <p:nvPr/>
        </p:nvSpPr>
        <p:spPr>
          <a:xfrm>
            <a:off x="7063176" y="2894297"/>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Queue (FIFO)</a:t>
            </a:r>
          </a:p>
        </p:txBody>
      </p:sp>
      <p:sp>
        <p:nvSpPr>
          <p:cNvPr id="25" name="Rectangle 24">
            <a:extLst>
              <a:ext uri="{FF2B5EF4-FFF2-40B4-BE49-F238E27FC236}">
                <a16:creationId xmlns:a16="http://schemas.microsoft.com/office/drawing/2014/main" id="{DF88B8D0-5748-B53A-528D-DBF4BD8AC711}"/>
              </a:ext>
            </a:extLst>
          </p:cNvPr>
          <p:cNvSpPr/>
          <p:nvPr/>
        </p:nvSpPr>
        <p:spPr>
          <a:xfrm>
            <a:off x="7064962" y="5183089"/>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Array Deque</a:t>
            </a:r>
          </a:p>
        </p:txBody>
      </p:sp>
      <p:sp>
        <p:nvSpPr>
          <p:cNvPr id="26" name="Rectangle 25">
            <a:extLst>
              <a:ext uri="{FF2B5EF4-FFF2-40B4-BE49-F238E27FC236}">
                <a16:creationId xmlns:a16="http://schemas.microsoft.com/office/drawing/2014/main" id="{4E72496B-4CDE-3473-431A-995B15199DE3}"/>
              </a:ext>
            </a:extLst>
          </p:cNvPr>
          <p:cNvSpPr/>
          <p:nvPr/>
        </p:nvSpPr>
        <p:spPr>
          <a:xfrm>
            <a:off x="7063176" y="4257475"/>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Deque</a:t>
            </a:r>
          </a:p>
        </p:txBody>
      </p:sp>
      <p:sp>
        <p:nvSpPr>
          <p:cNvPr id="27" name="Rectangle 26">
            <a:extLst>
              <a:ext uri="{FF2B5EF4-FFF2-40B4-BE49-F238E27FC236}">
                <a16:creationId xmlns:a16="http://schemas.microsoft.com/office/drawing/2014/main" id="{E10D41FA-CF64-D839-0CD1-FE094D39D142}"/>
              </a:ext>
            </a:extLst>
          </p:cNvPr>
          <p:cNvSpPr/>
          <p:nvPr/>
        </p:nvSpPr>
        <p:spPr>
          <a:xfrm>
            <a:off x="4316433" y="2894297"/>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List (Ordered)</a:t>
            </a:r>
          </a:p>
        </p:txBody>
      </p:sp>
      <p:cxnSp>
        <p:nvCxnSpPr>
          <p:cNvPr id="28" name="Straight Arrow Connector 27">
            <a:extLst>
              <a:ext uri="{FF2B5EF4-FFF2-40B4-BE49-F238E27FC236}">
                <a16:creationId xmlns:a16="http://schemas.microsoft.com/office/drawing/2014/main" id="{63049DB7-A6BF-A95D-4522-9796E02145D3}"/>
              </a:ext>
            </a:extLst>
          </p:cNvPr>
          <p:cNvCxnSpPr>
            <a:cxnSpLocks/>
            <a:stCxn id="13" idx="0"/>
          </p:cNvCxnSpPr>
          <p:nvPr/>
        </p:nvCxnSpPr>
        <p:spPr>
          <a:xfrm flipV="1">
            <a:off x="7923166" y="1581956"/>
            <a:ext cx="0" cy="36885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610FBFFE-20B5-A9B8-EAA4-4901E054B4AA}"/>
              </a:ext>
            </a:extLst>
          </p:cNvPr>
          <p:cNvCxnSpPr>
            <a:cxnSpLocks/>
            <a:endCxn id="13" idx="2"/>
          </p:cNvCxnSpPr>
          <p:nvPr/>
        </p:nvCxnSpPr>
        <p:spPr>
          <a:xfrm flipV="1">
            <a:off x="7919972" y="2289361"/>
            <a:ext cx="3194" cy="5810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052FC31A-B55E-FBEE-010F-43B1F6FB9212}"/>
              </a:ext>
            </a:extLst>
          </p:cNvPr>
          <p:cNvCxnSpPr>
            <a:cxnSpLocks/>
          </p:cNvCxnSpPr>
          <p:nvPr/>
        </p:nvCxnSpPr>
        <p:spPr>
          <a:xfrm flipV="1">
            <a:off x="9851060" y="3195779"/>
            <a:ext cx="0" cy="20357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C45D2596-9EB7-E032-B88F-03360EE1654D}"/>
              </a:ext>
            </a:extLst>
          </p:cNvPr>
          <p:cNvCxnSpPr>
            <a:cxnSpLocks/>
          </p:cNvCxnSpPr>
          <p:nvPr/>
        </p:nvCxnSpPr>
        <p:spPr>
          <a:xfrm flipV="1">
            <a:off x="7307530" y="3272247"/>
            <a:ext cx="0" cy="97031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Straight Arrow Connector 31">
            <a:extLst>
              <a:ext uri="{FF2B5EF4-FFF2-40B4-BE49-F238E27FC236}">
                <a16:creationId xmlns:a16="http://schemas.microsoft.com/office/drawing/2014/main" id="{7F6D7CB3-1DBE-1369-4157-0FEBD08D7DB3}"/>
              </a:ext>
            </a:extLst>
          </p:cNvPr>
          <p:cNvCxnSpPr>
            <a:cxnSpLocks/>
          </p:cNvCxnSpPr>
          <p:nvPr/>
        </p:nvCxnSpPr>
        <p:spPr>
          <a:xfrm flipV="1">
            <a:off x="10411076" y="1651682"/>
            <a:ext cx="0" cy="18833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60E11DE1-8756-452F-55AA-C9307600EF3C}"/>
              </a:ext>
            </a:extLst>
          </p:cNvPr>
          <p:cNvCxnSpPr>
            <a:cxnSpLocks/>
          </p:cNvCxnSpPr>
          <p:nvPr/>
        </p:nvCxnSpPr>
        <p:spPr>
          <a:xfrm>
            <a:off x="10051210" y="3173391"/>
            <a:ext cx="0" cy="126571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4" name="Straight Connector 33">
            <a:extLst>
              <a:ext uri="{FF2B5EF4-FFF2-40B4-BE49-F238E27FC236}">
                <a16:creationId xmlns:a16="http://schemas.microsoft.com/office/drawing/2014/main" id="{58AD9FF8-8287-2242-032F-F2F6BEC8A462}"/>
              </a:ext>
            </a:extLst>
          </p:cNvPr>
          <p:cNvCxnSpPr>
            <a:cxnSpLocks/>
          </p:cNvCxnSpPr>
          <p:nvPr/>
        </p:nvCxnSpPr>
        <p:spPr>
          <a:xfrm>
            <a:off x="10153225" y="5608139"/>
            <a:ext cx="0" cy="29887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5" name="Straight Connector 34">
            <a:extLst>
              <a:ext uri="{FF2B5EF4-FFF2-40B4-BE49-F238E27FC236}">
                <a16:creationId xmlns:a16="http://schemas.microsoft.com/office/drawing/2014/main" id="{54F78055-0FE2-D62A-3051-7CD6613D4723}"/>
              </a:ext>
            </a:extLst>
          </p:cNvPr>
          <p:cNvCxnSpPr>
            <a:cxnSpLocks/>
          </p:cNvCxnSpPr>
          <p:nvPr/>
        </p:nvCxnSpPr>
        <p:spPr>
          <a:xfrm>
            <a:off x="10067312" y="4426752"/>
            <a:ext cx="184048" cy="1"/>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6" name="Straight Connector 35">
            <a:extLst>
              <a:ext uri="{FF2B5EF4-FFF2-40B4-BE49-F238E27FC236}">
                <a16:creationId xmlns:a16="http://schemas.microsoft.com/office/drawing/2014/main" id="{E2B297F4-C3A8-19C6-A134-456A649A9782}"/>
              </a:ext>
            </a:extLst>
          </p:cNvPr>
          <p:cNvCxnSpPr>
            <a:cxnSpLocks/>
            <a:endCxn id="20" idx="1"/>
          </p:cNvCxnSpPr>
          <p:nvPr/>
        </p:nvCxnSpPr>
        <p:spPr>
          <a:xfrm>
            <a:off x="10051210" y="3731479"/>
            <a:ext cx="176150"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7" name="Straight Connector 36">
            <a:extLst>
              <a:ext uri="{FF2B5EF4-FFF2-40B4-BE49-F238E27FC236}">
                <a16:creationId xmlns:a16="http://schemas.microsoft.com/office/drawing/2014/main" id="{00DA8F9F-BDB7-808F-94F9-AC9DFBFF61C3}"/>
              </a:ext>
            </a:extLst>
          </p:cNvPr>
          <p:cNvCxnSpPr>
            <a:cxnSpLocks/>
          </p:cNvCxnSpPr>
          <p:nvPr/>
        </p:nvCxnSpPr>
        <p:spPr>
          <a:xfrm>
            <a:off x="10411076" y="1957948"/>
            <a:ext cx="0" cy="288096"/>
          </a:xfrm>
          <a:prstGeom prst="line">
            <a:avLst/>
          </a:prstGeom>
          <a:ln w="9525" cap="flat" cmpd="sng" algn="ctr">
            <a:solidFill>
              <a:schemeClr val="dk1"/>
            </a:solidFill>
            <a:prstDash val="dash"/>
            <a:round/>
            <a:headEnd type="triangle" w="sm" len="med"/>
            <a:tailEnd type="none" w="med" len="med"/>
          </a:ln>
        </p:spPr>
        <p:style>
          <a:lnRef idx="0">
            <a:scrgbClr r="0" g="0" b="0"/>
          </a:lnRef>
          <a:fillRef idx="0">
            <a:scrgbClr r="0" g="0" b="0"/>
          </a:fillRef>
          <a:effectRef idx="0">
            <a:scrgbClr r="0" g="0" b="0"/>
          </a:effectRef>
          <a:fontRef idx="minor">
            <a:schemeClr val="tx1"/>
          </a:fontRef>
        </p:style>
      </p:cxnSp>
      <p:cxnSp>
        <p:nvCxnSpPr>
          <p:cNvPr id="38" name="Straight Connector 37">
            <a:extLst>
              <a:ext uri="{FF2B5EF4-FFF2-40B4-BE49-F238E27FC236}">
                <a16:creationId xmlns:a16="http://schemas.microsoft.com/office/drawing/2014/main" id="{CE6F7AAD-B412-FD4A-1F92-6EBF3CD8D567}"/>
              </a:ext>
            </a:extLst>
          </p:cNvPr>
          <p:cNvCxnSpPr>
            <a:cxnSpLocks/>
          </p:cNvCxnSpPr>
          <p:nvPr/>
        </p:nvCxnSpPr>
        <p:spPr>
          <a:xfrm>
            <a:off x="7307530" y="4596028"/>
            <a:ext cx="0" cy="58706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9" name="Straight Connector 38">
            <a:extLst>
              <a:ext uri="{FF2B5EF4-FFF2-40B4-BE49-F238E27FC236}">
                <a16:creationId xmlns:a16="http://schemas.microsoft.com/office/drawing/2014/main" id="{72E56032-1DFB-1DAE-D02A-EABC95CFEF46}"/>
              </a:ext>
            </a:extLst>
          </p:cNvPr>
          <p:cNvCxnSpPr>
            <a:cxnSpLocks/>
            <a:stCxn id="24" idx="2"/>
          </p:cNvCxnSpPr>
          <p:nvPr/>
        </p:nvCxnSpPr>
        <p:spPr>
          <a:xfrm>
            <a:off x="7916399" y="3232850"/>
            <a:ext cx="3573" cy="396469"/>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40" name="Straight Connector 39">
            <a:extLst>
              <a:ext uri="{FF2B5EF4-FFF2-40B4-BE49-F238E27FC236}">
                <a16:creationId xmlns:a16="http://schemas.microsoft.com/office/drawing/2014/main" id="{1D2F2D3A-4FB9-E023-2017-71C0B2EFCC53}"/>
              </a:ext>
            </a:extLst>
          </p:cNvPr>
          <p:cNvCxnSpPr>
            <a:cxnSpLocks/>
            <a:stCxn id="16" idx="3"/>
          </p:cNvCxnSpPr>
          <p:nvPr/>
        </p:nvCxnSpPr>
        <p:spPr>
          <a:xfrm>
            <a:off x="6510920" y="4772875"/>
            <a:ext cx="7966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60EAAF8-402D-BFD7-A4AC-C7B963DB7C06}"/>
              </a:ext>
            </a:extLst>
          </p:cNvPr>
          <p:cNvCxnSpPr>
            <a:cxnSpLocks/>
          </p:cNvCxnSpPr>
          <p:nvPr/>
        </p:nvCxnSpPr>
        <p:spPr>
          <a:xfrm>
            <a:off x="4478324" y="3294449"/>
            <a:ext cx="0" cy="216201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42" name="Straight Connector 41">
            <a:extLst>
              <a:ext uri="{FF2B5EF4-FFF2-40B4-BE49-F238E27FC236}">
                <a16:creationId xmlns:a16="http://schemas.microsoft.com/office/drawing/2014/main" id="{848B77A6-A58D-134E-FDA1-0C83907436FB}"/>
              </a:ext>
            </a:extLst>
          </p:cNvPr>
          <p:cNvCxnSpPr>
            <a:cxnSpLocks/>
          </p:cNvCxnSpPr>
          <p:nvPr/>
        </p:nvCxnSpPr>
        <p:spPr>
          <a:xfrm>
            <a:off x="4516517" y="4832270"/>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3" name="Straight Connector 42">
            <a:extLst>
              <a:ext uri="{FF2B5EF4-FFF2-40B4-BE49-F238E27FC236}">
                <a16:creationId xmlns:a16="http://schemas.microsoft.com/office/drawing/2014/main" id="{B07DDC28-87E7-9E48-B3D9-BAEED86EDCF3}"/>
              </a:ext>
            </a:extLst>
          </p:cNvPr>
          <p:cNvCxnSpPr>
            <a:cxnSpLocks/>
          </p:cNvCxnSpPr>
          <p:nvPr/>
        </p:nvCxnSpPr>
        <p:spPr>
          <a:xfrm>
            <a:off x="4516517" y="4261783"/>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4" name="Straight Connector 43">
            <a:extLst>
              <a:ext uri="{FF2B5EF4-FFF2-40B4-BE49-F238E27FC236}">
                <a16:creationId xmlns:a16="http://schemas.microsoft.com/office/drawing/2014/main" id="{47C46F82-F093-6081-199D-326DF6770043}"/>
              </a:ext>
            </a:extLst>
          </p:cNvPr>
          <p:cNvCxnSpPr>
            <a:cxnSpLocks/>
          </p:cNvCxnSpPr>
          <p:nvPr/>
        </p:nvCxnSpPr>
        <p:spPr>
          <a:xfrm>
            <a:off x="4536269" y="5456460"/>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5" name="Straight Arrow Connector 44">
            <a:extLst>
              <a:ext uri="{FF2B5EF4-FFF2-40B4-BE49-F238E27FC236}">
                <a16:creationId xmlns:a16="http://schemas.microsoft.com/office/drawing/2014/main" id="{C8593BFD-5C8F-BD16-E226-5660DBF562EC}"/>
              </a:ext>
            </a:extLst>
          </p:cNvPr>
          <p:cNvCxnSpPr>
            <a:cxnSpLocks/>
            <a:stCxn id="18" idx="0"/>
            <a:endCxn id="17" idx="2"/>
          </p:cNvCxnSpPr>
          <p:nvPr/>
        </p:nvCxnSpPr>
        <p:spPr>
          <a:xfrm flipV="1">
            <a:off x="5674191" y="5521642"/>
            <a:ext cx="0" cy="3853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Connector: Elbow 45">
            <a:extLst>
              <a:ext uri="{FF2B5EF4-FFF2-40B4-BE49-F238E27FC236}">
                <a16:creationId xmlns:a16="http://schemas.microsoft.com/office/drawing/2014/main" id="{08A4AAB8-34B9-C5BE-3718-EC25920874BD}"/>
              </a:ext>
            </a:extLst>
          </p:cNvPr>
          <p:cNvCxnSpPr>
            <a:cxnSpLocks/>
            <a:stCxn id="27" idx="0"/>
            <a:endCxn id="23" idx="0"/>
          </p:cNvCxnSpPr>
          <p:nvPr/>
        </p:nvCxnSpPr>
        <p:spPr>
          <a:xfrm rot="5400000" flipH="1" flipV="1">
            <a:off x="7850097" y="142418"/>
            <a:ext cx="71438" cy="5432321"/>
          </a:xfrm>
          <a:prstGeom prst="bentConnector3">
            <a:avLst>
              <a:gd name="adj1" fmla="val 264320"/>
            </a:avLst>
          </a:prstGeom>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F6EB910B-C43F-E0EB-CC8E-91A0C6F2D26F}"/>
              </a:ext>
            </a:extLst>
          </p:cNvPr>
          <p:cNvSpPr txBox="1"/>
          <p:nvPr/>
        </p:nvSpPr>
        <p:spPr>
          <a:xfrm>
            <a:off x="10800004" y="1022960"/>
            <a:ext cx="660835"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class</a:t>
            </a:r>
          </a:p>
        </p:txBody>
      </p:sp>
      <p:sp>
        <p:nvSpPr>
          <p:cNvPr id="48" name="TextBox 47">
            <a:extLst>
              <a:ext uri="{FF2B5EF4-FFF2-40B4-BE49-F238E27FC236}">
                <a16:creationId xmlns:a16="http://schemas.microsoft.com/office/drawing/2014/main" id="{49D10CAB-C9D8-5D50-7EF1-2FAD3DD2389B}"/>
              </a:ext>
            </a:extLst>
          </p:cNvPr>
          <p:cNvSpPr txBox="1"/>
          <p:nvPr/>
        </p:nvSpPr>
        <p:spPr>
          <a:xfrm>
            <a:off x="10779867" y="1287026"/>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interface</a:t>
            </a:r>
          </a:p>
        </p:txBody>
      </p:sp>
      <p:sp>
        <p:nvSpPr>
          <p:cNvPr id="49" name="TextBox 48">
            <a:extLst>
              <a:ext uri="{FF2B5EF4-FFF2-40B4-BE49-F238E27FC236}">
                <a16:creationId xmlns:a16="http://schemas.microsoft.com/office/drawing/2014/main" id="{C88579F1-A769-B3B1-0526-2179D9E8D30C}"/>
              </a:ext>
            </a:extLst>
          </p:cNvPr>
          <p:cNvSpPr txBox="1"/>
          <p:nvPr/>
        </p:nvSpPr>
        <p:spPr>
          <a:xfrm>
            <a:off x="10800004" y="1572584"/>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extends</a:t>
            </a:r>
          </a:p>
        </p:txBody>
      </p:sp>
      <p:sp>
        <p:nvSpPr>
          <p:cNvPr id="50" name="TextBox 49">
            <a:extLst>
              <a:ext uri="{FF2B5EF4-FFF2-40B4-BE49-F238E27FC236}">
                <a16:creationId xmlns:a16="http://schemas.microsoft.com/office/drawing/2014/main" id="{9297F95E-33AA-6A41-2A92-1F3D7ACF25A1}"/>
              </a:ext>
            </a:extLst>
          </p:cNvPr>
          <p:cNvSpPr txBox="1"/>
          <p:nvPr/>
        </p:nvSpPr>
        <p:spPr>
          <a:xfrm>
            <a:off x="10779712" y="1940763"/>
            <a:ext cx="139175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p>
        </p:txBody>
      </p:sp>
      <p:sp>
        <p:nvSpPr>
          <p:cNvPr id="56" name="Rectangle 55">
            <a:extLst>
              <a:ext uri="{FF2B5EF4-FFF2-40B4-BE49-F238E27FC236}">
                <a16:creationId xmlns:a16="http://schemas.microsoft.com/office/drawing/2014/main" id="{FB36B265-A132-F1D8-BED7-07AC978B6C76}"/>
              </a:ext>
            </a:extLst>
          </p:cNvPr>
          <p:cNvSpPr/>
          <p:nvPr/>
        </p:nvSpPr>
        <p:spPr>
          <a:xfrm>
            <a:off x="439204" y="1113968"/>
            <a:ext cx="4123823" cy="1110662"/>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Vector is synchronized and thread-safe, while </a:t>
            </a:r>
            <a:r>
              <a:rPr kumimoji="0" lang="en-US" sz="1600" b="0" i="0" u="none" strike="noStrike" kern="1200" cap="none" spc="0" normalizeH="0" baseline="0" noProof="0" dirty="0" err="1">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ArrayList</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is not. </a:t>
            </a:r>
            <a:r>
              <a:rPr kumimoji="0" lang="en-US" sz="1600" b="0" i="0" u="none" strike="noStrike" kern="1200" cap="none" spc="0" normalizeH="0" baseline="0" noProof="0" dirty="0" err="1">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ArrayList</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is preferred for non-thread-safe contexts due to better performance.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7B5FEC9-58A3-0523-9597-5C7F9BF668B8}"/>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200867272"/>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Explain the difference between Deque and Queue?</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009442" y="135108"/>
            <a:ext cx="623134" cy="623134"/>
          </a:xfrm>
          <a:prstGeom prst="rect">
            <a:avLst/>
          </a:prstGeom>
        </p:spPr>
      </p:pic>
      <p:cxnSp>
        <p:nvCxnSpPr>
          <p:cNvPr id="4" name="Straight Arrow Connector 3">
            <a:extLst>
              <a:ext uri="{FF2B5EF4-FFF2-40B4-BE49-F238E27FC236}">
                <a16:creationId xmlns:a16="http://schemas.microsoft.com/office/drawing/2014/main" id="{4B838938-1193-425F-A9A3-5570DEEB561D}"/>
              </a:ext>
            </a:extLst>
          </p:cNvPr>
          <p:cNvCxnSpPr>
            <a:cxnSpLocks/>
            <a:stCxn id="24" idx="1"/>
            <a:endCxn id="51" idx="2"/>
          </p:cNvCxnSpPr>
          <p:nvPr/>
        </p:nvCxnSpPr>
        <p:spPr>
          <a:xfrm flipH="1" flipV="1">
            <a:off x="2501116" y="2224630"/>
            <a:ext cx="4562060" cy="83894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 name="Straight Arrow Connector 4">
            <a:extLst>
              <a:ext uri="{FF2B5EF4-FFF2-40B4-BE49-F238E27FC236}">
                <a16:creationId xmlns:a16="http://schemas.microsoft.com/office/drawing/2014/main" id="{80743CC8-8183-12A0-B040-D4E762DAFD56}"/>
              </a:ext>
            </a:extLst>
          </p:cNvPr>
          <p:cNvCxnSpPr>
            <a:cxnSpLocks/>
            <a:stCxn id="26" idx="1"/>
          </p:cNvCxnSpPr>
          <p:nvPr/>
        </p:nvCxnSpPr>
        <p:spPr>
          <a:xfrm flipH="1" flipV="1">
            <a:off x="2311658" y="2279317"/>
            <a:ext cx="4751518" cy="2147435"/>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CD63F1C1-6ECA-D135-425F-E5E58EA29326}"/>
              </a:ext>
            </a:extLst>
          </p:cNvPr>
          <p:cNvSpPr/>
          <p:nvPr/>
        </p:nvSpPr>
        <p:spPr>
          <a:xfrm>
            <a:off x="10153225" y="1373390"/>
            <a:ext cx="433106" cy="18472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7046F7D4-817A-17F4-AA31-34B569F11836}"/>
              </a:ext>
            </a:extLst>
          </p:cNvPr>
          <p:cNvSpPr/>
          <p:nvPr/>
        </p:nvSpPr>
        <p:spPr>
          <a:xfrm>
            <a:off x="10239717" y="4242565"/>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LinkedHashSet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7294BB9A-4C12-517F-578C-3CD23B290D96}"/>
              </a:ext>
            </a:extLst>
          </p:cNvPr>
          <p:cNvSpPr/>
          <p:nvPr/>
        </p:nvSpPr>
        <p:spPr>
          <a:xfrm>
            <a:off x="9748754" y="5231515"/>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SortedSet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5CC8E02F-E1FE-8781-DB81-A1EEBF51AEFC}"/>
              </a:ext>
            </a:extLst>
          </p:cNvPr>
          <p:cNvSpPr/>
          <p:nvPr/>
        </p:nvSpPr>
        <p:spPr>
          <a:xfrm>
            <a:off x="7069943" y="1950808"/>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Collection</a:t>
            </a:r>
          </a:p>
        </p:txBody>
      </p:sp>
      <p:sp>
        <p:nvSpPr>
          <p:cNvPr id="14" name="Rectangle 13">
            <a:extLst>
              <a:ext uri="{FF2B5EF4-FFF2-40B4-BE49-F238E27FC236}">
                <a16:creationId xmlns:a16="http://schemas.microsoft.com/office/drawing/2014/main" id="{E6DB2753-935C-B364-6413-50AC4F76B1FE}"/>
              </a:ext>
            </a:extLst>
          </p:cNvPr>
          <p:cNvSpPr/>
          <p:nvPr/>
        </p:nvSpPr>
        <p:spPr>
          <a:xfrm>
            <a:off x="7619631" y="3615152"/>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PriorityQueue</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79B4FB5F-6C67-6420-0272-58869C7F7EDF}"/>
              </a:ext>
            </a:extLst>
          </p:cNvPr>
          <p:cNvSpPr/>
          <p:nvPr/>
        </p:nvSpPr>
        <p:spPr>
          <a:xfrm>
            <a:off x="4800134" y="4024107"/>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ArrayList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82F935AA-2170-6166-5681-09507293DF32}"/>
              </a:ext>
            </a:extLst>
          </p:cNvPr>
          <p:cNvSpPr/>
          <p:nvPr/>
        </p:nvSpPr>
        <p:spPr>
          <a:xfrm>
            <a:off x="4804475" y="4603598"/>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LinkedList</a:t>
            </a:r>
          </a:p>
        </p:txBody>
      </p:sp>
      <p:sp>
        <p:nvSpPr>
          <p:cNvPr id="17" name="Rectangle 16">
            <a:extLst>
              <a:ext uri="{FF2B5EF4-FFF2-40B4-BE49-F238E27FC236}">
                <a16:creationId xmlns:a16="http://schemas.microsoft.com/office/drawing/2014/main" id="{5E9C1F7F-8666-4A90-29A6-0F472DF2B80D}"/>
              </a:ext>
            </a:extLst>
          </p:cNvPr>
          <p:cNvSpPr/>
          <p:nvPr/>
        </p:nvSpPr>
        <p:spPr>
          <a:xfrm>
            <a:off x="4820968" y="5183089"/>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Vector</a:t>
            </a:r>
          </a:p>
        </p:txBody>
      </p:sp>
      <p:sp>
        <p:nvSpPr>
          <p:cNvPr id="18" name="Rectangle 17">
            <a:extLst>
              <a:ext uri="{FF2B5EF4-FFF2-40B4-BE49-F238E27FC236}">
                <a16:creationId xmlns:a16="http://schemas.microsoft.com/office/drawing/2014/main" id="{ED66D049-52D6-6A48-447E-DA3B981A82F9}"/>
              </a:ext>
            </a:extLst>
          </p:cNvPr>
          <p:cNvSpPr/>
          <p:nvPr/>
        </p:nvSpPr>
        <p:spPr>
          <a:xfrm>
            <a:off x="4820968" y="5907017"/>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Stack</a:t>
            </a:r>
          </a:p>
        </p:txBody>
      </p:sp>
      <p:sp>
        <p:nvSpPr>
          <p:cNvPr id="19" name="Rectangle 18">
            <a:extLst>
              <a:ext uri="{FF2B5EF4-FFF2-40B4-BE49-F238E27FC236}">
                <a16:creationId xmlns:a16="http://schemas.microsoft.com/office/drawing/2014/main" id="{C49227A4-7162-2B44-63E4-9417A65DD7C8}"/>
              </a:ext>
            </a:extLst>
          </p:cNvPr>
          <p:cNvSpPr/>
          <p:nvPr/>
        </p:nvSpPr>
        <p:spPr>
          <a:xfrm>
            <a:off x="10153225" y="1075769"/>
            <a:ext cx="433106" cy="184729"/>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6AA37661-9D9E-8ACB-7E67-1608C28F76B4}"/>
              </a:ext>
            </a:extLst>
          </p:cNvPr>
          <p:cNvSpPr/>
          <p:nvPr/>
        </p:nvSpPr>
        <p:spPr>
          <a:xfrm>
            <a:off x="10227360" y="3562202"/>
            <a:ext cx="1443834"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HashSet</a:t>
            </a:r>
          </a:p>
        </p:txBody>
      </p:sp>
      <p:sp>
        <p:nvSpPr>
          <p:cNvPr id="21" name="Rectangle 20">
            <a:extLst>
              <a:ext uri="{FF2B5EF4-FFF2-40B4-BE49-F238E27FC236}">
                <a16:creationId xmlns:a16="http://schemas.microsoft.com/office/drawing/2014/main" id="{89A0182B-8A06-2670-19F2-DF1728818D14}"/>
              </a:ext>
            </a:extLst>
          </p:cNvPr>
          <p:cNvSpPr/>
          <p:nvPr/>
        </p:nvSpPr>
        <p:spPr>
          <a:xfrm>
            <a:off x="9748754" y="5907017"/>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err="1">
                <a:ln>
                  <a:noFill/>
                </a:ln>
                <a:solidFill>
                  <a:prstClr val="white"/>
                </a:solidFill>
                <a:effectLst/>
                <a:uLnTx/>
                <a:uFillTx/>
                <a:latin typeface="Calibri" panose="020F0502020204030204"/>
                <a:ea typeface="+mn-ea"/>
                <a:cs typeface="+mn-cs"/>
              </a:rPr>
              <a:t>TreeSet</a:t>
            </a: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Rectangle 21">
            <a:extLst>
              <a:ext uri="{FF2B5EF4-FFF2-40B4-BE49-F238E27FC236}">
                <a16:creationId xmlns:a16="http://schemas.microsoft.com/office/drawing/2014/main" id="{7036D704-330F-C3F7-74F8-F4E9CF269A3F}"/>
              </a:ext>
            </a:extLst>
          </p:cNvPr>
          <p:cNvSpPr/>
          <p:nvPr/>
        </p:nvSpPr>
        <p:spPr>
          <a:xfrm>
            <a:off x="7057681" y="1242407"/>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Iterable</a:t>
            </a:r>
          </a:p>
        </p:txBody>
      </p:sp>
      <p:sp>
        <p:nvSpPr>
          <p:cNvPr id="23" name="Rectangle 22">
            <a:extLst>
              <a:ext uri="{FF2B5EF4-FFF2-40B4-BE49-F238E27FC236}">
                <a16:creationId xmlns:a16="http://schemas.microsoft.com/office/drawing/2014/main" id="{6C73E9F5-6FAE-9AA6-8468-5B5C01FED5F7}"/>
              </a:ext>
            </a:extLst>
          </p:cNvPr>
          <p:cNvSpPr/>
          <p:nvPr/>
        </p:nvSpPr>
        <p:spPr>
          <a:xfrm>
            <a:off x="9748754" y="2822859"/>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Set (Unique)</a:t>
            </a:r>
          </a:p>
        </p:txBody>
      </p:sp>
      <p:sp>
        <p:nvSpPr>
          <p:cNvPr id="24" name="Rectangle 23">
            <a:extLst>
              <a:ext uri="{FF2B5EF4-FFF2-40B4-BE49-F238E27FC236}">
                <a16:creationId xmlns:a16="http://schemas.microsoft.com/office/drawing/2014/main" id="{576C7FC2-45F2-6137-8E1F-81DE08A2AA99}"/>
              </a:ext>
            </a:extLst>
          </p:cNvPr>
          <p:cNvSpPr/>
          <p:nvPr/>
        </p:nvSpPr>
        <p:spPr>
          <a:xfrm>
            <a:off x="7063176" y="2894297"/>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Queue (FIFO)</a:t>
            </a:r>
          </a:p>
        </p:txBody>
      </p:sp>
      <p:sp>
        <p:nvSpPr>
          <p:cNvPr id="25" name="Rectangle 24">
            <a:extLst>
              <a:ext uri="{FF2B5EF4-FFF2-40B4-BE49-F238E27FC236}">
                <a16:creationId xmlns:a16="http://schemas.microsoft.com/office/drawing/2014/main" id="{4747FF17-643B-236D-B5FC-650F4D9FE896}"/>
              </a:ext>
            </a:extLst>
          </p:cNvPr>
          <p:cNvSpPr/>
          <p:nvPr/>
        </p:nvSpPr>
        <p:spPr>
          <a:xfrm>
            <a:off x="7064962" y="5183089"/>
            <a:ext cx="1706445" cy="338553"/>
          </a:xfrm>
          <a:prstGeom prst="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Array Deque</a:t>
            </a:r>
          </a:p>
        </p:txBody>
      </p:sp>
      <p:sp>
        <p:nvSpPr>
          <p:cNvPr id="26" name="Rectangle 25">
            <a:extLst>
              <a:ext uri="{FF2B5EF4-FFF2-40B4-BE49-F238E27FC236}">
                <a16:creationId xmlns:a16="http://schemas.microsoft.com/office/drawing/2014/main" id="{8D124209-1A9C-BB5B-C74C-2FDAE509E4E6}"/>
              </a:ext>
            </a:extLst>
          </p:cNvPr>
          <p:cNvSpPr/>
          <p:nvPr/>
        </p:nvSpPr>
        <p:spPr>
          <a:xfrm>
            <a:off x="7063176" y="4257475"/>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Deque</a:t>
            </a:r>
          </a:p>
        </p:txBody>
      </p:sp>
      <p:sp>
        <p:nvSpPr>
          <p:cNvPr id="27" name="Rectangle 26">
            <a:extLst>
              <a:ext uri="{FF2B5EF4-FFF2-40B4-BE49-F238E27FC236}">
                <a16:creationId xmlns:a16="http://schemas.microsoft.com/office/drawing/2014/main" id="{C79D6FCB-A10D-42A7-739A-64C6ECDB3B26}"/>
              </a:ext>
            </a:extLst>
          </p:cNvPr>
          <p:cNvSpPr/>
          <p:nvPr/>
        </p:nvSpPr>
        <p:spPr>
          <a:xfrm>
            <a:off x="4316433" y="2894297"/>
            <a:ext cx="1706445" cy="338553"/>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rPr>
              <a:t>List (Ordered)</a:t>
            </a:r>
          </a:p>
        </p:txBody>
      </p:sp>
      <p:cxnSp>
        <p:nvCxnSpPr>
          <p:cNvPr id="28" name="Straight Arrow Connector 27">
            <a:extLst>
              <a:ext uri="{FF2B5EF4-FFF2-40B4-BE49-F238E27FC236}">
                <a16:creationId xmlns:a16="http://schemas.microsoft.com/office/drawing/2014/main" id="{B474405E-5143-269D-8B52-6D23F96A5EAF}"/>
              </a:ext>
            </a:extLst>
          </p:cNvPr>
          <p:cNvCxnSpPr>
            <a:cxnSpLocks/>
            <a:stCxn id="13" idx="0"/>
          </p:cNvCxnSpPr>
          <p:nvPr/>
        </p:nvCxnSpPr>
        <p:spPr>
          <a:xfrm flipV="1">
            <a:off x="7923166" y="1581956"/>
            <a:ext cx="0" cy="36885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98572DDD-74EC-A7CD-A4C2-92276DA28652}"/>
              </a:ext>
            </a:extLst>
          </p:cNvPr>
          <p:cNvCxnSpPr>
            <a:cxnSpLocks/>
            <a:endCxn id="13" idx="2"/>
          </p:cNvCxnSpPr>
          <p:nvPr/>
        </p:nvCxnSpPr>
        <p:spPr>
          <a:xfrm flipV="1">
            <a:off x="7919972" y="2289361"/>
            <a:ext cx="3194" cy="5810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5F3FBF22-383F-DE06-8C6F-C699142C0F0E}"/>
              </a:ext>
            </a:extLst>
          </p:cNvPr>
          <p:cNvCxnSpPr>
            <a:cxnSpLocks/>
          </p:cNvCxnSpPr>
          <p:nvPr/>
        </p:nvCxnSpPr>
        <p:spPr>
          <a:xfrm flipV="1">
            <a:off x="9851060" y="3195779"/>
            <a:ext cx="0" cy="20357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0B90F2E5-FD58-9B79-DA03-761B15AA8E0C}"/>
              </a:ext>
            </a:extLst>
          </p:cNvPr>
          <p:cNvCxnSpPr>
            <a:cxnSpLocks/>
          </p:cNvCxnSpPr>
          <p:nvPr/>
        </p:nvCxnSpPr>
        <p:spPr>
          <a:xfrm flipV="1">
            <a:off x="7307530" y="3272247"/>
            <a:ext cx="0" cy="97031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Straight Arrow Connector 31">
            <a:extLst>
              <a:ext uri="{FF2B5EF4-FFF2-40B4-BE49-F238E27FC236}">
                <a16:creationId xmlns:a16="http://schemas.microsoft.com/office/drawing/2014/main" id="{F4F9CEF7-7EB8-909F-BEC4-9EA5DEC0496C}"/>
              </a:ext>
            </a:extLst>
          </p:cNvPr>
          <p:cNvCxnSpPr>
            <a:cxnSpLocks/>
          </p:cNvCxnSpPr>
          <p:nvPr/>
        </p:nvCxnSpPr>
        <p:spPr>
          <a:xfrm flipV="1">
            <a:off x="10411076" y="1651682"/>
            <a:ext cx="0" cy="18833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A49FC867-88E5-33A5-0D5E-55CD2A5EC974}"/>
              </a:ext>
            </a:extLst>
          </p:cNvPr>
          <p:cNvCxnSpPr>
            <a:cxnSpLocks/>
          </p:cNvCxnSpPr>
          <p:nvPr/>
        </p:nvCxnSpPr>
        <p:spPr>
          <a:xfrm>
            <a:off x="10051210" y="3173391"/>
            <a:ext cx="0" cy="126571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4" name="Straight Connector 33">
            <a:extLst>
              <a:ext uri="{FF2B5EF4-FFF2-40B4-BE49-F238E27FC236}">
                <a16:creationId xmlns:a16="http://schemas.microsoft.com/office/drawing/2014/main" id="{5411AB9D-99A4-E263-5B2F-CC1D08F5DE73}"/>
              </a:ext>
            </a:extLst>
          </p:cNvPr>
          <p:cNvCxnSpPr>
            <a:cxnSpLocks/>
          </p:cNvCxnSpPr>
          <p:nvPr/>
        </p:nvCxnSpPr>
        <p:spPr>
          <a:xfrm>
            <a:off x="10153225" y="5608139"/>
            <a:ext cx="0" cy="298878"/>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5" name="Straight Connector 34">
            <a:extLst>
              <a:ext uri="{FF2B5EF4-FFF2-40B4-BE49-F238E27FC236}">
                <a16:creationId xmlns:a16="http://schemas.microsoft.com/office/drawing/2014/main" id="{56520DEC-9FE5-79EA-96EB-9E879F8B6170}"/>
              </a:ext>
            </a:extLst>
          </p:cNvPr>
          <p:cNvCxnSpPr>
            <a:cxnSpLocks/>
          </p:cNvCxnSpPr>
          <p:nvPr/>
        </p:nvCxnSpPr>
        <p:spPr>
          <a:xfrm>
            <a:off x="10067312" y="4426752"/>
            <a:ext cx="184048" cy="1"/>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6" name="Straight Connector 35">
            <a:extLst>
              <a:ext uri="{FF2B5EF4-FFF2-40B4-BE49-F238E27FC236}">
                <a16:creationId xmlns:a16="http://schemas.microsoft.com/office/drawing/2014/main" id="{5428B29E-2307-C8C5-905D-7B024C61A6C5}"/>
              </a:ext>
            </a:extLst>
          </p:cNvPr>
          <p:cNvCxnSpPr>
            <a:cxnSpLocks/>
            <a:endCxn id="20" idx="1"/>
          </p:cNvCxnSpPr>
          <p:nvPr/>
        </p:nvCxnSpPr>
        <p:spPr>
          <a:xfrm>
            <a:off x="10051210" y="3731479"/>
            <a:ext cx="176150"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37" name="Straight Connector 36">
            <a:extLst>
              <a:ext uri="{FF2B5EF4-FFF2-40B4-BE49-F238E27FC236}">
                <a16:creationId xmlns:a16="http://schemas.microsoft.com/office/drawing/2014/main" id="{02C493BA-12BE-2112-E763-0D56378139F1}"/>
              </a:ext>
            </a:extLst>
          </p:cNvPr>
          <p:cNvCxnSpPr>
            <a:cxnSpLocks/>
          </p:cNvCxnSpPr>
          <p:nvPr/>
        </p:nvCxnSpPr>
        <p:spPr>
          <a:xfrm>
            <a:off x="10411076" y="1957948"/>
            <a:ext cx="0" cy="288096"/>
          </a:xfrm>
          <a:prstGeom prst="line">
            <a:avLst/>
          </a:prstGeom>
          <a:ln w="9525" cap="flat" cmpd="sng" algn="ctr">
            <a:solidFill>
              <a:schemeClr val="dk1"/>
            </a:solidFill>
            <a:prstDash val="dash"/>
            <a:round/>
            <a:headEnd type="triangle" w="sm" len="med"/>
            <a:tailEnd type="none" w="med" len="med"/>
          </a:ln>
        </p:spPr>
        <p:style>
          <a:lnRef idx="0">
            <a:scrgbClr r="0" g="0" b="0"/>
          </a:lnRef>
          <a:fillRef idx="0">
            <a:scrgbClr r="0" g="0" b="0"/>
          </a:fillRef>
          <a:effectRef idx="0">
            <a:scrgbClr r="0" g="0" b="0"/>
          </a:effectRef>
          <a:fontRef idx="minor">
            <a:schemeClr val="tx1"/>
          </a:fontRef>
        </p:style>
      </p:cxnSp>
      <p:cxnSp>
        <p:nvCxnSpPr>
          <p:cNvPr id="38" name="Straight Connector 37">
            <a:extLst>
              <a:ext uri="{FF2B5EF4-FFF2-40B4-BE49-F238E27FC236}">
                <a16:creationId xmlns:a16="http://schemas.microsoft.com/office/drawing/2014/main" id="{1D9F0E83-4D40-1260-1525-20B58BEBD117}"/>
              </a:ext>
            </a:extLst>
          </p:cNvPr>
          <p:cNvCxnSpPr>
            <a:cxnSpLocks/>
          </p:cNvCxnSpPr>
          <p:nvPr/>
        </p:nvCxnSpPr>
        <p:spPr>
          <a:xfrm>
            <a:off x="7307530" y="4596028"/>
            <a:ext cx="0" cy="58706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39" name="Straight Connector 38">
            <a:extLst>
              <a:ext uri="{FF2B5EF4-FFF2-40B4-BE49-F238E27FC236}">
                <a16:creationId xmlns:a16="http://schemas.microsoft.com/office/drawing/2014/main" id="{5C8DEEDF-30F6-AFB3-1F27-32EBB7C0FC16}"/>
              </a:ext>
            </a:extLst>
          </p:cNvPr>
          <p:cNvCxnSpPr>
            <a:cxnSpLocks/>
            <a:stCxn id="24" idx="2"/>
          </p:cNvCxnSpPr>
          <p:nvPr/>
        </p:nvCxnSpPr>
        <p:spPr>
          <a:xfrm>
            <a:off x="7916399" y="3232850"/>
            <a:ext cx="3573" cy="396469"/>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40" name="Straight Connector 39">
            <a:extLst>
              <a:ext uri="{FF2B5EF4-FFF2-40B4-BE49-F238E27FC236}">
                <a16:creationId xmlns:a16="http://schemas.microsoft.com/office/drawing/2014/main" id="{3E09E1D3-33A4-058A-7D6E-CB959D732720}"/>
              </a:ext>
            </a:extLst>
          </p:cNvPr>
          <p:cNvCxnSpPr>
            <a:cxnSpLocks/>
            <a:stCxn id="16" idx="3"/>
          </p:cNvCxnSpPr>
          <p:nvPr/>
        </p:nvCxnSpPr>
        <p:spPr>
          <a:xfrm>
            <a:off x="6510920" y="4772875"/>
            <a:ext cx="7966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BB6A9B-B0B2-E137-8C3D-0A1A3EA3DBEF}"/>
              </a:ext>
            </a:extLst>
          </p:cNvPr>
          <p:cNvCxnSpPr>
            <a:cxnSpLocks/>
          </p:cNvCxnSpPr>
          <p:nvPr/>
        </p:nvCxnSpPr>
        <p:spPr>
          <a:xfrm>
            <a:off x="4478324" y="3294449"/>
            <a:ext cx="0" cy="2162011"/>
          </a:xfrm>
          <a:prstGeom prst="line">
            <a:avLst/>
          </a:prstGeom>
          <a:ln w="9525"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42" name="Straight Connector 41">
            <a:extLst>
              <a:ext uri="{FF2B5EF4-FFF2-40B4-BE49-F238E27FC236}">
                <a16:creationId xmlns:a16="http://schemas.microsoft.com/office/drawing/2014/main" id="{9BEA3206-BDCA-32FF-CD50-D61DE3DC41BD}"/>
              </a:ext>
            </a:extLst>
          </p:cNvPr>
          <p:cNvCxnSpPr>
            <a:cxnSpLocks/>
          </p:cNvCxnSpPr>
          <p:nvPr/>
        </p:nvCxnSpPr>
        <p:spPr>
          <a:xfrm>
            <a:off x="4516517" y="4832270"/>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3" name="Straight Connector 42">
            <a:extLst>
              <a:ext uri="{FF2B5EF4-FFF2-40B4-BE49-F238E27FC236}">
                <a16:creationId xmlns:a16="http://schemas.microsoft.com/office/drawing/2014/main" id="{71E0D448-C11B-4798-1FFA-7526A55C0EAE}"/>
              </a:ext>
            </a:extLst>
          </p:cNvPr>
          <p:cNvCxnSpPr>
            <a:cxnSpLocks/>
          </p:cNvCxnSpPr>
          <p:nvPr/>
        </p:nvCxnSpPr>
        <p:spPr>
          <a:xfrm>
            <a:off x="4516517" y="4261783"/>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4" name="Straight Connector 43">
            <a:extLst>
              <a:ext uri="{FF2B5EF4-FFF2-40B4-BE49-F238E27FC236}">
                <a16:creationId xmlns:a16="http://schemas.microsoft.com/office/drawing/2014/main" id="{01E42017-C060-73C9-88AC-5B4408A59266}"/>
              </a:ext>
            </a:extLst>
          </p:cNvPr>
          <p:cNvCxnSpPr>
            <a:cxnSpLocks/>
          </p:cNvCxnSpPr>
          <p:nvPr/>
        </p:nvCxnSpPr>
        <p:spPr>
          <a:xfrm>
            <a:off x="4536269" y="5456460"/>
            <a:ext cx="283617" cy="0"/>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5" name="Straight Arrow Connector 44">
            <a:extLst>
              <a:ext uri="{FF2B5EF4-FFF2-40B4-BE49-F238E27FC236}">
                <a16:creationId xmlns:a16="http://schemas.microsoft.com/office/drawing/2014/main" id="{F2D9022E-875C-2F7F-2ED2-8A897CEB8110}"/>
              </a:ext>
            </a:extLst>
          </p:cNvPr>
          <p:cNvCxnSpPr>
            <a:cxnSpLocks/>
            <a:stCxn id="18" idx="0"/>
            <a:endCxn id="17" idx="2"/>
          </p:cNvCxnSpPr>
          <p:nvPr/>
        </p:nvCxnSpPr>
        <p:spPr>
          <a:xfrm flipV="1">
            <a:off x="5674191" y="5521642"/>
            <a:ext cx="0" cy="3853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Connector: Elbow 45">
            <a:extLst>
              <a:ext uri="{FF2B5EF4-FFF2-40B4-BE49-F238E27FC236}">
                <a16:creationId xmlns:a16="http://schemas.microsoft.com/office/drawing/2014/main" id="{7E8FAEAA-1166-B7D2-700C-E2253D7D9008}"/>
              </a:ext>
            </a:extLst>
          </p:cNvPr>
          <p:cNvCxnSpPr>
            <a:cxnSpLocks/>
            <a:stCxn id="27" idx="0"/>
            <a:endCxn id="23" idx="0"/>
          </p:cNvCxnSpPr>
          <p:nvPr/>
        </p:nvCxnSpPr>
        <p:spPr>
          <a:xfrm rot="5400000" flipH="1" flipV="1">
            <a:off x="7850097" y="142418"/>
            <a:ext cx="71438" cy="5432321"/>
          </a:xfrm>
          <a:prstGeom prst="bentConnector3">
            <a:avLst>
              <a:gd name="adj1" fmla="val 264320"/>
            </a:avLst>
          </a:prstGeom>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4C13A3B0-3B3D-3A8E-70B2-CD2FA4BC1CFD}"/>
              </a:ext>
            </a:extLst>
          </p:cNvPr>
          <p:cNvSpPr txBox="1"/>
          <p:nvPr/>
        </p:nvSpPr>
        <p:spPr>
          <a:xfrm>
            <a:off x="10800004" y="1022960"/>
            <a:ext cx="660835"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class</a:t>
            </a:r>
          </a:p>
        </p:txBody>
      </p:sp>
      <p:sp>
        <p:nvSpPr>
          <p:cNvPr id="48" name="TextBox 47">
            <a:extLst>
              <a:ext uri="{FF2B5EF4-FFF2-40B4-BE49-F238E27FC236}">
                <a16:creationId xmlns:a16="http://schemas.microsoft.com/office/drawing/2014/main" id="{7C4382CE-7993-9380-70FD-BD0B73C60E70}"/>
              </a:ext>
            </a:extLst>
          </p:cNvPr>
          <p:cNvSpPr txBox="1"/>
          <p:nvPr/>
        </p:nvSpPr>
        <p:spPr>
          <a:xfrm>
            <a:off x="10779867" y="1287026"/>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interface</a:t>
            </a:r>
          </a:p>
        </p:txBody>
      </p:sp>
      <p:sp>
        <p:nvSpPr>
          <p:cNvPr id="49" name="TextBox 48">
            <a:extLst>
              <a:ext uri="{FF2B5EF4-FFF2-40B4-BE49-F238E27FC236}">
                <a16:creationId xmlns:a16="http://schemas.microsoft.com/office/drawing/2014/main" id="{ED12552D-2DFA-FDB9-5F9E-BF8F3D9AD6C3}"/>
              </a:ext>
            </a:extLst>
          </p:cNvPr>
          <p:cNvSpPr txBox="1"/>
          <p:nvPr/>
        </p:nvSpPr>
        <p:spPr>
          <a:xfrm>
            <a:off x="10800004" y="1572584"/>
            <a:ext cx="1224679"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extends</a:t>
            </a:r>
          </a:p>
        </p:txBody>
      </p:sp>
      <p:sp>
        <p:nvSpPr>
          <p:cNvPr id="50" name="TextBox 49">
            <a:extLst>
              <a:ext uri="{FF2B5EF4-FFF2-40B4-BE49-F238E27FC236}">
                <a16:creationId xmlns:a16="http://schemas.microsoft.com/office/drawing/2014/main" id="{EDDDCB6A-0B34-776D-8626-92F289A90984}"/>
              </a:ext>
            </a:extLst>
          </p:cNvPr>
          <p:cNvSpPr txBox="1"/>
          <p:nvPr/>
        </p:nvSpPr>
        <p:spPr>
          <a:xfrm>
            <a:off x="10779712" y="1940763"/>
            <a:ext cx="139175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implements</a:t>
            </a:r>
          </a:p>
        </p:txBody>
      </p:sp>
      <p:sp>
        <p:nvSpPr>
          <p:cNvPr id="51" name="Rectangle 50">
            <a:extLst>
              <a:ext uri="{FF2B5EF4-FFF2-40B4-BE49-F238E27FC236}">
                <a16:creationId xmlns:a16="http://schemas.microsoft.com/office/drawing/2014/main" id="{145F4F3B-937C-49C0-1377-09FE24F112CF}"/>
              </a:ext>
            </a:extLst>
          </p:cNvPr>
          <p:cNvSpPr/>
          <p:nvPr/>
        </p:nvSpPr>
        <p:spPr>
          <a:xfrm>
            <a:off x="439204" y="1113968"/>
            <a:ext cx="4123823" cy="1110662"/>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Deque (double-ended queue) allows insertion and removal at both ends, while Queue follows FIFO, allowing operations at one end.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2" name="Straight Arrow Connector 51">
            <a:extLst>
              <a:ext uri="{FF2B5EF4-FFF2-40B4-BE49-F238E27FC236}">
                <a16:creationId xmlns:a16="http://schemas.microsoft.com/office/drawing/2014/main" id="{379D25BE-B159-8F44-39DE-AC26A1D03147}"/>
              </a:ext>
            </a:extLst>
          </p:cNvPr>
          <p:cNvCxnSpPr>
            <a:cxnSpLocks/>
            <a:stCxn id="6" idx="0"/>
          </p:cNvCxnSpPr>
          <p:nvPr/>
        </p:nvCxnSpPr>
        <p:spPr>
          <a:xfrm flipV="1">
            <a:off x="2234459" y="3232850"/>
            <a:ext cx="540032" cy="2"/>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56" name="Straight Arrow Connector 55">
            <a:extLst>
              <a:ext uri="{FF2B5EF4-FFF2-40B4-BE49-F238E27FC236}">
                <a16:creationId xmlns:a16="http://schemas.microsoft.com/office/drawing/2014/main" id="{76E72002-40F9-77D4-92EA-181802DFFAC5}"/>
              </a:ext>
            </a:extLst>
          </p:cNvPr>
          <p:cNvCxnSpPr>
            <a:cxnSpLocks/>
          </p:cNvCxnSpPr>
          <p:nvPr/>
        </p:nvCxnSpPr>
        <p:spPr>
          <a:xfrm>
            <a:off x="545892" y="3861704"/>
            <a:ext cx="522154" cy="0"/>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58" name="Straight Arrow Connector 57">
            <a:extLst>
              <a:ext uri="{FF2B5EF4-FFF2-40B4-BE49-F238E27FC236}">
                <a16:creationId xmlns:a16="http://schemas.microsoft.com/office/drawing/2014/main" id="{BC989D5C-DD44-A19A-469C-65B7635C3597}"/>
              </a:ext>
            </a:extLst>
          </p:cNvPr>
          <p:cNvCxnSpPr>
            <a:cxnSpLocks/>
          </p:cNvCxnSpPr>
          <p:nvPr/>
        </p:nvCxnSpPr>
        <p:spPr>
          <a:xfrm>
            <a:off x="545892" y="3209792"/>
            <a:ext cx="522154" cy="0"/>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53" name="Cylinder 52">
            <a:extLst>
              <a:ext uri="{FF2B5EF4-FFF2-40B4-BE49-F238E27FC236}">
                <a16:creationId xmlns:a16="http://schemas.microsoft.com/office/drawing/2014/main" id="{5E58AA63-9EC6-E49A-EE02-D136E87BDB22}"/>
              </a:ext>
            </a:extLst>
          </p:cNvPr>
          <p:cNvSpPr/>
          <p:nvPr/>
        </p:nvSpPr>
        <p:spPr>
          <a:xfrm rot="5400000">
            <a:off x="1477491" y="3299833"/>
            <a:ext cx="425897" cy="1272886"/>
          </a:xfrm>
          <a:prstGeom prst="can">
            <a:avLst/>
          </a:prstGeom>
          <a:solidFill>
            <a:srgbClr val="FFC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Cylinder 5">
            <a:extLst>
              <a:ext uri="{FF2B5EF4-FFF2-40B4-BE49-F238E27FC236}">
                <a16:creationId xmlns:a16="http://schemas.microsoft.com/office/drawing/2014/main" id="{23A3B19C-89FF-1F21-FCCB-E7C1D41D7F72}"/>
              </a:ext>
            </a:extLst>
          </p:cNvPr>
          <p:cNvSpPr/>
          <p:nvPr/>
        </p:nvSpPr>
        <p:spPr>
          <a:xfrm rot="5400000">
            <a:off x="1491541" y="2596408"/>
            <a:ext cx="425897" cy="1272886"/>
          </a:xfrm>
          <a:prstGeom prst="can">
            <a:avLst/>
          </a:prstGeom>
          <a:solidFill>
            <a:srgbClr val="FFC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65B69B1-4E63-413E-7957-1727020E4819}"/>
              </a:ext>
            </a:extLst>
          </p:cNvPr>
          <p:cNvSpPr txBox="1"/>
          <p:nvPr/>
        </p:nvSpPr>
        <p:spPr>
          <a:xfrm>
            <a:off x="1282545" y="3047032"/>
            <a:ext cx="949022" cy="36650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Queue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44C06A1F-798B-6DFA-154A-BEE7B692A8E5}"/>
              </a:ext>
            </a:extLst>
          </p:cNvPr>
          <p:cNvSpPr txBox="1"/>
          <p:nvPr/>
        </p:nvSpPr>
        <p:spPr>
          <a:xfrm>
            <a:off x="1262562" y="3753022"/>
            <a:ext cx="949022"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Deque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5" name="Straight Arrow Connector 64">
            <a:extLst>
              <a:ext uri="{FF2B5EF4-FFF2-40B4-BE49-F238E27FC236}">
                <a16:creationId xmlns:a16="http://schemas.microsoft.com/office/drawing/2014/main" id="{7A666C60-820C-13B2-EE7B-6BD801DA06C2}"/>
              </a:ext>
            </a:extLst>
          </p:cNvPr>
          <p:cNvCxnSpPr>
            <a:cxnSpLocks/>
          </p:cNvCxnSpPr>
          <p:nvPr/>
        </p:nvCxnSpPr>
        <p:spPr>
          <a:xfrm flipV="1">
            <a:off x="2213462" y="3858846"/>
            <a:ext cx="540032" cy="2"/>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313A3BD3-5058-7488-5AB6-2FA3A510A104}"/>
              </a:ext>
            </a:extLst>
          </p:cNvPr>
          <p:cNvCxnSpPr>
            <a:cxnSpLocks/>
          </p:cNvCxnSpPr>
          <p:nvPr/>
        </p:nvCxnSpPr>
        <p:spPr>
          <a:xfrm flipH="1">
            <a:off x="497643" y="4041838"/>
            <a:ext cx="593666" cy="0"/>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C520150F-BABF-9210-031D-607A27F4770A}"/>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992549163"/>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01207" y="1545527"/>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902010"/>
            <a:ext cx="8910916" cy="1954381"/>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What is the difference between start() and run() method?</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What is the meaning of Thread safe?</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What is thread pool?</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a synchronized block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What is the difference between Runnable and Callable interface?</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181923"/>
            <a:ext cx="10515600" cy="1325563"/>
          </a:xfrm>
        </p:spPr>
        <p:txBody>
          <a:bodyPr>
            <a:normAutofit/>
          </a:bodyPr>
          <a:lstStyle/>
          <a:p>
            <a:r>
              <a:rPr lang="en-US" b="1" dirty="0">
                <a:solidFill>
                  <a:srgbClr val="FFFF00"/>
                </a:solidFill>
              </a:rPr>
              <a:t>Mock Interview</a:t>
            </a:r>
            <a:br>
              <a:rPr lang="en-US" b="1" dirty="0">
                <a:solidFill>
                  <a:srgbClr val="FFFF00"/>
                </a:solidFill>
              </a:rPr>
            </a:br>
            <a:r>
              <a:rPr lang="en-US" sz="3100" b="1" dirty="0"/>
              <a:t>Multithreading</a:t>
            </a:r>
            <a:endParaRPr lang="en-IN" sz="3100"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Graphic 2" descr="Lightbulb with solid fill">
            <a:extLst>
              <a:ext uri="{FF2B5EF4-FFF2-40B4-BE49-F238E27FC236}">
                <a16:creationId xmlns:a16="http://schemas.microsoft.com/office/drawing/2014/main" id="{D591DD02-052F-79A8-9700-3CA28C765D45}"/>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775249" y="282107"/>
            <a:ext cx="623134" cy="623134"/>
          </a:xfrm>
          <a:prstGeom prst="rect">
            <a:avLst/>
          </a:prstGeom>
        </p:spPr>
      </p:pic>
      <p:sp>
        <p:nvSpPr>
          <p:cNvPr id="5" name="TextBox 4">
            <a:extLst>
              <a:ext uri="{FF2B5EF4-FFF2-40B4-BE49-F238E27FC236}">
                <a16:creationId xmlns:a16="http://schemas.microsoft.com/office/drawing/2014/main" id="{27E7956A-75EB-33A9-45CF-78C92283D0E4}"/>
              </a:ext>
            </a:extLst>
          </p:cNvPr>
          <p:cNvSpPr txBox="1"/>
          <p:nvPr/>
        </p:nvSpPr>
        <p:spPr>
          <a:xfrm>
            <a:off x="10342731" y="6373174"/>
            <a:ext cx="1972639" cy="307777"/>
          </a:xfrm>
          <a:prstGeom prst="rect">
            <a:avLst/>
          </a:prstGeom>
          <a:noFill/>
        </p:spPr>
        <p:txBody>
          <a:bodyPr wrap="square">
            <a:spAutoFit/>
          </a:bodyPr>
          <a:lstStyle/>
          <a:p>
            <a:r>
              <a:rPr lang="en-US" sz="1400" dirty="0">
                <a:hlinkClick r:id="rId11" action="ppaction://hlinksldjump"/>
              </a:rPr>
              <a:t>Back to main index</a:t>
            </a:r>
            <a:endParaRPr lang="en-IN" sz="1400" dirty="0"/>
          </a:p>
        </p:txBody>
      </p:sp>
    </p:spTree>
    <p:extLst>
      <p:ext uri="{BB962C8B-B14F-4D97-AF65-F5344CB8AC3E}">
        <p14:creationId xmlns:p14="http://schemas.microsoft.com/office/powerpoint/2010/main" val="4123789584"/>
      </p:ext>
    </p:extLst>
  </p:cSld>
  <p:clrMapOvr>
    <a:overrideClrMapping bg1="dk1" tx1="lt1" bg2="dk2" tx2="lt2" accent1="accent1" accent2="accent2" accent3="accent3" accent4="accent4" accent5="accent5" accent6="accent6" hlink="hlink" folHlink="folHlink"/>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difference between start() and run() method?</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Rectangle 5">
            <a:extLst>
              <a:ext uri="{FF2B5EF4-FFF2-40B4-BE49-F238E27FC236}">
                <a16:creationId xmlns:a16="http://schemas.microsoft.com/office/drawing/2014/main" id="{6DD60CF5-F0B0-2AFB-FAB1-A1E5B8480243}"/>
              </a:ext>
            </a:extLst>
          </p:cNvPr>
          <p:cNvSpPr/>
          <p:nvPr/>
        </p:nvSpPr>
        <p:spPr>
          <a:xfrm>
            <a:off x="6096000" y="1156504"/>
            <a:ext cx="5660570" cy="362925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extends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Override</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run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"Thread is running"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MyThread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thread1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MyThread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thread1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start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thread1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run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745713" y="135108"/>
            <a:ext cx="623134" cy="623134"/>
          </a:xfrm>
          <a:prstGeom prst="rect">
            <a:avLst/>
          </a:prstGeom>
        </p:spPr>
      </p:pic>
      <p:cxnSp>
        <p:nvCxnSpPr>
          <p:cNvPr id="4" name="Straight Arrow Connector 3">
            <a:extLst>
              <a:ext uri="{FF2B5EF4-FFF2-40B4-BE49-F238E27FC236}">
                <a16:creationId xmlns:a16="http://schemas.microsoft.com/office/drawing/2014/main" id="{8D7F0847-0CE8-5CE4-2AD7-BF13AA343374}"/>
              </a:ext>
            </a:extLst>
          </p:cNvPr>
          <p:cNvCxnSpPr>
            <a:cxnSpLocks/>
          </p:cNvCxnSpPr>
          <p:nvPr/>
        </p:nvCxnSpPr>
        <p:spPr>
          <a:xfrm flipH="1" flipV="1">
            <a:off x="2501116" y="2041253"/>
            <a:ext cx="5687956" cy="147384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 name="Straight Arrow Connector 4">
            <a:extLst>
              <a:ext uri="{FF2B5EF4-FFF2-40B4-BE49-F238E27FC236}">
                <a16:creationId xmlns:a16="http://schemas.microsoft.com/office/drawing/2014/main" id="{F2516539-1E98-23AF-BFC9-280592438263}"/>
              </a:ext>
            </a:extLst>
          </p:cNvPr>
          <p:cNvCxnSpPr>
            <a:cxnSpLocks/>
            <a:endCxn id="14" idx="2"/>
          </p:cNvCxnSpPr>
          <p:nvPr/>
        </p:nvCxnSpPr>
        <p:spPr>
          <a:xfrm flipH="1" flipV="1">
            <a:off x="2528502" y="3587576"/>
            <a:ext cx="5606220" cy="39065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39386343-F2C5-33A1-0420-02D436CFADB7}"/>
              </a:ext>
            </a:extLst>
          </p:cNvPr>
          <p:cNvSpPr/>
          <p:nvPr/>
        </p:nvSpPr>
        <p:spPr>
          <a:xfrm>
            <a:off x="439204" y="1113968"/>
            <a:ext cx="4123823" cy="88076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start() method creates new threads and call run method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2D4F7AB9-5B5B-021E-5705-23BDD9F9FD74}"/>
              </a:ext>
            </a:extLst>
          </p:cNvPr>
          <p:cNvSpPr/>
          <p:nvPr/>
        </p:nvSpPr>
        <p:spPr>
          <a:xfrm>
            <a:off x="466590" y="2706807"/>
            <a:ext cx="4123823" cy="88076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run() method will directly call the run method without creating a new thread.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A93CEA5B-A6A3-B332-BB36-A8F2E4FF7B6C}"/>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610956053"/>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meaning of Thread safe?</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394400" y="135108"/>
            <a:ext cx="623134" cy="623134"/>
          </a:xfrm>
          <a:prstGeom prst="rect">
            <a:avLst/>
          </a:prstGeom>
        </p:spPr>
      </p:pic>
      <p:sp>
        <p:nvSpPr>
          <p:cNvPr id="8" name="TextBox 7">
            <a:extLst>
              <a:ext uri="{FF2B5EF4-FFF2-40B4-BE49-F238E27FC236}">
                <a16:creationId xmlns:a16="http://schemas.microsoft.com/office/drawing/2014/main" id="{ED0B8EF7-0A3A-4230-B91A-8379EF0548FD}"/>
              </a:ext>
            </a:extLst>
          </p:cNvPr>
          <p:cNvSpPr txBox="1"/>
          <p:nvPr/>
        </p:nvSpPr>
        <p:spPr>
          <a:xfrm>
            <a:off x="339162" y="1090283"/>
            <a:ext cx="5254115" cy="1477328"/>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Thread-safe means that a piece of code or a class or a function can be safely invoked and used by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multiple threads simultaneously without causing any errors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(race conditions, data corruption, or unexpected behavior).</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8910047-88F0-0D5B-EC8B-64ECBBE2F46B}"/>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327257787"/>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thread pool?</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304343" y="135108"/>
            <a:ext cx="623134" cy="623134"/>
          </a:xfrm>
          <a:prstGeom prst="rect">
            <a:avLst/>
          </a:prstGeom>
        </p:spPr>
      </p:pic>
      <p:sp>
        <p:nvSpPr>
          <p:cNvPr id="8" name="TextBox 7">
            <a:extLst>
              <a:ext uri="{FF2B5EF4-FFF2-40B4-BE49-F238E27FC236}">
                <a16:creationId xmlns:a16="http://schemas.microsoft.com/office/drawing/2014/main" id="{ED0B8EF7-0A3A-4230-B91A-8379EF0548FD}"/>
              </a:ext>
            </a:extLst>
          </p:cNvPr>
          <p:cNvSpPr txBox="1"/>
          <p:nvPr/>
        </p:nvSpPr>
        <p:spPr>
          <a:xfrm>
            <a:off x="339162" y="1090283"/>
            <a:ext cx="5254115"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thread pool maintains a pool of threads that are ready to execute tasks.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26E91CA9-A845-633A-85A7-EFFCDC39DA92}"/>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981559499"/>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5320712"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a synchronized block in Java?</a:t>
            </a:r>
            <a:endParaRPr lang="en-IN" sz="2400" b="1" dirty="0">
              <a:solidFill>
                <a:schemeClr val="bg1"/>
              </a:solidFill>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6" name="Rectangle 5">
            <a:extLst>
              <a:ext uri="{FF2B5EF4-FFF2-40B4-BE49-F238E27FC236}">
                <a16:creationId xmlns:a16="http://schemas.microsoft.com/office/drawing/2014/main" id="{6DD60CF5-F0B0-2AFB-FAB1-A1E5B8480243}"/>
              </a:ext>
            </a:extLst>
          </p:cNvPr>
          <p:cNvSpPr/>
          <p:nvPr/>
        </p:nvSpPr>
        <p:spPr>
          <a:xfrm>
            <a:off x="6096000" y="1156504"/>
            <a:ext cx="5660570" cy="3128625"/>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SynchronizedBlockExample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Object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lock</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Object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increment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synchronized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lock</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251895" y="135108"/>
            <a:ext cx="623134" cy="623134"/>
          </a:xfrm>
          <a:prstGeom prst="rect">
            <a:avLst/>
          </a:prstGeom>
        </p:spPr>
      </p:pic>
      <p:cxnSp>
        <p:nvCxnSpPr>
          <p:cNvPr id="4" name="Straight Arrow Connector 3">
            <a:extLst>
              <a:ext uri="{FF2B5EF4-FFF2-40B4-BE49-F238E27FC236}">
                <a16:creationId xmlns:a16="http://schemas.microsoft.com/office/drawing/2014/main" id="{8D7F0847-0CE8-5CE4-2AD7-BF13AA343374}"/>
              </a:ext>
            </a:extLst>
          </p:cNvPr>
          <p:cNvCxnSpPr>
            <a:cxnSpLocks/>
          </p:cNvCxnSpPr>
          <p:nvPr/>
        </p:nvCxnSpPr>
        <p:spPr>
          <a:xfrm flipH="1" flipV="1">
            <a:off x="2501116" y="2041253"/>
            <a:ext cx="4540952" cy="66555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39386343-F2C5-33A1-0420-02D436CFADB7}"/>
              </a:ext>
            </a:extLst>
          </p:cNvPr>
          <p:cNvSpPr/>
          <p:nvPr/>
        </p:nvSpPr>
        <p:spPr>
          <a:xfrm>
            <a:off x="439204" y="1113968"/>
            <a:ext cx="4123823" cy="88076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synchronized (lock) ensures that only one thread at a time can execute the block of code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B4379DEE-A52B-6FE9-4DD6-ABB7466F01F6}"/>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481588755"/>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difference between Runnable and Callable interface?</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541356" y="135108"/>
            <a:ext cx="623134" cy="623134"/>
          </a:xfrm>
          <a:prstGeom prst="rect">
            <a:avLst/>
          </a:prstGeom>
        </p:spPr>
      </p:pic>
      <p:sp>
        <p:nvSpPr>
          <p:cNvPr id="8" name="TextBox 7">
            <a:extLst>
              <a:ext uri="{FF2B5EF4-FFF2-40B4-BE49-F238E27FC236}">
                <a16:creationId xmlns:a16="http://schemas.microsoft.com/office/drawing/2014/main" id="{ED0B8EF7-0A3A-4230-B91A-8379EF0548FD}"/>
              </a:ext>
            </a:extLst>
          </p:cNvPr>
          <p:cNvSpPr txBox="1"/>
          <p:nvPr/>
        </p:nvSpPr>
        <p:spPr>
          <a:xfrm>
            <a:off x="339162" y="1090283"/>
            <a:ext cx="5254115"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Runnable does not return a result and cannot throw checked exceptions.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D39788F6-9173-1E93-6B87-37535B05AC33}"/>
              </a:ext>
            </a:extLst>
          </p:cNvPr>
          <p:cNvSpPr/>
          <p:nvPr/>
        </p:nvSpPr>
        <p:spPr>
          <a:xfrm>
            <a:off x="6444838" y="2164131"/>
            <a:ext cx="4605774" cy="154725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FunctionalInterface</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Callable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Integer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call</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throws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Exception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5" name="Rectangle 4">
            <a:extLst>
              <a:ext uri="{FF2B5EF4-FFF2-40B4-BE49-F238E27FC236}">
                <a16:creationId xmlns:a16="http://schemas.microsoft.com/office/drawing/2014/main" id="{94F750E3-CEFA-26B9-06EF-FF66B0CED7EE}"/>
              </a:ext>
            </a:extLst>
          </p:cNvPr>
          <p:cNvSpPr/>
          <p:nvPr/>
        </p:nvSpPr>
        <p:spPr>
          <a:xfrm>
            <a:off x="663330" y="2164132"/>
            <a:ext cx="4159681" cy="154725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FunctionalInterface</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Runnable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run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cxnSp>
        <p:nvCxnSpPr>
          <p:cNvPr id="7" name="Straight Connector 6">
            <a:extLst>
              <a:ext uri="{FF2B5EF4-FFF2-40B4-BE49-F238E27FC236}">
                <a16:creationId xmlns:a16="http://schemas.microsoft.com/office/drawing/2014/main" id="{8B09DA35-8296-EAE5-1595-2BC0679F4508}"/>
              </a:ext>
            </a:extLst>
          </p:cNvPr>
          <p:cNvCxnSpPr/>
          <p:nvPr/>
        </p:nvCxnSpPr>
        <p:spPr>
          <a:xfrm>
            <a:off x="5747163" y="1543792"/>
            <a:ext cx="0" cy="4223925"/>
          </a:xfrm>
          <a:prstGeom prst="line">
            <a:avLst/>
          </a:prstGeom>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E8D33575-A550-A6B1-0B64-28E328924831}"/>
              </a:ext>
            </a:extLst>
          </p:cNvPr>
          <p:cNvSpPr txBox="1"/>
          <p:nvPr/>
        </p:nvSpPr>
        <p:spPr>
          <a:xfrm>
            <a:off x="6096001" y="1101653"/>
            <a:ext cx="5254114"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Callable return a result and can throw checked exceptions.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B1F551AC-E649-E954-3801-44990D37C698}"/>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524608674"/>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01207" y="1545527"/>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902010"/>
            <a:ext cx="8910916" cy="1551194"/>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How do you define a generic method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Can you create generic interfaces?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Can you create generic constructor?</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What is the difference between List&lt;Object&gt; and List&lt;?&gt;?</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181923"/>
            <a:ext cx="10515600" cy="1325563"/>
          </a:xfrm>
        </p:spPr>
        <p:txBody>
          <a:bodyPr>
            <a:normAutofit/>
          </a:bodyPr>
          <a:lstStyle/>
          <a:p>
            <a:r>
              <a:rPr lang="en-US" b="1" dirty="0">
                <a:solidFill>
                  <a:srgbClr val="FFFF00"/>
                </a:solidFill>
              </a:rPr>
              <a:t>Mock Interview</a:t>
            </a:r>
            <a:br>
              <a:rPr lang="en-US" b="1" dirty="0">
                <a:solidFill>
                  <a:srgbClr val="FFFF00"/>
                </a:solidFill>
              </a:rPr>
            </a:br>
            <a:r>
              <a:rPr lang="en-US" sz="3100" b="1" dirty="0"/>
              <a:t>Generics</a:t>
            </a:r>
            <a:endParaRPr lang="en-IN" sz="3100"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Graphic 2" descr="Lightbulb with solid fill">
            <a:extLst>
              <a:ext uri="{FF2B5EF4-FFF2-40B4-BE49-F238E27FC236}">
                <a16:creationId xmlns:a16="http://schemas.microsoft.com/office/drawing/2014/main" id="{D591DD02-052F-79A8-9700-3CA28C765D4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3775249" y="282107"/>
            <a:ext cx="623134" cy="623134"/>
          </a:xfrm>
          <a:prstGeom prst="rect">
            <a:avLst/>
          </a:prstGeom>
        </p:spPr>
      </p:pic>
      <p:sp>
        <p:nvSpPr>
          <p:cNvPr id="5" name="TextBox 4">
            <a:extLst>
              <a:ext uri="{FF2B5EF4-FFF2-40B4-BE49-F238E27FC236}">
                <a16:creationId xmlns:a16="http://schemas.microsoft.com/office/drawing/2014/main" id="{02CE4F16-CC4D-7347-C8F1-411B5FAF6621}"/>
              </a:ext>
            </a:extLst>
          </p:cNvPr>
          <p:cNvSpPr txBox="1"/>
          <p:nvPr/>
        </p:nvSpPr>
        <p:spPr>
          <a:xfrm>
            <a:off x="10342731" y="6373174"/>
            <a:ext cx="1972639" cy="307777"/>
          </a:xfrm>
          <a:prstGeom prst="rect">
            <a:avLst/>
          </a:prstGeom>
          <a:noFill/>
        </p:spPr>
        <p:txBody>
          <a:bodyPr wrap="square">
            <a:spAutoFit/>
          </a:bodyPr>
          <a:lstStyle/>
          <a:p>
            <a:r>
              <a:rPr lang="en-US" sz="1400" dirty="0">
                <a:hlinkClick r:id="rId10" action="ppaction://hlinksldjump"/>
              </a:rPr>
              <a:t>Back to main index</a:t>
            </a:r>
            <a:endParaRPr lang="en-IN" sz="1400" dirty="0"/>
          </a:p>
        </p:txBody>
      </p:sp>
    </p:spTree>
    <p:extLst>
      <p:ext uri="{BB962C8B-B14F-4D97-AF65-F5344CB8AC3E}">
        <p14:creationId xmlns:p14="http://schemas.microsoft.com/office/powerpoint/2010/main" val="2011995721"/>
      </p:ext>
    </p:extLst>
  </p:cSld>
  <p:clrMapOvr>
    <a:overrideClrMapping bg1="dk1" tx1="lt1" bg2="dk2" tx2="lt2" accent1="accent1" accent2="accent2" accent3="accent3" accent4="accent4" accent5="accent5" accent6="accent6" hlink="hlink" folHlink="folHlink"/>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do you define a generic method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231291" y="135108"/>
            <a:ext cx="623134" cy="623134"/>
          </a:xfrm>
          <a:prstGeom prst="rect">
            <a:avLst/>
          </a:prstGeom>
        </p:spPr>
      </p:pic>
      <p:sp>
        <p:nvSpPr>
          <p:cNvPr id="8" name="TextBox 7">
            <a:extLst>
              <a:ext uri="{FF2B5EF4-FFF2-40B4-BE49-F238E27FC236}">
                <a16:creationId xmlns:a16="http://schemas.microsoft.com/office/drawing/2014/main" id="{ED0B8EF7-0A3A-4230-B91A-8379EF0548FD}"/>
              </a:ext>
            </a:extLst>
          </p:cNvPr>
          <p:cNvSpPr txBox="1"/>
          <p:nvPr/>
        </p:nvSpPr>
        <p:spPr>
          <a:xfrm>
            <a:off x="339162" y="1090283"/>
            <a:ext cx="5254115"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 generic method is defined with type parameters, which appear before the return type.</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210C21BB-AC54-E93E-BE38-E047EEEEBA36}"/>
              </a:ext>
            </a:extLst>
          </p:cNvPr>
          <p:cNvSpPr/>
          <p:nvPr/>
        </p:nvSpPr>
        <p:spPr>
          <a:xfrm>
            <a:off x="5727032" y="1149731"/>
            <a:ext cx="6227197" cy="213889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GenericMethodEx</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Generic method to compare two values of type 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boolean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areEqual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value1</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value2</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TextBox 3">
            <a:extLst>
              <a:ext uri="{FF2B5EF4-FFF2-40B4-BE49-F238E27FC236}">
                <a16:creationId xmlns:a16="http://schemas.microsoft.com/office/drawing/2014/main" id="{33CD9273-3964-0C66-AEEB-FAC05994B37E}"/>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399706781"/>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you create generic interfaces?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036884" y="135108"/>
            <a:ext cx="623134" cy="623134"/>
          </a:xfrm>
          <a:prstGeom prst="rect">
            <a:avLst/>
          </a:prstGeom>
        </p:spPr>
      </p:pic>
      <p:sp>
        <p:nvSpPr>
          <p:cNvPr id="6" name="Rectangle 5">
            <a:extLst>
              <a:ext uri="{FF2B5EF4-FFF2-40B4-BE49-F238E27FC236}">
                <a16:creationId xmlns:a16="http://schemas.microsoft.com/office/drawing/2014/main" id="{210C21BB-AC54-E93E-BE38-E047EEEEBA36}"/>
              </a:ext>
            </a:extLst>
          </p:cNvPr>
          <p:cNvSpPr/>
          <p:nvPr/>
        </p:nvSpPr>
        <p:spPr>
          <a:xfrm>
            <a:off x="6553201" y="1149731"/>
            <a:ext cx="4211783" cy="148955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fr-FR"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fr-FR"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interface</a:t>
            </a:r>
            <a:r>
              <a:rPr kumimoji="0" lang="fr-FR"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fr-FR"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Comparable</a:t>
            </a:r>
            <a:r>
              <a:rPr kumimoji="0" lang="fr-FR"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fr-FR"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fr-FR"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fr-FR"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int</a:t>
            </a:r>
            <a:r>
              <a:rPr kumimoji="0" lang="fr-FR"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fr-FR"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compareTo</a:t>
            </a:r>
            <a:r>
              <a:rPr kumimoji="0" lang="fr-FR"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fr-FR"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fr-FR"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fr-FR"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a:t>
            </a:r>
            <a:r>
              <a:rPr kumimoji="0" lang="fr-FR"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fr-FR"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endParaRPr kumimoji="0" lang="fr-FR"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Rectangle 3">
            <a:extLst>
              <a:ext uri="{FF2B5EF4-FFF2-40B4-BE49-F238E27FC236}">
                <a16:creationId xmlns:a16="http://schemas.microsoft.com/office/drawing/2014/main" id="{14396525-5A12-8623-5DE6-248DD8759171}"/>
              </a:ext>
            </a:extLst>
          </p:cNvPr>
          <p:cNvSpPr/>
          <p:nvPr/>
        </p:nvSpPr>
        <p:spPr>
          <a:xfrm>
            <a:off x="355693" y="1385105"/>
            <a:ext cx="4008489" cy="68550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Yes, we can create generic interfaces.</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 name="Straight Arrow Connector 4">
            <a:extLst>
              <a:ext uri="{FF2B5EF4-FFF2-40B4-BE49-F238E27FC236}">
                <a16:creationId xmlns:a16="http://schemas.microsoft.com/office/drawing/2014/main" id="{03AD1BD1-BC55-3846-2134-B7A83234806C}"/>
              </a:ext>
            </a:extLst>
          </p:cNvPr>
          <p:cNvCxnSpPr>
            <a:cxnSpLocks/>
            <a:endCxn id="4" idx="3"/>
          </p:cNvCxnSpPr>
          <p:nvPr/>
        </p:nvCxnSpPr>
        <p:spPr>
          <a:xfrm flipH="1">
            <a:off x="4364182" y="1558636"/>
            <a:ext cx="4426527" cy="16922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D3986905-9568-5B9D-8B60-9F1E65124881}"/>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486811768"/>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you create generic constructor?</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245430" y="135108"/>
            <a:ext cx="623134" cy="623134"/>
          </a:xfrm>
          <a:prstGeom prst="rect">
            <a:avLst/>
          </a:prstGeom>
        </p:spPr>
      </p:pic>
      <p:sp>
        <p:nvSpPr>
          <p:cNvPr id="6" name="Rectangle 5">
            <a:extLst>
              <a:ext uri="{FF2B5EF4-FFF2-40B4-BE49-F238E27FC236}">
                <a16:creationId xmlns:a16="http://schemas.microsoft.com/office/drawing/2014/main" id="{210C21BB-AC54-E93E-BE38-E047EEEEBA36}"/>
              </a:ext>
            </a:extLst>
          </p:cNvPr>
          <p:cNvSpPr/>
          <p:nvPr/>
        </p:nvSpPr>
        <p:spPr>
          <a:xfrm>
            <a:off x="6224337" y="1149731"/>
            <a:ext cx="5117431" cy="2026606"/>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GenericConstructor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GenericConstructor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item</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Rectangle 3">
            <a:extLst>
              <a:ext uri="{FF2B5EF4-FFF2-40B4-BE49-F238E27FC236}">
                <a16:creationId xmlns:a16="http://schemas.microsoft.com/office/drawing/2014/main" id="{6FB06908-8F07-F113-D101-80D47B2BAC20}"/>
              </a:ext>
            </a:extLst>
          </p:cNvPr>
          <p:cNvSpPr/>
          <p:nvPr/>
        </p:nvSpPr>
        <p:spPr>
          <a:xfrm>
            <a:off x="355693" y="1156503"/>
            <a:ext cx="3895465" cy="685509"/>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Yes, we can create generic constructor..</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 name="Straight Arrow Connector 4">
            <a:extLst>
              <a:ext uri="{FF2B5EF4-FFF2-40B4-BE49-F238E27FC236}">
                <a16:creationId xmlns:a16="http://schemas.microsoft.com/office/drawing/2014/main" id="{CD623EEF-2F40-5093-338B-041ABC7AD42F}"/>
              </a:ext>
            </a:extLst>
          </p:cNvPr>
          <p:cNvCxnSpPr>
            <a:cxnSpLocks/>
            <a:endCxn id="4" idx="3"/>
          </p:cNvCxnSpPr>
          <p:nvPr/>
        </p:nvCxnSpPr>
        <p:spPr>
          <a:xfrm flipH="1" flipV="1">
            <a:off x="4251158" y="1499258"/>
            <a:ext cx="3689686" cy="34275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2A6DCB4A-B5F5-9CCA-473B-899F45A55E74}"/>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963356595"/>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difference between List&lt;Object&gt; and List&lt;?&gt;?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796124" y="135108"/>
            <a:ext cx="623134" cy="623134"/>
          </a:xfrm>
          <a:prstGeom prst="rect">
            <a:avLst/>
          </a:prstGeom>
        </p:spPr>
      </p:pic>
      <p:sp>
        <p:nvSpPr>
          <p:cNvPr id="6" name="Rectangle 5">
            <a:extLst>
              <a:ext uri="{FF2B5EF4-FFF2-40B4-BE49-F238E27FC236}">
                <a16:creationId xmlns:a16="http://schemas.microsoft.com/office/drawing/2014/main" id="{210C21BB-AC54-E93E-BE38-E047EEEEBA36}"/>
              </a:ext>
            </a:extLst>
          </p:cNvPr>
          <p:cNvSpPr/>
          <p:nvPr/>
        </p:nvSpPr>
        <p:spPr>
          <a:xfrm>
            <a:off x="4780547" y="1149730"/>
            <a:ext cx="7202906" cy="371102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List&lt;Object&gt; example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Object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objectList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&lt;&gt;();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elements to List&lt;Object&gt; is allowed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objectList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objectList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123</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List&lt;?&gt; example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wildcardList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ArrayList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&lt;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&gt;();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Adding elements to List&lt;?&gt; is not allowed (except null)</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wildcardList.add</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("String"); // Compile-time error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wildcardList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add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null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This is allowed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cxnSp>
        <p:nvCxnSpPr>
          <p:cNvPr id="4" name="Straight Arrow Connector 3">
            <a:extLst>
              <a:ext uri="{FF2B5EF4-FFF2-40B4-BE49-F238E27FC236}">
                <a16:creationId xmlns:a16="http://schemas.microsoft.com/office/drawing/2014/main" id="{EBDF61E2-1715-67F4-77C6-16B9BDD0A23C}"/>
              </a:ext>
            </a:extLst>
          </p:cNvPr>
          <p:cNvCxnSpPr>
            <a:cxnSpLocks/>
            <a:endCxn id="12" idx="3"/>
          </p:cNvCxnSpPr>
          <p:nvPr/>
        </p:nvCxnSpPr>
        <p:spPr>
          <a:xfrm flipH="1" flipV="1">
            <a:off x="4479516" y="3505346"/>
            <a:ext cx="830421" cy="2802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34363C7C-E802-15A5-62E5-F709CD2EDFCB}"/>
              </a:ext>
            </a:extLst>
          </p:cNvPr>
          <p:cNvSpPr/>
          <p:nvPr/>
        </p:nvSpPr>
        <p:spPr>
          <a:xfrm>
            <a:off x="355693" y="1149730"/>
            <a:ext cx="4123823" cy="1087780"/>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List&lt;Object&gt; can hold any type of object and adding elements is allowed in it.</a:t>
            </a:r>
          </a:p>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Use List&lt;Object&gt; for manipulating list.</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F732A71-70D4-8FD6-2712-1B054F88E92D}"/>
              </a:ext>
            </a:extLst>
          </p:cNvPr>
          <p:cNvSpPr/>
          <p:nvPr/>
        </p:nvSpPr>
        <p:spPr>
          <a:xfrm>
            <a:off x="355693" y="2743490"/>
            <a:ext cx="4123823" cy="1523711"/>
          </a:xfrm>
          <a:prstGeom prst="rect">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List&lt;?&gt; is a wildcard that represents an unknown type and adding elements is not allowed in it.</a:t>
            </a:r>
          </a:p>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Use List&lt;?&gt; to perform read-only operations type safely.</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5" name="Straight Arrow Connector 14">
            <a:extLst>
              <a:ext uri="{FF2B5EF4-FFF2-40B4-BE49-F238E27FC236}">
                <a16:creationId xmlns:a16="http://schemas.microsoft.com/office/drawing/2014/main" id="{A9826F59-EE80-97F1-D164-0AEAA391AC64}"/>
              </a:ext>
            </a:extLst>
          </p:cNvPr>
          <p:cNvCxnSpPr>
            <a:cxnSpLocks/>
            <a:endCxn id="5" idx="3"/>
          </p:cNvCxnSpPr>
          <p:nvPr/>
        </p:nvCxnSpPr>
        <p:spPr>
          <a:xfrm flipH="1" flipV="1">
            <a:off x="4479516" y="1693620"/>
            <a:ext cx="830421" cy="343727"/>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FF080C8E-0159-F40D-1ADA-BB4FD32728B6}"/>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58413687"/>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01207" y="1545527"/>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DB7F42C-517C-7EC9-664A-B8A4FEE4775F}"/>
              </a:ext>
            </a:extLst>
          </p:cNvPr>
          <p:cNvSpPr txBox="1"/>
          <p:nvPr/>
        </p:nvSpPr>
        <p:spPr>
          <a:xfrm>
            <a:off x="238278" y="1902010"/>
            <a:ext cx="8910916" cy="3970318"/>
          </a:xfrm>
          <a:prstGeom prst="rect">
            <a:avLst/>
          </a:prstGeom>
          <a:noFill/>
        </p:spPr>
        <p:txBody>
          <a:bodyPr wrap="square">
            <a:spAutoFit/>
          </a:bodyPr>
          <a:lstStyle/>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3" action="ppaction://hlinksldjump">
                  <a:extLst>
                    <a:ext uri="{A12FA001-AC4F-418D-AE19-62706E023703}">
                      <ahyp:hlinkClr xmlns:ahyp="http://schemas.microsoft.com/office/drawing/2018/hyperlinkcolor" val="tx"/>
                    </a:ext>
                  </a:extLst>
                </a:hlinkClick>
              </a:rPr>
              <a:t>Q. How can an inner class access the members of its outer class?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4" action="ppaction://hlinksldjump">
                  <a:extLst>
                    <a:ext uri="{A12FA001-AC4F-418D-AE19-62706E023703}">
                      <ahyp:hlinkClr xmlns:ahyp="http://schemas.microsoft.com/office/drawing/2018/hyperlinkcolor" val="tx"/>
                    </a:ext>
                  </a:extLst>
                </a:hlinkClick>
              </a:rPr>
              <a:t>Q. Can a final class have final methods?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5" action="ppaction://hlinksldjump">
                  <a:extLst>
                    <a:ext uri="{A12FA001-AC4F-418D-AE19-62706E023703}">
                      <ahyp:hlinkClr xmlns:ahyp="http://schemas.microsoft.com/office/drawing/2018/hyperlinkcolor" val="tx"/>
                    </a:ext>
                  </a:extLst>
                </a:hlinkClick>
              </a:rPr>
              <a:t>Q. Can a static nested class access instance variables of the outer class?</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Q. Can </a:t>
            </a:r>
            <a:r>
              <a:rPr kumimoji="0" lang="en-US" sz="1800" b="0" i="0" u="none" strike="noStrike" kern="1200" cap="none" spc="0" normalizeH="0" baseline="0" noProof="0" dirty="0" err="1">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enums</a:t>
            </a:r>
            <a:r>
              <a:rPr kumimoji="0" lang="en-US" sz="1800" b="0" i="0" u="none" strike="noStrike" kern="1200" cap="none" spc="0" normalizeH="0" baseline="0" noProof="0" dirty="0">
                <a:ln>
                  <a:noFill/>
                </a:ln>
                <a:effectLst/>
                <a:uLnTx/>
                <a:uFillTx/>
                <a:latin typeface="Calibri" panose="020F0502020204030204"/>
                <a:ea typeface="+mn-ea"/>
                <a:cs typeface="+mn-cs"/>
                <a:hlinkClick r:id="rId6" action="ppaction://hlinksldjump">
                  <a:extLst>
                    <a:ext uri="{A12FA001-AC4F-418D-AE19-62706E023703}">
                      <ahyp:hlinkClr xmlns:ahyp="http://schemas.microsoft.com/office/drawing/2018/hyperlinkcolor" val="tx"/>
                    </a:ext>
                  </a:extLst>
                </a:hlinkClick>
              </a:rPr>
              <a:t> have methods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Q. How can you iterate over all values of an </a:t>
            </a:r>
            <a:r>
              <a:rPr kumimoji="0" lang="en-US" sz="1800" b="0" i="0" u="none" strike="noStrike" kern="1200" cap="none" spc="0" normalizeH="0" baseline="0" noProof="0" dirty="0" err="1">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enum</a:t>
            </a:r>
            <a:r>
              <a:rPr kumimoji="0" lang="en-US" sz="1800" b="0" i="0" u="none" strike="noStrike" kern="1200" cap="none" spc="0" normalizeH="0" baseline="0" noProof="0" dirty="0">
                <a:ln>
                  <a:noFill/>
                </a:ln>
                <a:effectLst/>
                <a:uLnTx/>
                <a:uFillTx/>
                <a:latin typeface="Calibri" panose="020F0502020204030204"/>
                <a:ea typeface="+mn-ea"/>
                <a:cs typeface="+mn-cs"/>
                <a:hlinkClick r:id="rId7" action="ppaction://hlinksldjump">
                  <a:extLst>
                    <a:ext uri="{A12FA001-AC4F-418D-AE19-62706E023703}">
                      <ahyp:hlinkClr xmlns:ahyp="http://schemas.microsoft.com/office/drawing/2018/hyperlinkcolor" val="tx"/>
                    </a:ext>
                  </a:extLst>
                </a:hlinkClick>
              </a:rPr>
              <a:t>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Q. When to use </a:t>
            </a:r>
            <a:r>
              <a:rPr kumimoji="0" lang="en-US" sz="1800" b="0" i="0" u="none" strike="noStrike" kern="1200" cap="none" spc="0" normalizeH="0" baseline="0" noProof="0" dirty="0" err="1">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enums</a:t>
            </a:r>
            <a:r>
              <a:rPr kumimoji="0" lang="en-US" sz="1800" b="0" i="0" u="none" strike="noStrike" kern="1200" cap="none" spc="0" normalizeH="0" baseline="0" noProof="0" dirty="0">
                <a:ln>
                  <a:noFill/>
                </a:ln>
                <a:effectLst/>
                <a:uLnTx/>
                <a:uFillTx/>
                <a:latin typeface="Calibri" panose="020F0502020204030204"/>
                <a:ea typeface="+mn-ea"/>
                <a:cs typeface="+mn-cs"/>
                <a:hlinkClick r:id="rId8" action="ppaction://hlinksldjump">
                  <a:extLst>
                    <a:ext uri="{A12FA001-AC4F-418D-AE19-62706E023703}">
                      <ahyp:hlinkClr xmlns:ahyp="http://schemas.microsoft.com/office/drawing/2018/hyperlinkcolor" val="tx"/>
                    </a:ext>
                  </a:extLst>
                </a:hlinkClick>
              </a:rPr>
              <a:t>?</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9" action="ppaction://hlinksldjump">
                  <a:extLst>
                    <a:ext uri="{A12FA001-AC4F-418D-AE19-62706E023703}">
                      <ahyp:hlinkClr xmlns:ahyp="http://schemas.microsoft.com/office/drawing/2018/hyperlinkcolor" val="tx"/>
                    </a:ext>
                  </a:extLst>
                </a:hlinkClick>
              </a:rPr>
              <a:t>Q. What is the difference between a static and a non-static method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0" action="ppaction://hlinksldjump">
                  <a:extLst>
                    <a:ext uri="{A12FA001-AC4F-418D-AE19-62706E023703}">
                      <ahyp:hlinkClr xmlns:ahyp="http://schemas.microsoft.com/office/drawing/2018/hyperlinkcolor" val="tx"/>
                    </a:ext>
                  </a:extLst>
                </a:hlinkClick>
              </a:rPr>
              <a:t>Q. How do static variables differ from instance variables in terms of memory allocation?</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1" action="ppaction://hlinksldjump">
                  <a:extLst>
                    <a:ext uri="{A12FA001-AC4F-418D-AE19-62706E023703}">
                      <ahyp:hlinkClr xmlns:ahyp="http://schemas.microsoft.com/office/drawing/2018/hyperlinkcolor" val="tx"/>
                    </a:ext>
                  </a:extLst>
                </a:hlinkClick>
              </a:rPr>
              <a:t>Q. Can a static method be overridden in Java?</a:t>
            </a:r>
          </a:p>
          <a:p>
            <a:pPr marL="0" marR="0" lvl="0" indent="0" algn="l" defTabSz="914400" rtl="0" eaLnBrk="1" fontAlgn="auto" latinLnBrk="0" hangingPunct="1">
              <a:lnSpc>
                <a:spcPct val="90000"/>
              </a:lnSpc>
              <a:spcBef>
                <a:spcPts val="1200"/>
              </a:spcBef>
              <a:spcAft>
                <a:spcPts val="0"/>
              </a:spcAft>
              <a:buClrTx/>
              <a:buSzTx/>
              <a:buFontTx/>
              <a:buNone/>
              <a:tabLst/>
              <a:defRPr/>
            </a:pPr>
            <a:r>
              <a:rPr kumimoji="0" lang="en-US" sz="1800" b="0" i="0" u="none" strike="noStrike" kern="1200" cap="none" spc="0" normalizeH="0" baseline="0" noProof="0" dirty="0">
                <a:ln>
                  <a:noFill/>
                </a:ln>
                <a:effectLst/>
                <a:uLnTx/>
                <a:uFillTx/>
                <a:latin typeface="Calibri" panose="020F0502020204030204"/>
                <a:ea typeface="+mn-ea"/>
                <a:cs typeface="+mn-cs"/>
                <a:hlinkClick r:id="rId12" action="ppaction://hlinksldjump">
                  <a:extLst>
                    <a:ext uri="{A12FA001-AC4F-418D-AE19-62706E023703}">
                      <ahyp:hlinkClr xmlns:ahyp="http://schemas.microsoft.com/office/drawing/2018/hyperlinkcolor" val="tx"/>
                    </a:ext>
                  </a:extLst>
                </a:hlinkClick>
              </a:rPr>
              <a:t>Q. How can static methods and variables be accessed within the same class?</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181923"/>
            <a:ext cx="10515600" cy="1325563"/>
          </a:xfrm>
        </p:spPr>
        <p:txBody>
          <a:bodyPr>
            <a:normAutofit/>
          </a:bodyPr>
          <a:lstStyle/>
          <a:p>
            <a:r>
              <a:rPr lang="en-US" b="1" dirty="0">
                <a:solidFill>
                  <a:srgbClr val="FFFF00"/>
                </a:solidFill>
              </a:rPr>
              <a:t>Mock Interview</a:t>
            </a:r>
            <a:br>
              <a:rPr lang="en-US" b="1" dirty="0">
                <a:solidFill>
                  <a:srgbClr val="FFFF00"/>
                </a:solidFill>
              </a:rPr>
            </a:br>
            <a:r>
              <a:rPr lang="en-US" sz="3100" b="1" dirty="0"/>
              <a:t>Types of Classes </a:t>
            </a:r>
            <a:endParaRPr lang="en-IN" sz="3100" b="1" dirty="0"/>
          </a:p>
        </p:txBody>
      </p:sp>
      <p:pic>
        <p:nvPicPr>
          <p:cNvPr id="2" name="Picture 1" descr="Download Programming Iphone Java Logo On Black Wallpaper | Wallpapers.com">
            <a:extLst>
              <a:ext uri="{FF2B5EF4-FFF2-40B4-BE49-F238E27FC236}">
                <a16:creationId xmlns:a16="http://schemas.microsoft.com/office/drawing/2014/main" id="{6C41FE0B-576E-9206-B6FE-2E80224D9C03}"/>
              </a:ext>
            </a:extLst>
          </p:cNvPr>
          <p:cNvPicPr>
            <a:picLocks noChangeAspect="1" noChangeArrowheads="1"/>
          </p:cNvPicPr>
          <p:nvPr/>
        </p:nvPicPr>
        <p:blipFill rotWithShape="1">
          <a:blip r:embed="rId13">
            <a:extLst>
              <a:ext uri="{28A0092B-C50C-407E-A947-70E740481C1C}">
                <a14:useLocalDpi xmlns:a14="http://schemas.microsoft.com/office/drawing/2010/main" val="0"/>
              </a:ext>
            </a:extLst>
          </a:blip>
          <a:srcRect t="19829" b="21709"/>
          <a:stretch/>
        </p:blipFill>
        <p:spPr bwMode="auto">
          <a:xfrm>
            <a:off x="11094085" y="0"/>
            <a:ext cx="1097915" cy="1141080"/>
          </a:xfrm>
          <a:prstGeom prst="rect">
            <a:avLst/>
          </a:prstGeom>
          <a:noFill/>
          <a:extLst>
            <a:ext uri="{909E8E84-426E-40DD-AFC4-6F175D3DCCD1}">
              <a14:hiddenFill xmlns:a14="http://schemas.microsoft.com/office/drawing/2010/main">
                <a:solidFill>
                  <a:srgbClr val="FFFFFF"/>
                </a:solidFill>
              </a14:hiddenFill>
            </a:ext>
          </a:extLst>
        </p:spPr>
      </p:pic>
      <p:pic>
        <p:nvPicPr>
          <p:cNvPr id="3" name="Graphic 2" descr="Lightbulb with solid fill">
            <a:extLst>
              <a:ext uri="{FF2B5EF4-FFF2-40B4-BE49-F238E27FC236}">
                <a16:creationId xmlns:a16="http://schemas.microsoft.com/office/drawing/2014/main" id="{D591DD02-052F-79A8-9700-3CA28C765D45}"/>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3775249" y="282107"/>
            <a:ext cx="623134" cy="623134"/>
          </a:xfrm>
          <a:prstGeom prst="rect">
            <a:avLst/>
          </a:prstGeom>
        </p:spPr>
      </p:pic>
      <p:sp>
        <p:nvSpPr>
          <p:cNvPr id="5" name="TextBox 4">
            <a:extLst>
              <a:ext uri="{FF2B5EF4-FFF2-40B4-BE49-F238E27FC236}">
                <a16:creationId xmlns:a16="http://schemas.microsoft.com/office/drawing/2014/main" id="{61CE5872-80E6-8B5D-87F4-10C316E3ABA6}"/>
              </a:ext>
            </a:extLst>
          </p:cNvPr>
          <p:cNvSpPr txBox="1"/>
          <p:nvPr/>
        </p:nvSpPr>
        <p:spPr>
          <a:xfrm>
            <a:off x="10342731" y="6373174"/>
            <a:ext cx="1972639" cy="307777"/>
          </a:xfrm>
          <a:prstGeom prst="rect">
            <a:avLst/>
          </a:prstGeom>
          <a:noFill/>
        </p:spPr>
        <p:txBody>
          <a:bodyPr wrap="square">
            <a:spAutoFit/>
          </a:bodyPr>
          <a:lstStyle/>
          <a:p>
            <a:r>
              <a:rPr lang="en-US" sz="1400" dirty="0">
                <a:hlinkClick r:id="rId16" action="ppaction://hlinksldjump"/>
              </a:rPr>
              <a:t>Back to main index</a:t>
            </a:r>
            <a:endParaRPr lang="en-IN" sz="1400" dirty="0"/>
          </a:p>
        </p:txBody>
      </p:sp>
    </p:spTree>
    <p:extLst>
      <p:ext uri="{BB962C8B-B14F-4D97-AF65-F5344CB8AC3E}">
        <p14:creationId xmlns:p14="http://schemas.microsoft.com/office/powerpoint/2010/main" val="1876444696"/>
      </p:ext>
    </p:extLst>
  </p:cSld>
  <p:clrMapOvr>
    <a:overrideClrMapping bg1="dk1" tx1="lt1" bg2="dk2" tx2="lt2" accent1="accent1" accent2="accent2" accent3="accent3" accent4="accent4" accent5="accent5" accent6="accent6" hlink="hlink" folHlink="folHlink"/>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can an inner class access the members of its outer class?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363227" y="135108"/>
            <a:ext cx="623134" cy="623134"/>
          </a:xfrm>
          <a:prstGeom prst="rect">
            <a:avLst/>
          </a:prstGeom>
        </p:spPr>
      </p:pic>
      <p:sp>
        <p:nvSpPr>
          <p:cNvPr id="8" name="TextBox 7">
            <a:extLst>
              <a:ext uri="{FF2B5EF4-FFF2-40B4-BE49-F238E27FC236}">
                <a16:creationId xmlns:a16="http://schemas.microsoft.com/office/drawing/2014/main" id="{ED0B8EF7-0A3A-4230-B91A-8379EF0548FD}"/>
              </a:ext>
            </a:extLst>
          </p:cNvPr>
          <p:cNvSpPr txBox="1"/>
          <p:nvPr/>
        </p:nvSpPr>
        <p:spPr>
          <a:xfrm>
            <a:off x="339162" y="1090283"/>
            <a:ext cx="5254115"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An inner class can access all members (including private) of its outer class directly.</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C641710C-A829-5660-32A1-5D80E8F881CC}"/>
              </a:ext>
            </a:extLst>
          </p:cNvPr>
          <p:cNvSpPr/>
          <p:nvPr/>
        </p:nvSpPr>
        <p:spPr>
          <a:xfrm>
            <a:off x="6771503" y="1090283"/>
            <a:ext cx="4429716" cy="332274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Outer Class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OuterInnerClassEx</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outerField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Member inner class</a:t>
            </a: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InnerClass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displayOuterField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outer class field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outerField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TextBox 3">
            <a:extLst>
              <a:ext uri="{FF2B5EF4-FFF2-40B4-BE49-F238E27FC236}">
                <a16:creationId xmlns:a16="http://schemas.microsoft.com/office/drawing/2014/main" id="{B245CF7E-8C8E-396B-B9F2-0AF6225A38E9}"/>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74568509"/>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a final class have final methods?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382524" y="135108"/>
            <a:ext cx="623134" cy="623134"/>
          </a:xfrm>
          <a:prstGeom prst="rect">
            <a:avLst/>
          </a:prstGeom>
        </p:spPr>
      </p:pic>
      <p:sp>
        <p:nvSpPr>
          <p:cNvPr id="8" name="TextBox 7">
            <a:extLst>
              <a:ext uri="{FF2B5EF4-FFF2-40B4-BE49-F238E27FC236}">
                <a16:creationId xmlns:a16="http://schemas.microsoft.com/office/drawing/2014/main" id="{ED0B8EF7-0A3A-4230-B91A-8379EF0548FD}"/>
              </a:ext>
            </a:extLst>
          </p:cNvPr>
          <p:cNvSpPr txBox="1"/>
          <p:nvPr/>
        </p:nvSpPr>
        <p:spPr>
          <a:xfrm>
            <a:off x="339163" y="1090283"/>
            <a:ext cx="5043362" cy="1631216"/>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Yes, a final class can have final methods. </a:t>
            </a:r>
          </a:p>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However, declaring methods as final within a final class is unnecessary because a final class cannot be subclassed, so its methods cannot be overridden.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C641710C-A829-5660-32A1-5D80E8F881CC}"/>
              </a:ext>
            </a:extLst>
          </p:cNvPr>
          <p:cNvSpPr/>
          <p:nvPr/>
        </p:nvSpPr>
        <p:spPr>
          <a:xfrm>
            <a:off x="5807034" y="1090283"/>
            <a:ext cx="5394185" cy="265044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FinalClass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finalMethod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"Final 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regularMethod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"Regular 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4" name="TextBox 3">
            <a:extLst>
              <a:ext uri="{FF2B5EF4-FFF2-40B4-BE49-F238E27FC236}">
                <a16:creationId xmlns:a16="http://schemas.microsoft.com/office/drawing/2014/main" id="{AA8378DC-98A2-C555-E0F8-BEC4BB47ACCC}"/>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42062050"/>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a static nested class access instance variables of the outer class?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016369" y="135108"/>
            <a:ext cx="623134" cy="623134"/>
          </a:xfrm>
          <a:prstGeom prst="rect">
            <a:avLst/>
          </a:prstGeom>
        </p:spPr>
      </p:pic>
      <p:sp>
        <p:nvSpPr>
          <p:cNvPr id="8" name="TextBox 7">
            <a:extLst>
              <a:ext uri="{FF2B5EF4-FFF2-40B4-BE49-F238E27FC236}">
                <a16:creationId xmlns:a16="http://schemas.microsoft.com/office/drawing/2014/main" id="{ED0B8EF7-0A3A-4230-B91A-8379EF0548FD}"/>
              </a:ext>
            </a:extLst>
          </p:cNvPr>
          <p:cNvSpPr txBox="1"/>
          <p:nvPr/>
        </p:nvSpPr>
        <p:spPr>
          <a:xfrm>
            <a:off x="339163" y="1090283"/>
            <a:ext cx="4410967"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 a static nested class cannot directly access instance variables or methods of the outer class, it can only access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static members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7FB5E335-94AA-C878-E39D-5855AC32C2CD}"/>
              </a:ext>
            </a:extLst>
          </p:cNvPr>
          <p:cNvSpPr/>
          <p:nvPr/>
        </p:nvSpPr>
        <p:spPr>
          <a:xfrm>
            <a:off x="5950802" y="1090283"/>
            <a:ext cx="5902035" cy="537715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OuterClass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instanceVar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private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staticVar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StaticNestedClass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display</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Can access static variable directly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staticVar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Cannot access instance variable directly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This will cause a compile-time error</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System.out.println</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instanceVar</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To access instance variable,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 create an instance of the outer 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OuterClass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outer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OuterClass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outer</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instanceVar</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p:txBody>
      </p:sp>
      <p:sp>
        <p:nvSpPr>
          <p:cNvPr id="5" name="TextBox 4">
            <a:extLst>
              <a:ext uri="{FF2B5EF4-FFF2-40B4-BE49-F238E27FC236}">
                <a16:creationId xmlns:a16="http://schemas.microsoft.com/office/drawing/2014/main" id="{1B8779A6-AB85-39B2-A6FE-6369D3F8F0E6}"/>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181060705"/>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a:t>
            </a:r>
            <a:r>
              <a:rPr kumimoji="0" lang="en-US" sz="2400" b="1" i="0" u="none" strike="noStrike" kern="1200" cap="none" spc="0" normalizeH="0" baseline="0" noProof="0" dirty="0" err="1">
                <a:ln>
                  <a:noFill/>
                </a:ln>
                <a:solidFill>
                  <a:schemeClr val="bg1"/>
                </a:solidFill>
                <a:effectLst/>
                <a:uLnTx/>
                <a:uFillTx/>
                <a:ea typeface="+mn-ea"/>
                <a:cs typeface="+mn-cs"/>
              </a:rPr>
              <a:t>enums</a:t>
            </a:r>
            <a:r>
              <a:rPr kumimoji="0" lang="en-US" sz="2400" b="1" i="0" u="none" strike="noStrike" kern="1200" cap="none" spc="0" normalizeH="0" baseline="0" noProof="0" dirty="0">
                <a:ln>
                  <a:noFill/>
                </a:ln>
                <a:solidFill>
                  <a:schemeClr val="bg1"/>
                </a:solidFill>
                <a:effectLst/>
                <a:uLnTx/>
                <a:uFillTx/>
                <a:ea typeface="+mn-ea"/>
                <a:cs typeface="+mn-cs"/>
              </a:rPr>
              <a:t> have methods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156893" y="135108"/>
            <a:ext cx="623134" cy="623134"/>
          </a:xfrm>
          <a:prstGeom prst="rect">
            <a:avLst/>
          </a:prstGeom>
        </p:spPr>
      </p:pic>
      <p:sp>
        <p:nvSpPr>
          <p:cNvPr id="8" name="TextBox 7">
            <a:extLst>
              <a:ext uri="{FF2B5EF4-FFF2-40B4-BE49-F238E27FC236}">
                <a16:creationId xmlns:a16="http://schemas.microsoft.com/office/drawing/2014/main" id="{ED0B8EF7-0A3A-4230-B91A-8379EF0548FD}"/>
              </a:ext>
            </a:extLst>
          </p:cNvPr>
          <p:cNvSpPr txBox="1"/>
          <p:nvPr/>
        </p:nvSpPr>
        <p:spPr>
          <a:xfrm>
            <a:off x="339163" y="1090283"/>
            <a:ext cx="5043362"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Yes,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enums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can have methods.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7FB5E335-94AA-C878-E39D-5855AC32C2CD}"/>
              </a:ext>
            </a:extLst>
          </p:cNvPr>
          <p:cNvSpPr/>
          <p:nvPr/>
        </p:nvSpPr>
        <p:spPr>
          <a:xfrm>
            <a:off x="6961937" y="1156503"/>
            <a:ext cx="4236493" cy="2037959"/>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enum</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Color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RED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GREEN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BLUE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getColorName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name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TextBox 4">
            <a:extLst>
              <a:ext uri="{FF2B5EF4-FFF2-40B4-BE49-F238E27FC236}">
                <a16:creationId xmlns:a16="http://schemas.microsoft.com/office/drawing/2014/main" id="{3B6082B1-E6F7-4DBD-78DB-615DF5699C1B}"/>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986682348"/>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can you iterate over all values of an </a:t>
            </a:r>
            <a:r>
              <a:rPr kumimoji="0" lang="en-US" sz="2400" b="1" i="0" u="none" strike="noStrike" kern="1200" cap="none" spc="0" normalizeH="0" baseline="0" noProof="0" dirty="0" err="1">
                <a:ln>
                  <a:noFill/>
                </a:ln>
                <a:solidFill>
                  <a:schemeClr val="bg1"/>
                </a:solidFill>
                <a:effectLst/>
                <a:uLnTx/>
                <a:uFillTx/>
                <a:ea typeface="+mn-ea"/>
                <a:cs typeface="+mn-cs"/>
              </a:rPr>
              <a:t>enum</a:t>
            </a:r>
            <a:r>
              <a:rPr kumimoji="0" lang="en-US" sz="2400" b="1" i="0" u="none" strike="noStrike" kern="1200" cap="none" spc="0" normalizeH="0" baseline="0" noProof="0" dirty="0">
                <a:ln>
                  <a:noFill/>
                </a:ln>
                <a:solidFill>
                  <a:schemeClr val="bg1"/>
                </a:solidFill>
                <a:effectLst/>
                <a:uLnTx/>
                <a:uFillTx/>
                <a:ea typeface="+mn-ea"/>
                <a:cs typeface="+mn-cs"/>
              </a:rPr>
              <a:t>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432005" y="135108"/>
            <a:ext cx="623134" cy="623134"/>
          </a:xfrm>
          <a:prstGeom prst="rect">
            <a:avLst/>
          </a:prstGeom>
        </p:spPr>
      </p:pic>
      <p:sp>
        <p:nvSpPr>
          <p:cNvPr id="8" name="TextBox 7">
            <a:extLst>
              <a:ext uri="{FF2B5EF4-FFF2-40B4-BE49-F238E27FC236}">
                <a16:creationId xmlns:a16="http://schemas.microsoft.com/office/drawing/2014/main" id="{ED0B8EF7-0A3A-4230-B91A-8379EF0548FD}"/>
              </a:ext>
            </a:extLst>
          </p:cNvPr>
          <p:cNvSpPr txBox="1"/>
          <p:nvPr/>
        </p:nvSpPr>
        <p:spPr>
          <a:xfrm>
            <a:off x="339163" y="1090283"/>
            <a:ext cx="3331137" cy="1477328"/>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You can iterate over all values of an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enum</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 Java using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values() method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which returns an array of all the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enum</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constants.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7FB5E335-94AA-C878-E39D-5855AC32C2CD}"/>
              </a:ext>
            </a:extLst>
          </p:cNvPr>
          <p:cNvSpPr/>
          <p:nvPr/>
        </p:nvSpPr>
        <p:spPr>
          <a:xfrm>
            <a:off x="4013200" y="1156502"/>
            <a:ext cx="7839637" cy="4748997"/>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enum</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MONDAY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TUESDAY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WEDNESDAY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THURSDAY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FRIDAY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SATURDAY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SUNDAY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EnumIterationExample</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Using a for-each loop to iterate over the </a:t>
            </a:r>
            <a:r>
              <a:rPr kumimoji="0" lang="en-US"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enum</a:t>
            </a: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values</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for</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Day</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values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US"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Output: MONDAY, TUESDAY, WEDNESDAY, THURSDAY, FRIDAY, SATURDAY, SUNDAY</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5" name="TextBox 4">
            <a:extLst>
              <a:ext uri="{FF2B5EF4-FFF2-40B4-BE49-F238E27FC236}">
                <a16:creationId xmlns:a16="http://schemas.microsoft.com/office/drawing/2014/main" id="{A675EF87-E126-64F4-71E7-BE8E9AAFCC4F}"/>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970830140"/>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When to use </a:t>
            </a:r>
            <a:r>
              <a:rPr kumimoji="0" lang="en-US" sz="2400" b="1" i="0" u="none" strike="noStrike" kern="1200" cap="none" spc="0" normalizeH="0" baseline="0" noProof="0" dirty="0" err="1">
                <a:ln>
                  <a:noFill/>
                </a:ln>
                <a:solidFill>
                  <a:schemeClr val="bg1"/>
                </a:solidFill>
                <a:effectLst/>
                <a:uLnTx/>
                <a:uFillTx/>
                <a:ea typeface="+mn-ea"/>
                <a:cs typeface="+mn-cs"/>
              </a:rPr>
              <a:t>enums</a:t>
            </a:r>
            <a:r>
              <a:rPr kumimoji="0" lang="en-US" sz="2400" b="1" i="0" u="none" strike="noStrike" kern="1200" cap="none" spc="0" normalizeH="0" baseline="0" noProof="0" dirty="0">
                <a:ln>
                  <a:noFill/>
                </a:ln>
                <a:solidFill>
                  <a:schemeClr val="bg1"/>
                </a:solidFill>
                <a:effectLst/>
                <a:uLnTx/>
                <a:uFillTx/>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406105" y="135108"/>
            <a:ext cx="623134" cy="623134"/>
          </a:xfrm>
          <a:prstGeom prst="rect">
            <a:avLst/>
          </a:prstGeom>
        </p:spPr>
      </p:pic>
      <p:sp>
        <p:nvSpPr>
          <p:cNvPr id="8" name="TextBox 7">
            <a:extLst>
              <a:ext uri="{FF2B5EF4-FFF2-40B4-BE49-F238E27FC236}">
                <a16:creationId xmlns:a16="http://schemas.microsoft.com/office/drawing/2014/main" id="{ED0B8EF7-0A3A-4230-B91A-8379EF0548FD}"/>
              </a:ext>
            </a:extLst>
          </p:cNvPr>
          <p:cNvSpPr txBox="1"/>
          <p:nvPr/>
        </p:nvSpPr>
        <p:spPr>
          <a:xfrm>
            <a:off x="339163" y="1090283"/>
            <a:ext cx="5043362"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Instead of constants, use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enums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7FB5E335-94AA-C878-E39D-5855AC32C2CD}"/>
              </a:ext>
            </a:extLst>
          </p:cNvPr>
          <p:cNvSpPr/>
          <p:nvPr/>
        </p:nvSpPr>
        <p:spPr>
          <a:xfrm>
            <a:off x="6096000" y="1156503"/>
            <a:ext cx="5651500" cy="260269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Instead of constants</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MONDAY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final</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TUESDAY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2</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Use Enums</a:t>
            </a: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569CD6"/>
                </a:solidFill>
                <a:effectLst/>
                <a:highlight>
                  <a:srgbClr val="000000"/>
                </a:highlight>
                <a:uLnTx/>
                <a:uFillTx/>
                <a:latin typeface="Consolas" panose="020B0609020204030204" pitchFamily="49" charset="0"/>
                <a:ea typeface="+mn-ea"/>
                <a:cs typeface="+mn-cs"/>
              </a:rPr>
              <a:t>enum</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MONDAY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TUESDAY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WEDNESDAY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THURSDAY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FRIDAY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SATURDAY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SUNDAY</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TextBox 4">
            <a:extLst>
              <a:ext uri="{FF2B5EF4-FFF2-40B4-BE49-F238E27FC236}">
                <a16:creationId xmlns:a16="http://schemas.microsoft.com/office/drawing/2014/main" id="{3F164EA7-0193-C3C0-0EE6-2B844460A183}"/>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082993727"/>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What is the difference between a </a:t>
            </a:r>
            <a:r>
              <a:rPr kumimoji="0" lang="en-US" sz="2400" b="1" i="0" u="none" strike="noStrike" kern="1200" cap="none" spc="0" normalizeH="0" baseline="0" noProof="0" dirty="0">
                <a:ln>
                  <a:noFill/>
                </a:ln>
                <a:solidFill>
                  <a:srgbClr val="FFFF00"/>
                </a:solidFill>
                <a:effectLst/>
                <a:uLnTx/>
                <a:uFillTx/>
                <a:ea typeface="+mn-ea"/>
                <a:cs typeface="+mn-cs"/>
              </a:rPr>
              <a:t>static</a:t>
            </a:r>
            <a:r>
              <a:rPr kumimoji="0" lang="en-US" sz="2400" b="1" i="0" u="none" strike="noStrike" kern="1200" cap="none" spc="0" normalizeH="0" baseline="0" noProof="0" dirty="0">
                <a:ln>
                  <a:noFill/>
                </a:ln>
                <a:solidFill>
                  <a:schemeClr val="bg1"/>
                </a:solidFill>
                <a:effectLst/>
                <a:uLnTx/>
                <a:uFillTx/>
                <a:ea typeface="+mn-ea"/>
                <a:cs typeface="+mn-cs"/>
              </a:rPr>
              <a:t> and a </a:t>
            </a:r>
            <a:r>
              <a:rPr kumimoji="0" lang="en-US" sz="2400" b="1" i="0" u="none" strike="noStrike" kern="1200" cap="none" spc="0" normalizeH="0" baseline="0" noProof="0" dirty="0">
                <a:ln>
                  <a:noFill/>
                </a:ln>
                <a:solidFill>
                  <a:srgbClr val="FFFF00"/>
                </a:solidFill>
                <a:effectLst/>
                <a:uLnTx/>
                <a:uFillTx/>
                <a:ea typeface="+mn-ea"/>
                <a:cs typeface="+mn-cs"/>
              </a:rPr>
              <a:t>non-static method</a:t>
            </a:r>
            <a:r>
              <a:rPr kumimoji="0" lang="en-US" sz="2400" b="1" i="0" u="none" strike="noStrike" kern="1200" cap="none" spc="0" normalizeH="0" baseline="0" noProof="0" dirty="0">
                <a:ln>
                  <a:noFill/>
                </a:ln>
                <a:solidFill>
                  <a:schemeClr val="bg1"/>
                </a:solidFill>
                <a:effectLst/>
                <a:uLnTx/>
                <a:uFillTx/>
                <a:ea typeface="+mn-ea"/>
                <a:cs typeface="+mn-cs"/>
              </a:rPr>
              <a:t>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425905" y="135108"/>
            <a:ext cx="623134" cy="623134"/>
          </a:xfrm>
          <a:prstGeom prst="rect">
            <a:avLst/>
          </a:prstGeom>
        </p:spPr>
      </p:pic>
      <p:sp>
        <p:nvSpPr>
          <p:cNvPr id="8" name="TextBox 7">
            <a:extLst>
              <a:ext uri="{FF2B5EF4-FFF2-40B4-BE49-F238E27FC236}">
                <a16:creationId xmlns:a16="http://schemas.microsoft.com/office/drawing/2014/main" id="{ED0B8EF7-0A3A-4230-B91A-8379EF0548FD}"/>
              </a:ext>
            </a:extLst>
          </p:cNvPr>
          <p:cNvSpPr txBox="1"/>
          <p:nvPr/>
        </p:nvSpPr>
        <p:spPr>
          <a:xfrm>
            <a:off x="339163" y="1090283"/>
            <a:ext cx="5043362"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Static methods are invoked directly by the class name rather than by the instances of the class.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7FB5E335-94AA-C878-E39D-5855AC32C2CD}"/>
              </a:ext>
            </a:extLst>
          </p:cNvPr>
          <p:cNvSpPr/>
          <p:nvPr/>
        </p:nvSpPr>
        <p:spPr>
          <a:xfrm>
            <a:off x="6197600" y="1156502"/>
            <a:ext cx="5435600" cy="242489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MathUtils</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add</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  public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substract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a</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6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b</a:t>
            </a: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endParaRPr kumimoji="0" lang="en-US"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p:txBody>
      </p:sp>
      <p:sp>
        <p:nvSpPr>
          <p:cNvPr id="5" name="TextBox 4">
            <a:extLst>
              <a:ext uri="{FF2B5EF4-FFF2-40B4-BE49-F238E27FC236}">
                <a16:creationId xmlns:a16="http://schemas.microsoft.com/office/drawing/2014/main" id="{1037D50F-EDEB-ADD7-58BB-EA6B1B373314}"/>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798577762"/>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How do static variables differ from instance variables in terms of memory allocation?</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835605" y="135108"/>
            <a:ext cx="623134" cy="623134"/>
          </a:xfrm>
          <a:prstGeom prst="rect">
            <a:avLst/>
          </a:prstGeom>
        </p:spPr>
      </p:pic>
      <p:sp>
        <p:nvSpPr>
          <p:cNvPr id="8" name="TextBox 7">
            <a:extLst>
              <a:ext uri="{FF2B5EF4-FFF2-40B4-BE49-F238E27FC236}">
                <a16:creationId xmlns:a16="http://schemas.microsoft.com/office/drawing/2014/main" id="{ED0B8EF7-0A3A-4230-B91A-8379EF0548FD}"/>
              </a:ext>
            </a:extLst>
          </p:cNvPr>
          <p:cNvSpPr txBox="1"/>
          <p:nvPr/>
        </p:nvSpPr>
        <p:spPr>
          <a:xfrm>
            <a:off x="339163" y="1090283"/>
            <a:ext cx="5043362"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Static variables once initialized then exist for the entire duration of the program, from class loading until the program terminates.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4A65AFFE-3D81-3A2F-BD8C-32A63A1161B7}"/>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210499641"/>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 Can a static method be overridden in Java?</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895305" y="135108"/>
            <a:ext cx="623134" cy="623134"/>
          </a:xfrm>
          <a:prstGeom prst="rect">
            <a:avLst/>
          </a:prstGeom>
        </p:spPr>
      </p:pic>
      <p:sp>
        <p:nvSpPr>
          <p:cNvPr id="5" name="TextBox 4">
            <a:extLst>
              <a:ext uri="{FF2B5EF4-FFF2-40B4-BE49-F238E27FC236}">
                <a16:creationId xmlns:a16="http://schemas.microsoft.com/office/drawing/2014/main" id="{ED0B8EF7-0A3A-4230-B91A-8379EF0548FD}"/>
              </a:ext>
            </a:extLst>
          </p:cNvPr>
          <p:cNvSpPr txBox="1"/>
          <p:nvPr/>
        </p:nvSpPr>
        <p:spPr>
          <a:xfrm>
            <a:off x="339162" y="1090283"/>
            <a:ext cx="5236137" cy="369332"/>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 a static method cannot be overridden in Java. </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140D61E2-6911-D9A4-BB0A-FEAC5A252997}"/>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432447668"/>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694923" cy="315912"/>
          </a:xfrm>
        </p:spPr>
        <p:txBody>
          <a:bodyPr>
            <a:noAutofit/>
          </a:bodyPr>
          <a:lstStyle/>
          <a:p>
            <a:r>
              <a:rPr kumimoji="0" lang="en-US" sz="2400" b="1" i="0" u="none" strike="noStrike" kern="1200" cap="none" spc="0" normalizeH="0" baseline="0" noProof="0" dirty="0">
                <a:ln>
                  <a:noFill/>
                </a:ln>
                <a:solidFill>
                  <a:schemeClr val="bg1"/>
                </a:solidFill>
                <a:effectLst/>
                <a:uLnTx/>
                <a:uFillTx/>
                <a:ea typeface="+mn-ea"/>
                <a:cs typeface="+mn-cs"/>
              </a:rPr>
              <a:t>Q</a:t>
            </a:r>
            <a:r>
              <a:rPr lang="en-US" sz="2400" b="1" dirty="0">
                <a:solidFill>
                  <a:schemeClr val="bg1"/>
                </a:solidFill>
                <a:ea typeface="+mn-ea"/>
                <a:cs typeface="+mn-cs"/>
              </a:rPr>
              <a:t>. How can static methods and variables be accessed within the same class?</a:t>
            </a:r>
            <a:endParaRPr kumimoji="0" lang="en-US" sz="2400" b="1" i="0" u="none" strike="noStrike" kern="1200" cap="none" spc="0" normalizeH="0" baseline="0" noProof="0" dirty="0">
              <a:ln>
                <a:noFill/>
              </a:ln>
              <a:solidFill>
                <a:schemeClr val="bg1"/>
              </a:solidFill>
              <a:effectLst/>
              <a:uLnTx/>
              <a:uFillTx/>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11" name="Graphic 10" descr="Lightbulb with solid fill">
            <a:extLst>
              <a:ext uri="{FF2B5EF4-FFF2-40B4-BE49-F238E27FC236}">
                <a16:creationId xmlns:a16="http://schemas.microsoft.com/office/drawing/2014/main" id="{58564E6F-1C3A-157D-A56F-8872A89B303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563658" y="135108"/>
            <a:ext cx="623134" cy="623134"/>
          </a:xfrm>
          <a:prstGeom prst="rect">
            <a:avLst/>
          </a:prstGeom>
        </p:spPr>
      </p:pic>
      <p:sp>
        <p:nvSpPr>
          <p:cNvPr id="5" name="TextBox 4">
            <a:extLst>
              <a:ext uri="{FF2B5EF4-FFF2-40B4-BE49-F238E27FC236}">
                <a16:creationId xmlns:a16="http://schemas.microsoft.com/office/drawing/2014/main" id="{ED0B8EF7-0A3A-4230-B91A-8379EF0548FD}"/>
              </a:ext>
            </a:extLst>
          </p:cNvPr>
          <p:cNvSpPr txBox="1"/>
          <p:nvPr/>
        </p:nvSpPr>
        <p:spPr>
          <a:xfrm>
            <a:off x="467017" y="1156502"/>
            <a:ext cx="5236137"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Static methods and variables can be accessed within the same class directly by their names.</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AD972EB4-A363-595F-E4BC-E1CFD9CAC1B9}"/>
              </a:ext>
            </a:extLst>
          </p:cNvPr>
          <p:cNvSpPr/>
          <p:nvPr/>
        </p:nvSpPr>
        <p:spPr>
          <a:xfrm>
            <a:off x="6184900" y="1156502"/>
            <a:ext cx="5655238" cy="4863298"/>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StaticExample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Static variable</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staticVariable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10</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Static method</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staticMethod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"Static method called."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static variable directly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6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6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staticVariable</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Accessing static method directly</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staticMethod</a:t>
            </a: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4" name="TextBox 3">
            <a:extLst>
              <a:ext uri="{FF2B5EF4-FFF2-40B4-BE49-F238E27FC236}">
                <a16:creationId xmlns:a16="http://schemas.microsoft.com/office/drawing/2014/main" id="{F1C4EFF5-E9BB-3CD1-0753-708CD4E1EC19}"/>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127953034"/>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93711" y="1845416"/>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356764"/>
            <a:ext cx="7682403" cy="1325563"/>
          </a:xfrm>
        </p:spPr>
        <p:txBody>
          <a:bodyPr>
            <a:noAutofit/>
          </a:bodyPr>
          <a:lstStyle/>
          <a:p>
            <a:r>
              <a:rPr lang="en-US" b="1" dirty="0">
                <a:solidFill>
                  <a:srgbClr val="FFFF00"/>
                </a:solidFill>
              </a:rPr>
              <a:t>Mock Interview - Spring Basics, IoC, DI, Components &amp; Beans</a:t>
            </a:r>
            <a:endParaRPr lang="en-IN" b="1" dirty="0"/>
          </a:p>
        </p:txBody>
      </p:sp>
      <p:pic>
        <p:nvPicPr>
          <p:cNvPr id="1026" name="Picture 2">
            <a:extLst>
              <a:ext uri="{FF2B5EF4-FFF2-40B4-BE49-F238E27FC236}">
                <a16:creationId xmlns:a16="http://schemas.microsoft.com/office/drawing/2014/main" id="{6F527F32-B37C-2931-0C0E-B8303C35AC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8596" y="2455142"/>
            <a:ext cx="4988630" cy="3110401"/>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a:extLst>
              <a:ext uri="{FF2B5EF4-FFF2-40B4-BE49-F238E27FC236}">
                <a16:creationId xmlns:a16="http://schemas.microsoft.com/office/drawing/2014/main" id="{07B00084-03B8-2754-BAB1-4A1E761B1EB3}"/>
              </a:ext>
            </a:extLst>
          </p:cNvPr>
          <p:cNvSpPr txBox="1"/>
          <p:nvPr/>
        </p:nvSpPr>
        <p:spPr>
          <a:xfrm>
            <a:off x="10342731" y="6373174"/>
            <a:ext cx="1972639" cy="307777"/>
          </a:xfrm>
          <a:prstGeom prst="rect">
            <a:avLst/>
          </a:prstGeom>
          <a:noFill/>
        </p:spPr>
        <p:txBody>
          <a:bodyPr wrap="square">
            <a:spAutoFit/>
          </a:bodyPr>
          <a:lstStyle/>
          <a:p>
            <a:r>
              <a:rPr lang="en-US" sz="1400" dirty="0">
                <a:hlinkClick r:id="rId4" action="ppaction://hlinksldjump"/>
              </a:rPr>
              <a:t>Back to main index</a:t>
            </a:r>
            <a:endParaRPr lang="en-IN" sz="1400" dirty="0"/>
          </a:p>
        </p:txBody>
      </p:sp>
    </p:spTree>
    <p:extLst>
      <p:ext uri="{BB962C8B-B14F-4D97-AF65-F5344CB8AC3E}">
        <p14:creationId xmlns:p14="http://schemas.microsoft.com/office/powerpoint/2010/main" val="4063764818"/>
      </p:ext>
    </p:extLst>
  </p:cSld>
  <p:clrMapOvr>
    <a:overrideClrMapping bg1="dk1" tx1="lt1" bg2="dk2" tx2="lt2" accent1="accent1" accent2="accent2" accent3="accent3" accent4="accent4" accent5="accent5" accent6="accent6" hlink="hlink" folHlink="folHlink"/>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Why </a:t>
            </a:r>
            <a:r>
              <a:rPr lang="en-US" sz="2400" b="1" dirty="0">
                <a:solidFill>
                  <a:schemeClr val="bg1"/>
                </a:solidFill>
                <a:latin typeface="Calibri Light" panose="020F0302020204030204"/>
                <a:ea typeface="+mn-ea"/>
                <a:cs typeface="+mn-cs"/>
              </a:rPr>
              <a:t>the name is</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 </a:t>
            </a:r>
            <a:r>
              <a:rPr kumimoji="0" lang="en-US" sz="2400" b="1" i="0" u="none" strike="noStrike" kern="1200" cap="none" spc="0" normalizeH="0" baseline="0" noProof="0" dirty="0">
                <a:ln>
                  <a:noFill/>
                </a:ln>
                <a:solidFill>
                  <a:srgbClr val="FFFF00"/>
                </a:solidFill>
                <a:effectLst/>
                <a:uLnTx/>
                <a:uFillTx/>
                <a:latin typeface="Calibri Light" panose="020F0302020204030204"/>
                <a:ea typeface="+mn-ea"/>
                <a:cs typeface="+mn-cs"/>
              </a:rPr>
              <a:t>Inversion of Control (IoC)</a:t>
            </a:r>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7" name="TextBox 6">
            <a:extLst>
              <a:ext uri="{FF2B5EF4-FFF2-40B4-BE49-F238E27FC236}">
                <a16:creationId xmlns:a16="http://schemas.microsoft.com/office/drawing/2014/main" id="{75CB0E64-604D-5066-BE22-DB7D80CEA68B}"/>
              </a:ext>
            </a:extLst>
          </p:cNvPr>
          <p:cNvSpPr txBox="1"/>
          <p:nvPr/>
        </p:nvSpPr>
        <p:spPr>
          <a:xfrm>
            <a:off x="297056" y="1009679"/>
            <a:ext cx="4341046" cy="2031325"/>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Normally classes(School) directly creates and controls the lifecycle of objects (object creation), whereas in IoC the control of object creation and object lifecycle shifts or inverted to an external entity, such as an IoC container or framework.</a:t>
            </a:r>
          </a:p>
        </p:txBody>
      </p:sp>
      <p:sp>
        <p:nvSpPr>
          <p:cNvPr id="6" name="Rectangle 5">
            <a:extLst>
              <a:ext uri="{FF2B5EF4-FFF2-40B4-BE49-F238E27FC236}">
                <a16:creationId xmlns:a16="http://schemas.microsoft.com/office/drawing/2014/main" id="{9B69F040-90E1-19EC-4B77-4DB89463FBAB}"/>
              </a:ext>
            </a:extLst>
          </p:cNvPr>
          <p:cNvSpPr/>
          <p:nvPr/>
        </p:nvSpPr>
        <p:spPr>
          <a:xfrm>
            <a:off x="5325098" y="977899"/>
            <a:ext cx="6569847" cy="5403446"/>
          </a:xfrm>
          <a:prstGeom prst="rect">
            <a:avLst/>
          </a:prstGeom>
          <a:solidFill>
            <a:schemeClr val="accent1">
              <a:alpha val="2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School Management Application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ECAFC3D8-CF71-4289-5192-0B50D119EA4B}"/>
              </a:ext>
            </a:extLst>
          </p:cNvPr>
          <p:cNvSpPr/>
          <p:nvPr/>
        </p:nvSpPr>
        <p:spPr>
          <a:xfrm>
            <a:off x="6866900" y="3541961"/>
            <a:ext cx="4837420" cy="229509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a:t>
            </a:r>
            <a:r>
              <a:rPr kumimoji="0" lang="en-IN" sz="1600" b="0" i="0" u="none" strike="noStrike" kern="1200" cap="none" spc="0" normalizeH="0" baseline="0" noProof="0" dirty="0" err="1">
                <a:ln>
                  <a:noFill/>
                </a:ln>
                <a:solidFill>
                  <a:srgbClr val="7CA668"/>
                </a:solidFill>
                <a:effectLst/>
                <a:highlight>
                  <a:srgbClr val="000000"/>
                </a:highlight>
                <a:uLnTx/>
                <a:uFillTx/>
                <a:latin typeface="Consolas" panose="020B0609020204030204" pitchFamily="49" charset="0"/>
                <a:ea typeface="+mn-ea"/>
                <a:cs typeface="+mn-cs"/>
              </a:rPr>
              <a:t>Dependendent</a:t>
            </a: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School</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b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static</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void</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CDCAA"/>
                </a:solidFill>
                <a:effectLst/>
                <a:highlight>
                  <a:srgbClr val="000000"/>
                </a:highlight>
                <a:uLnTx/>
                <a:uFillTx/>
                <a:latin typeface="Consolas" panose="020B0609020204030204" pitchFamily="49" charset="0"/>
                <a:ea typeface="+mn-ea"/>
                <a:cs typeface="+mn-cs"/>
              </a:rPr>
              <a:t>main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String</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args</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MathStudent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MathStudent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a:ln>
                  <a:noFill/>
                </a:ln>
                <a:solidFill>
                  <a:srgbClr val="D4D4D4"/>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student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System</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9CDCFE"/>
                </a:solidFill>
                <a:effectLst/>
                <a:highlight>
                  <a:srgbClr val="000000"/>
                </a:highlight>
                <a:uLnTx/>
                <a:uFillTx/>
                <a:latin typeface="Consolas" panose="020B0609020204030204" pitchFamily="49" charset="0"/>
                <a:ea typeface="+mn-ea"/>
                <a:cs typeface="+mn-cs"/>
              </a:rPr>
              <a:t>out</a:t>
            </a:r>
            <a:r>
              <a:rPr kumimoji="0" lang="en-IN" sz="1500" b="0" i="0" u="none" strike="noStrike" kern="1200" cap="none" spc="0" normalizeH="0" baseline="0" noProof="0" dirty="0" err="1">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println</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500" b="0" i="0" u="none" strike="noStrike" kern="1200" cap="none" spc="0" normalizeH="0" baseline="0" noProof="0" dirty="0">
                <a:ln>
                  <a:noFill/>
                </a:ln>
                <a:solidFill>
                  <a:srgbClr val="9CDCFE"/>
                </a:solidFill>
                <a:effectLst/>
                <a:highlight>
                  <a:srgbClr val="000000"/>
                </a:highlight>
                <a:uLnTx/>
                <a:uFillTx/>
                <a:latin typeface="Consolas" panose="020B0609020204030204" pitchFamily="49" charset="0"/>
                <a:ea typeface="+mn-ea"/>
                <a:cs typeface="+mn-cs"/>
              </a:rPr>
              <a:t>count</a:t>
            </a: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12" name="Rectangle 11">
            <a:extLst>
              <a:ext uri="{FF2B5EF4-FFF2-40B4-BE49-F238E27FC236}">
                <a16:creationId xmlns:a16="http://schemas.microsoft.com/office/drawing/2014/main" id="{D988CE02-C4AC-0060-A062-BEEE6EBFA624}"/>
              </a:ext>
            </a:extLst>
          </p:cNvPr>
          <p:cNvSpPr/>
          <p:nvPr/>
        </p:nvSpPr>
        <p:spPr>
          <a:xfrm>
            <a:off x="6866900" y="1454728"/>
            <a:ext cx="4837420" cy="1786364"/>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600" b="0" i="0" u="none" strike="noStrike" kern="1200" cap="none" spc="0" normalizeH="0" baseline="0" noProof="0" dirty="0">
                <a:ln>
                  <a:noFill/>
                </a:ln>
                <a:solidFill>
                  <a:srgbClr val="7CA668"/>
                </a:solidFill>
                <a:effectLst/>
                <a:highlight>
                  <a:srgbClr val="000000"/>
                </a:highlight>
                <a:uLnTx/>
                <a:uFillTx/>
                <a:latin typeface="Consolas" panose="020B0609020204030204" pitchFamily="49" charset="0"/>
                <a:ea typeface="+mn-ea"/>
                <a:cs typeface="+mn-cs"/>
              </a:rPr>
              <a:t>// Dependency class</a:t>
            </a:r>
            <a:endParaRPr kumimoji="0" lang="en-IN" sz="16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MathStudent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int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GetStudentCount</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US" sz="1500" b="0" i="0" u="none" strike="noStrike" kern="1200" cap="none" spc="0" normalizeH="0" baseline="0" noProof="0" dirty="0">
                <a:ln>
                  <a:noFill/>
                </a:ln>
                <a:solidFill>
                  <a:srgbClr val="B5CEA8"/>
                </a:solidFill>
                <a:effectLst/>
                <a:highlight>
                  <a:srgbClr val="000000"/>
                </a:highlight>
                <a:uLnTx/>
                <a:uFillTx/>
                <a:latin typeface="Consolas" panose="020B0609020204030204" pitchFamily="49" charset="0"/>
                <a:ea typeface="+mn-ea"/>
                <a:cs typeface="+mn-cs"/>
              </a:rPr>
              <a:t>50</a:t>
            </a: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pic>
        <p:nvPicPr>
          <p:cNvPr id="15" name="Picture 14">
            <a:extLst>
              <a:ext uri="{FF2B5EF4-FFF2-40B4-BE49-F238E27FC236}">
                <a16:creationId xmlns:a16="http://schemas.microsoft.com/office/drawing/2014/main" id="{A7950844-6A53-7B27-1F98-065AD0C08977}"/>
              </a:ext>
            </a:extLst>
          </p:cNvPr>
          <p:cNvPicPr>
            <a:picLocks noChangeAspect="1"/>
          </p:cNvPicPr>
          <p:nvPr/>
        </p:nvPicPr>
        <p:blipFill>
          <a:blip r:embed="rId4"/>
          <a:stretch>
            <a:fillRect/>
          </a:stretch>
        </p:blipFill>
        <p:spPr>
          <a:xfrm>
            <a:off x="5470462" y="2814081"/>
            <a:ext cx="1251075" cy="1430917"/>
          </a:xfrm>
          <a:prstGeom prst="rect">
            <a:avLst/>
          </a:prstGeom>
        </p:spPr>
      </p:pic>
      <p:sp>
        <p:nvSpPr>
          <p:cNvPr id="16" name="Freeform: Shape 15">
            <a:extLst>
              <a:ext uri="{FF2B5EF4-FFF2-40B4-BE49-F238E27FC236}">
                <a16:creationId xmlns:a16="http://schemas.microsoft.com/office/drawing/2014/main" id="{7AAB941B-414B-4612-338A-60BEB7ECBCB9}"/>
              </a:ext>
            </a:extLst>
          </p:cNvPr>
          <p:cNvSpPr/>
          <p:nvPr/>
        </p:nvSpPr>
        <p:spPr>
          <a:xfrm>
            <a:off x="6181004" y="2008802"/>
            <a:ext cx="2123900" cy="2816157"/>
          </a:xfrm>
          <a:custGeom>
            <a:avLst/>
            <a:gdLst>
              <a:gd name="connsiteX0" fmla="*/ 2123900 w 2123900"/>
              <a:gd name="connsiteY0" fmla="*/ 0 h 3650082"/>
              <a:gd name="connsiteX1" fmla="*/ 187523 w 2123900"/>
              <a:gd name="connsiteY1" fmla="*/ 376518 h 3650082"/>
              <a:gd name="connsiteX2" fmla="*/ 69189 w 2123900"/>
              <a:gd name="connsiteY2" fmla="*/ 1753497 h 3650082"/>
              <a:gd name="connsiteX3" fmla="*/ 133735 w 2123900"/>
              <a:gd name="connsiteY3" fmla="*/ 3420932 h 3650082"/>
              <a:gd name="connsiteX4" fmla="*/ 1123438 w 2123900"/>
              <a:gd name="connsiteY4" fmla="*/ 3593055 h 3650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3900" h="3650082">
                <a:moveTo>
                  <a:pt x="2123900" y="0"/>
                </a:moveTo>
                <a:cubicBezTo>
                  <a:pt x="1326937" y="42134"/>
                  <a:pt x="529975" y="84269"/>
                  <a:pt x="187523" y="376518"/>
                </a:cubicBezTo>
                <a:cubicBezTo>
                  <a:pt x="-154929" y="668768"/>
                  <a:pt x="78154" y="1246095"/>
                  <a:pt x="69189" y="1753497"/>
                </a:cubicBezTo>
                <a:cubicBezTo>
                  <a:pt x="60224" y="2260899"/>
                  <a:pt x="-41973" y="3114339"/>
                  <a:pt x="133735" y="3420932"/>
                </a:cubicBezTo>
                <a:cubicBezTo>
                  <a:pt x="309443" y="3727525"/>
                  <a:pt x="716440" y="3660290"/>
                  <a:pt x="1123438" y="3593055"/>
                </a:cubicBezTo>
              </a:path>
            </a:pathLst>
          </a:custGeom>
          <a:noFill/>
          <a:ln w="19050">
            <a:solidFill>
              <a:srgbClr val="FF0000"/>
            </a:solidFill>
            <a:tailEnd type="triangle" w="lg" len="me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6DCDBB5E-99A0-9BA0-9367-304932745585}"/>
              </a:ext>
            </a:extLst>
          </p:cNvPr>
          <p:cNvSpPr txBox="1"/>
          <p:nvPr/>
        </p:nvSpPr>
        <p:spPr>
          <a:xfrm>
            <a:off x="8465339" y="5958246"/>
            <a:ext cx="1640541"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Violation of IoC</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26CA4BA6-B924-549E-D9F5-3E48D581D2F1}"/>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5"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002399083"/>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Why do developers prefer Spring for enterprise applications?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sp>
        <p:nvSpPr>
          <p:cNvPr id="4" name="TextBox 3">
            <a:extLst>
              <a:ext uri="{FF2B5EF4-FFF2-40B4-BE49-F238E27FC236}">
                <a16:creationId xmlns:a16="http://schemas.microsoft.com/office/drawing/2014/main" id="{A3AA552A-ED8D-BB63-97CE-762199B14E06}"/>
              </a:ext>
            </a:extLst>
          </p:cNvPr>
          <p:cNvSpPr txBox="1"/>
          <p:nvPr/>
        </p:nvSpPr>
        <p:spPr>
          <a:xfrm>
            <a:off x="489079" y="1126231"/>
            <a:ext cx="5200231"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offers features like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dependency injection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loose coupling</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simplified configuration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unit testing</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making it a robust choice for scalable enterprise applications.</a:t>
            </a:r>
          </a:p>
        </p:txBody>
      </p:sp>
      <p:pic>
        <p:nvPicPr>
          <p:cNvPr id="6" name="Graphic 5" descr="Lightbulb with solid fill">
            <a:extLst>
              <a:ext uri="{FF2B5EF4-FFF2-40B4-BE49-F238E27FC236}">
                <a16:creationId xmlns:a16="http://schemas.microsoft.com/office/drawing/2014/main" id="{CA671C39-C401-C241-2671-8C345AC46F3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112984" y="164591"/>
            <a:ext cx="489813" cy="489813"/>
          </a:xfrm>
          <a:prstGeom prst="rect">
            <a:avLst/>
          </a:prstGeom>
        </p:spPr>
      </p:pic>
      <p:sp>
        <p:nvSpPr>
          <p:cNvPr id="5" name="TextBox 4">
            <a:extLst>
              <a:ext uri="{FF2B5EF4-FFF2-40B4-BE49-F238E27FC236}">
                <a16:creationId xmlns:a16="http://schemas.microsoft.com/office/drawing/2014/main" id="{CF47FF76-9EE2-0784-6447-031B0CFB6E92}"/>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081943839"/>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principle does Spring follow to ensure components are loosely coupled?</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99196FD3-FB7F-AD9D-CE79-97A8C95536D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078944" y="164591"/>
            <a:ext cx="489813" cy="489813"/>
          </a:xfrm>
          <a:prstGeom prst="rect">
            <a:avLst/>
          </a:prstGeom>
        </p:spPr>
      </p:pic>
      <p:sp>
        <p:nvSpPr>
          <p:cNvPr id="7" name="TextBox 6">
            <a:extLst>
              <a:ext uri="{FF2B5EF4-FFF2-40B4-BE49-F238E27FC236}">
                <a16:creationId xmlns:a16="http://schemas.microsoft.com/office/drawing/2014/main" id="{E6E4E987-8F90-EA48-D552-3F4DB8E1D48A}"/>
              </a:ext>
            </a:extLst>
          </p:cNvPr>
          <p:cNvSpPr txBox="1"/>
          <p:nvPr/>
        </p:nvSpPr>
        <p:spPr>
          <a:xfrm>
            <a:off x="489079" y="1126231"/>
            <a:ext cx="5200231"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follows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IoC principle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Dependency Injection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(DI) design pattern to decouple component dependencies, which aligns with the IoC concept.</a:t>
            </a:r>
          </a:p>
        </p:txBody>
      </p:sp>
      <p:sp>
        <p:nvSpPr>
          <p:cNvPr id="4" name="TextBox 3">
            <a:extLst>
              <a:ext uri="{FF2B5EF4-FFF2-40B4-BE49-F238E27FC236}">
                <a16:creationId xmlns:a16="http://schemas.microsoft.com/office/drawing/2014/main" id="{7CABAD4B-5511-B1A4-A852-D7780F13C217}"/>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324801587"/>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role does a container play in Spring?</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1BD7A143-4B00-8A0C-74B0-378E659618A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909280" y="164591"/>
            <a:ext cx="489813" cy="489813"/>
          </a:xfrm>
          <a:prstGeom prst="rect">
            <a:avLst/>
          </a:prstGeom>
        </p:spPr>
      </p:pic>
      <p:sp>
        <p:nvSpPr>
          <p:cNvPr id="7" name="TextBox 6">
            <a:extLst>
              <a:ext uri="{FF2B5EF4-FFF2-40B4-BE49-F238E27FC236}">
                <a16:creationId xmlns:a16="http://schemas.microsoft.com/office/drawing/2014/main" id="{DC32E74B-888A-CC4E-67B1-2C83F3C348A2}"/>
              </a:ext>
            </a:extLst>
          </p:cNvPr>
          <p:cNvSpPr txBox="1"/>
          <p:nvPr/>
        </p:nvSpPr>
        <p:spPr>
          <a:xfrm>
            <a:off x="489079" y="1126231"/>
            <a:ext cx="5200231"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Spring IoC container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manages object creation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configuration, and lifecycle, ensuring proper dependency injection and loose coupling.</a:t>
            </a:r>
          </a:p>
        </p:txBody>
      </p:sp>
      <p:sp>
        <p:nvSpPr>
          <p:cNvPr id="4" name="TextBox 3">
            <a:extLst>
              <a:ext uri="{FF2B5EF4-FFF2-40B4-BE49-F238E27FC236}">
                <a16:creationId xmlns:a16="http://schemas.microsoft.com/office/drawing/2014/main" id="{762BEB26-1754-53AF-3230-8F6DD1ACC10F}"/>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777900071"/>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a:t>
            </a:r>
            <a:r>
              <a:rPr lang="en-US" sz="2400" b="1" dirty="0">
                <a:solidFill>
                  <a:schemeClr val="bg1"/>
                </a:solidFill>
                <a:ea typeface="+mn-ea"/>
                <a:cs typeface="+mn-cs"/>
              </a:rPr>
              <a:t>. What happens during the initialization of a Spring bean?</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graphicFrame>
        <p:nvGraphicFramePr>
          <p:cNvPr id="6" name="Diagram 5">
            <a:extLst>
              <a:ext uri="{FF2B5EF4-FFF2-40B4-BE49-F238E27FC236}">
                <a16:creationId xmlns:a16="http://schemas.microsoft.com/office/drawing/2014/main" id="{6E616E62-0DD8-FE53-A690-FDE1198BE206}"/>
              </a:ext>
            </a:extLst>
          </p:cNvPr>
          <p:cNvGraphicFramePr/>
          <p:nvPr/>
        </p:nvGraphicFramePr>
        <p:xfrm>
          <a:off x="7871757" y="1055638"/>
          <a:ext cx="3929787" cy="4746723"/>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7" name="Left Brace 6">
            <a:extLst>
              <a:ext uri="{FF2B5EF4-FFF2-40B4-BE49-F238E27FC236}">
                <a16:creationId xmlns:a16="http://schemas.microsoft.com/office/drawing/2014/main" id="{B93612FD-6F05-F356-B3C7-23E114B816AF}"/>
              </a:ext>
            </a:extLst>
          </p:cNvPr>
          <p:cNvSpPr/>
          <p:nvPr/>
        </p:nvSpPr>
        <p:spPr>
          <a:xfrm>
            <a:off x="7500257" y="1933009"/>
            <a:ext cx="571121" cy="2236220"/>
          </a:xfrm>
          <a:prstGeom prst="leftBrace">
            <a:avLst/>
          </a:prstGeom>
          <a:ln w="127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CA7E2296-0BEE-3195-80D1-86A256BD1D3A}"/>
              </a:ext>
            </a:extLst>
          </p:cNvPr>
          <p:cNvSpPr txBox="1"/>
          <p:nvPr/>
        </p:nvSpPr>
        <p:spPr>
          <a:xfrm>
            <a:off x="4912179" y="2849192"/>
            <a:ext cx="2631621"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Spring bean initialization</a:t>
            </a: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8" name="Graphic 7" descr="Lightbulb with solid fill">
            <a:extLst>
              <a:ext uri="{FF2B5EF4-FFF2-40B4-BE49-F238E27FC236}">
                <a16:creationId xmlns:a16="http://schemas.microsoft.com/office/drawing/2014/main" id="{B574EDD4-EF4D-F850-B567-B2DB48B410E1}"/>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7555200" y="164591"/>
            <a:ext cx="489813" cy="489813"/>
          </a:xfrm>
          <a:prstGeom prst="rect">
            <a:avLst/>
          </a:prstGeom>
        </p:spPr>
      </p:pic>
      <p:sp>
        <p:nvSpPr>
          <p:cNvPr id="11" name="TextBox 10">
            <a:extLst>
              <a:ext uri="{FF2B5EF4-FFF2-40B4-BE49-F238E27FC236}">
                <a16:creationId xmlns:a16="http://schemas.microsoft.com/office/drawing/2014/main" id="{9CC308FA-3A51-4B26-CDFF-5F96F57608B7}"/>
              </a:ext>
            </a:extLst>
          </p:cNvPr>
          <p:cNvSpPr txBox="1"/>
          <p:nvPr/>
        </p:nvSpPr>
        <p:spPr>
          <a:xfrm>
            <a:off x="489079" y="1126231"/>
            <a:ext cx="5200231"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During initialization, Spring instantiates the bean, injects dependencies, and calls lifecycle methods like @PostConstruct or custom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init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methods.</a:t>
            </a:r>
          </a:p>
        </p:txBody>
      </p:sp>
      <p:sp>
        <p:nvSpPr>
          <p:cNvPr id="4" name="TextBox 3">
            <a:extLst>
              <a:ext uri="{FF2B5EF4-FFF2-40B4-BE49-F238E27FC236}">
                <a16:creationId xmlns:a16="http://schemas.microsoft.com/office/drawing/2014/main" id="{132D26E6-DE3C-B2A0-D29D-AFB44886C1CF}"/>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11"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589024099"/>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does Spring create and manage beans?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8C1A89F6-2A31-EA04-681E-37B629F2DDA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083016" y="164591"/>
            <a:ext cx="489813" cy="489813"/>
          </a:xfrm>
          <a:prstGeom prst="rect">
            <a:avLst/>
          </a:prstGeom>
        </p:spPr>
      </p:pic>
      <p:sp>
        <p:nvSpPr>
          <p:cNvPr id="7" name="TextBox 6">
            <a:extLst>
              <a:ext uri="{FF2B5EF4-FFF2-40B4-BE49-F238E27FC236}">
                <a16:creationId xmlns:a16="http://schemas.microsoft.com/office/drawing/2014/main" id="{72330743-5451-EAD3-A7E4-624E759882AE}"/>
              </a:ext>
            </a:extLst>
          </p:cNvPr>
          <p:cNvSpPr txBox="1"/>
          <p:nvPr/>
        </p:nvSpPr>
        <p:spPr>
          <a:xfrm>
            <a:off x="489079" y="1126231"/>
            <a:ext cx="5200231"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manages beans through its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IoC container</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handling their lifecycle from instantiation to destruction, with support for annotations like @Bean and @Component.</a:t>
            </a:r>
          </a:p>
        </p:txBody>
      </p:sp>
      <p:sp>
        <p:nvSpPr>
          <p:cNvPr id="4" name="TextBox 3">
            <a:extLst>
              <a:ext uri="{FF2B5EF4-FFF2-40B4-BE49-F238E27FC236}">
                <a16:creationId xmlns:a16="http://schemas.microsoft.com/office/drawing/2014/main" id="{598787B3-44EC-FAD7-FF2F-7CD23994AB1D}"/>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19093563"/>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is the role of Dependency Injection in testing?</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367C549-F26A-8480-BD85-B9B04283964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070568" y="164591"/>
            <a:ext cx="489813" cy="489813"/>
          </a:xfrm>
          <a:prstGeom prst="rect">
            <a:avLst/>
          </a:prstGeom>
        </p:spPr>
      </p:pic>
      <p:sp>
        <p:nvSpPr>
          <p:cNvPr id="7" name="TextBox 6">
            <a:extLst>
              <a:ext uri="{FF2B5EF4-FFF2-40B4-BE49-F238E27FC236}">
                <a16:creationId xmlns:a16="http://schemas.microsoft.com/office/drawing/2014/main" id="{D505EF2F-8EFA-D2B7-D30E-477A03478750}"/>
              </a:ext>
            </a:extLst>
          </p:cNvPr>
          <p:cNvSpPr txBox="1"/>
          <p:nvPr/>
        </p:nvSpPr>
        <p:spPr>
          <a:xfrm>
            <a:off x="489079" y="1126231"/>
            <a:ext cx="5200231"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Dependency Injection facilitates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loose coupling</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because of which independent classes can be easily tested by easily substituting the dependencies with mocks.</a:t>
            </a:r>
          </a:p>
        </p:txBody>
      </p:sp>
      <p:sp>
        <p:nvSpPr>
          <p:cNvPr id="4" name="TextBox 3">
            <a:extLst>
              <a:ext uri="{FF2B5EF4-FFF2-40B4-BE49-F238E27FC236}">
                <a16:creationId xmlns:a16="http://schemas.microsoft.com/office/drawing/2014/main" id="{84B01688-810F-266D-B0DA-44CE39DFE91F}"/>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278870841"/>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93711" y="1845416"/>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356764"/>
            <a:ext cx="8843938" cy="1325563"/>
          </a:xfrm>
        </p:spPr>
        <p:txBody>
          <a:bodyPr>
            <a:noAutofit/>
          </a:bodyPr>
          <a:lstStyle/>
          <a:p>
            <a:r>
              <a:rPr lang="en-US" b="1" dirty="0">
                <a:solidFill>
                  <a:srgbClr val="FFFF00"/>
                </a:solidFill>
              </a:rPr>
              <a:t>Mock Interview - Spring Configuration, Annotations, AOP, Scope of a Bean</a:t>
            </a:r>
            <a:endParaRPr lang="en-IN" b="1" dirty="0"/>
          </a:p>
        </p:txBody>
      </p:sp>
      <p:pic>
        <p:nvPicPr>
          <p:cNvPr id="1026" name="Picture 2">
            <a:extLst>
              <a:ext uri="{FF2B5EF4-FFF2-40B4-BE49-F238E27FC236}">
                <a16:creationId xmlns:a16="http://schemas.microsoft.com/office/drawing/2014/main" id="{6F527F32-B37C-2931-0C0E-B8303C35AC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8596" y="2455142"/>
            <a:ext cx="4988630" cy="3110401"/>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a:extLst>
              <a:ext uri="{FF2B5EF4-FFF2-40B4-BE49-F238E27FC236}">
                <a16:creationId xmlns:a16="http://schemas.microsoft.com/office/drawing/2014/main" id="{17807B70-BFDA-ECEE-0BAD-C9C975FCED93}"/>
              </a:ext>
            </a:extLst>
          </p:cNvPr>
          <p:cNvSpPr txBox="1"/>
          <p:nvPr/>
        </p:nvSpPr>
        <p:spPr>
          <a:xfrm>
            <a:off x="10342731" y="6373174"/>
            <a:ext cx="1972639" cy="307777"/>
          </a:xfrm>
          <a:prstGeom prst="rect">
            <a:avLst/>
          </a:prstGeom>
          <a:noFill/>
        </p:spPr>
        <p:txBody>
          <a:bodyPr wrap="square">
            <a:spAutoFit/>
          </a:bodyPr>
          <a:lstStyle/>
          <a:p>
            <a:r>
              <a:rPr lang="en-US" sz="1400" dirty="0">
                <a:hlinkClick r:id="rId4" action="ppaction://hlinksldjump"/>
              </a:rPr>
              <a:t>Back to main index</a:t>
            </a:r>
            <a:endParaRPr lang="en-IN" sz="1400" dirty="0"/>
          </a:p>
        </p:txBody>
      </p:sp>
    </p:spTree>
    <p:extLst>
      <p:ext uri="{BB962C8B-B14F-4D97-AF65-F5344CB8AC3E}">
        <p14:creationId xmlns:p14="http://schemas.microsoft.com/office/powerpoint/2010/main" val="3940762293"/>
      </p:ext>
    </p:extLst>
  </p:cSld>
  <p:clrMapOvr>
    <a:overrideClrMapping bg1="dk1" tx1="lt1" bg2="dk2" tx2="lt2" accent1="accent1" accent2="accent2" accent3="accent3" accent4="accent4" accent5="accent5" accent6="accent6" hlink="hlink" folHlink="folHlink"/>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does Spring decide which beans to inject?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7EF0D26C-825F-F14A-555D-46B3E1AC59B0}"/>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494496" y="164591"/>
            <a:ext cx="489813" cy="489813"/>
          </a:xfrm>
          <a:prstGeom prst="rect">
            <a:avLst/>
          </a:prstGeom>
        </p:spPr>
      </p:pic>
      <p:sp>
        <p:nvSpPr>
          <p:cNvPr id="7" name="TextBox 6">
            <a:extLst>
              <a:ext uri="{FF2B5EF4-FFF2-40B4-BE49-F238E27FC236}">
                <a16:creationId xmlns:a16="http://schemas.microsoft.com/office/drawing/2014/main" id="{77EE1192-F44E-4F4D-348F-D19F422008E0}"/>
              </a:ext>
            </a:extLst>
          </p:cNvPr>
          <p:cNvSpPr txBox="1"/>
          <p:nvPr/>
        </p:nvSpPr>
        <p:spPr>
          <a:xfrm>
            <a:off x="489079" y="1126231"/>
            <a:ext cx="5200231" cy="369332"/>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inject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@Primary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annotated bean.</a:t>
            </a:r>
          </a:p>
        </p:txBody>
      </p:sp>
      <p:sp>
        <p:nvSpPr>
          <p:cNvPr id="4" name="TextBox 3">
            <a:extLst>
              <a:ext uri="{FF2B5EF4-FFF2-40B4-BE49-F238E27FC236}">
                <a16:creationId xmlns:a16="http://schemas.microsoft.com/office/drawing/2014/main" id="{61227B07-0667-BE73-DDC0-CAEC6E697E82}"/>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359208618"/>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do you define a Spring-managed bean without annotations?</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6FA02767-5494-A8BC-B7DB-C64AAE8AFCE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579328" y="164591"/>
            <a:ext cx="489813" cy="489813"/>
          </a:xfrm>
          <a:prstGeom prst="rect">
            <a:avLst/>
          </a:prstGeom>
        </p:spPr>
      </p:pic>
      <p:sp>
        <p:nvSpPr>
          <p:cNvPr id="7" name="TextBox 6">
            <a:extLst>
              <a:ext uri="{FF2B5EF4-FFF2-40B4-BE49-F238E27FC236}">
                <a16:creationId xmlns:a16="http://schemas.microsoft.com/office/drawing/2014/main" id="{C6CBF214-3C47-F8B1-E690-97FA84452B67}"/>
              </a:ext>
            </a:extLst>
          </p:cNvPr>
          <p:cNvSpPr txBox="1"/>
          <p:nvPr/>
        </p:nvSpPr>
        <p:spPr>
          <a:xfrm>
            <a:off x="489079" y="1126231"/>
            <a:ext cx="5200231"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Spring-managed beans can be defined in a configuration file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using XML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specifying the bean’s class and properties.</a:t>
            </a:r>
          </a:p>
        </p:txBody>
      </p:sp>
      <p:sp>
        <p:nvSpPr>
          <p:cNvPr id="4" name="TextBox 3">
            <a:extLst>
              <a:ext uri="{FF2B5EF4-FFF2-40B4-BE49-F238E27FC236}">
                <a16:creationId xmlns:a16="http://schemas.microsoft.com/office/drawing/2014/main" id="{DE59D9EF-6FE3-86E5-BA77-B4AB1F6F70CD}"/>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035552416"/>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does Spring determine which constructor to use when multiple are present?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AE3DD205-530E-B80B-644E-2B4AC3D1981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508712" y="164591"/>
            <a:ext cx="489813" cy="489813"/>
          </a:xfrm>
          <a:prstGeom prst="rect">
            <a:avLst/>
          </a:prstGeom>
        </p:spPr>
      </p:pic>
      <p:sp>
        <p:nvSpPr>
          <p:cNvPr id="7" name="TextBox 6">
            <a:extLst>
              <a:ext uri="{FF2B5EF4-FFF2-40B4-BE49-F238E27FC236}">
                <a16:creationId xmlns:a16="http://schemas.microsoft.com/office/drawing/2014/main" id="{121ADB3F-F2D2-D326-92B6-614BAB6CCF86}"/>
              </a:ext>
            </a:extLst>
          </p:cNvPr>
          <p:cNvSpPr txBox="1"/>
          <p:nvPr/>
        </p:nvSpPr>
        <p:spPr>
          <a:xfrm>
            <a:off x="489079" y="1126231"/>
            <a:ext cx="5200231" cy="646331"/>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uses the constructor with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@Autowired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annotation.</a:t>
            </a:r>
          </a:p>
        </p:txBody>
      </p:sp>
      <p:sp>
        <p:nvSpPr>
          <p:cNvPr id="4" name="TextBox 3">
            <a:extLst>
              <a:ext uri="{FF2B5EF4-FFF2-40B4-BE49-F238E27FC236}">
                <a16:creationId xmlns:a16="http://schemas.microsoft.com/office/drawing/2014/main" id="{1047B789-1B84-16FD-539A-812140994722}"/>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347195883"/>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a:t>
            </a:r>
            <a:r>
              <a:rPr lang="en-US" sz="2400" b="1" dirty="0">
                <a:solidFill>
                  <a:schemeClr val="bg1"/>
                </a:solidFill>
                <a:ea typeface="+mn-ea"/>
                <a:cs typeface="+mn-cs"/>
              </a:rPr>
              <a:t>. When would you choose </a:t>
            </a:r>
            <a:r>
              <a:rPr lang="en-US" sz="2400" b="1" dirty="0" err="1">
                <a:solidFill>
                  <a:schemeClr val="bg1"/>
                </a:solidFill>
                <a:ea typeface="+mn-ea"/>
                <a:cs typeface="+mn-cs"/>
              </a:rPr>
              <a:t>ApplicationContext</a:t>
            </a:r>
            <a:r>
              <a:rPr lang="en-US" sz="2400" b="1" dirty="0">
                <a:solidFill>
                  <a:schemeClr val="bg1"/>
                </a:solidFill>
                <a:ea typeface="+mn-ea"/>
                <a:cs typeface="+mn-cs"/>
              </a:rPr>
              <a:t> and when </a:t>
            </a:r>
            <a:r>
              <a:rPr lang="en-US" sz="2400" b="1" dirty="0" err="1">
                <a:solidFill>
                  <a:schemeClr val="bg1"/>
                </a:solidFill>
                <a:ea typeface="+mn-ea"/>
                <a:cs typeface="+mn-cs"/>
              </a:rPr>
              <a:t>BeanFactory</a:t>
            </a:r>
            <a:r>
              <a:rPr lang="en-US" sz="2400" b="1" dirty="0">
                <a:solidFill>
                  <a:schemeClr val="bg1"/>
                </a:solidFill>
                <a:ea typeface="+mn-ea"/>
                <a:cs typeface="+mn-cs"/>
              </a:rPr>
              <a:t>?</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063960"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ApplicationContext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when you need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advanced features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like event propagation, declarative mechanisms for creating a Bean, and AOP integration.</a:t>
            </a:r>
          </a:p>
        </p:txBody>
      </p:sp>
      <p:sp>
        <p:nvSpPr>
          <p:cNvPr id="4" name="TextBox 3">
            <a:extLst>
              <a:ext uri="{FF2B5EF4-FFF2-40B4-BE49-F238E27FC236}">
                <a16:creationId xmlns:a16="http://schemas.microsoft.com/office/drawing/2014/main" id="{45A92EE1-AD9A-9B6B-562F-79317C62333D}"/>
              </a:ext>
            </a:extLst>
          </p:cNvPr>
          <p:cNvSpPr txBox="1"/>
          <p:nvPr/>
        </p:nvSpPr>
        <p:spPr>
          <a:xfrm>
            <a:off x="489078" y="2494783"/>
            <a:ext cx="5200231"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BeanFactory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resource-constrained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environments where startup time is critical, as it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lazily loads Beans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However,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ApplicationContext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is generally preferred for its additional features.</a:t>
            </a:r>
          </a:p>
        </p:txBody>
      </p:sp>
      <p:sp>
        <p:nvSpPr>
          <p:cNvPr id="5" name="TextBox 4">
            <a:extLst>
              <a:ext uri="{FF2B5EF4-FFF2-40B4-BE49-F238E27FC236}">
                <a16:creationId xmlns:a16="http://schemas.microsoft.com/office/drawing/2014/main" id="{300A1791-9AFB-819C-A18D-7DAB5DDD11F5}"/>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314064894"/>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1055394"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would you ensure cross-cutting concerns are modularized in a Spring application?</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1075640"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By applying Aspect-Oriented Programming (AOP) with Spring to modularize concerns like logging, transaction management, and security.</a:t>
            </a:r>
          </a:p>
        </p:txBody>
      </p:sp>
      <p:sp>
        <p:nvSpPr>
          <p:cNvPr id="4" name="TextBox 3">
            <a:extLst>
              <a:ext uri="{FF2B5EF4-FFF2-40B4-BE49-F238E27FC236}">
                <a16:creationId xmlns:a16="http://schemas.microsoft.com/office/drawing/2014/main" id="{E10B7344-0C1F-4C23-59F9-6A7F62BF5C6F}"/>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199000011"/>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1055394"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you will do to resolve Bean circular dependencies in Spring?</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767735"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646331"/>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By implementing setter injection for resolving the circular dependency.</a:t>
            </a:r>
          </a:p>
        </p:txBody>
      </p:sp>
      <p:sp>
        <p:nvSpPr>
          <p:cNvPr id="4" name="TextBox 3">
            <a:extLst>
              <a:ext uri="{FF2B5EF4-FFF2-40B4-BE49-F238E27FC236}">
                <a16:creationId xmlns:a16="http://schemas.microsoft.com/office/drawing/2014/main" id="{E3614AC1-78D5-D366-7DFD-8D9752D86C93}"/>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936771285"/>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9160095"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can you ensure that all the components in your Spring application are correctly processed?</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365712"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By using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@ComponentScan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to automatically detect and register Beans from your package structure or @Import to include other configurations.</a:t>
            </a:r>
          </a:p>
        </p:txBody>
      </p:sp>
      <p:sp>
        <p:nvSpPr>
          <p:cNvPr id="4" name="Rectangle 3">
            <a:extLst>
              <a:ext uri="{FF2B5EF4-FFF2-40B4-BE49-F238E27FC236}">
                <a16:creationId xmlns:a16="http://schemas.microsoft.com/office/drawing/2014/main" id="{B5937697-8606-FE9D-4C5A-FD4476C6AD5C}"/>
              </a:ext>
            </a:extLst>
          </p:cNvPr>
          <p:cNvSpPr/>
          <p:nvPr/>
        </p:nvSpPr>
        <p:spPr>
          <a:xfrm>
            <a:off x="7220533" y="1126231"/>
            <a:ext cx="3783106" cy="242223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Configuration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ComponentScan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r>
              <a:rPr kumimoji="0" lang="en-IN" sz="1400" b="0" i="0" u="none" strike="noStrike" kern="1200" cap="none" spc="0" normalizeH="0" baseline="0" noProof="0" dirty="0">
                <a:ln>
                  <a:noFill/>
                </a:ln>
                <a:solidFill>
                  <a:srgbClr val="CE9178"/>
                </a:solidFill>
                <a:effectLst/>
                <a:highlight>
                  <a:srgbClr val="000000"/>
                </a:highlight>
                <a:uLnTx/>
                <a:uFillTx/>
                <a:latin typeface="Consolas" panose="020B0609020204030204" pitchFamily="49" charset="0"/>
                <a:ea typeface="+mn-ea"/>
                <a:cs typeface="+mn-cs"/>
              </a:rPr>
              <a:t>"com.example"</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class</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4EC9B0"/>
                </a:solidFill>
                <a:effectLst/>
                <a:highlight>
                  <a:srgbClr val="000000"/>
                </a:highlight>
                <a:uLnTx/>
                <a:uFillTx/>
                <a:latin typeface="Consolas" panose="020B0609020204030204" pitchFamily="49" charset="0"/>
                <a:ea typeface="+mn-ea"/>
                <a:cs typeface="+mn-cs"/>
              </a:rPr>
              <a:t>AppConfig</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b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Bean</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Primary</a:t>
            </a:r>
            <a:endPar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569CD6"/>
                </a:solidFill>
                <a:effectLst/>
                <a:highlight>
                  <a:srgbClr val="000000"/>
                </a:highlight>
                <a:uLnTx/>
                <a:uFillTx/>
                <a:latin typeface="Consolas" panose="020B0609020204030204" pitchFamily="49" charset="0"/>
                <a:ea typeface="+mn-ea"/>
                <a:cs typeface="+mn-cs"/>
              </a:rPr>
              <a:t>public</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4EC9B0"/>
                </a:solidFill>
                <a:effectLst/>
                <a:highlight>
                  <a:srgbClr val="000000"/>
                </a:highlight>
                <a:uLnTx/>
                <a:uFillTx/>
                <a:latin typeface="Consolas" panose="020B0609020204030204" pitchFamily="49" charset="0"/>
                <a:ea typeface="+mn-ea"/>
                <a:cs typeface="+mn-cs"/>
              </a:rPr>
              <a:t>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mathStudent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return</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a:ln>
                  <a:noFill/>
                </a:ln>
                <a:solidFill>
                  <a:srgbClr val="C586C0"/>
                </a:solidFill>
                <a:effectLst/>
                <a:highlight>
                  <a:srgbClr val="000000"/>
                </a:highlight>
                <a:uLnTx/>
                <a:uFillTx/>
                <a:latin typeface="Consolas" panose="020B0609020204030204" pitchFamily="49" charset="0"/>
                <a:ea typeface="+mn-ea"/>
                <a:cs typeface="+mn-cs"/>
              </a:rPr>
              <a:t>new</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r>
              <a:rPr kumimoji="0" lang="en-IN" sz="1400" b="0" i="0" u="none" strike="noStrike" kern="1200" cap="none" spc="0" normalizeH="0" baseline="0" noProof="0" dirty="0" err="1">
                <a:ln>
                  <a:noFill/>
                </a:ln>
                <a:solidFill>
                  <a:srgbClr val="DCDCAA"/>
                </a:solidFill>
                <a:effectLst/>
                <a:highlight>
                  <a:srgbClr val="000000"/>
                </a:highlight>
                <a:uLnTx/>
                <a:uFillTx/>
                <a:latin typeface="Consolas" panose="020B0609020204030204" pitchFamily="49" charset="0"/>
                <a:ea typeface="+mn-ea"/>
                <a:cs typeface="+mn-cs"/>
              </a:rPr>
              <a:t>MathStudent</a:t>
            </a: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srgbClr val="FFFFFF"/>
                </a:solidFill>
                <a:effectLst/>
                <a:highlight>
                  <a:srgbClr val="000000"/>
                </a:highlight>
                <a:uLnTx/>
                <a:uFillTx/>
                <a:latin typeface="Consolas" panose="020B0609020204030204" pitchFamily="49" charset="0"/>
                <a:ea typeface="+mn-ea"/>
                <a:cs typeface="+mn-cs"/>
              </a:rPr>
              <a:t>}</a:t>
            </a:r>
          </a:p>
        </p:txBody>
      </p:sp>
      <p:sp>
        <p:nvSpPr>
          <p:cNvPr id="5" name="TextBox 4">
            <a:extLst>
              <a:ext uri="{FF2B5EF4-FFF2-40B4-BE49-F238E27FC236}">
                <a16:creationId xmlns:a16="http://schemas.microsoft.com/office/drawing/2014/main" id="{A2B73A8D-0A6A-15AE-B9A8-9FA9E1AF3424}"/>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224933595"/>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1055394"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In what way can Spring AOP improve your application design?</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268432"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646331"/>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AOP allows you to separate concerns and reducing code duplication.</a:t>
            </a:r>
          </a:p>
        </p:txBody>
      </p:sp>
      <p:sp>
        <p:nvSpPr>
          <p:cNvPr id="4" name="TextBox 3">
            <a:extLst>
              <a:ext uri="{FF2B5EF4-FFF2-40B4-BE49-F238E27FC236}">
                <a16:creationId xmlns:a16="http://schemas.microsoft.com/office/drawing/2014/main" id="{9D6CD892-00D3-AC6F-B496-EC8AF7B61B5F}"/>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014765824"/>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134785"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In a multi-threaded application, which bean scope you will implement to ensure thread safety?</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444206"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 thread safety,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use Prototype scope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to create a new instance of a Bean for each request, avoiding shared state across threads.</a:t>
            </a:r>
          </a:p>
        </p:txBody>
      </p:sp>
      <p:sp>
        <p:nvSpPr>
          <p:cNvPr id="4" name="TextBox 3">
            <a:extLst>
              <a:ext uri="{FF2B5EF4-FFF2-40B4-BE49-F238E27FC236}">
                <a16:creationId xmlns:a16="http://schemas.microsoft.com/office/drawing/2014/main" id="{0A56CCC5-A523-DB2E-C2CA-962C86F2B757}"/>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074198362"/>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1055394"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Bean scope you will prefer for handling HTTP requests independently?</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932640"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Use Request scope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where a new Bean instance is created for each HTTP request, ensuring that each user interaction is handled independently.</a:t>
            </a:r>
          </a:p>
        </p:txBody>
      </p:sp>
      <p:sp>
        <p:nvSpPr>
          <p:cNvPr id="4" name="TextBox 3">
            <a:extLst>
              <a:ext uri="{FF2B5EF4-FFF2-40B4-BE49-F238E27FC236}">
                <a16:creationId xmlns:a16="http://schemas.microsoft.com/office/drawing/2014/main" id="{B72091DF-CDCB-892C-7D34-2C7C9538665A}"/>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26118960"/>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1055394"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does Spring ensure that a Singleton Bean remains unique across the application?</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1002488"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creates and maintains a single instance of the Bean within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application context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ensuring that it’s reused across the application.</a:t>
            </a:r>
          </a:p>
        </p:txBody>
      </p:sp>
      <p:sp>
        <p:nvSpPr>
          <p:cNvPr id="4" name="TextBox 3">
            <a:extLst>
              <a:ext uri="{FF2B5EF4-FFF2-40B4-BE49-F238E27FC236}">
                <a16:creationId xmlns:a16="http://schemas.microsoft.com/office/drawing/2014/main" id="{2B1C2A5B-CC78-B2E8-874F-564F2CB7DBC2}"/>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428778494"/>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93711" y="1462355"/>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356764"/>
            <a:ext cx="8843938" cy="1325563"/>
          </a:xfrm>
        </p:spPr>
        <p:txBody>
          <a:bodyPr>
            <a:noAutofit/>
          </a:bodyPr>
          <a:lstStyle/>
          <a:p>
            <a:r>
              <a:rPr lang="en-US" b="1" dirty="0">
                <a:solidFill>
                  <a:srgbClr val="FFFF00"/>
                </a:solidFill>
              </a:rPr>
              <a:t>Mock Interview - Spring Boot</a:t>
            </a:r>
            <a:endParaRPr lang="en-IN" b="1" dirty="0"/>
          </a:p>
        </p:txBody>
      </p:sp>
      <p:pic>
        <p:nvPicPr>
          <p:cNvPr id="1026" name="Picture 2">
            <a:extLst>
              <a:ext uri="{FF2B5EF4-FFF2-40B4-BE49-F238E27FC236}">
                <a16:creationId xmlns:a16="http://schemas.microsoft.com/office/drawing/2014/main" id="{6F527F32-B37C-2931-0C0E-B8303C35AC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8596" y="2455142"/>
            <a:ext cx="4988630" cy="3110401"/>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a:extLst>
              <a:ext uri="{FF2B5EF4-FFF2-40B4-BE49-F238E27FC236}">
                <a16:creationId xmlns:a16="http://schemas.microsoft.com/office/drawing/2014/main" id="{DF7942D8-0A40-2853-D767-900FD9B5F831}"/>
              </a:ext>
            </a:extLst>
          </p:cNvPr>
          <p:cNvSpPr txBox="1"/>
          <p:nvPr/>
        </p:nvSpPr>
        <p:spPr>
          <a:xfrm>
            <a:off x="10342731" y="6373174"/>
            <a:ext cx="1972639" cy="307777"/>
          </a:xfrm>
          <a:prstGeom prst="rect">
            <a:avLst/>
          </a:prstGeom>
          <a:noFill/>
        </p:spPr>
        <p:txBody>
          <a:bodyPr wrap="square">
            <a:spAutoFit/>
          </a:bodyPr>
          <a:lstStyle/>
          <a:p>
            <a:r>
              <a:rPr lang="en-US" sz="1400" dirty="0">
                <a:hlinkClick r:id="rId4" action="ppaction://hlinksldjump"/>
              </a:rPr>
              <a:t>Back to main index</a:t>
            </a:r>
            <a:endParaRPr lang="en-IN" sz="1400" dirty="0"/>
          </a:p>
        </p:txBody>
      </p:sp>
    </p:spTree>
    <p:extLst>
      <p:ext uri="{BB962C8B-B14F-4D97-AF65-F5344CB8AC3E}">
        <p14:creationId xmlns:p14="http://schemas.microsoft.com/office/powerpoint/2010/main" val="620312147"/>
      </p:ext>
    </p:extLst>
  </p:cSld>
  <p:clrMapOvr>
    <a:overrideClrMapping bg1="dk1" tx1="lt1" bg2="dk2" tx2="lt2" accent1="accent1" accent2="accent2" accent3="accent3" accent4="accent4" accent5="accent5" accent6="accent6" hlink="hlink" folHlink="folHlink"/>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1055394"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would you setup of a new Spring project?</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384768"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Spring </a:t>
            </a:r>
            <a:r>
              <a:rPr kumimoji="0" lang="en-US" sz="1800" b="1" i="0" u="none" strike="noStrike" kern="1200" cap="none" spc="0" normalizeH="0" baseline="0" noProof="0" dirty="0" err="1">
                <a:ln>
                  <a:noFill/>
                </a:ln>
                <a:solidFill>
                  <a:prstClr val="black"/>
                </a:solidFill>
                <a:effectLst/>
                <a:uLnTx/>
                <a:uFillTx/>
                <a:latin typeface="Calibri" panose="020F0502020204030204"/>
                <a:ea typeface="+mn-ea"/>
                <a:cs typeface="+mn-cs"/>
              </a:rPr>
              <a:t>Initializr</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 web-based tool that generates a Spring Boot project structure with dependencies, allowing for quick setup.</a:t>
            </a:r>
          </a:p>
        </p:txBody>
      </p:sp>
      <p:sp>
        <p:nvSpPr>
          <p:cNvPr id="4" name="TextBox 3">
            <a:extLst>
              <a:ext uri="{FF2B5EF4-FFF2-40B4-BE49-F238E27FC236}">
                <a16:creationId xmlns:a16="http://schemas.microsoft.com/office/drawing/2014/main" id="{8FA17B2E-086B-55D0-DF64-0AF8B79060A5}"/>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609685378"/>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1055394"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What advantage does Spring Boot offer for microservices architecture?</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329136"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Boot simplifies microservices by providing embedded servers, auto-configuration, and production-ready features, reducing the need for extensive XML configuration.</a:t>
            </a:r>
          </a:p>
        </p:txBody>
      </p:sp>
      <p:sp>
        <p:nvSpPr>
          <p:cNvPr id="4" name="TextBox 3">
            <a:extLst>
              <a:ext uri="{FF2B5EF4-FFF2-40B4-BE49-F238E27FC236}">
                <a16:creationId xmlns:a16="http://schemas.microsoft.com/office/drawing/2014/main" id="{A27CD8AD-06B7-D1DA-15F9-3A75FB5AB91E}"/>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886164968"/>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145751"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does the @SpringBootApplication annotation simplify Spring Boot application setup?</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728168"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@SpringBootApplication annotation consolidates three crucial annotations: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@Configuration, @EnableAutoConfiguration, and @ComponentScan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simplifying the configuration.</a:t>
            </a:r>
          </a:p>
        </p:txBody>
      </p:sp>
      <p:sp>
        <p:nvSpPr>
          <p:cNvPr id="4" name="TextBox 3">
            <a:extLst>
              <a:ext uri="{FF2B5EF4-FFF2-40B4-BE49-F238E27FC236}">
                <a16:creationId xmlns:a16="http://schemas.microsoft.com/office/drawing/2014/main" id="{879B7108-72D9-46D6-5347-4CD22F5086B1}"/>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075860429"/>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145751" cy="315912"/>
          </a:xfrm>
        </p:spPr>
        <p:txBody>
          <a:bodyPr>
            <a:noAutofit/>
          </a:bodyPr>
          <a:lstStyle/>
          <a:p>
            <a:r>
              <a:rPr lang="en-US" sz="2400" b="1" dirty="0">
                <a:solidFill>
                  <a:schemeClr val="bg1"/>
                </a:solidFill>
                <a:ea typeface="+mn-ea"/>
                <a:cs typeface="+mn-cs"/>
              </a:rPr>
              <a:t>Q. When might you choose </a:t>
            </a:r>
            <a:r>
              <a:rPr lang="en-US" sz="2400" b="1" dirty="0" err="1">
                <a:solidFill>
                  <a:schemeClr val="bg1"/>
                </a:solidFill>
                <a:ea typeface="+mn-ea"/>
                <a:cs typeface="+mn-cs"/>
              </a:rPr>
              <a:t>application.yml</a:t>
            </a:r>
            <a:r>
              <a:rPr lang="en-US" sz="2400" b="1" dirty="0">
                <a:solidFill>
                  <a:schemeClr val="bg1"/>
                </a:solidFill>
                <a:ea typeface="+mn-ea"/>
                <a:cs typeface="+mn-cs"/>
              </a:rPr>
              <a:t> over </a:t>
            </a:r>
            <a:r>
              <a:rPr lang="en-US" sz="2400" b="1" dirty="0" err="1">
                <a:solidFill>
                  <a:schemeClr val="bg1"/>
                </a:solidFill>
                <a:ea typeface="+mn-ea"/>
                <a:cs typeface="+mn-cs"/>
              </a:rPr>
              <a:t>application.properties</a:t>
            </a:r>
            <a:r>
              <a:rPr lang="en-US" sz="2400" b="1" dirty="0">
                <a:solidFill>
                  <a:schemeClr val="bg1"/>
                </a:solidFill>
                <a:ea typeface="+mn-ea"/>
                <a:cs typeface="+mn-cs"/>
              </a:rPr>
              <a:t> for configuration?</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1011632"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1477328"/>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application.yml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for hierarchical data structures and improved readability, especially when dealing with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complex configurations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while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application.properties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is more suited for simpler key-value pairs.</a:t>
            </a:r>
          </a:p>
        </p:txBody>
      </p:sp>
      <p:sp>
        <p:nvSpPr>
          <p:cNvPr id="4" name="TextBox 3">
            <a:extLst>
              <a:ext uri="{FF2B5EF4-FFF2-40B4-BE49-F238E27FC236}">
                <a16:creationId xmlns:a16="http://schemas.microsoft.com/office/drawing/2014/main" id="{49D2D72C-042F-BA32-7160-0D9798BBCB54}"/>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715782570"/>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145751" cy="315912"/>
          </a:xfrm>
        </p:spPr>
        <p:txBody>
          <a:bodyPr>
            <a:noAutofit/>
          </a:bodyPr>
          <a:lstStyle/>
          <a:p>
            <a:r>
              <a:rPr lang="en-US" sz="2400" b="1" dirty="0">
                <a:solidFill>
                  <a:schemeClr val="bg1"/>
                </a:solidFill>
                <a:ea typeface="+mn-ea"/>
                <a:cs typeface="+mn-cs"/>
              </a:rPr>
              <a:t>Q. How do you manage multiple environments in a Spring Boot application?</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502872"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By using profiles with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application-{profile}.properties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or application-{profile}.</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yml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files, allowing for environment-specific configurations that can be switched easily.</a:t>
            </a:r>
          </a:p>
        </p:txBody>
      </p:sp>
      <p:sp>
        <p:nvSpPr>
          <p:cNvPr id="4" name="TextBox 3">
            <a:extLst>
              <a:ext uri="{FF2B5EF4-FFF2-40B4-BE49-F238E27FC236}">
                <a16:creationId xmlns:a16="http://schemas.microsoft.com/office/drawing/2014/main" id="{E8E572E4-3E8F-8CAB-4A20-D1888B805F56}"/>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391250171"/>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145751" cy="315912"/>
          </a:xfrm>
        </p:spPr>
        <p:txBody>
          <a:bodyPr>
            <a:noAutofit/>
          </a:bodyPr>
          <a:lstStyle/>
          <a:p>
            <a:r>
              <a:rPr lang="en-US" sz="2400" b="1" dirty="0">
                <a:solidFill>
                  <a:schemeClr val="bg1"/>
                </a:solidFill>
                <a:ea typeface="+mn-ea"/>
                <a:cs typeface="+mn-cs"/>
              </a:rPr>
              <a:t>Q. What tools would you use to monitor and manage a Spring Boot application?</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179528"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Spring Boot Actuator</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provides various endpoints to monitor application health, metrics, and other management features, making it easier to maintain the application.</a:t>
            </a:r>
          </a:p>
        </p:txBody>
      </p:sp>
      <p:sp>
        <p:nvSpPr>
          <p:cNvPr id="4" name="TextBox 3">
            <a:extLst>
              <a:ext uri="{FF2B5EF4-FFF2-40B4-BE49-F238E27FC236}">
                <a16:creationId xmlns:a16="http://schemas.microsoft.com/office/drawing/2014/main" id="{9602C3CD-67B1-7E38-FDC5-CE225CADDBD5}"/>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092478610"/>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145751" cy="315912"/>
          </a:xfrm>
        </p:spPr>
        <p:txBody>
          <a:bodyPr>
            <a:noAutofit/>
          </a:bodyPr>
          <a:lstStyle/>
          <a:p>
            <a:r>
              <a:rPr lang="en-US" sz="2400" b="1" dirty="0">
                <a:solidFill>
                  <a:schemeClr val="bg1"/>
                </a:solidFill>
                <a:ea typeface="+mn-ea"/>
                <a:cs typeface="+mn-cs"/>
              </a:rPr>
              <a:t>Q. How does Spring Boot simplify deployment in cloud environments?</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62792"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Spring Boot’s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embedded server</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and self-contained packaging allow the application to be deployed as a simple executable, making it ideal for containerized environments like Docker.</a:t>
            </a:r>
          </a:p>
        </p:txBody>
      </p:sp>
      <p:sp>
        <p:nvSpPr>
          <p:cNvPr id="4" name="TextBox 3">
            <a:extLst>
              <a:ext uri="{FF2B5EF4-FFF2-40B4-BE49-F238E27FC236}">
                <a16:creationId xmlns:a16="http://schemas.microsoft.com/office/drawing/2014/main" id="{B4E02ACC-20CB-7BB1-D4C0-6B505B2E2617}"/>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016975051"/>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bg>
      <p:bgPr>
        <a:solidFill>
          <a:srgbClr val="21242B"/>
        </a:solidFill>
        <a:effectLst/>
      </p:bgPr>
    </p:bg>
    <p:spTree>
      <p:nvGrpSpPr>
        <p:cNvPr id="1" name=""/>
        <p:cNvGrpSpPr/>
        <p:nvPr/>
      </p:nvGrpSpPr>
      <p:grpSpPr>
        <a:xfrm>
          <a:off x="0" y="0"/>
          <a:ext cx="0" cy="0"/>
          <a:chOff x="0" y="0"/>
          <a:chExt cx="0" cy="0"/>
        </a:xfrm>
      </p:grpSpPr>
      <p:sp>
        <p:nvSpPr>
          <p:cNvPr id="9" name="Right Triangle 8">
            <a:extLst>
              <a:ext uri="{FF2B5EF4-FFF2-40B4-BE49-F238E27FC236}">
                <a16:creationId xmlns:a16="http://schemas.microsoft.com/office/drawing/2014/main" id="{53355000-FC76-3CC9-B47D-3503F6C28A1D}"/>
              </a:ext>
            </a:extLst>
          </p:cNvPr>
          <p:cNvSpPr/>
          <p:nvPr/>
        </p:nvSpPr>
        <p:spPr>
          <a:xfrm flipH="1">
            <a:off x="5560104" y="1"/>
            <a:ext cx="6631892" cy="6857999"/>
          </a:xfrm>
          <a:prstGeom prst="rtTriangle">
            <a:avLst/>
          </a:prstGeom>
          <a:solidFill>
            <a:schemeClr val="tx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8">
            <a:extLst>
              <a:ext uri="{FF2B5EF4-FFF2-40B4-BE49-F238E27FC236}">
                <a16:creationId xmlns:a16="http://schemas.microsoft.com/office/drawing/2014/main" id="{6A13D31F-C77A-D61F-AB37-281A53C76B1F}"/>
              </a:ext>
            </a:extLst>
          </p:cNvPr>
          <p:cNvSpPr txBox="1">
            <a:spLocks/>
          </p:cNvSpPr>
          <p:nvPr/>
        </p:nvSpPr>
        <p:spPr>
          <a:xfrm>
            <a:off x="238278" y="-513322"/>
            <a:ext cx="6429266" cy="1532868"/>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IN" sz="4000" b="0" i="0" u="none" strike="noStrike" kern="1200" cap="none" spc="0" normalizeH="0" baseline="0" noProof="0" dirty="0">
              <a:ln>
                <a:noFill/>
              </a:ln>
              <a:solidFill>
                <a:srgbClr val="FFFF00"/>
              </a:solidFill>
              <a:effectLst/>
              <a:uLnTx/>
              <a:uFillTx/>
              <a:latin typeface="Calibri Light" panose="020F0302020204030204"/>
              <a:ea typeface="+mj-ea"/>
              <a:cs typeface="+mj-cs"/>
            </a:endParaRPr>
          </a:p>
        </p:txBody>
      </p:sp>
      <p:cxnSp>
        <p:nvCxnSpPr>
          <p:cNvPr id="14" name="Straight Connector 13">
            <a:extLst>
              <a:ext uri="{FF2B5EF4-FFF2-40B4-BE49-F238E27FC236}">
                <a16:creationId xmlns:a16="http://schemas.microsoft.com/office/drawing/2014/main" id="{196F1704-0F62-8120-26B1-5F6E42A65FAD}"/>
              </a:ext>
            </a:extLst>
          </p:cNvPr>
          <p:cNvCxnSpPr/>
          <p:nvPr/>
        </p:nvCxnSpPr>
        <p:spPr>
          <a:xfrm>
            <a:off x="393711" y="1487067"/>
            <a:ext cx="6483237"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
        <p:nvSpPr>
          <p:cNvPr id="8" name="Title 7">
            <a:extLst>
              <a:ext uri="{FF2B5EF4-FFF2-40B4-BE49-F238E27FC236}">
                <a16:creationId xmlns:a16="http://schemas.microsoft.com/office/drawing/2014/main" id="{3C491FF1-8794-0265-D1E4-0388DFBA1581}"/>
              </a:ext>
            </a:extLst>
          </p:cNvPr>
          <p:cNvSpPr>
            <a:spLocks noGrp="1"/>
          </p:cNvSpPr>
          <p:nvPr>
            <p:ph type="title"/>
          </p:nvPr>
        </p:nvSpPr>
        <p:spPr>
          <a:xfrm>
            <a:off x="238278" y="356764"/>
            <a:ext cx="8843938" cy="1325563"/>
          </a:xfrm>
        </p:spPr>
        <p:txBody>
          <a:bodyPr>
            <a:noAutofit/>
          </a:bodyPr>
          <a:lstStyle/>
          <a:p>
            <a:r>
              <a:rPr lang="en-US" b="1" dirty="0">
                <a:solidFill>
                  <a:srgbClr val="FFFF00"/>
                </a:solidFill>
              </a:rPr>
              <a:t>Mock Interview - Spring MVC</a:t>
            </a:r>
            <a:endParaRPr lang="en-IN" b="1" dirty="0"/>
          </a:p>
        </p:txBody>
      </p:sp>
      <p:pic>
        <p:nvPicPr>
          <p:cNvPr id="1026" name="Picture 2">
            <a:extLst>
              <a:ext uri="{FF2B5EF4-FFF2-40B4-BE49-F238E27FC236}">
                <a16:creationId xmlns:a16="http://schemas.microsoft.com/office/drawing/2014/main" id="{6F527F32-B37C-2931-0C0E-B8303C35AC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8596" y="2455142"/>
            <a:ext cx="4988630" cy="3110401"/>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a:extLst>
              <a:ext uri="{FF2B5EF4-FFF2-40B4-BE49-F238E27FC236}">
                <a16:creationId xmlns:a16="http://schemas.microsoft.com/office/drawing/2014/main" id="{16547D0A-3AC9-3D9A-243C-C54F7C0DB64F}"/>
              </a:ext>
            </a:extLst>
          </p:cNvPr>
          <p:cNvSpPr txBox="1"/>
          <p:nvPr/>
        </p:nvSpPr>
        <p:spPr>
          <a:xfrm>
            <a:off x="10342731" y="6373174"/>
            <a:ext cx="1972639" cy="307777"/>
          </a:xfrm>
          <a:prstGeom prst="rect">
            <a:avLst/>
          </a:prstGeom>
          <a:noFill/>
        </p:spPr>
        <p:txBody>
          <a:bodyPr wrap="square">
            <a:spAutoFit/>
          </a:bodyPr>
          <a:lstStyle/>
          <a:p>
            <a:r>
              <a:rPr lang="en-US" sz="1400" dirty="0">
                <a:hlinkClick r:id="rId4" action="ppaction://hlinksldjump"/>
              </a:rPr>
              <a:t>Back to main index</a:t>
            </a:r>
            <a:endParaRPr lang="en-IN" sz="1400" dirty="0"/>
          </a:p>
        </p:txBody>
      </p:sp>
    </p:spTree>
    <p:extLst>
      <p:ext uri="{BB962C8B-B14F-4D97-AF65-F5344CB8AC3E}">
        <p14:creationId xmlns:p14="http://schemas.microsoft.com/office/powerpoint/2010/main" val="532989057"/>
      </p:ext>
    </p:extLst>
  </p:cSld>
  <p:clrMapOvr>
    <a:overrideClrMapping bg1="dk1" tx1="lt1" bg2="dk2" tx2="lt2" accent1="accent1" accent2="accent2" accent3="accent3" accent4="accent4" accent5="accent5" accent6="accent6" hlink="hlink" folHlink="folHlink"/>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4" y="324344"/>
            <a:ext cx="10515600" cy="315912"/>
          </a:xfrm>
        </p:spPr>
        <p:txBody>
          <a:bodyPr>
            <a:noAutofit/>
          </a:bodyPr>
          <a:lstStyle/>
          <a:p>
            <a:r>
              <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rPr>
              <a:t>Q. How do you pass data from the controller to the view in Spring MVC?</a:t>
            </a: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Artificial Intelligence with solid fill">
            <a:extLst>
              <a:ext uri="{FF2B5EF4-FFF2-40B4-BE49-F238E27FC236}">
                <a16:creationId xmlns:a16="http://schemas.microsoft.com/office/drawing/2014/main" id="{D9F9A21B-0EFA-C64A-36A6-A4656A4EC52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106436" y="111237"/>
            <a:ext cx="617172" cy="617172"/>
          </a:xfrm>
          <a:prstGeom prst="rect">
            <a:avLst/>
          </a:prstGeom>
        </p:spPr>
      </p:pic>
      <p:sp>
        <p:nvSpPr>
          <p:cNvPr id="4" name="Rectangle: Rounded Corners 3">
            <a:extLst>
              <a:ext uri="{FF2B5EF4-FFF2-40B4-BE49-F238E27FC236}">
                <a16:creationId xmlns:a16="http://schemas.microsoft.com/office/drawing/2014/main" id="{704C04C0-9D8C-3BC3-DEBE-947FB2E28616}"/>
              </a:ext>
            </a:extLst>
          </p:cNvPr>
          <p:cNvSpPr/>
          <p:nvPr/>
        </p:nvSpPr>
        <p:spPr>
          <a:xfrm>
            <a:off x="5404758" y="1314748"/>
            <a:ext cx="1227459" cy="2553959"/>
          </a:xfrm>
          <a:prstGeom prst="roundRect">
            <a:avLst/>
          </a:prstGeom>
        </p:spPr>
        <p:style>
          <a:lnRef idx="1">
            <a:schemeClr val="dk1"/>
          </a:lnRef>
          <a:fillRef idx="2">
            <a:schemeClr val="dk1"/>
          </a:fillRef>
          <a:effectRef idx="1">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Browser/ Frontend</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Arrow: Right 4">
            <a:extLst>
              <a:ext uri="{FF2B5EF4-FFF2-40B4-BE49-F238E27FC236}">
                <a16:creationId xmlns:a16="http://schemas.microsoft.com/office/drawing/2014/main" id="{C44DE98F-5470-1313-9A4F-76C0850E3FF1}"/>
              </a:ext>
            </a:extLst>
          </p:cNvPr>
          <p:cNvSpPr/>
          <p:nvPr/>
        </p:nvSpPr>
        <p:spPr>
          <a:xfrm>
            <a:off x="6652346" y="1688360"/>
            <a:ext cx="423795" cy="199290"/>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Rectangle: Rounded Corners 6">
            <a:extLst>
              <a:ext uri="{FF2B5EF4-FFF2-40B4-BE49-F238E27FC236}">
                <a16:creationId xmlns:a16="http://schemas.microsoft.com/office/drawing/2014/main" id="{9873A14A-CC71-072D-663F-92626972712A}"/>
              </a:ext>
            </a:extLst>
          </p:cNvPr>
          <p:cNvSpPr/>
          <p:nvPr/>
        </p:nvSpPr>
        <p:spPr>
          <a:xfrm>
            <a:off x="8741217" y="1314748"/>
            <a:ext cx="1194495" cy="664057"/>
          </a:xfrm>
          <a:prstGeom prst="roundRect">
            <a:avLst/>
          </a:prstGeom>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Controller</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Rounded Corners 13">
            <a:extLst>
              <a:ext uri="{FF2B5EF4-FFF2-40B4-BE49-F238E27FC236}">
                <a16:creationId xmlns:a16="http://schemas.microsoft.com/office/drawing/2014/main" id="{6F787AFE-5F6D-82E1-C146-ED8B9F76D39B}"/>
              </a:ext>
            </a:extLst>
          </p:cNvPr>
          <p:cNvSpPr/>
          <p:nvPr/>
        </p:nvSpPr>
        <p:spPr>
          <a:xfrm>
            <a:off x="10380798" y="1314749"/>
            <a:ext cx="1222448" cy="653752"/>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Service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Rectangle: Rounded Corners 16">
            <a:extLst>
              <a:ext uri="{FF2B5EF4-FFF2-40B4-BE49-F238E27FC236}">
                <a16:creationId xmlns:a16="http://schemas.microsoft.com/office/drawing/2014/main" id="{33403E3E-F146-374F-8B34-56AFD238AFB6}"/>
              </a:ext>
            </a:extLst>
          </p:cNvPr>
          <p:cNvSpPr/>
          <p:nvPr/>
        </p:nvSpPr>
        <p:spPr>
          <a:xfrm>
            <a:off x="10424662" y="2274913"/>
            <a:ext cx="1222448" cy="616107"/>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Repository (DAO)</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8" name="Picture 17" descr="rdbms] DB schema 설계시 주의할 점 2가지(확장성, 정규화)">
            <a:extLst>
              <a:ext uri="{FF2B5EF4-FFF2-40B4-BE49-F238E27FC236}">
                <a16:creationId xmlns:a16="http://schemas.microsoft.com/office/drawing/2014/main" id="{404794B2-4005-D0F8-F643-DBC602586B0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805474" y="3235077"/>
            <a:ext cx="437371" cy="482334"/>
          </a:xfrm>
          <a:prstGeom prst="rect">
            <a:avLst/>
          </a:prstGeom>
          <a:noFill/>
          <a:extLst>
            <a:ext uri="{909E8E84-426E-40DD-AFC4-6F175D3DCCD1}">
              <a14:hiddenFill xmlns:a14="http://schemas.microsoft.com/office/drawing/2010/main">
                <a:solidFill>
                  <a:srgbClr val="FFFFFF"/>
                </a:solidFill>
              </a14:hiddenFill>
            </a:ext>
          </a:extLst>
        </p:spPr>
      </p:pic>
      <p:sp>
        <p:nvSpPr>
          <p:cNvPr id="19" name="TextBox 18">
            <a:extLst>
              <a:ext uri="{FF2B5EF4-FFF2-40B4-BE49-F238E27FC236}">
                <a16:creationId xmlns:a16="http://schemas.microsoft.com/office/drawing/2014/main" id="{1B450844-A57E-82ED-8E8C-CA56214B86B3}"/>
              </a:ext>
            </a:extLst>
          </p:cNvPr>
          <p:cNvSpPr txBox="1"/>
          <p:nvPr/>
        </p:nvSpPr>
        <p:spPr>
          <a:xfrm>
            <a:off x="10587646" y="3647562"/>
            <a:ext cx="99384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Database</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Arrow: Right 19">
            <a:extLst>
              <a:ext uri="{FF2B5EF4-FFF2-40B4-BE49-F238E27FC236}">
                <a16:creationId xmlns:a16="http://schemas.microsoft.com/office/drawing/2014/main" id="{FFDF72A4-1A13-9C4C-37CD-BEDB9421F228}"/>
              </a:ext>
            </a:extLst>
          </p:cNvPr>
          <p:cNvSpPr/>
          <p:nvPr/>
        </p:nvSpPr>
        <p:spPr>
          <a:xfrm>
            <a:off x="8286051" y="1639883"/>
            <a:ext cx="460750" cy="165933"/>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Rectangle: Rounded Corners 20">
            <a:extLst>
              <a:ext uri="{FF2B5EF4-FFF2-40B4-BE49-F238E27FC236}">
                <a16:creationId xmlns:a16="http://schemas.microsoft.com/office/drawing/2014/main" id="{B3C86C9E-A4B1-5B44-EEC1-FBF70AF6FA38}"/>
              </a:ext>
            </a:extLst>
          </p:cNvPr>
          <p:cNvSpPr/>
          <p:nvPr/>
        </p:nvSpPr>
        <p:spPr>
          <a:xfrm>
            <a:off x="8765188" y="2905697"/>
            <a:ext cx="1194495" cy="664058"/>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View</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Arrow: Left-Right 21">
            <a:extLst>
              <a:ext uri="{FF2B5EF4-FFF2-40B4-BE49-F238E27FC236}">
                <a16:creationId xmlns:a16="http://schemas.microsoft.com/office/drawing/2014/main" id="{BFA42FF4-9792-61EF-A455-F825DD23B75D}"/>
              </a:ext>
            </a:extLst>
          </p:cNvPr>
          <p:cNvSpPr/>
          <p:nvPr/>
        </p:nvSpPr>
        <p:spPr>
          <a:xfrm rot="16200000">
            <a:off x="8756992" y="2368137"/>
            <a:ext cx="892842" cy="152923"/>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Arrow: Right 27">
            <a:extLst>
              <a:ext uri="{FF2B5EF4-FFF2-40B4-BE49-F238E27FC236}">
                <a16:creationId xmlns:a16="http://schemas.microsoft.com/office/drawing/2014/main" id="{5FDA9637-472D-B4E0-1219-5498A81F7117}"/>
              </a:ext>
            </a:extLst>
          </p:cNvPr>
          <p:cNvSpPr/>
          <p:nvPr/>
        </p:nvSpPr>
        <p:spPr>
          <a:xfrm rot="10800000">
            <a:off x="8284401" y="3148654"/>
            <a:ext cx="460749" cy="165932"/>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Rectangle: Rounded Corners 35">
            <a:extLst>
              <a:ext uri="{FF2B5EF4-FFF2-40B4-BE49-F238E27FC236}">
                <a16:creationId xmlns:a16="http://schemas.microsoft.com/office/drawing/2014/main" id="{20DE9238-132D-AF3B-DE00-E19B1CD22A48}"/>
              </a:ext>
            </a:extLst>
          </p:cNvPr>
          <p:cNvSpPr/>
          <p:nvPr/>
        </p:nvSpPr>
        <p:spPr>
          <a:xfrm>
            <a:off x="7077793" y="1292893"/>
            <a:ext cx="1206606" cy="2553959"/>
          </a:xfrm>
          <a:prstGeom prst="roundRect">
            <a:avLst/>
          </a:prstGeom>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Dispatcher Servlet</a:t>
            </a:r>
            <a:r>
              <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rPr>
              <a:t>/ Front Controller</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Arrow: Right 36">
            <a:extLst>
              <a:ext uri="{FF2B5EF4-FFF2-40B4-BE49-F238E27FC236}">
                <a16:creationId xmlns:a16="http://schemas.microsoft.com/office/drawing/2014/main" id="{E346FA25-DD66-23D2-05FB-CBF3AAF1BDAF}"/>
              </a:ext>
            </a:extLst>
          </p:cNvPr>
          <p:cNvSpPr/>
          <p:nvPr/>
        </p:nvSpPr>
        <p:spPr>
          <a:xfrm rot="10800000">
            <a:off x="6652345" y="3115296"/>
            <a:ext cx="389769" cy="199290"/>
          </a:xfrm>
          <a:prstGeom prs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Arrow: Left-Right 37">
            <a:extLst>
              <a:ext uri="{FF2B5EF4-FFF2-40B4-BE49-F238E27FC236}">
                <a16:creationId xmlns:a16="http://schemas.microsoft.com/office/drawing/2014/main" id="{97BB0D49-3F33-4D88-9828-BB7A832CCF22}"/>
              </a:ext>
            </a:extLst>
          </p:cNvPr>
          <p:cNvSpPr/>
          <p:nvPr/>
        </p:nvSpPr>
        <p:spPr>
          <a:xfrm>
            <a:off x="9969499" y="1635276"/>
            <a:ext cx="396487" cy="170540"/>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Arrow: Left-Right 38">
            <a:extLst>
              <a:ext uri="{FF2B5EF4-FFF2-40B4-BE49-F238E27FC236}">
                <a16:creationId xmlns:a16="http://schemas.microsoft.com/office/drawing/2014/main" id="{74AEA06B-D21A-DEDF-9859-6B4816B19BFE}"/>
              </a:ext>
            </a:extLst>
          </p:cNvPr>
          <p:cNvSpPr/>
          <p:nvPr/>
        </p:nvSpPr>
        <p:spPr>
          <a:xfrm rot="5400000">
            <a:off x="10876197" y="2033058"/>
            <a:ext cx="282530" cy="174022"/>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Arrow: Left-Right 39">
            <a:extLst>
              <a:ext uri="{FF2B5EF4-FFF2-40B4-BE49-F238E27FC236}">
                <a16:creationId xmlns:a16="http://schemas.microsoft.com/office/drawing/2014/main" id="{914B03EE-DA89-817A-345C-8CE25E9BDAE9}"/>
              </a:ext>
            </a:extLst>
          </p:cNvPr>
          <p:cNvSpPr/>
          <p:nvPr/>
        </p:nvSpPr>
        <p:spPr>
          <a:xfrm rot="5400000">
            <a:off x="10875129" y="2989286"/>
            <a:ext cx="304273" cy="154415"/>
          </a:xfrm>
          <a:prstGeom prst="leftRightArrow">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Rectangle: Rounded Corners 40">
            <a:extLst>
              <a:ext uri="{FF2B5EF4-FFF2-40B4-BE49-F238E27FC236}">
                <a16:creationId xmlns:a16="http://schemas.microsoft.com/office/drawing/2014/main" id="{49309CDC-DC84-721E-47AC-10F01C17EE4D}"/>
              </a:ext>
            </a:extLst>
          </p:cNvPr>
          <p:cNvSpPr/>
          <p:nvPr/>
        </p:nvSpPr>
        <p:spPr>
          <a:xfrm>
            <a:off x="8548186" y="1156503"/>
            <a:ext cx="1638417" cy="2712204"/>
          </a:xfrm>
          <a:prstGeom prst="roundRect">
            <a:avLst/>
          </a:prstGeom>
          <a:no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42" name="Picture 8">
            <a:extLst>
              <a:ext uri="{FF2B5EF4-FFF2-40B4-BE49-F238E27FC236}">
                <a16:creationId xmlns:a16="http://schemas.microsoft.com/office/drawing/2014/main" id="{721584B7-E006-E1E3-5F4E-68F595BC554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41240" y="1704353"/>
            <a:ext cx="1006368" cy="429803"/>
          </a:xfrm>
          <a:prstGeom prst="rect">
            <a:avLst/>
          </a:prstGeom>
          <a:noFill/>
          <a:extLst>
            <a:ext uri="{909E8E84-426E-40DD-AFC4-6F175D3DCCD1}">
              <a14:hiddenFill xmlns:a14="http://schemas.microsoft.com/office/drawing/2010/main">
                <a:solidFill>
                  <a:srgbClr val="FFFFFF"/>
                </a:solidFill>
              </a14:hiddenFill>
            </a:ext>
          </a:extLst>
        </p:spPr>
      </p:pic>
      <p:sp>
        <p:nvSpPr>
          <p:cNvPr id="43" name="Rectangle: Rounded Corners 42">
            <a:extLst>
              <a:ext uri="{FF2B5EF4-FFF2-40B4-BE49-F238E27FC236}">
                <a16:creationId xmlns:a16="http://schemas.microsoft.com/office/drawing/2014/main" id="{CE4EC974-5228-53BC-0A72-793807CA83AE}"/>
              </a:ext>
            </a:extLst>
          </p:cNvPr>
          <p:cNvSpPr/>
          <p:nvPr/>
        </p:nvSpPr>
        <p:spPr>
          <a:xfrm>
            <a:off x="9279872" y="2181180"/>
            <a:ext cx="794137" cy="466015"/>
          </a:xfrm>
          <a:prstGeom prst="roundRect">
            <a:avLst/>
          </a:prstGeom>
          <a:solidFill>
            <a:srgbClr val="FFFF00"/>
          </a:solidFill>
        </p:spPr>
        <p:style>
          <a:lnRef idx="1">
            <a:schemeClr val="accent1"/>
          </a:lnRef>
          <a:fillRef idx="2">
            <a:schemeClr val="accent1"/>
          </a:fillRef>
          <a:effectRef idx="1">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Model</a:t>
            </a:r>
            <a:endParaRPr kumimoji="0" lang="en-IN"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Rectangle 46">
            <a:extLst>
              <a:ext uri="{FF2B5EF4-FFF2-40B4-BE49-F238E27FC236}">
                <a16:creationId xmlns:a16="http://schemas.microsoft.com/office/drawing/2014/main" id="{E6C4EF4D-A6EE-200C-8B38-5AC2A0BAE750}"/>
              </a:ext>
            </a:extLst>
          </p:cNvPr>
          <p:cNvSpPr/>
          <p:nvPr/>
        </p:nvSpPr>
        <p:spPr>
          <a:xfrm>
            <a:off x="495768" y="1156503"/>
            <a:ext cx="4426601" cy="1118410"/>
          </a:xfrm>
          <a:prstGeom prst="rect">
            <a:avLst/>
          </a:prstGeom>
          <a:no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12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In Spring MVC, data is passed from the controller to the view using the </a:t>
            </a:r>
            <a:r>
              <a:rPr kumimoji="0" lang="en-US" sz="1800" b="1"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Model</a:t>
            </a: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44B7A232-EE2C-47C0-0CDF-D2F234E0E665}"/>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8"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433238337"/>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145751" cy="315912"/>
          </a:xfrm>
        </p:spPr>
        <p:txBody>
          <a:bodyPr>
            <a:noAutofit/>
          </a:bodyPr>
          <a:lstStyle/>
          <a:p>
            <a:r>
              <a:rPr lang="en-US" sz="2400" b="1" dirty="0">
                <a:solidFill>
                  <a:schemeClr val="bg1"/>
                </a:solidFill>
                <a:ea typeface="+mn-ea"/>
                <a:cs typeface="+mn-cs"/>
              </a:rPr>
              <a:t>Q. What mechanism does Spring MVC use to route requests to the appropriate handler?</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920192"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a:t>
            </a:r>
            <a:r>
              <a:rPr kumimoji="0" lang="en-US" sz="1800" b="1" i="0" u="none" strike="noStrike" kern="1200" cap="none" spc="0" normalizeH="0" baseline="0" noProof="0" dirty="0" err="1">
                <a:ln>
                  <a:noFill/>
                </a:ln>
                <a:solidFill>
                  <a:prstClr val="black"/>
                </a:solidFill>
                <a:effectLst/>
                <a:uLnTx/>
                <a:uFillTx/>
                <a:latin typeface="Calibri" panose="020F0502020204030204"/>
                <a:ea typeface="+mn-ea"/>
                <a:cs typeface="+mn-cs"/>
              </a:rPr>
              <a:t>DispatcherServlet</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routes incoming HTTP requests to the appropriate controller based on the URL patterns defined with annotations like @RequestMapping.</a:t>
            </a:r>
          </a:p>
        </p:txBody>
      </p:sp>
      <p:sp>
        <p:nvSpPr>
          <p:cNvPr id="4" name="TextBox 3">
            <a:extLst>
              <a:ext uri="{FF2B5EF4-FFF2-40B4-BE49-F238E27FC236}">
                <a16:creationId xmlns:a16="http://schemas.microsoft.com/office/drawing/2014/main" id="{15ADE837-E887-5C83-4135-9835A3E08F86}"/>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232583686"/>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145751" cy="315912"/>
          </a:xfrm>
        </p:spPr>
        <p:txBody>
          <a:bodyPr>
            <a:noAutofit/>
          </a:bodyPr>
          <a:lstStyle/>
          <a:p>
            <a:r>
              <a:rPr lang="en-US" sz="2400" b="1" dirty="0">
                <a:solidFill>
                  <a:schemeClr val="bg1"/>
                </a:solidFill>
                <a:ea typeface="+mn-ea"/>
                <a:cs typeface="+mn-cs"/>
              </a:rPr>
              <a:t>Q. How would you map a specific URL to a method in a Spring MVC controller?</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932640"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200231"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the </a:t>
            </a: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@RequestMapping annotation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to map a specific URL pattern to a method within a controller, allowing the method to handle requests for that URL.</a:t>
            </a:r>
          </a:p>
        </p:txBody>
      </p:sp>
      <p:sp>
        <p:nvSpPr>
          <p:cNvPr id="4" name="TextBox 3">
            <a:extLst>
              <a:ext uri="{FF2B5EF4-FFF2-40B4-BE49-F238E27FC236}">
                <a16:creationId xmlns:a16="http://schemas.microsoft.com/office/drawing/2014/main" id="{5987C17F-3558-84A3-31E8-4D554A9D033E}"/>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051560591"/>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145751" cy="315912"/>
          </a:xfrm>
        </p:spPr>
        <p:txBody>
          <a:bodyPr>
            <a:noAutofit/>
          </a:bodyPr>
          <a:lstStyle/>
          <a:p>
            <a:r>
              <a:rPr lang="en-US" sz="2400" b="1" dirty="0">
                <a:solidFill>
                  <a:schemeClr val="bg1"/>
                </a:solidFill>
                <a:ea typeface="+mn-ea"/>
                <a:cs typeface="+mn-cs"/>
              </a:rPr>
              <a:t>Q. How do you handle HTTP GET, PUT, POST, DELETE requests in Spring MVC?</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740616"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811137" cy="1200329"/>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the @GetMapping, @PUTMapping, @POSTMapping and @DELETEMapping annotations over controller methods to handle HTTP GET, PUT, POST, DELETE requests in Spring MVC.</a:t>
            </a:r>
          </a:p>
        </p:txBody>
      </p:sp>
      <p:sp>
        <p:nvSpPr>
          <p:cNvPr id="4" name="TextBox 3">
            <a:extLst>
              <a:ext uri="{FF2B5EF4-FFF2-40B4-BE49-F238E27FC236}">
                <a16:creationId xmlns:a16="http://schemas.microsoft.com/office/drawing/2014/main" id="{1726226C-685A-1C17-889C-B69591DFD1C5}"/>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772055848"/>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90517" y="324344"/>
            <a:ext cx="11145751" cy="315912"/>
          </a:xfrm>
        </p:spPr>
        <p:txBody>
          <a:bodyPr>
            <a:noAutofit/>
          </a:bodyPr>
          <a:lstStyle/>
          <a:p>
            <a:r>
              <a:rPr lang="en-US" sz="2400" b="1" dirty="0">
                <a:solidFill>
                  <a:schemeClr val="bg1"/>
                </a:solidFill>
                <a:ea typeface="+mn-ea"/>
                <a:cs typeface="+mn-cs"/>
              </a:rPr>
              <a:t>Q. When would you use @PostMapping versus @PutMapping in a Spring MVC application?</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984200"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811137" cy="646331"/>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@PostMapping is used for creating new resources, while @PutMapping is for updating existing resources.</a:t>
            </a:r>
          </a:p>
        </p:txBody>
      </p:sp>
      <p:sp>
        <p:nvSpPr>
          <p:cNvPr id="4" name="TextBox 3">
            <a:extLst>
              <a:ext uri="{FF2B5EF4-FFF2-40B4-BE49-F238E27FC236}">
                <a16:creationId xmlns:a16="http://schemas.microsoft.com/office/drawing/2014/main" id="{23F0FDFB-3BEC-1689-CB62-D8513C01EB4F}"/>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645543432"/>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145751" cy="315912"/>
          </a:xfrm>
        </p:spPr>
        <p:txBody>
          <a:bodyPr>
            <a:noAutofit/>
          </a:bodyPr>
          <a:lstStyle/>
          <a:p>
            <a:r>
              <a:rPr lang="en-US" sz="2400" b="1" dirty="0">
                <a:solidFill>
                  <a:schemeClr val="bg1"/>
                </a:solidFill>
                <a:ea typeface="+mn-ea"/>
                <a:cs typeface="+mn-cs"/>
              </a:rPr>
              <a:t>Q. How does Spring MVC manage the data in an application?</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774656" y="164591"/>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811137" cy="646331"/>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Model in Spring MVC represents the data or the state of the application.</a:t>
            </a:r>
          </a:p>
        </p:txBody>
      </p:sp>
      <p:sp>
        <p:nvSpPr>
          <p:cNvPr id="4" name="TextBox 3">
            <a:extLst>
              <a:ext uri="{FF2B5EF4-FFF2-40B4-BE49-F238E27FC236}">
                <a16:creationId xmlns:a16="http://schemas.microsoft.com/office/drawing/2014/main" id="{8D6C4C32-9DE4-E80F-04F7-711245EA12CB}"/>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172801079"/>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145751" cy="315912"/>
          </a:xfrm>
        </p:spPr>
        <p:txBody>
          <a:bodyPr>
            <a:noAutofit/>
          </a:bodyPr>
          <a:lstStyle/>
          <a:p>
            <a:r>
              <a:rPr lang="en-US" sz="2400" b="1" dirty="0">
                <a:solidFill>
                  <a:schemeClr val="bg1"/>
                </a:solidFill>
                <a:ea typeface="+mn-ea"/>
                <a:cs typeface="+mn-cs"/>
              </a:rPr>
              <a:t>Q. How do you capture specific request parameters in a Spring MVC controller?</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905208" y="171173"/>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811137"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@RequestParam to capture query parameters from the request URL, and @PathVariable to capture values from the URL path itself.</a:t>
            </a:r>
          </a:p>
        </p:txBody>
      </p:sp>
      <p:sp>
        <p:nvSpPr>
          <p:cNvPr id="4" name="TextBox 3">
            <a:extLst>
              <a:ext uri="{FF2B5EF4-FFF2-40B4-BE49-F238E27FC236}">
                <a16:creationId xmlns:a16="http://schemas.microsoft.com/office/drawing/2014/main" id="{9F766FD0-BB76-9756-FA3D-E8A7EA4D2BBF}"/>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239811667"/>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1145751" cy="315912"/>
          </a:xfrm>
        </p:spPr>
        <p:txBody>
          <a:bodyPr>
            <a:noAutofit/>
          </a:bodyPr>
          <a:lstStyle/>
          <a:p>
            <a:r>
              <a:rPr lang="en-US" sz="2400" b="1" dirty="0">
                <a:solidFill>
                  <a:schemeClr val="bg1"/>
                </a:solidFill>
                <a:ea typeface="+mn-ea"/>
                <a:cs typeface="+mn-cs"/>
              </a:rPr>
              <a:t>Q. In what scenarios would you use @ModelAttribute in Spring MVC?</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17072" y="171173"/>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811137"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@ModelAttribute to populate a model before any request handler method is executed or to bind form data to a model object.</a:t>
            </a:r>
          </a:p>
        </p:txBody>
      </p:sp>
      <p:sp>
        <p:nvSpPr>
          <p:cNvPr id="4" name="TextBox 3">
            <a:extLst>
              <a:ext uri="{FF2B5EF4-FFF2-40B4-BE49-F238E27FC236}">
                <a16:creationId xmlns:a16="http://schemas.microsoft.com/office/drawing/2014/main" id="{59C6E933-D279-F5F2-2EB7-CAB351879537}"/>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673427261"/>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C59E8F-7313-9B2F-FBB8-9105CDC94E9F}"/>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617E6D8E-C3BC-8EC7-2F3D-0211FFE721F7}"/>
              </a:ext>
            </a:extLst>
          </p:cNvPr>
          <p:cNvSpPr/>
          <p:nvPr/>
        </p:nvSpPr>
        <p:spPr>
          <a:xfrm>
            <a:off x="0" y="1"/>
            <a:ext cx="12192000" cy="83215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9BA5B749-C2DB-BFA3-8AAB-84D22D40AEE3}"/>
              </a:ext>
            </a:extLst>
          </p:cNvPr>
          <p:cNvSpPr>
            <a:spLocks noGrp="1"/>
          </p:cNvSpPr>
          <p:nvPr>
            <p:ph type="title"/>
          </p:nvPr>
        </p:nvSpPr>
        <p:spPr>
          <a:xfrm>
            <a:off x="355693" y="324344"/>
            <a:ext cx="10269635" cy="315912"/>
          </a:xfrm>
        </p:spPr>
        <p:txBody>
          <a:bodyPr>
            <a:noAutofit/>
          </a:bodyPr>
          <a:lstStyle/>
          <a:p>
            <a:r>
              <a:rPr lang="en-US" sz="2400" b="1" dirty="0">
                <a:solidFill>
                  <a:schemeClr val="bg1"/>
                </a:solidFill>
                <a:ea typeface="+mn-ea"/>
                <a:cs typeface="+mn-cs"/>
              </a:rPr>
              <a:t>Q. What approach would you take to ensure form data is valid in a Spring MVC application?</a:t>
            </a:r>
            <a:endParaRPr kumimoji="0" lang="en-US" sz="2400" b="1" i="0" u="none" strike="noStrike" kern="1200" cap="none" spc="0" normalizeH="0" baseline="0" noProof="0" dirty="0">
              <a:ln>
                <a:noFill/>
              </a:ln>
              <a:solidFill>
                <a:schemeClr val="bg1"/>
              </a:solidFill>
              <a:effectLst/>
              <a:uLnTx/>
              <a:uFillTx/>
              <a:latin typeface="Calibri Light" panose="020F0302020204030204"/>
              <a:ea typeface="+mn-ea"/>
              <a:cs typeface="+mn-cs"/>
            </a:endParaRPr>
          </a:p>
        </p:txBody>
      </p:sp>
      <p:pic>
        <p:nvPicPr>
          <p:cNvPr id="3" name="Picture 2" descr="A person with a beard&#10;&#10;Description automatically generated">
            <a:extLst>
              <a:ext uri="{FF2B5EF4-FFF2-40B4-BE49-F238E27FC236}">
                <a16:creationId xmlns:a16="http://schemas.microsoft.com/office/drawing/2014/main" id="{0D6083F6-0ECB-9F45-ABAD-8615E6CC4B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89977" y="16308"/>
            <a:ext cx="623134" cy="808497"/>
          </a:xfrm>
          <a:prstGeom prst="rect">
            <a:avLst/>
          </a:prstGeom>
        </p:spPr>
      </p:pic>
      <p:pic>
        <p:nvPicPr>
          <p:cNvPr id="6" name="Graphic 5" descr="Lightbulb with solid fill">
            <a:extLst>
              <a:ext uri="{FF2B5EF4-FFF2-40B4-BE49-F238E27FC236}">
                <a16:creationId xmlns:a16="http://schemas.microsoft.com/office/drawing/2014/main" id="{C240BFAD-27E1-C3E6-B4DE-37C76D71245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978360" y="171173"/>
            <a:ext cx="489813" cy="489813"/>
          </a:xfrm>
          <a:prstGeom prst="rect">
            <a:avLst/>
          </a:prstGeom>
        </p:spPr>
      </p:pic>
      <p:sp>
        <p:nvSpPr>
          <p:cNvPr id="7" name="TextBox 6">
            <a:extLst>
              <a:ext uri="{FF2B5EF4-FFF2-40B4-BE49-F238E27FC236}">
                <a16:creationId xmlns:a16="http://schemas.microsoft.com/office/drawing/2014/main" id="{5A4108EE-7F89-99D5-CC49-3176898EFACF}"/>
              </a:ext>
            </a:extLst>
          </p:cNvPr>
          <p:cNvSpPr txBox="1"/>
          <p:nvPr/>
        </p:nvSpPr>
        <p:spPr>
          <a:xfrm>
            <a:off x="489079" y="1126231"/>
            <a:ext cx="5811137" cy="923330"/>
          </a:xfrm>
          <a:prstGeom prst="rect">
            <a:avLst/>
          </a:prstGeom>
          <a:noFill/>
          <a:ln>
            <a:solidFill>
              <a:schemeClr val="bg1">
                <a:lumMod val="95000"/>
              </a:schemeClr>
            </a:solidFill>
          </a:ln>
        </p:spPr>
        <p:txBody>
          <a:bodyPr wrap="square">
            <a:spAutoFit/>
          </a:bodyPr>
          <a:lstStyle/>
          <a:p>
            <a:pPr marL="285750" marR="0" lvl="0" indent="-285750" algn="l" defTabSz="914400" rtl="0" eaLnBrk="1" fontAlgn="auto" latinLnBrk="0" hangingPunct="1">
              <a:lnSpc>
                <a:spcPct val="100000"/>
              </a:lnSpc>
              <a:spcBef>
                <a:spcPts val="600"/>
              </a:spcBef>
              <a:spcAft>
                <a:spcPts val="0"/>
              </a:spcAft>
              <a:buClr>
                <a:srgbClr val="FFC000"/>
              </a:buClr>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 the @Valid annotation along with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BindingResult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to validate the data in the model object and handle validation errors within the controller.</a:t>
            </a:r>
          </a:p>
        </p:txBody>
      </p:sp>
      <p:sp>
        <p:nvSpPr>
          <p:cNvPr id="4" name="TextBox 3">
            <a:extLst>
              <a:ext uri="{FF2B5EF4-FFF2-40B4-BE49-F238E27FC236}">
                <a16:creationId xmlns:a16="http://schemas.microsoft.com/office/drawing/2014/main" id="{9FA6BEA9-8D2B-B7FB-9909-AFF82ECE4FE9}"/>
              </a:ext>
            </a:extLst>
          </p:cNvPr>
          <p:cNvSpPr txBox="1"/>
          <p:nvPr/>
        </p:nvSpPr>
        <p:spPr>
          <a:xfrm>
            <a:off x="10405730" y="6485478"/>
            <a:ext cx="1786270" cy="307777"/>
          </a:xfrm>
          <a:prstGeom prst="rect">
            <a:avLst/>
          </a:prstGeom>
          <a:noFill/>
        </p:spPr>
        <p:txBody>
          <a:bodyPr wrap="square">
            <a:spAutoFit/>
          </a:bodyPr>
          <a:lstStyle/>
          <a:p>
            <a:r>
              <a:rPr lang="en-US" sz="1400" dirty="0">
                <a:latin typeface="Calibri" panose="020F0502020204030204" pitchFamily="34" charset="0"/>
                <a:ea typeface="Calibri" panose="020F0502020204030204" pitchFamily="34" charset="0"/>
                <a:cs typeface="Calibri" panose="020F0502020204030204" pitchFamily="34" charset="0"/>
                <a:hlinkClick r:id="rId6" action="ppaction://hlinksldjump"/>
              </a:rPr>
              <a:t>back to chapter index</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913474873"/>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2" name="Rectangle 31">
            <a:extLst>
              <a:ext uri="{FF2B5EF4-FFF2-40B4-BE49-F238E27FC236}">
                <a16:creationId xmlns:a16="http://schemas.microsoft.com/office/drawing/2014/main" id="{71B2258F-86CA-4D4D-8270-BC05FCDEBFB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7999"/>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9" name="Picture 18" descr="A close-up of a network&#10;&#10;Description automatically generated">
            <a:extLst>
              <a:ext uri="{FF2B5EF4-FFF2-40B4-BE49-F238E27FC236}">
                <a16:creationId xmlns:a16="http://schemas.microsoft.com/office/drawing/2014/main" id="{D96691D2-C06F-9DAD-D21D-BB577BAEBE37}"/>
              </a:ext>
            </a:extLst>
          </p:cNvPr>
          <p:cNvPicPr>
            <a:picLocks noChangeAspect="1"/>
          </p:cNvPicPr>
          <p:nvPr/>
        </p:nvPicPr>
        <p:blipFill rotWithShape="1">
          <a:blip r:embed="rId2">
            <a:alphaModFix amt="50000"/>
          </a:blip>
          <a:srcRect t="6989" b="2649"/>
          <a:stretch/>
        </p:blipFill>
        <p:spPr>
          <a:xfrm>
            <a:off x="20" y="10"/>
            <a:ext cx="12191981" cy="6857990"/>
          </a:xfrm>
          <a:prstGeom prst="rect">
            <a:avLst/>
          </a:prstGeom>
        </p:spPr>
      </p:pic>
      <p:pic>
        <p:nvPicPr>
          <p:cNvPr id="5" name="Picture 4" descr="A person with a beard&#10;&#10;Description automatically generated">
            <a:extLst>
              <a:ext uri="{FF2B5EF4-FFF2-40B4-BE49-F238E27FC236}">
                <a16:creationId xmlns:a16="http://schemas.microsoft.com/office/drawing/2014/main" id="{0576167A-5C80-7F75-FB17-66808F0C89C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370127" y="4651862"/>
            <a:ext cx="1588528" cy="2061067"/>
          </a:xfrm>
          <a:prstGeom prst="rect">
            <a:avLst/>
          </a:prstGeom>
        </p:spPr>
      </p:pic>
      <p:sp>
        <p:nvSpPr>
          <p:cNvPr id="4" name="Title 1">
            <a:extLst>
              <a:ext uri="{FF2B5EF4-FFF2-40B4-BE49-F238E27FC236}">
                <a16:creationId xmlns:a16="http://schemas.microsoft.com/office/drawing/2014/main" id="{49A2A02B-3D4B-E2C6-87FF-145A0325A525}"/>
              </a:ext>
            </a:extLst>
          </p:cNvPr>
          <p:cNvSpPr>
            <a:spLocks noGrp="1"/>
          </p:cNvSpPr>
          <p:nvPr>
            <p:ph type="ctrTitle"/>
          </p:nvPr>
        </p:nvSpPr>
        <p:spPr>
          <a:xfrm>
            <a:off x="1524000" y="1122362"/>
            <a:ext cx="9144000" cy="2900518"/>
          </a:xfrm>
        </p:spPr>
        <p:txBody>
          <a:bodyPr>
            <a:normAutofit/>
          </a:bodyPr>
          <a:lstStyle/>
          <a:p>
            <a:r>
              <a:rPr lang="en-IN" sz="5600" dirty="0">
                <a:solidFill>
                  <a:srgbClr val="FFFFFF"/>
                </a:solidFill>
              </a:rPr>
              <a:t>All the best for your interviews</a:t>
            </a:r>
            <a:br>
              <a:rPr lang="en-IN" sz="5600" dirty="0">
                <a:solidFill>
                  <a:srgbClr val="FFFFFF"/>
                </a:solidFill>
              </a:rPr>
            </a:br>
            <a:br>
              <a:rPr lang="en-IN" sz="5600" dirty="0">
                <a:solidFill>
                  <a:srgbClr val="FFFFFF"/>
                </a:solidFill>
              </a:rPr>
            </a:br>
            <a:r>
              <a:rPr lang="en-IN" sz="5600" b="1" dirty="0">
                <a:solidFill>
                  <a:srgbClr val="FFFF00"/>
                </a:solidFill>
              </a:rPr>
              <a:t>Never ever give up</a:t>
            </a:r>
          </a:p>
        </p:txBody>
      </p:sp>
    </p:spTree>
    <p:extLst>
      <p:ext uri="{BB962C8B-B14F-4D97-AF65-F5344CB8AC3E}">
        <p14:creationId xmlns:p14="http://schemas.microsoft.com/office/powerpoint/2010/main" val="4091199587"/>
      </p:ext>
    </p:extLst>
  </p:cSld>
  <p:clrMapOvr>
    <a:overrideClrMapping bg1="dk1" tx1="lt1" bg2="dk2" tx2="lt2" accent1="accent1" accent2="accent2" accent3="accent3" accent4="accent4" accent5="accent5" accent6="accent6" hlink="hlink" folHlink="folHlink"/>
  </p:clrMapOvr>
</p:sld>
</file>

<file path=ppt/theme/theme1.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2949</TotalTime>
  <Words>53306</Words>
  <Application>Microsoft Office PowerPoint</Application>
  <PresentationFormat>Widescreen</PresentationFormat>
  <Paragraphs>8224</Paragraphs>
  <Slides>463</Slides>
  <Notes>458</Notes>
  <HiddenSlides>0</HiddenSlides>
  <MMClips>0</MMClips>
  <ScaleCrop>false</ScaleCrop>
  <HeadingPairs>
    <vt:vector size="6" baseType="variant">
      <vt:variant>
        <vt:lpstr>Fonts Used</vt:lpstr>
      </vt:variant>
      <vt:variant>
        <vt:i4>12</vt:i4>
      </vt:variant>
      <vt:variant>
        <vt:lpstr>Theme</vt:lpstr>
      </vt:variant>
      <vt:variant>
        <vt:i4>3</vt:i4>
      </vt:variant>
      <vt:variant>
        <vt:lpstr>Slide Titles</vt:lpstr>
      </vt:variant>
      <vt:variant>
        <vt:i4>463</vt:i4>
      </vt:variant>
    </vt:vector>
  </HeadingPairs>
  <TitlesOfParts>
    <vt:vector size="478" baseType="lpstr">
      <vt:lpstr>Aptos</vt:lpstr>
      <vt:lpstr>Aptos Display</vt:lpstr>
      <vt:lpstr>Arial</vt:lpstr>
      <vt:lpstr>Calibri</vt:lpstr>
      <vt:lpstr>Calibri Light</vt:lpstr>
      <vt:lpstr>Consolas</vt:lpstr>
      <vt:lpstr>Garamond</vt:lpstr>
      <vt:lpstr>Google Sans Text</vt:lpstr>
      <vt:lpstr>Söhne</vt:lpstr>
      <vt:lpstr>Source Sans Pro</vt:lpstr>
      <vt:lpstr>Times New Roman</vt:lpstr>
      <vt:lpstr>Wingdings</vt:lpstr>
      <vt:lpstr>2_Office Theme</vt:lpstr>
      <vt:lpstr>3_Office Theme</vt:lpstr>
      <vt:lpstr>Office Theme</vt:lpstr>
      <vt:lpstr>PowerPoint Presentation</vt:lpstr>
      <vt:lpstr>PowerPoint Presentation</vt:lpstr>
      <vt:lpstr>PowerPoint Presentation</vt:lpstr>
      <vt:lpstr>PowerPoint Presentation</vt:lpstr>
      <vt:lpstr>PowerPoint Presentation</vt:lpstr>
      <vt:lpstr>PowerPoint Presentation</vt:lpstr>
      <vt:lpstr>1. Java - Basics</vt:lpstr>
      <vt:lpstr>Q. What is Java?</vt:lpstr>
      <vt:lpstr>Q. What are JDK, JRE &amp; JVM? How a Java program compiled or executed?</vt:lpstr>
      <vt:lpstr>Q. What is compile-time and run-time in Java?</vt:lpstr>
      <vt:lpstr>Q. What are the main features and advantages of Java?</vt:lpstr>
      <vt:lpstr>Q. How Java is platform independent? Why convert java code to bytecode?</vt:lpstr>
      <vt:lpstr>Q. How to setup VS Code for Java? (not an interview question)</vt:lpstr>
      <vt:lpstr>Q. What is main method in Java? What is the role of public, static and void in it?</vt:lpstr>
      <vt:lpstr>Q. What is Java Bytecode? What is high-level, low-level code?</vt:lpstr>
      <vt:lpstr>2. Variables &amp; Data types</vt:lpstr>
      <vt:lpstr>Q. What are variables &amp; data types? What are the types of data types?</vt:lpstr>
      <vt:lpstr>Q. What are primitive data types?</vt:lpstr>
      <vt:lpstr>Q. What are reference/ non-primitive data types?</vt:lpstr>
      <vt:lpstr>Q. What are the differences between primitive and reference data types?</vt:lpstr>
      <vt:lpstr>3. Operators</vt:lpstr>
      <vt:lpstr>Q. What are Operators? What the types of operators in Java?</vt:lpstr>
      <vt:lpstr>Q. What are Arithmetic Operators?</vt:lpstr>
      <vt:lpstr>Q. What are Assignment Operators?</vt:lpstr>
      <vt:lpstr>Q. What are Comparison Operators? When to use them?</vt:lpstr>
      <vt:lpstr>Q. What are Logical Operators? When to use them?</vt:lpstr>
      <vt:lpstr>Q. What are Unary Operators?</vt:lpstr>
      <vt:lpstr>Q. What are Ternary (Conditional) Operators?</vt:lpstr>
      <vt:lpstr>Q. What is instanceOf Operator?</vt:lpstr>
      <vt:lpstr>4. Control statements - Basics</vt:lpstr>
      <vt:lpstr>Q. What are control statements in Java?</vt:lpstr>
      <vt:lpstr>Q. What are conditional statements? What is if-elseif-else condition? </vt:lpstr>
      <vt:lpstr>Q. What are looping statements in Java? What is while loop?</vt:lpstr>
      <vt:lpstr>Q. What is the difference between while loop and for loop?</vt:lpstr>
      <vt:lpstr>Q. What is the difference between break and continue statement?</vt:lpstr>
      <vt:lpstr>5. Control statements - Advanced</vt:lpstr>
      <vt:lpstr>Q. What is the difference between while loop and do-while loop?</vt:lpstr>
      <vt:lpstr>Q. How to decide which loop(for, while, do-while) to use in real applications?</vt:lpstr>
      <vt:lpstr>Q. What is the difference btw for loop and for-each loop? When to use for-each loop?</vt:lpstr>
      <vt:lpstr>Q. What is switch statement?</vt:lpstr>
      <vt:lpstr>Q. When to use which type of conditional statements in real applications?</vt:lpstr>
      <vt:lpstr>6. String &amp; StringBuilder</vt:lpstr>
      <vt:lpstr>Q. What is StringBuilder? What is the difference between String and StringBuilder?</vt:lpstr>
      <vt:lpstr>Q. When to use String and when to use StringBuilder in real applications?</vt:lpstr>
      <vt:lpstr>Q. What is the concept of string pool in Java?</vt:lpstr>
      <vt:lpstr>Q. What is the difference between == and equals() method for comparing strings?</vt:lpstr>
      <vt:lpstr>Q. What are the important methods of String class?</vt:lpstr>
      <vt:lpstr>7. Arrays</vt:lpstr>
      <vt:lpstr>Q. What is an Array? Why we need array in real applications?</vt:lpstr>
      <vt:lpstr>Q. How to declare and initialize an array? How to access array elements?</vt:lpstr>
      <vt:lpstr>Q. What is the length property of an array?</vt:lpstr>
      <vt:lpstr>Q. How do you iterate over an array in Java?</vt:lpstr>
      <vt:lpstr>8. OOPS - Classes, Objects &amp; Package</vt:lpstr>
      <vt:lpstr>Q. What is OOPS? What are the main concepts of OOPS?</vt:lpstr>
      <vt:lpstr>Q. What are classes and objects? Why use them in applications?</vt:lpstr>
      <vt:lpstr>Q. How to implement classes and objects in Java?</vt:lpstr>
      <vt:lpstr>Q. What are the members of class?</vt:lpstr>
      <vt:lpstr>Q. What is the role and benefit of package in Java?</vt:lpstr>
      <vt:lpstr>9. OOPS - Access Specifiers, Getter-Setter &amp; this keyword</vt:lpstr>
      <vt:lpstr>Q. What are access specifiers? What are public and private specifiers?</vt:lpstr>
      <vt:lpstr>Q. What is the role of default access specifier? Difference btw public, private and default?</vt:lpstr>
      <vt:lpstr>Q. What is the role of default access specifier? Difference btw public, private and default?</vt:lpstr>
      <vt:lpstr>Q. What is the role of this keyword in java? When to use it?</vt:lpstr>
      <vt:lpstr>Q. Why to use same names for class fields and parameter name in Setter method?</vt:lpstr>
      <vt:lpstr>Q. What are getter and setter methods? </vt:lpstr>
      <vt:lpstr>Q. What are the advantages of getter and setter methods?</vt:lpstr>
      <vt:lpstr>Q. What are the 4 principles/ pillars of OOPS?</vt:lpstr>
      <vt:lpstr>10. OOPS - Inheritance</vt:lpstr>
      <vt:lpstr>Q. What is inheritance and when to use inheritance in real applications?</vt:lpstr>
      <vt:lpstr>Q. How to implement inheritance in Java?</vt:lpstr>
      <vt:lpstr>Q. What are the different types of Inheritance? When to use what?</vt:lpstr>
      <vt:lpstr>Q. What is multiple inheritance? Does Java support it?</vt:lpstr>
      <vt:lpstr>Q. Why Java does not support multiple inheritance of classes? What is diamond problem?</vt:lpstr>
      <vt:lpstr>Q. What is the alternative of multiple inheritance in Java?</vt:lpstr>
      <vt:lpstr>Q. How to prevent a class from being inherited?</vt:lpstr>
      <vt:lpstr>11. OOPS - Polymorphism</vt:lpstr>
      <vt:lpstr>Q. What is polymorphism? </vt:lpstr>
      <vt:lpstr>Q. What are the types of polymorphism? </vt:lpstr>
      <vt:lpstr>Q. What is Method Overloading? How to implement it and when to use it?</vt:lpstr>
      <vt:lpstr>Q. Why do we call method overloading as a type of compile-time or early binding?</vt:lpstr>
      <vt:lpstr>Q. In how many ways can a method be overloaded?</vt:lpstr>
      <vt:lpstr>Q. If two same methods have different return type, then are methods are overloaded?</vt:lpstr>
      <vt:lpstr>Q. What is Method Overriding? </vt:lpstr>
      <vt:lpstr>Q. Why to use method overriding? Why don’t we have different name methods? </vt:lpstr>
      <vt:lpstr>Q. How to implement method overriding?</vt:lpstr>
      <vt:lpstr>Q. Why we call method overriding as a run-time or late binding?</vt:lpstr>
      <vt:lpstr>Q. What are the 5 differences between Overloading and Overriding?</vt:lpstr>
      <vt:lpstr>Q. What are the 5 differences between Overloading and Overriding?</vt:lpstr>
      <vt:lpstr>Q. What are Annotations in Java?</vt:lpstr>
      <vt:lpstr>12. OOPS - Encapsulation &amp; Abstraction</vt:lpstr>
      <vt:lpstr>Q. What is Encapsulation?</vt:lpstr>
      <vt:lpstr>Q. How to achieve Encapsulation in Java?</vt:lpstr>
      <vt:lpstr>Q. What are the advantages of Encapsulation in Java?</vt:lpstr>
      <vt:lpstr>Q. What is Abstraction? How to implement abstraction?</vt:lpstr>
      <vt:lpstr>Q. What is the difference between abstraction and encapsulation?</vt:lpstr>
      <vt:lpstr>13. Abstract class &amp; Interface</vt:lpstr>
      <vt:lpstr>Q. What is abstract class In Java? How to implement it? </vt:lpstr>
      <vt:lpstr>Q. When to use abstract class in real applications?</vt:lpstr>
      <vt:lpstr>Q. What are interfaces in Java? How to implement it?</vt:lpstr>
      <vt:lpstr>Q. When to use interfaces in real applications?</vt:lpstr>
      <vt:lpstr>Q. What are the differences between an Abstract class &amp; an Interface (atleast 4)?</vt:lpstr>
      <vt:lpstr>Q. What are the differences between an Abstract class &amp; an Interface (atleast 4)?</vt:lpstr>
      <vt:lpstr>Q. What are default methods? When to use default methods?</vt:lpstr>
      <vt:lpstr>Q. Can you create an instance of an Abstract class or an Interface?</vt:lpstr>
      <vt:lpstr>Q. Do abstract class can have Constructors? What is the use of that constructor?</vt:lpstr>
      <vt:lpstr>Q. Do Interface can have a constructor?</vt:lpstr>
      <vt:lpstr>Q. When to use Interface and when Abstract class in real applications?</vt:lpstr>
      <vt:lpstr>Q. How to achieve abstraction? Difference between abstraction and abstract class? </vt:lpstr>
      <vt:lpstr>14. Constructors</vt:lpstr>
      <vt:lpstr>Q. What is Constructor in Java? </vt:lpstr>
      <vt:lpstr>Q. What are the types of constructors? What is Default constructor?</vt:lpstr>
      <vt:lpstr>Q. What is Parameterized constructor? When to use it in real applications?</vt:lpstr>
      <vt:lpstr>Q. What is constructor overloading? When to use it in real applications?</vt:lpstr>
      <vt:lpstr>Q. What is constructor chaining? </vt:lpstr>
      <vt:lpstr>Q. What is copy constructor?</vt:lpstr>
      <vt:lpstr>Q. When to use copy constructor in real applications?</vt:lpstr>
      <vt:lpstr>Q. Can a constructor have a return type?</vt:lpstr>
      <vt:lpstr>Q. What will happen if no constructor is defined inside the class?</vt:lpstr>
      <vt:lpstr>Q. What is the role of super keyword?</vt:lpstr>
      <vt:lpstr>15. Exception Handling - Basics</vt:lpstr>
      <vt:lpstr>Q. What is Exception Handling? How to implement it in Java?</vt:lpstr>
      <vt:lpstr>Q. What is the role of finally in exception handling? </vt:lpstr>
      <vt:lpstr>Q. When to use finally in real applications?</vt:lpstr>
      <vt:lpstr>Q. Can we have multiple catch blocks and when should we use multiple catch blocks?</vt:lpstr>
      <vt:lpstr>Q. What is catch-all block? Is it a good practice in real applications?</vt:lpstr>
      <vt:lpstr>Q. Can we execute all catch blocks at one time?</vt:lpstr>
      <vt:lpstr>16. Exception Handling - Advanced</vt:lpstr>
      <vt:lpstr>Q. What is the role of throw keyword in exception handling? When to use it?</vt:lpstr>
      <vt:lpstr>Q. What is the role of throws keyword in exception handling?</vt:lpstr>
      <vt:lpstr>Q. What are the differences between throw and throws keywords?</vt:lpstr>
      <vt:lpstr>Q. What are the differences between throw and throws keywords?</vt:lpstr>
      <vt:lpstr>Q. What are the types of exceptions in Java?</vt:lpstr>
      <vt:lpstr>Q. What are checked and unchecked exceptions? What is the difference between them?</vt:lpstr>
      <vt:lpstr>17. Collections - Basics</vt:lpstr>
      <vt:lpstr>Q. What are collections and what is their use in Java?</vt:lpstr>
      <vt:lpstr>Q. What are the types of collections in Java? </vt:lpstr>
      <vt:lpstr>Q. What are Iterable &amp; Collection interfaces?</vt:lpstr>
      <vt:lpstr>Q. What are List, Queue &amp; Set collections? What is the difference between them?</vt:lpstr>
      <vt:lpstr>Q. What is Arraylist? How to implement it and when to use it?</vt:lpstr>
      <vt:lpstr>Q. What are the differences between Array and Arraylist?</vt:lpstr>
      <vt:lpstr>Q. What are the differences between Array and Arraylist?</vt:lpstr>
      <vt:lpstr>Q. What is HashSet? What are the differences btw ArrayList(List) &amp; HashSet(Set)?</vt:lpstr>
      <vt:lpstr>Q. What is HashSet? What are the differences btw ArrayList(List) &amp; HashSet(Set)?</vt:lpstr>
      <vt:lpstr>Q. What is HashSet? What are the differences btw ArrayList(List) &amp; HashSet(Set)?</vt:lpstr>
      <vt:lpstr>Q. What is Map In Java? Which classes implements Map interface?</vt:lpstr>
      <vt:lpstr>Q. What is HashMap In Java? How to implement it and when to use it? </vt:lpstr>
      <vt:lpstr>Q. What are the differences btw HashSet(Set) and HashMap(Map)?</vt:lpstr>
      <vt:lpstr>Q. What are the differences btw HashSet(Set) and HashMap(Map)?</vt:lpstr>
      <vt:lpstr>Q. What are the differences btw HashSet(Set) and HashMap(Map)?</vt:lpstr>
      <vt:lpstr>18. Collections - Advanced</vt:lpstr>
      <vt:lpstr>Q. What is LinkedList in Java? What are Singly and Doubly linked list?</vt:lpstr>
      <vt:lpstr>Q. What is LinkedList in Java? What are Singly and Doubly linked list?</vt:lpstr>
      <vt:lpstr>Q. How to implement LinkedList? Difference between Arraylist &amp; LinkedList? </vt:lpstr>
      <vt:lpstr>Q. What is the difference between Arraylist &amp; LinkedList? When to use what?</vt:lpstr>
      <vt:lpstr>Q. What are Collections? What is the difference between Collection and Collections?</vt:lpstr>
      <vt:lpstr>Q. What are Collections? What is the difference between Collection and Collections?</vt:lpstr>
      <vt:lpstr>Q. What is TreeSet in Java? What is the difference between HashSet and TreeSet?</vt:lpstr>
      <vt:lpstr>Q. What is TreeSet in Java? What is the difference between HashSet and TreeSet?</vt:lpstr>
      <vt:lpstr>Q. What is the difference between HashSet and TreeSet?</vt:lpstr>
      <vt:lpstr>Q. What is the difference between HashMap and HashTable?</vt:lpstr>
      <vt:lpstr>Q. What is the difference between HashMap and HashTable?</vt:lpstr>
      <vt:lpstr>Q. What is the difference between HashMap and HashTable?</vt:lpstr>
      <vt:lpstr>Q. What are the advantages of using collections?</vt:lpstr>
      <vt:lpstr>19. Multithreading - Overview</vt:lpstr>
      <vt:lpstr>Q. What is Process and Thread? What is the difference between them?</vt:lpstr>
      <vt:lpstr>Q. What is the difference between Process and Thread?</vt:lpstr>
      <vt:lpstr>Q. Explain Multithreading? What is the advantage of it?</vt:lpstr>
      <vt:lpstr>Q. What is Main Thread &amp; Daemon Thread in Java?</vt:lpstr>
      <vt:lpstr>20. Multithreading - Implementation</vt:lpstr>
      <vt:lpstr>Q. In how many ways we can implement multithreading in Java?</vt:lpstr>
      <vt:lpstr>Q. How to implement multithreading using Thread class?</vt:lpstr>
      <vt:lpstr>Q. How to implement multithreading using Thread class?</vt:lpstr>
      <vt:lpstr>Q. How to implement multithreading using Runnable Interface?</vt:lpstr>
      <vt:lpstr>Q. How to implement multithreading using Runnable Interface?</vt:lpstr>
      <vt:lpstr>Q. What is the differences between Thread class &amp; Runnable interface?</vt:lpstr>
      <vt:lpstr>Q. What is the differences between Thread class &amp; Runnable interface?</vt:lpstr>
      <vt:lpstr>Q. What are some important methods of Thread class?</vt:lpstr>
      <vt:lpstr>21. Generics - Basics</vt:lpstr>
      <vt:lpstr>Q. What is the role of Generics in Java? </vt:lpstr>
      <vt:lpstr>Q. What is a Generic method? How to implement Generic method?</vt:lpstr>
      <vt:lpstr>Q. What is a Generic method? How to implement Generic method?</vt:lpstr>
      <vt:lpstr>Q. What is a Generic class? How to implement Generic class?</vt:lpstr>
      <vt:lpstr>Q. What are type parameters and type arguments? What is T in Generic class? </vt:lpstr>
      <vt:lpstr>Q. When to use Generic method and when to use Generic class in Java?</vt:lpstr>
      <vt:lpstr>22. Generics - Advanced</vt:lpstr>
      <vt:lpstr>Q. What are bounded type parameters in generics?</vt:lpstr>
      <vt:lpstr>Q. Can primitive types be used as type arguments in generics?</vt:lpstr>
      <vt:lpstr>Q. How to use Generics with Collections?</vt:lpstr>
      <vt:lpstr>Q. What is Type Safety? How generics provide type safety?</vt:lpstr>
      <vt:lpstr>Q. What is Type casting? How generics eliminates type casting?</vt:lpstr>
      <vt:lpstr>Q. What are the advantages of using Generics?</vt:lpstr>
      <vt:lpstr>23. Lambda expression</vt:lpstr>
      <vt:lpstr>Q. What is lambda expression and lambda operator?</vt:lpstr>
      <vt:lpstr>Q. What is the difference between normal interface and functional interface?</vt:lpstr>
      <vt:lpstr>Q. How to use lambda expression to implement functional interfaces?</vt:lpstr>
      <vt:lpstr>Q. Can we use lambda expression for non-functional interfaces?</vt:lpstr>
      <vt:lpstr>24. Types of Classes - Inner class &amp; Final class</vt:lpstr>
      <vt:lpstr>Q. What are the types of classes in Java?</vt:lpstr>
      <vt:lpstr>Q. What are Inner Classes (Nested Classes)? How to create instance of inner class?</vt:lpstr>
      <vt:lpstr>Q. What is Final class in Java?</vt:lpstr>
      <vt:lpstr>Q. What is Final method in Java? </vt:lpstr>
      <vt:lpstr>Q. What is the role of final keyword?</vt:lpstr>
      <vt:lpstr>25. Types of Classes - Static class &amp; Enum</vt:lpstr>
      <vt:lpstr>Q. What is the role of Static method? </vt:lpstr>
      <vt:lpstr>Q. When to use static methods in real applications?</vt:lpstr>
      <vt:lpstr>Q. What is Static nested class? </vt:lpstr>
      <vt:lpstr>Q. What is the role of static keyword in Java?</vt:lpstr>
      <vt:lpstr>Q. What is Enum? What is the use of it in real applications?</vt:lpstr>
      <vt:lpstr>Q. How to use and implement Enums?</vt:lpstr>
      <vt:lpstr>Java Coding Problems</vt:lpstr>
      <vt:lpstr>Array Coding Problems</vt:lpstr>
      <vt:lpstr>Q. What are the must-know pre-requisites for solving basic coding problems?</vt:lpstr>
      <vt:lpstr>Q. What is the common approach for solving coding problems?</vt:lpstr>
      <vt:lpstr>Q. Write a function to calculate the sum of all elements in an array.</vt:lpstr>
      <vt:lpstr>Q. Write a function to calculate the average of an array of numbers.</vt:lpstr>
      <vt:lpstr>Q. Write a function to find the smallest number in an array.</vt:lpstr>
      <vt:lpstr>Q. Write a function to find the largest number in an array.</vt:lpstr>
      <vt:lpstr>Q. Write a function to find the second largest number in an array.</vt:lpstr>
      <vt:lpstr>Array Coding Problems Using Functions</vt:lpstr>
      <vt:lpstr>Q. What are the top 5 important array functions used in coding problems?</vt:lpstr>
      <vt:lpstr>Q. Write a function to check whether two arrays are same or not?</vt:lpstr>
      <vt:lpstr>Q. Write a function to check if a given array is sorted in ascending order or not.</vt:lpstr>
      <vt:lpstr>Q. Write a function to merge two arrays into a single sorted array.</vt:lpstr>
      <vt:lpstr>Q. Write a function to remove a specific element from an array.</vt:lpstr>
      <vt:lpstr>String Coding Problems</vt:lpstr>
      <vt:lpstr>Q. Write a function that counts the number of characters in a string? </vt:lpstr>
      <vt:lpstr>Q. How to iterate a string? </vt:lpstr>
      <vt:lpstr>Q. Write a function that returns the reverse of a string? </vt:lpstr>
      <vt:lpstr>Q. Write a function that checks whether a given string is a palindrome or not?</vt:lpstr>
      <vt:lpstr>String Coding Problems Using Functions</vt:lpstr>
      <vt:lpstr>Q. What are the important methods of String class?</vt:lpstr>
      <vt:lpstr>Q. What are some more important methods of String class?</vt:lpstr>
      <vt:lpstr>Q. Write a function that returns the longest word in the sentence.</vt:lpstr>
      <vt:lpstr>Q. Write a function to remove all whitespace characters from a string.</vt:lpstr>
      <vt:lpstr>Q. Write a function that counts the number of vowels in a string? </vt:lpstr>
      <vt:lpstr>Q. Write a function that checks whether two strings are anagrams or not?</vt:lpstr>
      <vt:lpstr>Number Coding Problems</vt:lpstr>
      <vt:lpstr>Q. Write a function to calculate the factorial of a number.</vt:lpstr>
      <vt:lpstr>Q. What is the difference between ++i and i++?</vt:lpstr>
      <vt:lpstr>Q. Write a function that checks whether a number is prime or not? </vt:lpstr>
      <vt:lpstr>Q. How to swap two numbers in Java?</vt:lpstr>
      <vt:lpstr>Q. Write a function to calculate the GCD for two numbers.</vt:lpstr>
      <vt:lpstr>Q. Write a function to sum the digits of a number.</vt:lpstr>
      <vt:lpstr>Q. Write a function to calculate the Fibonacci sequence up to a given number.</vt:lpstr>
      <vt:lpstr>Coding Algorithms</vt:lpstr>
      <vt:lpstr>Q. Write a function to sort an array of numbers in ascending order(Bubble Sort).</vt:lpstr>
      <vt:lpstr>Q. Write a function to sort an array of numbers in ascending order(Bubble Sort).</vt:lpstr>
      <vt:lpstr>Q. Write a function to search an element in any array(Binary Search)?</vt:lpstr>
      <vt:lpstr>Q. Write a function to search an element in any array(Binary Search)?</vt:lpstr>
      <vt:lpstr>Q. Write a function to search an element in any array(Binary Search)?</vt:lpstr>
      <vt:lpstr>PowerPoint Presentation</vt:lpstr>
      <vt:lpstr>Spring - Basics, IoC &amp; DI</vt:lpstr>
      <vt:lpstr>Q. What is Spring framework? What are the core features of Spring? </vt:lpstr>
      <vt:lpstr>Q. What is Inversion of Control (IoC)? What is Loose coupling?</vt:lpstr>
      <vt:lpstr>Q. How to achieve IoC? What is the difference between Principle &amp; Design Pattern?</vt:lpstr>
      <vt:lpstr>Q. What is Dependency Injection? How to implement it?</vt:lpstr>
      <vt:lpstr>Q. What are the must to know things before learning Dependency Injection in Spring?</vt:lpstr>
      <vt:lpstr>Q. How to implement Dependency Injection in code using Spring?</vt:lpstr>
      <vt:lpstr>Q. How to implement Dependency Injection in code using Spring?</vt:lpstr>
      <vt:lpstr>Q. What are the 4 ways of implementing Dependency Injection in Spring?</vt:lpstr>
      <vt:lpstr>Q. When to use which type of dependency injection?</vt:lpstr>
      <vt:lpstr>Spring - Components &amp; Beans</vt:lpstr>
      <vt:lpstr>Q. What is the role of Component and @Component annotation in Spring?</vt:lpstr>
      <vt:lpstr>Q. What are Bean &amp; @Bean annotation? Difference between Bean &amp; Component?</vt:lpstr>
      <vt:lpstr>Q. What are the ways to define a Bean in Spring?</vt:lpstr>
      <vt:lpstr>Q. What is the life cycle of a Bean in Spring?</vt:lpstr>
      <vt:lpstr>Q. What is the life cycle of a Bean in Spring?</vt:lpstr>
      <vt:lpstr>Spring - Configuration &amp; Annotations</vt:lpstr>
      <vt:lpstr>Q. What is AppConfig, @Configuration and  @ComponentScan?</vt:lpstr>
      <vt:lpstr>Q. What is the role of @Primary annotation in AppConfig?</vt:lpstr>
      <vt:lpstr>Q. Do we need @Primary annotation if there is only one bean method?</vt:lpstr>
      <vt:lpstr>Q. What is Spring IoC container? What is AnnotationConfigApplicationContext?</vt:lpstr>
      <vt:lpstr>Q. What is the XML-based Configuration?</vt:lpstr>
      <vt:lpstr>Q. What is the role of @Autowired annotation?</vt:lpstr>
      <vt:lpstr>Q. What is the role of @Autowired annotation?</vt:lpstr>
      <vt:lpstr>Spring - Scopes of a bean</vt:lpstr>
      <vt:lpstr>Q. What is Scope of a bean? What is the default scope of a bean?</vt:lpstr>
      <vt:lpstr>Q. What are the different types of Spring bean scopes? What is @Scope annotation?</vt:lpstr>
      <vt:lpstr>Q. What is Singleton Scope? </vt:lpstr>
      <vt:lpstr>Q. When to use Singleton scope? What are its pros and cons?</vt:lpstr>
      <vt:lpstr>Q. What is Prototype Scope?</vt:lpstr>
      <vt:lpstr>Q. When to use Prototype scope? What are its pros and cons?</vt:lpstr>
      <vt:lpstr>Q. What is Request Scope? When to use it?</vt:lpstr>
      <vt:lpstr>Spring - Others</vt:lpstr>
      <vt:lpstr>Q. What is Spring AOP?</vt:lpstr>
      <vt:lpstr>Q. What are circular dependencies? How does Spring handle it?</vt:lpstr>
      <vt:lpstr>Q. Can we have multiple Spring configuration files in one project?</vt:lpstr>
      <vt:lpstr>Q. What is BeanFactory in Spring?</vt:lpstr>
      <vt:lpstr>Q. What is the difference between BeanFactory and ApplicationContext?</vt:lpstr>
      <vt:lpstr>Q. What is the difference between BeanFactory and ApplicationContext?</vt:lpstr>
      <vt:lpstr>Spring Boot - Basics</vt:lpstr>
      <vt:lpstr>Q. What is Spring Boot? How does it differ from the traditional Spring Framework?</vt:lpstr>
      <vt:lpstr>Q. What is Spring Initializr?</vt:lpstr>
      <vt:lpstr>Q. What is Spring Boot starter? </vt:lpstr>
      <vt:lpstr>Q. What are the types of Spring Boot starter?</vt:lpstr>
      <vt:lpstr>Q. How Spring Boot provides auto configuration?</vt:lpstr>
      <vt:lpstr>Q. What is the role of @SpringBootApplication annotation?</vt:lpstr>
      <vt:lpstr>Q. What are embedded servers in Spring Boot? What are its benefits?</vt:lpstr>
      <vt:lpstr>Spring Boot - Project structure, Configuration &amp; Actuator</vt:lpstr>
      <vt:lpstr>Q. What is the project structure of a Spring Boot MVC application?</vt:lpstr>
      <vt:lpstr>Q. What is the project structure of a Spring Boot MVC application?</vt:lpstr>
      <vt:lpstr>Q. What is application.properties used for in Spring Boot?</vt:lpstr>
      <vt:lpstr>Q. What is application.yml file? Difference btw application.yml &amp; application.properties?</vt:lpstr>
      <vt:lpstr>Q. How do you configure a Spring Boot application?</vt:lpstr>
      <vt:lpstr>Q. What is Spring Boot Actuator?</vt:lpstr>
      <vt:lpstr>Q. What are the key features of Spring Boot Actuator?</vt:lpstr>
      <vt:lpstr>Q. How do you package and deploy a Spring Boot application?</vt:lpstr>
      <vt:lpstr>Spring MVC - Basics</vt:lpstr>
      <vt:lpstr>Q. What is Spring MVC? Explain the architecture of Spring MVC?</vt:lpstr>
      <vt:lpstr>Q. What does MVC stands for?</vt:lpstr>
      <vt:lpstr>Q. What is the role of Dispatcher Servlet in Spring MVC?</vt:lpstr>
      <vt:lpstr>Q. What is the role of Dispatcher Servlet in Spring MVC?</vt:lpstr>
      <vt:lpstr>Q. What is Controller and @Controller annotation in Spring MVC?</vt:lpstr>
      <vt:lpstr>Q. What is the role of @RequestMapping annotation in Spring MVC?</vt:lpstr>
      <vt:lpstr>Q. What is the role of @GetMapping annotation in Spring MVC?</vt:lpstr>
      <vt:lpstr>Q. What is the difference between @PostMapping &amp; @PutMapping annotation?</vt:lpstr>
      <vt:lpstr>Q. What is the role of @DeleteMapping annotation in Spring MVC?</vt:lpstr>
      <vt:lpstr>Q. What is the difference between @Controller and @RestController annotations?</vt:lpstr>
      <vt:lpstr>Q. What is the role of Model in Spring MVC?</vt:lpstr>
      <vt:lpstr>Spring MVC - Important Annotations</vt:lpstr>
      <vt:lpstr>Q. What is the difference between @RequestParam and @PathVariable?</vt:lpstr>
      <vt:lpstr>Q. What is @ModelAttribute annotation in Spring MVC?</vt:lpstr>
      <vt:lpstr>Q. What is @ModelAttribute annotation at method level? When to use it?</vt:lpstr>
      <vt:lpstr>Q. What is the role of @ModelAttribute annotation with parameters? </vt:lpstr>
      <vt:lpstr>Q. How to validate the data in Spring MVC?</vt:lpstr>
      <vt:lpstr>Q. What is the purpose of ModelAndView in Spring MVC?</vt:lpstr>
      <vt:lpstr>Q. How does Spring MVC handle form submissions? </vt:lpstr>
      <vt:lpstr>Q. How does Spring MVC handle form submissions? </vt:lpstr>
      <vt:lpstr>PowerPoint Presentation</vt:lpstr>
      <vt:lpstr>RESTful Services/ REST API - Basics</vt:lpstr>
      <vt:lpstr>Q. What is REST &amp; RESTful API?</vt:lpstr>
      <vt:lpstr>Q. What are HTTP Request and Response structures in UI and REST API?</vt:lpstr>
      <vt:lpstr>Q. What are HTTP Request and Response structures in UI and REST API?</vt:lpstr>
      <vt:lpstr>Q. What are Top 5 REST guidelines and the advantages of them? </vt:lpstr>
      <vt:lpstr>Q. What are Top 5 REST guidelines and the advantages of them? </vt:lpstr>
      <vt:lpstr>Q. What is the difference between REST API and SOAP API?</vt:lpstr>
      <vt:lpstr>REST - HTTP Methods &amp; Status Codes</vt:lpstr>
      <vt:lpstr>Q. What are HTTP Verbs and HTTP methods? </vt:lpstr>
      <vt:lpstr>Q. What are GET, POST, PUT &amp; DELETE HTTP methods? </vt:lpstr>
      <vt:lpstr>Q. What is the difference between PUT &amp; PATCH methods?</vt:lpstr>
      <vt:lpstr>Q. Explain the concept of Idempotence in RESTful APIs.</vt:lpstr>
      <vt:lpstr>Q. What are the role of status codes in RESTful APIs?</vt:lpstr>
      <vt:lpstr>REST - CORS, Serialization, Deserialization, Others</vt:lpstr>
      <vt:lpstr>Q. What is CORS in RESTful APIs?</vt:lpstr>
      <vt:lpstr>Q. What are Serialization &amp; Deserialization?</vt:lpstr>
      <vt:lpstr>Q. What are the types of serialization?</vt:lpstr>
      <vt:lpstr>Q. Explain the concept of versioning in RESTful APIs.</vt:lpstr>
      <vt:lpstr>Q. What is an API document? What are the popular documentation formats?</vt:lpstr>
      <vt:lpstr>REST - Authentication &amp; Authorization</vt:lpstr>
      <vt:lpstr>Q. What are Authentication and Authorization?</vt:lpstr>
      <vt:lpstr>Q. What is Token based and JWT authentication? </vt:lpstr>
      <vt:lpstr>Q. What are the parts of JWT token?</vt:lpstr>
      <vt:lpstr>Q. Where JWT token reside in the request?</vt:lpstr>
      <vt:lpstr>PowerPoint Presentation</vt:lpstr>
      <vt:lpstr>Mock Interview Java-Basics, Variables &amp; Data types, Operators, Control statements</vt:lpstr>
      <vt:lpstr>Q. What happens if a break statement is not used with case of a switch statement?</vt:lpstr>
      <vt:lpstr>Q. What is the use of the default case in a switch statement?</vt:lpstr>
      <vt:lpstr>Q. Can the body of an if statement be empty in Java?</vt:lpstr>
      <vt:lpstr>Q. Can you nest if statements within switch statements and vice versa in Java?</vt:lpstr>
      <vt:lpstr>Q. Can you have an else statement without an if statement in Java?</vt:lpstr>
      <vt:lpstr>Q. Can a Java program run without JDK or JRE or JVM installed on the system?</vt:lpstr>
      <vt:lpstr>Q. What data type would you use to store a single character?</vt:lpstr>
      <vt:lpstr>Q. What is the default value of a local variable in Java?</vt:lpstr>
      <vt:lpstr>Q. What is the default value of instance variables in Java?</vt:lpstr>
      <vt:lpstr>Q. What keyword is used to declare a constant variable?</vt:lpstr>
      <vt:lpstr>Mock Interview OOPS - Classes, Objects, Access Specifiers, Getter-Setter &amp; this keyword</vt:lpstr>
      <vt:lpstr>Q. How can private methods in a superclass be accessed in a subclass?</vt:lpstr>
      <vt:lpstr>Q. Can you explain a scenario where this keyword is required?</vt:lpstr>
      <vt:lpstr>Q. What would happen if you don't explicitly define a package in a Java class?</vt:lpstr>
      <vt:lpstr>Q. How to make a class private in Java?</vt:lpstr>
      <vt:lpstr>Q. What happens if you define a setter method but not a getter for a class field?</vt:lpstr>
      <vt:lpstr>Q. What is the difference between a field and a property in Java?</vt:lpstr>
      <vt:lpstr>Mock Interview OOPS – Inheritance, Polymorphism, Encapsulation &amp; Abstraction</vt:lpstr>
      <vt:lpstr>Q. How can encapsulation be violated?</vt:lpstr>
      <vt:lpstr>Q. What is the difference between extends and implements keywords in Java?</vt:lpstr>
      <vt:lpstr>Q. Which is the most important and crucial OOPS principle in Java?</vt:lpstr>
      <vt:lpstr>Q. Is protected field is accessible by any class within the same package?</vt:lpstr>
      <vt:lpstr>Q. Which type of polymorphism needs inheritance?</vt:lpstr>
      <vt:lpstr>Q. Explain the difference between static binding and dynamic binding in Java.</vt:lpstr>
      <vt:lpstr>Q. What is the benefit of using polymorphism in Java applications?</vt:lpstr>
      <vt:lpstr>Q. What happens if you don't use @override annotation in method overriding?</vt:lpstr>
      <vt:lpstr>Mock Interview Abstract class &amp; Interface, Constructors</vt:lpstr>
      <vt:lpstr>Q. How can an interface inherit methods from another interface?</vt:lpstr>
      <vt:lpstr>Q. How can you provide default behavior for methods in an interface?</vt:lpstr>
      <vt:lpstr>Q. What is the impact of adding a new method to an existing interface?</vt:lpstr>
      <vt:lpstr>Q. Can you use the final keyword with an abstract class? Why or why not?</vt:lpstr>
      <vt:lpstr>Q. What is a no-argument constructor?</vt:lpstr>
      <vt:lpstr>Q. Can you store different data types in a single array? How?</vt:lpstr>
      <vt:lpstr>Mock Interview Exception Handling</vt:lpstr>
      <vt:lpstr>Q. What happens if a return statement is used inside try block of a try-catch-finally?</vt:lpstr>
      <vt:lpstr>Q. What happens if an exception is thrown in the finally block?</vt:lpstr>
      <vt:lpstr>Q. Can you explain how custom exceptions are created and used in Java?</vt:lpstr>
      <vt:lpstr>Q. How do you handle multiple exceptions in a single catch block?</vt:lpstr>
      <vt:lpstr>Q. What happens if an exception is not handled in Java?</vt:lpstr>
      <vt:lpstr>Q. How can you suppress exceptions in Java?</vt:lpstr>
      <vt:lpstr>Mock Interview Collections</vt:lpstr>
      <vt:lpstr>Q. Can you convert a List to a Set and vice versa? How?</vt:lpstr>
      <vt:lpstr>Q. How do you remove duplicates from an ArrayList?</vt:lpstr>
      <vt:lpstr>Q. How do you decide between using a List, Set, or Map?</vt:lpstr>
      <vt:lpstr>Q. What is the purpose of the Collections utility class?</vt:lpstr>
      <vt:lpstr>Q. What is the difference between Vector and ArrayList?</vt:lpstr>
      <vt:lpstr>Q. Explain the difference between Deque and Queue?</vt:lpstr>
      <vt:lpstr>Mock Interview Multithreading</vt:lpstr>
      <vt:lpstr>Q. What is the difference between start() and run() method?</vt:lpstr>
      <vt:lpstr>Q. What is the meaning of Thread safe?</vt:lpstr>
      <vt:lpstr>Q. What is thread pool?</vt:lpstr>
      <vt:lpstr>Q. What is a synchronized block in Java?</vt:lpstr>
      <vt:lpstr>Q. What is the difference between Runnable and Callable interface?</vt:lpstr>
      <vt:lpstr>Mock Interview Generics</vt:lpstr>
      <vt:lpstr>Q. How do you define a generic method in Java?</vt:lpstr>
      <vt:lpstr>Q. Can you create generic interfaces?</vt:lpstr>
      <vt:lpstr>Q. Can you create generic constructor?</vt:lpstr>
      <vt:lpstr>Q. What is the difference between List&lt;Object&gt; and List&lt;?&gt;?</vt:lpstr>
      <vt:lpstr>Mock Interview Types of Classes </vt:lpstr>
      <vt:lpstr>Q. How can an inner class access the members of its outer class?</vt:lpstr>
      <vt:lpstr>Q. Can a final class have final methods?</vt:lpstr>
      <vt:lpstr>Q. Can a static nested class access instance variables of the outer class?</vt:lpstr>
      <vt:lpstr>Q. Can enums have methods in Java?</vt:lpstr>
      <vt:lpstr>Q. How can you iterate over all values of an enum in Java?</vt:lpstr>
      <vt:lpstr>Q. When to use enums?</vt:lpstr>
      <vt:lpstr>Q. What is the difference between a static and a non-static method in Java?</vt:lpstr>
      <vt:lpstr>Q. How do static variables differ from instance variables in terms of memory allocation?</vt:lpstr>
      <vt:lpstr>Q. Can a static method be overridden in Java?</vt:lpstr>
      <vt:lpstr>Q. How can static methods and variables be accessed within the same class?</vt:lpstr>
      <vt:lpstr>Mock Interview - Spring Basics, IoC, DI, Components &amp; Beans</vt:lpstr>
      <vt:lpstr>Q. Why the name is Inversion of Control (IoC)?</vt:lpstr>
      <vt:lpstr>Q. Why do developers prefer Spring for enterprise applications?</vt:lpstr>
      <vt:lpstr>Q. What principle does Spring follow to ensure components are loosely coupled?</vt:lpstr>
      <vt:lpstr>Q. What role does a container play in Spring?</vt:lpstr>
      <vt:lpstr>Q. What happens during the initialization of a Spring bean?</vt:lpstr>
      <vt:lpstr>Q. How does Spring create and manage beans?</vt:lpstr>
      <vt:lpstr>Q. What is the role of Dependency Injection in testing?</vt:lpstr>
      <vt:lpstr>Mock Interview - Spring Configuration, Annotations, AOP, Scope of a Bean</vt:lpstr>
      <vt:lpstr>Q. How does Spring decide which beans to inject?</vt:lpstr>
      <vt:lpstr>Q. How do you define a Spring-managed bean without annotations?</vt:lpstr>
      <vt:lpstr>Q. How does Spring determine which constructor to use when multiple are present?</vt:lpstr>
      <vt:lpstr>Q. When would you choose ApplicationContext and when BeanFactory?</vt:lpstr>
      <vt:lpstr>Q. How would you ensure cross-cutting concerns are modularized in a Spring application?</vt:lpstr>
      <vt:lpstr>Q. What you will do to resolve Bean circular dependencies in Spring?</vt:lpstr>
      <vt:lpstr>Q. How can you ensure that all the components in your Spring application are correctly processed?</vt:lpstr>
      <vt:lpstr>Q. In what way can Spring AOP improve your application design?</vt:lpstr>
      <vt:lpstr>Q. In a multi-threaded application, which bean scope you will implement to ensure thread safety?</vt:lpstr>
      <vt:lpstr>Q. What Bean scope you will prefer for handling HTTP requests independently?</vt:lpstr>
      <vt:lpstr>Q. How does Spring ensure that a Singleton Bean remains unique across the application?</vt:lpstr>
      <vt:lpstr>Mock Interview - Spring Boot</vt:lpstr>
      <vt:lpstr>Q. How would you setup of a new Spring project?</vt:lpstr>
      <vt:lpstr>Q. What advantage does Spring Boot offer for microservices architecture?</vt:lpstr>
      <vt:lpstr>Q. How does the @SpringBootApplication annotation simplify Spring Boot application setup?</vt:lpstr>
      <vt:lpstr>Q. When might you choose application.yml over application.properties for configuration?</vt:lpstr>
      <vt:lpstr>Q. How do you manage multiple environments in a Spring Boot application?</vt:lpstr>
      <vt:lpstr>Q. What tools would you use to monitor and manage a Spring Boot application?</vt:lpstr>
      <vt:lpstr>Q. How does Spring Boot simplify deployment in cloud environments?</vt:lpstr>
      <vt:lpstr>Mock Interview - Spring MVC</vt:lpstr>
      <vt:lpstr>Q. How do you pass data from the controller to the view in Spring MVC?</vt:lpstr>
      <vt:lpstr>Q. What mechanism does Spring MVC use to route requests to the appropriate handler?</vt:lpstr>
      <vt:lpstr>Q. How would you map a specific URL to a method in a Spring MVC controller?</vt:lpstr>
      <vt:lpstr>Q. How do you handle HTTP GET, PUT, POST, DELETE requests in Spring MVC?</vt:lpstr>
      <vt:lpstr>Q. When would you use @PostMapping versus @PutMapping in a Spring MVC application?</vt:lpstr>
      <vt:lpstr>Q. How does Spring MVC manage the data in an application?</vt:lpstr>
      <vt:lpstr>Q. How do you capture specific request parameters in a Spring MVC controller?</vt:lpstr>
      <vt:lpstr>Q. In what scenarios would you use @ModelAttribute in Spring MVC?</vt:lpstr>
      <vt:lpstr>Q. What approach would you take to ensure form data is valid in a Spring MVC application?</vt:lpstr>
      <vt:lpstr>All the best for your interviews  Never ever give up</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Anurag Rawat</dc:creator>
  <cp:lastModifiedBy>Anurag Rawat</cp:lastModifiedBy>
  <cp:revision>138</cp:revision>
  <dcterms:created xsi:type="dcterms:W3CDTF">2024-06-13T05:09:42Z</dcterms:created>
  <dcterms:modified xsi:type="dcterms:W3CDTF">2024-09-20T06:43:53Z</dcterms:modified>
</cp:coreProperties>
</file>